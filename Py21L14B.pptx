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1076" r:id="rId2"/>
    <p:sldId id="1074" r:id="rId3"/>
    <p:sldId id="768" r:id="rId4"/>
    <p:sldId id="771" r:id="rId5"/>
    <p:sldId id="773" r:id="rId6"/>
    <p:sldId id="774" r:id="rId7"/>
    <p:sldId id="776" r:id="rId8"/>
    <p:sldId id="777" r:id="rId9"/>
    <p:sldId id="781" r:id="rId10"/>
    <p:sldId id="778" r:id="rId11"/>
    <p:sldId id="779" r:id="rId12"/>
    <p:sldId id="780" r:id="rId13"/>
    <p:sldId id="782" r:id="rId14"/>
    <p:sldId id="783" r:id="rId15"/>
    <p:sldId id="1080" r:id="rId16"/>
    <p:sldId id="804" r:id="rId17"/>
    <p:sldId id="805" r:id="rId18"/>
    <p:sldId id="807" r:id="rId19"/>
    <p:sldId id="1039" r:id="rId20"/>
    <p:sldId id="1040" r:id="rId21"/>
    <p:sldId id="1041" r:id="rId22"/>
    <p:sldId id="1042" r:id="rId23"/>
    <p:sldId id="1045" r:id="rId24"/>
    <p:sldId id="1046" r:id="rId25"/>
    <p:sldId id="888" r:id="rId26"/>
    <p:sldId id="799" r:id="rId27"/>
    <p:sldId id="800" r:id="rId28"/>
    <p:sldId id="801" r:id="rId29"/>
    <p:sldId id="802" r:id="rId30"/>
    <p:sldId id="808" r:id="rId31"/>
    <p:sldId id="809" r:id="rId32"/>
    <p:sldId id="1050" r:id="rId33"/>
    <p:sldId id="1051" r:id="rId34"/>
    <p:sldId id="1052" r:id="rId35"/>
    <p:sldId id="1053" r:id="rId36"/>
    <p:sldId id="1054" r:id="rId37"/>
    <p:sldId id="1058" r:id="rId38"/>
    <p:sldId id="1062" r:id="rId39"/>
    <p:sldId id="1055" r:id="rId40"/>
    <p:sldId id="814" r:id="rId41"/>
    <p:sldId id="1024" r:id="rId42"/>
    <p:sldId id="785" r:id="rId43"/>
    <p:sldId id="1025" r:id="rId44"/>
    <p:sldId id="816" r:id="rId45"/>
    <p:sldId id="817" r:id="rId46"/>
    <p:sldId id="815" r:id="rId47"/>
    <p:sldId id="819" r:id="rId48"/>
    <p:sldId id="820" r:id="rId49"/>
    <p:sldId id="818" r:id="rId50"/>
    <p:sldId id="788" r:id="rId51"/>
    <p:sldId id="787" r:id="rId52"/>
    <p:sldId id="862" r:id="rId53"/>
    <p:sldId id="789" r:id="rId54"/>
    <p:sldId id="790" r:id="rId55"/>
    <p:sldId id="791" r:id="rId56"/>
    <p:sldId id="793" r:id="rId57"/>
    <p:sldId id="794" r:id="rId58"/>
    <p:sldId id="795" r:id="rId59"/>
    <p:sldId id="810" r:id="rId60"/>
    <p:sldId id="811" r:id="rId6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Rg st="40" end="62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ECFF"/>
    <a:srgbClr val="2D2DB9"/>
    <a:srgbClr val="C40C94"/>
    <a:srgbClr val="006600"/>
    <a:srgbClr val="EB99CC"/>
    <a:srgbClr val="D1B2E8"/>
    <a:srgbClr val="FFFFCC"/>
    <a:srgbClr val="FFCCCC"/>
    <a:srgbClr val="D2D4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8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7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9BFE112-C377-4BCE-B81D-05CA901F435B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25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7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26</a:t>
            </a:fld>
            <a:endParaRPr lang="en-GB" altLang="en-US" sz="1200" smtClean="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038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27</a:t>
            </a:fld>
            <a:endParaRPr lang="en-GB" altLang="en-US" sz="1200" smtClean="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161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28</a:t>
            </a:fld>
            <a:endParaRPr lang="en-GB" altLang="en-US" sz="1200" smtClean="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9741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/>
              <a:pPr eaLnBrk="1" hangingPunct="1"/>
              <a:t>29</a:t>
            </a:fld>
            <a:endParaRPr lang="en-GB" altLang="en-US" sz="1200" smtClean="0"/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83969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DC77A4-8EBD-4F73-B8F2-F811083B7D6D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33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19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32AD0227-51A1-4C94-9EE0-C301D392C20B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34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13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6F786945-170A-4136-8844-49ADC29A5C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35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386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A7F6A9B5-CEC6-4136-BA03-9939F622AB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36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347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A7F6A9B5-CEC6-4136-BA03-9939F622ABB8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37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30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30C2BE-875E-43FB-A379-42A0866E252E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38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68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4D30C2BE-875E-43FB-A379-42A0866E252E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39</a:t>
            </a:fld>
            <a:endParaRPr lang="en-US" alt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2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3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4a"/><Relationship Id="rId2" Type="http://schemas.microsoft.com/office/2007/relationships/media" Target="../media/media13.m4a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m4a"/><Relationship Id="rId2" Type="http://schemas.microsoft.com/office/2007/relationships/media" Target="../media/media14.m4a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media21.m4a"/><Relationship Id="rId2" Type="http://schemas.microsoft.com/office/2007/relationships/media" Target="../media/media21.m4a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media22.m4a"/><Relationship Id="rId2" Type="http://schemas.microsoft.com/office/2007/relationships/media" Target="../media/media22.m4a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media23.m4a"/><Relationship Id="rId2" Type="http://schemas.microsoft.com/office/2007/relationships/media" Target="../media/media23.m4a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media33.m4a"/><Relationship Id="rId2" Type="http://schemas.microsoft.com/office/2007/relationships/media" Target="../media/media33.m4a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media34.m4a"/><Relationship Id="rId2" Type="http://schemas.microsoft.com/office/2007/relationships/media" Target="../media/media34.m4a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media35.m4a"/><Relationship Id="rId2" Type="http://schemas.microsoft.com/office/2007/relationships/media" Target="../media/media35.m4a"/><Relationship Id="rId1" Type="http://schemas.openxmlformats.org/officeDocument/2006/relationships/tags" Target="../tags/tag15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media36.m4a"/><Relationship Id="rId2" Type="http://schemas.microsoft.com/office/2007/relationships/media" Target="../media/media36.m4a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media38.m4a"/><Relationship Id="rId7" Type="http://schemas.openxmlformats.org/officeDocument/2006/relationships/image" Target="../media/image3.png"/><Relationship Id="rId2" Type="http://schemas.microsoft.com/office/2007/relationships/media" Target="../media/media38.m4a"/><Relationship Id="rId1" Type="http://schemas.openxmlformats.org/officeDocument/2006/relationships/tags" Target="../tags/tag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9.m4a"/><Relationship Id="rId1" Type="http://schemas.microsoft.com/office/2007/relationships/media" Target="../media/media39.m4a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media40.m4a"/><Relationship Id="rId2" Type="http://schemas.microsoft.com/office/2007/relationships/media" Target="../media/media40.m4a"/><Relationship Id="rId1" Type="http://schemas.openxmlformats.org/officeDocument/2006/relationships/tags" Target="../tags/tag18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1.m4a"/><Relationship Id="rId2" Type="http://schemas.microsoft.com/office/2007/relationships/media" Target="../media/media41.m4a"/><Relationship Id="rId1" Type="http://schemas.openxmlformats.org/officeDocument/2006/relationships/tags" Target="../tags/tag1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media42.m4a"/><Relationship Id="rId2" Type="http://schemas.microsoft.com/office/2007/relationships/media" Target="../media/media42.m4a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media43.m4a"/><Relationship Id="rId2" Type="http://schemas.microsoft.com/office/2007/relationships/media" Target="../media/media43.m4a"/><Relationship Id="rId1" Type="http://schemas.openxmlformats.org/officeDocument/2006/relationships/tags" Target="../tags/tag2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media44.m4a"/><Relationship Id="rId2" Type="http://schemas.microsoft.com/office/2007/relationships/media" Target="../media/media44.m4a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media45.m4a"/><Relationship Id="rId2" Type="http://schemas.microsoft.com/office/2007/relationships/media" Target="../media/media45.m4a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6.m4a"/><Relationship Id="rId1" Type="http://schemas.microsoft.com/office/2007/relationships/media" Target="../media/media46.m4a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media47.m4a"/><Relationship Id="rId2" Type="http://schemas.microsoft.com/office/2007/relationships/media" Target="../media/media47.m4a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media48.m4a"/><Relationship Id="rId2" Type="http://schemas.microsoft.com/office/2007/relationships/media" Target="../media/media48.m4a"/><Relationship Id="rId1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media49.m4a"/><Relationship Id="rId2" Type="http://schemas.microsoft.com/office/2007/relationships/media" Target="../media/media49.m4a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media50.m4a"/><Relationship Id="rId2" Type="http://schemas.microsoft.com/office/2007/relationships/media" Target="../media/media50.m4a"/><Relationship Id="rId1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media51.m4a"/><Relationship Id="rId2" Type="http://schemas.microsoft.com/office/2007/relationships/media" Target="../media/media51.m4a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2.m4a"/><Relationship Id="rId2" Type="http://schemas.microsoft.com/office/2007/relationships/media" Target="../media/media52.m4a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media53.m4a"/><Relationship Id="rId2" Type="http://schemas.microsoft.com/office/2007/relationships/media" Target="../media/media53.m4a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media54.m4a"/><Relationship Id="rId2" Type="http://schemas.microsoft.com/office/2007/relationships/media" Target="../media/media54.m4a"/><Relationship Id="rId1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media55.m4a"/><Relationship Id="rId2" Type="http://schemas.microsoft.com/office/2007/relationships/media" Target="../media/media55.m4a"/><Relationship Id="rId1" Type="http://schemas.openxmlformats.org/officeDocument/2006/relationships/tags" Target="../tags/tag3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6.m4a"/><Relationship Id="rId1" Type="http://schemas.microsoft.com/office/2007/relationships/media" Target="../media/media56.m4a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7.m4a"/><Relationship Id="rId1" Type="http://schemas.microsoft.com/office/2007/relationships/media" Target="../media/media57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800600" y="993467"/>
            <a:ext cx="4038600" cy="5712133"/>
            <a:chOff x="4800600" y="841067"/>
            <a:chExt cx="4038600" cy="5712133"/>
          </a:xfrm>
        </p:grpSpPr>
        <p:sp>
          <p:nvSpPr>
            <p:cNvPr id="9" name="矩形 8"/>
            <p:cNvSpPr/>
            <p:nvPr/>
          </p:nvSpPr>
          <p:spPr bwMode="auto">
            <a:xfrm>
              <a:off x="4800600" y="4721531"/>
              <a:ext cx="4038600" cy="1831669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“I don’t have time for this!</a:t>
              </a:r>
              <a:r>
                <a:rPr kumimoji="0" lang="en-US" altLang="zh-TW" sz="20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 Hey store, can you gift-wrap this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() function for me?”</a:t>
              </a:r>
            </a:p>
            <a:p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&gt;&gt;&gt;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@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my_decorator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  <a:p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def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(): print("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!")</a:t>
              </a:r>
            </a:p>
            <a:p>
              <a:pPr>
                <a:lnSpc>
                  <a:spcPct val="80000"/>
                </a:lnSpc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</p:txBody>
        </p:sp>
        <p:pic>
          <p:nvPicPr>
            <p:cNvPr id="6148" name="Picture 4" descr="Facebook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680" y="841067"/>
              <a:ext cx="3747587" cy="3730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304800" y="990600"/>
            <a:ext cx="4038600" cy="5715000"/>
            <a:chOff x="304800" y="914400"/>
            <a:chExt cx="4038600" cy="5715000"/>
          </a:xfrm>
        </p:grpSpPr>
        <p:sp>
          <p:nvSpPr>
            <p:cNvPr id="13" name="矩形 5"/>
            <p:cNvSpPr/>
            <p:nvPr/>
          </p:nvSpPr>
          <p:spPr bwMode="auto">
            <a:xfrm>
              <a:off x="304800" y="914400"/>
              <a:ext cx="4038600" cy="1828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“I love wrapping gifts myself.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Bob will love this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() </a:t>
              </a: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fuction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 that I</a:t>
              </a:r>
              <a:r>
                <a:rPr lang="zh-TW" altLang="en-US" dirty="0" smtClean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worked to wrap all by myself!”</a:t>
              </a:r>
            </a:p>
            <a:p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&gt;&gt;&gt;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def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(): print("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!")</a:t>
              </a:r>
              <a:endParaRPr lang="en-US" altLang="zh-TW" dirty="0">
                <a:solidFill>
                  <a:schemeClr val="tx1"/>
                </a:solidFill>
                <a:latin typeface="Times New Roman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. . .</a:t>
              </a:r>
            </a:p>
            <a:p>
              <a:pPr>
                <a:lnSpc>
                  <a:spcPct val="90000"/>
                </a:lnSpc>
              </a:pPr>
              <a:r>
                <a:rPr lang="en-US" altLang="zh-TW" dirty="0" err="1" smtClean="0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 smtClean="0">
                  <a:solidFill>
                    <a:schemeClr val="tx1"/>
                  </a:solidFill>
                  <a:latin typeface="Times New Roman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= 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my_decorator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(</a:t>
              </a:r>
              <a:r>
                <a:rPr lang="en-US" altLang="zh-TW" dirty="0" err="1">
                  <a:solidFill>
                    <a:schemeClr val="tx1"/>
                  </a:solidFill>
                  <a:latin typeface="Times New Roman" charset="0"/>
                </a:rPr>
                <a:t>say_whee</a:t>
              </a:r>
              <a:r>
                <a:rPr lang="en-US" altLang="zh-TW" dirty="0">
                  <a:solidFill>
                    <a:schemeClr val="tx1"/>
                  </a:solidFill>
                  <a:latin typeface="Times New Roman" charset="0"/>
                </a:rPr>
                <a:t>) </a:t>
              </a:r>
              <a:endPara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pic>
          <p:nvPicPr>
            <p:cNvPr id="14" name="Picture 6" descr="This incredible gift-wrapping tip shows you how to wrap your presents in  less than 15 seconds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35" r="2317"/>
            <a:stretch/>
          </p:blipFill>
          <p:spPr bwMode="auto">
            <a:xfrm>
              <a:off x="378862" y="2895600"/>
              <a:ext cx="3894365" cy="373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Who is the wrapper?</a:t>
            </a:r>
            <a:endParaRPr lang="en-US" b="1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9097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78"/>
    </mc:Choice>
    <mc:Fallback>
      <p:transition spd="slow" advTm="268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04" x="2717800" y="3314700"/>
          <p14:tracePt t="610" x="2838450" y="3276600"/>
          <p14:tracePt t="624" x="2959100" y="3206750"/>
          <p14:tracePt t="637" x="3124200" y="3073400"/>
          <p14:tracePt t="654" x="3448050" y="2743200"/>
          <p14:tracePt t="670" x="3632200" y="2527300"/>
          <p14:tracePt t="688" x="3949700" y="2101850"/>
          <p14:tracePt t="703" x="4064000" y="1905000"/>
          <p14:tracePt t="720" x="4235450" y="1581150"/>
          <p14:tracePt t="737" x="4273550" y="1479550"/>
          <p14:tracePt t="753" x="4349750" y="1270000"/>
          <p14:tracePt t="770" x="4356100" y="1187450"/>
          <p14:tracePt t="786" x="4356100" y="1060450"/>
          <p14:tracePt t="803" x="4311650" y="958850"/>
          <p14:tracePt t="820" x="4273550" y="914400"/>
          <p14:tracePt t="836" x="4203700" y="825500"/>
          <p14:tracePt t="853" x="4178300" y="812800"/>
          <p14:tracePt t="870" x="4152900" y="793750"/>
          <p14:tracePt t="886" x="4133850" y="781050"/>
          <p14:tracePt t="903" x="4127500" y="774700"/>
          <p14:tracePt t="920" x="4121150" y="768350"/>
          <p14:tracePt t="936" x="4102100" y="762000"/>
          <p14:tracePt t="953" x="4089400" y="755650"/>
          <p14:tracePt t="969" x="4064000" y="749300"/>
          <p14:tracePt t="986" x="4032250" y="749300"/>
          <p14:tracePt t="1002" x="4013200" y="749300"/>
          <p14:tracePt t="1018" x="3975100" y="749300"/>
          <p14:tracePt t="1035" x="3956050" y="749300"/>
          <p14:tracePt t="1053" x="3917950" y="755650"/>
          <p14:tracePt t="1069" x="3898900" y="762000"/>
          <p14:tracePt t="1085" x="3892550" y="762000"/>
          <p14:tracePt t="1102" x="3873500" y="762000"/>
          <p14:tracePt t="1119" x="3867150" y="762000"/>
          <p14:tracePt t="1135" x="3867150" y="768350"/>
          <p14:tracePt t="1152" x="3860800" y="768350"/>
          <p14:tracePt t="1188" x="3854450" y="768350"/>
          <p14:tracePt t="1214" x="3854450" y="762000"/>
          <p14:tracePt t="1228" x="3854450" y="755650"/>
          <p14:tracePt t="1237" x="3860800" y="755650"/>
          <p14:tracePt t="1251" x="3867150" y="755650"/>
          <p14:tracePt t="1268" x="3879850" y="749300"/>
          <p14:tracePt t="1285" x="3943350" y="736600"/>
          <p14:tracePt t="1301" x="3994150" y="736600"/>
          <p14:tracePt t="1318" x="4057650" y="723900"/>
          <p14:tracePt t="1334" x="4305300" y="685800"/>
          <p14:tracePt t="1351" x="4406900" y="685800"/>
          <p14:tracePt t="1369" x="4597400" y="679450"/>
          <p14:tracePt t="1384" x="4686300" y="679450"/>
          <p14:tracePt t="1401" x="4762500" y="679450"/>
          <p14:tracePt t="1418" x="4908550" y="698500"/>
          <p14:tracePt t="1434" x="4959350" y="711200"/>
          <p14:tracePt t="1451" x="5041900" y="723900"/>
          <p14:tracePt t="1467" x="5073650" y="723900"/>
          <p14:tracePt t="1484" x="5105400" y="730250"/>
          <p14:tracePt t="1501" x="5111750" y="736600"/>
          <p14:tracePt t="1517" x="5118100" y="755650"/>
          <p14:tracePt t="1534" x="5124450" y="768350"/>
          <p14:tracePt t="2014" x="5124450" y="774700"/>
          <p14:tracePt t="2027" x="5130800" y="787400"/>
          <p14:tracePt t="2035" x="5137150" y="793750"/>
          <p14:tracePt t="2051" x="5137150" y="800100"/>
          <p14:tracePt t="2065" x="5143500" y="806450"/>
          <p14:tracePt t="2082" x="5168900" y="812800"/>
          <p14:tracePt t="2099" x="5200650" y="812800"/>
          <p14:tracePt t="2115" x="5219700" y="800100"/>
          <p14:tracePt t="2132" x="5264150" y="781050"/>
          <p14:tracePt t="2148" x="5295900" y="768350"/>
          <p14:tracePt t="2165" x="5308600" y="768350"/>
          <p14:tracePt t="2182" x="5327650" y="755650"/>
          <p14:tracePt t="2198" x="5346700" y="749300"/>
          <p14:tracePt t="2215" x="5353050" y="742950"/>
          <p14:tracePt t="2232" x="5359400" y="736600"/>
          <p14:tracePt t="2248" x="5372100" y="736600"/>
          <p14:tracePt t="2264" x="5378450" y="736600"/>
          <p14:tracePt t="2281" x="5391150" y="736600"/>
          <p14:tracePt t="2298" x="5403850" y="730250"/>
          <p14:tracePt t="2314" x="5410200" y="730250"/>
          <p14:tracePt t="2331" x="5429250" y="730250"/>
          <p14:tracePt t="2348" x="5441950" y="730250"/>
          <p14:tracePt t="2365" x="5511800" y="723900"/>
          <p14:tracePt t="2381" x="5549900" y="711200"/>
          <p14:tracePt t="2398" x="5588000" y="711200"/>
          <p14:tracePt t="2414" x="5651500" y="704850"/>
          <p14:tracePt t="2431" x="5689600" y="698500"/>
          <p14:tracePt t="2447" x="5708650" y="698500"/>
          <p14:tracePt t="2464" x="5721350" y="698500"/>
          <p14:tracePt t="2480" x="5727700" y="698500"/>
          <p14:tracePt t="2518" x="5715000" y="704850"/>
          <p14:tracePt t="2530" x="5702300" y="711200"/>
          <p14:tracePt t="2547" x="5645150" y="736600"/>
          <p14:tracePt t="2564" x="5588000" y="736600"/>
          <p14:tracePt t="2581" x="5448300" y="755650"/>
          <p14:tracePt t="2597" x="5359400" y="755650"/>
          <p14:tracePt t="2613" x="5143500" y="762000"/>
          <p14:tracePt t="2630" x="5029200" y="762000"/>
          <p14:tracePt t="2646" x="4686300" y="736600"/>
          <p14:tracePt t="2663" x="4572000" y="736600"/>
          <p14:tracePt t="2681" x="4381500" y="749300"/>
          <p14:tracePt t="2696" x="4279900" y="762000"/>
          <p14:tracePt t="2713" x="4121150" y="781050"/>
          <p14:tracePt t="2730" x="3994150" y="781050"/>
          <p14:tracePt t="2746" x="3943350" y="781050"/>
          <p14:tracePt t="2763" x="3848100" y="781050"/>
          <p14:tracePt t="2780" x="3784600" y="781050"/>
          <p14:tracePt t="2797" x="3771900" y="781050"/>
          <p14:tracePt t="2813" x="3759200" y="774700"/>
          <p14:tracePt t="2829" x="3752850" y="768350"/>
          <p14:tracePt t="2846" x="3752850" y="762000"/>
          <p14:tracePt t="2863" x="3752850" y="749300"/>
          <p14:tracePt t="2879" x="3759200" y="730250"/>
          <p14:tracePt t="2896" x="3759200" y="723900"/>
          <p14:tracePt t="2913" x="3778250" y="711200"/>
          <p14:tracePt t="2929" x="3797300" y="698500"/>
          <p14:tracePt t="2946" x="3803650" y="698500"/>
          <p14:tracePt t="2962" x="3822700" y="698500"/>
          <p14:tracePt t="2979" x="3835400" y="692150"/>
          <p14:tracePt t="2996" x="3873500" y="692150"/>
          <p14:tracePt t="3012" x="3892550" y="692150"/>
          <p14:tracePt t="3029" x="3924300" y="692150"/>
          <p14:tracePt t="3046" x="3981450" y="692150"/>
          <p14:tracePt t="3062" x="4076700" y="679450"/>
          <p14:tracePt t="3078" x="4127500" y="673100"/>
          <p14:tracePt t="3095" x="4286250" y="641350"/>
          <p14:tracePt t="3112" x="4451350" y="622300"/>
          <p14:tracePt t="3129" x="4616450" y="609600"/>
          <p14:tracePt t="3145" x="4718050" y="615950"/>
          <p14:tracePt t="3162" x="4876800" y="622300"/>
          <p14:tracePt t="3179" x="5016500" y="654050"/>
          <p14:tracePt t="3195" x="5073650" y="660400"/>
          <p14:tracePt t="3211" x="5168900" y="679450"/>
          <p14:tracePt t="3228" x="5226050" y="685800"/>
          <p14:tracePt t="3244" x="5245100" y="685800"/>
          <p14:tracePt t="3261" x="5264150" y="685800"/>
          <p14:tracePt t="3264" x="5289550" y="685800"/>
          <p14:tracePt t="3278" x="5327650" y="685800"/>
          <p14:tracePt t="3295" x="5340350" y="685800"/>
          <p14:tracePt t="3313" x="5372100" y="685800"/>
          <p14:tracePt t="3328" x="5378450" y="679450"/>
          <p14:tracePt t="3345" x="5391150" y="679450"/>
          <p14:tracePt t="3362" x="5397500" y="679450"/>
          <p14:tracePt t="3389" x="5403850" y="679450"/>
          <p14:tracePt t="3474" x="5410200" y="679450"/>
          <p14:tracePt t="3530" x="5416550" y="673100"/>
          <p14:tracePt t="3579" x="5416550" y="666750"/>
          <p14:tracePt t="3600" x="5416550" y="660400"/>
          <p14:tracePt t="3614" x="5416550" y="654050"/>
          <p14:tracePt t="3620" x="5416550" y="641350"/>
          <p14:tracePt t="3629" x="5416550" y="635000"/>
          <p14:tracePt t="4411" x="5403850" y="647700"/>
          <p14:tracePt t="4425" x="5391150" y="660400"/>
          <p14:tracePt t="4432" x="5372100" y="679450"/>
          <p14:tracePt t="4445" x="5353050" y="698500"/>
          <p14:tracePt t="4456" x="5321300" y="730250"/>
          <p14:tracePt t="4474" x="5251450" y="812800"/>
          <p14:tracePt t="4490" x="5200650" y="869950"/>
          <p14:tracePt t="4507" x="5118100" y="996950"/>
          <p14:tracePt t="4524" x="5035550" y="1123950"/>
          <p14:tracePt t="4540" x="4984750" y="1193800"/>
          <p14:tracePt t="4558" x="4889500" y="1333500"/>
          <p14:tracePt t="4573" x="4800600" y="1447800"/>
          <p14:tracePt t="4590" x="4749800" y="1530350"/>
          <p14:tracePt t="4607" x="4699000" y="1612900"/>
          <p14:tracePt t="4623" x="4648200" y="1708150"/>
          <p14:tracePt t="4640" x="4540250" y="1930400"/>
          <p14:tracePt t="4657" x="4445000" y="2152650"/>
          <p14:tracePt t="4673" x="4362450" y="2336800"/>
          <p14:tracePt t="4690" x="4330700" y="2406650"/>
          <p14:tracePt t="4706" x="4286250" y="2540000"/>
          <p14:tracePt t="4723" x="4267200" y="2597150"/>
          <p14:tracePt t="4740" x="4235450" y="2679700"/>
          <p14:tracePt t="4756" x="4197350" y="2781300"/>
          <p14:tracePt t="4772" x="4171950" y="2857500"/>
          <p14:tracePt t="4790" x="4171950" y="2876550"/>
          <p14:tracePt t="5381" x="4165600" y="2889250"/>
          <p14:tracePt t="5388" x="4121150" y="2933700"/>
          <p14:tracePt t="5395" x="4083050" y="2978150"/>
          <p14:tracePt t="5408" x="4038600" y="3016250"/>
          <p14:tracePt t="5420" x="3994150" y="3060700"/>
          <p14:tracePt t="5437" x="3949700" y="3111500"/>
          <p14:tracePt t="5453" x="3822700" y="3263900"/>
          <p14:tracePt t="5470" x="3663950" y="3467100"/>
          <p14:tracePt t="5487" x="3511550" y="3683000"/>
          <p14:tracePt t="5504" x="3441700" y="3765550"/>
          <p14:tracePt t="5520" x="3314700" y="3968750"/>
          <p14:tracePt t="5537" x="3213100" y="4108450"/>
          <p14:tracePt t="5553" x="3162300" y="4152900"/>
          <p14:tracePt t="5570" x="3086100" y="4267200"/>
          <p14:tracePt t="5586" x="3022600" y="4356100"/>
          <p14:tracePt t="5603" x="3009900" y="4387850"/>
          <p14:tracePt t="5620" x="2990850" y="4413250"/>
          <p14:tracePt t="5636" x="2984500" y="4425950"/>
          <p14:tracePt t="5653" x="2984500" y="4432300"/>
          <p14:tracePt t="5697" x="2984500" y="4438650"/>
          <p14:tracePt t="5837" x="2984500" y="4432300"/>
          <p14:tracePt t="5893" x="2984500" y="4425950"/>
          <p14:tracePt t="6721" x="2990850" y="4425950"/>
          <p14:tracePt t="6728" x="2997200" y="4425950"/>
          <p14:tracePt t="6735" x="2997200" y="4419600"/>
          <p14:tracePt t="6757" x="3003550" y="4419600"/>
          <p14:tracePt t="6770" x="3016250" y="4419600"/>
          <p14:tracePt t="6783" x="3028950" y="4419600"/>
          <p14:tracePt t="6799" x="3067050" y="4413250"/>
          <p14:tracePt t="6815" x="3098800" y="4413250"/>
          <p14:tracePt t="6832" x="3175000" y="4413250"/>
          <p14:tracePt t="6849" x="3314700" y="4419600"/>
          <p14:tracePt t="6865" x="3390900" y="4419600"/>
          <p14:tracePt t="6883" x="3568700" y="4419600"/>
          <p14:tracePt t="6898" x="3683000" y="4425950"/>
          <p14:tracePt t="6915" x="3917950" y="4457700"/>
          <p14:tracePt t="6932" x="4171950" y="4502150"/>
          <p14:tracePt t="6948" x="4298950" y="4502150"/>
          <p14:tracePt t="6964" x="4591050" y="4502150"/>
          <p14:tracePt t="6982" x="4889500" y="4489450"/>
          <p14:tracePt t="6998" x="5016500" y="4476750"/>
          <p14:tracePt t="7016" x="5232400" y="4432300"/>
          <p14:tracePt t="7031" x="5441950" y="4381500"/>
          <p14:tracePt t="7048" x="5530850" y="4343400"/>
          <p14:tracePt t="7065" x="5695950" y="4273550"/>
          <p14:tracePt t="7081" x="5829300" y="4191000"/>
          <p14:tracePt t="7098" x="5892800" y="4146550"/>
          <p14:tracePt t="7115" x="5994400" y="4057650"/>
          <p14:tracePt t="7131" x="6076950" y="3968750"/>
          <p14:tracePt t="7148" x="6108700" y="3930650"/>
          <p14:tracePt t="7166" x="6159500" y="3873500"/>
          <p14:tracePt t="7181" x="6178550" y="3835400"/>
          <p14:tracePt t="7199" x="6216650" y="3790950"/>
          <p14:tracePt t="7214" x="6223000" y="3771900"/>
          <p14:tracePt t="7231" x="6235700" y="3746500"/>
          <p14:tracePt t="7248" x="6267450" y="3708400"/>
          <p14:tracePt t="7264" x="6273800" y="3689350"/>
          <p14:tracePt t="7281" x="6286500" y="3676650"/>
          <p14:tracePt t="7297" x="6311900" y="3638550"/>
          <p14:tracePt t="7314" x="6324600" y="3619500"/>
          <p14:tracePt t="7330" x="6350000" y="3594100"/>
          <p14:tracePt t="7347" x="6381750" y="3556000"/>
          <p14:tracePt t="7364" x="6388100" y="3543300"/>
          <p14:tracePt t="7381" x="6413500" y="3524250"/>
          <p14:tracePt t="7397" x="6413500" y="3511550"/>
          <p14:tracePt t="7414" x="6413500" y="3486150"/>
          <p14:tracePt t="7430" x="6413500" y="3479800"/>
          <p14:tracePt t="7447" x="6413500" y="3467100"/>
          <p14:tracePt t="7907" x="6470650" y="3524250"/>
          <p14:tracePt t="7914" x="6553200" y="3594100"/>
          <p14:tracePt t="7929" x="6648450" y="3657600"/>
          <p14:tracePt t="7935" x="6731000" y="3733800"/>
          <p14:tracePt t="7944" x="6813550" y="3790950"/>
          <p14:tracePt t="7962" x="6889750" y="3835400"/>
          <p14:tracePt t="7979" x="7042150" y="3911600"/>
          <p14:tracePt t="7995" x="7200900" y="3962400"/>
          <p14:tracePt t="8012" x="7277100" y="3975100"/>
          <p14:tracePt t="8028" x="7385050" y="4000500"/>
          <p14:tracePt t="8045" x="7467600" y="4006850"/>
          <p14:tracePt t="8063" x="7512050" y="4000500"/>
          <p14:tracePt t="8078" x="7531100" y="3994150"/>
          <p14:tracePt t="8094" x="7562850" y="3975100"/>
          <p14:tracePt t="8112" x="7588250" y="3949700"/>
          <p14:tracePt t="8128" x="7600950" y="3924300"/>
          <p14:tracePt t="8144" x="7600950" y="3905250"/>
          <p14:tracePt t="8161" x="7600950" y="3816350"/>
          <p14:tracePt t="8177" x="7569200" y="3670300"/>
          <p14:tracePt t="8195" x="7537450" y="3587750"/>
          <p14:tracePt t="8211" x="7442200" y="3390900"/>
          <p14:tracePt t="8227" x="7366000" y="3270250"/>
          <p14:tracePt t="8244" x="7226300" y="3098800"/>
          <p14:tracePt t="8261" x="7099300" y="3003550"/>
          <p14:tracePt t="8277" x="7035800" y="2971800"/>
          <p14:tracePt t="8294" x="6902450" y="2933700"/>
          <p14:tracePt t="8310" x="6769100" y="2927350"/>
          <p14:tracePt t="8327" x="6705600" y="2927350"/>
          <p14:tracePt t="8344" x="6565900" y="2984500"/>
          <p14:tracePt t="8360" x="6521450" y="3009900"/>
          <p14:tracePt t="8377" x="6445250" y="3086100"/>
          <p14:tracePt t="8393" x="6419850" y="3130550"/>
          <p14:tracePt t="8410" x="6413500" y="3187700"/>
          <p14:tracePt t="8427" x="6426200" y="3397250"/>
          <p14:tracePt t="8443" x="6457950" y="3486150"/>
          <p14:tracePt t="8460" x="6553200" y="3676650"/>
          <p14:tracePt t="8477" x="6673850" y="3841750"/>
          <p14:tracePt t="8493" x="6737350" y="3911600"/>
          <p14:tracePt t="8510" x="6826250" y="3994150"/>
          <p14:tracePt t="8526" x="6889750" y="4038600"/>
          <p14:tracePt t="8543" x="6902450" y="4044950"/>
          <p14:tracePt t="8560" x="6921500" y="4044950"/>
          <p14:tracePt t="8593" x="6927850" y="4044950"/>
          <p14:tracePt t="9437" x="6921500" y="4044950"/>
          <p14:tracePt t="9458" x="6915150" y="4044950"/>
          <p14:tracePt t="9465" x="6908800" y="4044950"/>
          <p14:tracePt t="9473" x="6902450" y="4044950"/>
          <p14:tracePt t="9490" x="6889750" y="4044950"/>
          <p14:tracePt t="9506" x="6877050" y="4044950"/>
          <p14:tracePt t="9523" x="6813550" y="4044950"/>
          <p14:tracePt t="9539" x="6680200" y="4044950"/>
          <p14:tracePt t="9557" x="6604000" y="4044950"/>
          <p14:tracePt t="9573" x="6400800" y="4044950"/>
          <p14:tracePt t="9589" x="6153150" y="4044950"/>
          <p14:tracePt t="9606" x="5899150" y="4044950"/>
          <p14:tracePt t="9622" x="5797550" y="4044950"/>
          <p14:tracePt t="9639" x="5619750" y="4044950"/>
          <p14:tracePt t="9656" x="5543550" y="4057650"/>
          <p14:tracePt t="10071" x="5486400" y="4025900"/>
          <p14:tracePt t="10077" x="5403850" y="3981450"/>
          <p14:tracePt t="10087" x="5321300" y="3924300"/>
          <p14:tracePt t="10104" x="5226050" y="3860800"/>
          <p14:tracePt t="10121" x="4997450" y="3727450"/>
          <p14:tracePt t="10137" x="4667250" y="3530600"/>
          <p14:tracePt t="10155" x="4508500" y="3422650"/>
          <p14:tracePt t="10171" x="4140200" y="3155950"/>
          <p14:tracePt t="10187" x="3949700" y="3009900"/>
          <p14:tracePt t="10205" x="3429000" y="2730500"/>
          <p14:tracePt t="10222" x="3295650" y="2686050"/>
          <p14:tracePt t="10237" x="3175000" y="2641600"/>
          <p14:tracePt t="10254" x="2971800" y="2578100"/>
          <p14:tracePt t="10270" x="2787650" y="2546350"/>
          <p14:tracePt t="10287" x="2736850" y="2546350"/>
          <p14:tracePt t="10304" x="2635250" y="2546350"/>
          <p14:tracePt t="10320" x="2552700" y="2559050"/>
          <p14:tracePt t="10338" x="2482850" y="2559050"/>
          <p14:tracePt t="10353" x="2444750" y="2559050"/>
          <p14:tracePt t="10370" x="2374900" y="2559050"/>
          <p14:tracePt t="10387" x="2286000" y="2546350"/>
          <p14:tracePt t="10403" x="2241550" y="2540000"/>
          <p14:tracePt t="10420" x="2120900" y="2501900"/>
          <p14:tracePt t="10436" x="2012950" y="2463800"/>
          <p14:tracePt t="10453" x="1955800" y="2451100"/>
          <p14:tracePt t="10470" x="1885950" y="2425700"/>
          <p14:tracePt t="10487" x="1708150" y="2419350"/>
          <p14:tracePt t="10502" x="1657350" y="2419350"/>
          <p14:tracePt t="10520" x="1574800" y="2419350"/>
          <p14:tracePt t="10536" x="1517650" y="2419350"/>
          <p14:tracePt t="10553" x="1492250" y="2419350"/>
          <p14:tracePt t="10570" x="1441450" y="2393950"/>
          <p14:tracePt t="10586" x="1422400" y="2362200"/>
          <p14:tracePt t="10603" x="1416050" y="2355850"/>
          <p14:tracePt t="10619" x="1416050" y="2343150"/>
          <p14:tracePt t="10639" x="1422400" y="2343150"/>
          <p14:tracePt t="11020" x="1454150" y="2343150"/>
          <p14:tracePt t="11027" x="1511300" y="2355850"/>
          <p14:tracePt t="11041" x="1562100" y="2362200"/>
          <p14:tracePt t="11051" x="1638300" y="2362200"/>
          <p14:tracePt t="11068" x="1708150" y="2374900"/>
          <p14:tracePt t="11084" x="1885950" y="2368550"/>
          <p14:tracePt t="11100" x="2076450" y="2349500"/>
          <p14:tracePt t="11117" x="2178050" y="2349500"/>
          <p14:tracePt t="11134" x="2355850" y="2349500"/>
          <p14:tracePt t="11150" x="2419350" y="2336800"/>
          <p14:tracePt t="11169" x="2578100" y="2330450"/>
          <p14:tracePt t="11184" x="2597150" y="2324100"/>
          <p14:tracePt t="11200" x="2609850" y="2324100"/>
          <p14:tracePt t="11217" x="2622550" y="2317750"/>
          <p14:tracePt t="11427" x="2520950" y="2336800"/>
          <p14:tracePt t="11441" x="2400300" y="2381250"/>
          <p14:tracePt t="11449" x="2273300" y="2425700"/>
          <p14:tracePt t="11462" x="2133600" y="2482850"/>
          <p14:tracePt t="11469" x="2012950" y="2527300"/>
          <p14:tracePt t="11485" x="1898650" y="2571750"/>
          <p14:tracePt t="11499" x="1727200" y="2622550"/>
          <p14:tracePt t="11516" x="1657350" y="2628900"/>
          <p14:tracePt t="11533" x="1587500" y="2647950"/>
          <p14:tracePt t="11549" x="1568450" y="2647950"/>
          <p14:tracePt t="11566" x="1555750" y="2647950"/>
          <p14:tracePt t="11582" x="1549400" y="2647950"/>
          <p14:tracePt t="11722" x="1555750" y="2647950"/>
          <p14:tracePt t="11729" x="1562100" y="2647950"/>
          <p14:tracePt t="11743" x="1574800" y="2647950"/>
          <p14:tracePt t="11751" x="1587500" y="2647950"/>
          <p14:tracePt t="11766" x="1600200" y="2641600"/>
          <p14:tracePt t="11782" x="1625600" y="2641600"/>
          <p14:tracePt t="11800" x="1651000" y="2635250"/>
          <p14:tracePt t="11815" x="1670050" y="2622550"/>
          <p14:tracePt t="11831" x="1682750" y="2622550"/>
          <p14:tracePt t="11849" x="1708150" y="2622550"/>
          <p14:tracePt t="11865" x="1714500" y="2622550"/>
          <p14:tracePt t="11881" x="1727200" y="2622550"/>
          <p14:tracePt t="11898" x="1771650" y="2622550"/>
          <p14:tracePt t="11915" x="1860550" y="2622550"/>
          <p14:tracePt t="11932" x="1924050" y="2622550"/>
          <p14:tracePt t="11948" x="2101850" y="2609850"/>
          <p14:tracePt t="11964" x="2203450" y="2597150"/>
          <p14:tracePt t="11982" x="2571750" y="2565400"/>
          <p14:tracePt t="11998" x="2686050" y="2559050"/>
          <p14:tracePt t="12015" x="2882900" y="2546350"/>
          <p14:tracePt t="12031" x="2984500" y="2540000"/>
          <p14:tracePt t="12047" x="3016250" y="2533650"/>
          <p14:tracePt t="12064" x="3048000" y="2533650"/>
          <p14:tracePt t="12081" x="3054350" y="2533650"/>
          <p14:tracePt t="12894" x="3054350" y="2527300"/>
          <p14:tracePt t="13168" x="3054350" y="2533650"/>
          <p14:tracePt t="13175" x="3048000" y="2540000"/>
          <p14:tracePt t="13181" x="3041650" y="2546350"/>
          <p14:tracePt t="13197" x="3028950" y="2565400"/>
          <p14:tracePt t="13210" x="3016250" y="2578100"/>
          <p14:tracePt t="13227" x="2990850" y="2628900"/>
          <p14:tracePt t="13245" x="2990850" y="2673350"/>
          <p14:tracePt t="13260" x="3022600" y="2794000"/>
          <p14:tracePt t="13277" x="3130550" y="2990850"/>
          <p14:tracePt t="13295" x="3409950" y="3371850"/>
          <p14:tracePt t="13310" x="3619500" y="3587750"/>
          <p14:tracePt t="13326" x="3873500" y="3860800"/>
          <p14:tracePt t="13345" x="4756150" y="4641850"/>
          <p14:tracePt t="13360" x="5073650" y="4870450"/>
          <p14:tracePt t="13377" x="5353050" y="5035550"/>
          <p14:tracePt t="13394" x="5854700" y="5302250"/>
          <p14:tracePt t="13427" x="6026150" y="5397500"/>
          <p14:tracePt t="13443" x="6248400" y="5480050"/>
          <p14:tracePt t="13459" x="6330950" y="5511800"/>
          <p14:tracePt t="13478" x="6381750" y="5530850"/>
          <p14:tracePt t="13493" x="6413500" y="5530850"/>
          <p14:tracePt t="13509" x="6432550" y="5530850"/>
          <p14:tracePt t="13527" x="6438900" y="5530850"/>
          <p14:tracePt t="13542" x="6445250" y="5530850"/>
          <p14:tracePt t="13638" x="6438900" y="5530850"/>
          <p14:tracePt t="13652" x="6426200" y="5530850"/>
          <p14:tracePt t="13661" x="6419850" y="5530850"/>
          <p14:tracePt t="13675" x="6413500" y="5537200"/>
          <p14:tracePt t="13692" x="6400800" y="5537200"/>
          <p14:tracePt t="13709" x="6388100" y="5543550"/>
          <p14:tracePt t="13725" x="6381750" y="5543550"/>
          <p14:tracePt t="13742" x="6362700" y="5562600"/>
          <p14:tracePt t="13758" x="6343650" y="5581650"/>
          <p14:tracePt t="13775" x="6330950" y="5600700"/>
          <p14:tracePt t="13792" x="6292850" y="5645150"/>
          <p14:tracePt t="13808" x="6254750" y="5715000"/>
          <p14:tracePt t="13825" x="6223000" y="5759450"/>
          <p14:tracePt t="13842" x="6172200" y="5861050"/>
          <p14:tracePt t="13858" x="6121400" y="5937250"/>
          <p14:tracePt t="13875" x="6083300" y="5981700"/>
          <p14:tracePt t="13892" x="6038850" y="6026150"/>
          <p14:tracePt t="13908" x="6007100" y="6076950"/>
          <p14:tracePt t="13924" x="5988050" y="6102350"/>
          <p14:tracePt t="13941" x="5969000" y="6134100"/>
          <p14:tracePt t="13958" x="5956300" y="6159500"/>
          <p14:tracePt t="13975" x="5949950" y="6172200"/>
          <p14:tracePt t="14007" x="5949950" y="6178550"/>
          <p14:tracePt t="14269" x="5943600" y="6178550"/>
          <p14:tracePt t="14277" x="5930900" y="6178550"/>
          <p14:tracePt t="14292" x="5924550" y="6178550"/>
          <p14:tracePt t="14306" x="5886450" y="6165850"/>
          <p14:tracePt t="14323" x="5854700" y="6159500"/>
          <p14:tracePt t="14341" x="5734050" y="6127750"/>
          <p14:tracePt t="14356" x="5670550" y="6121400"/>
          <p14:tracePt t="14373" x="5530850" y="6108700"/>
          <p14:tracePt t="14389" x="5422900" y="6102350"/>
          <p14:tracePt t="14406" x="5372100" y="6102350"/>
          <p14:tracePt t="14409" x="5353050" y="6102350"/>
          <p14:tracePt t="14423" x="5334000" y="6102350"/>
          <p14:tracePt t="14439" x="5321300" y="6102350"/>
          <p14:tracePt t="14473" x="5334000" y="6102350"/>
          <p14:tracePt t="14489" x="5359400" y="6102350"/>
          <p14:tracePt t="14506" x="5378450" y="6096000"/>
          <p14:tracePt t="14523" x="5429250" y="6076950"/>
          <p14:tracePt t="14539" x="5486400" y="6057900"/>
          <p14:tracePt t="14555" x="5511800" y="6045200"/>
          <p14:tracePt t="14572" x="5568950" y="6019800"/>
          <p14:tracePt t="14589" x="5619750" y="6007100"/>
          <p14:tracePt t="14606" x="5632450" y="6007100"/>
          <p14:tracePt t="14622" x="5670550" y="6007100"/>
          <p14:tracePt t="14638" x="5695950" y="6007100"/>
          <p14:tracePt t="14656" x="5759450" y="6019800"/>
          <p14:tracePt t="14672" x="5778500" y="6026150"/>
          <p14:tracePt t="14688" x="5797550" y="6026150"/>
          <p14:tracePt t="14705" x="5829300" y="6026150"/>
          <p14:tracePt t="14721" x="5854700" y="6026150"/>
          <p14:tracePt t="14738" x="5861050" y="6026150"/>
          <p14:tracePt t="14755" x="5867400" y="6026150"/>
          <p14:tracePt t="14782" x="5854700" y="6026150"/>
          <p14:tracePt t="14790" x="5842000" y="6026150"/>
          <p14:tracePt t="14805" x="5822950" y="6026150"/>
          <p14:tracePt t="14821" x="5765800" y="6019800"/>
          <p14:tracePt t="14838" x="5715000" y="6019800"/>
          <p14:tracePt t="14854" x="5619750" y="6032500"/>
          <p14:tracePt t="14871" x="5524500" y="6064250"/>
          <p14:tracePt t="14888" x="5461000" y="6115050"/>
          <p14:tracePt t="14904" x="5435600" y="6140450"/>
          <p14:tracePt t="14907" x="5416550" y="6159500"/>
          <p14:tracePt t="14923" x="5397500" y="6191250"/>
          <p14:tracePt t="14937" x="5378450" y="6242050"/>
          <p14:tracePt t="14954" x="5378450" y="6261100"/>
          <p14:tracePt t="14971" x="5378450" y="6286500"/>
          <p14:tracePt t="14988" x="5378450" y="6318250"/>
          <p14:tracePt t="15004" x="5403850" y="6350000"/>
          <p14:tracePt t="15021" x="5448300" y="6394450"/>
          <p14:tracePt t="15037" x="5492750" y="6426200"/>
          <p14:tracePt t="15054" x="5581650" y="6451600"/>
          <p14:tracePt t="15070" x="5695950" y="6457950"/>
          <p14:tracePt t="15087" x="5778500" y="6445250"/>
          <p14:tracePt t="15104" x="5930900" y="6407150"/>
          <p14:tracePt t="15120" x="6096000" y="6337300"/>
          <p14:tracePt t="15137" x="6153150" y="6299200"/>
          <p14:tracePt t="15154" x="6216650" y="6248400"/>
          <p14:tracePt t="15170" x="6235700" y="6235700"/>
          <p14:tracePt t="15187" x="6242050" y="6235700"/>
          <p14:tracePt t="15259" x="6242050" y="6242050"/>
          <p14:tracePt t="15287" x="6248400" y="6242050"/>
          <p14:tracePt t="16522" x="6242050" y="6242050"/>
          <p14:tracePt t="16536" x="6229350" y="6229350"/>
          <p14:tracePt t="16543" x="6210300" y="6229350"/>
          <p14:tracePt t="16551" x="6197600" y="6223000"/>
          <p14:tracePt t="16566" x="6184900" y="6216650"/>
          <p14:tracePt t="16582" x="6172200" y="6210300"/>
          <p14:tracePt t="16599" x="6140450" y="6178550"/>
          <p14:tracePt t="16615" x="6121400" y="6153150"/>
          <p14:tracePt t="16632" x="6108700" y="6140450"/>
          <p14:tracePt t="16649" x="6096000" y="6127750"/>
          <p14:tracePt t="16665" x="6089650" y="6108700"/>
          <p14:tracePt t="16681" x="6083300" y="6108700"/>
          <p14:tracePt t="16698" x="6076950" y="6108700"/>
          <p14:tracePt t="16734" x="6076950" y="6102350"/>
          <p14:tracePt t="16775" x="6083300" y="6102350"/>
          <p14:tracePt t="16782" x="6089650" y="6102350"/>
          <p14:tracePt t="16796" x="6096000" y="6102350"/>
          <p14:tracePt t="16803" x="6102350" y="6102350"/>
          <p14:tracePt t="16818" x="6121400" y="6108700"/>
          <p14:tracePt t="16831" x="6178550" y="6127750"/>
          <p14:tracePt t="16848" x="6223000" y="6134100"/>
          <p14:tracePt t="16864" x="6280150" y="6153150"/>
          <p14:tracePt t="16881" x="6369050" y="6159500"/>
          <p14:tracePt t="16897" x="6464300" y="6172200"/>
          <p14:tracePt t="16915" x="6502400" y="6172200"/>
          <p14:tracePt t="16930" x="6540500" y="6172200"/>
          <p14:tracePt t="16948" x="6565900" y="6172200"/>
          <p14:tracePt t="16965" x="6565900" y="6159500"/>
          <p14:tracePt t="16980" x="6559550" y="6153150"/>
          <p14:tracePt t="16997" x="6527800" y="6134100"/>
          <p14:tracePt t="17014" x="6457950" y="6108700"/>
          <p14:tracePt t="17030" x="6400800" y="6089650"/>
          <p14:tracePt t="17047" x="6286500" y="6083300"/>
          <p14:tracePt t="17064" x="6203950" y="6083300"/>
          <p14:tracePt t="17080" x="6165850" y="6083300"/>
          <p14:tracePt t="17098" x="6121400" y="6089650"/>
          <p14:tracePt t="17113" x="6102350" y="6102350"/>
          <p14:tracePt t="17130" x="6102350" y="6115050"/>
          <p14:tracePt t="17147" x="6115050" y="6140450"/>
          <p14:tracePt t="17163" x="6140450" y="6153150"/>
          <p14:tracePt t="17180" x="6223000" y="6197600"/>
          <p14:tracePt t="17196" x="6318250" y="6223000"/>
          <p14:tracePt t="17213" x="6394450" y="6229350"/>
          <p14:tracePt t="17230" x="6515100" y="6229350"/>
          <p14:tracePt t="17246" x="6610350" y="6191250"/>
          <p14:tracePt t="17262" x="6635750" y="6178550"/>
          <p14:tracePt t="17280" x="6661150" y="6153150"/>
          <p14:tracePt t="17296" x="6667500" y="6127750"/>
          <p14:tracePt t="17313" x="6661150" y="6102350"/>
          <p14:tracePt t="17329" x="6616700" y="6076950"/>
          <p14:tracePt t="17346" x="6540500" y="6045200"/>
          <p14:tracePt t="17362" x="6515100" y="6038850"/>
          <p14:tracePt t="17379" x="6419850" y="6026150"/>
          <p14:tracePt t="17395" x="6350000" y="6038850"/>
          <p14:tracePt t="17413" x="6318250" y="6045200"/>
          <p14:tracePt t="17428" x="6292850" y="6089650"/>
          <p14:tracePt t="17446" x="6286500" y="6115050"/>
          <p14:tracePt t="17449" x="6286500" y="6146800"/>
          <p14:tracePt t="17463" x="6305550" y="6197600"/>
          <p14:tracePt t="17479" x="6330950" y="6229350"/>
          <p14:tracePt t="17495" x="6362700" y="6254750"/>
          <p14:tracePt t="17512" x="6457950" y="6280150"/>
          <p14:tracePt t="17528" x="6553200" y="6280150"/>
          <p14:tracePt t="17545" x="6604000" y="6280150"/>
          <p14:tracePt t="17562" x="6680200" y="6280150"/>
          <p14:tracePt t="17580" x="6718300" y="6273800"/>
          <p14:tracePt t="17598" x="6750050" y="6273800"/>
          <p14:tracePt t="17612" x="6756400" y="6267450"/>
          <p14:tracePt t="17628" x="6762750" y="6261100"/>
          <p14:tracePt t="17645" x="6775450" y="6254750"/>
          <p14:tracePt t="17678" x="6775450" y="6235700"/>
          <p14:tracePt t="17695" x="6769100" y="6216650"/>
          <p14:tracePt t="17711" x="6756400" y="6197600"/>
          <p14:tracePt t="17728" x="6743700" y="6178550"/>
          <p14:tracePt t="17745" x="6654800" y="6108700"/>
          <p14:tracePt t="17761" x="6623050" y="6083300"/>
          <p14:tracePt t="17778" x="6527800" y="6057900"/>
          <p14:tracePt t="17794" x="6483350" y="6045200"/>
          <p14:tracePt t="17811" x="6413500" y="6045200"/>
          <p14:tracePt t="17828" x="6356350" y="6064250"/>
          <p14:tracePt t="17844" x="6324600" y="6083300"/>
          <p14:tracePt t="17861" x="6299200" y="6121400"/>
          <p14:tracePt t="17877" x="6273800" y="6146800"/>
          <p14:tracePt t="17894" x="6273800" y="6159500"/>
          <p14:tracePt t="17911" x="6273800" y="6172200"/>
          <p14:tracePt t="17927" x="6280150" y="6191250"/>
          <p14:tracePt t="17944" x="6299200" y="6197600"/>
          <p14:tracePt t="17947" x="6311900" y="6210300"/>
          <p14:tracePt t="17961" x="6324600" y="6210300"/>
          <p14:tracePt t="17977" x="6369050" y="6216650"/>
          <p14:tracePt t="17993" x="6400800" y="6210300"/>
          <p14:tracePt t="18011" x="6445250" y="6172200"/>
          <p14:tracePt t="18027" x="6496050" y="6127750"/>
          <p14:tracePt t="18477" x="6483350" y="6127750"/>
          <p14:tracePt t="18492" x="6464300" y="6127750"/>
          <p14:tracePt t="18499" x="6432550" y="6108700"/>
          <p14:tracePt t="18508" x="6407150" y="6108700"/>
          <p14:tracePt t="18525" x="6375400" y="6102350"/>
          <p14:tracePt t="18542" x="6324600" y="6096000"/>
          <p14:tracePt t="18558" x="6299200" y="6096000"/>
          <p14:tracePt t="18576" x="6210300" y="6089650"/>
          <p14:tracePt t="18591" x="6184900" y="6089650"/>
          <p14:tracePt t="18608" x="6153150" y="6089650"/>
          <p14:tracePt t="18625" x="6115050" y="6089650"/>
          <p14:tracePt t="18641" x="6070600" y="6089650"/>
          <p14:tracePt t="18658" x="6057900" y="6089650"/>
          <p14:tracePt t="18675" x="6026150" y="6096000"/>
          <p14:tracePt t="18691" x="5994400" y="6096000"/>
          <p14:tracePt t="18709" x="5969000" y="6102350"/>
          <p14:tracePt t="18724" x="5956300" y="6102350"/>
          <p14:tracePt t="18741" x="5937250" y="6102350"/>
          <p14:tracePt t="18758" x="5918200" y="6102350"/>
          <p14:tracePt t="18774" x="5905500" y="6102350"/>
          <p14:tracePt t="18791" x="5880100" y="6102350"/>
          <p14:tracePt t="18808" x="5854700" y="6102350"/>
          <p14:tracePt t="18824" x="5842000" y="6102350"/>
          <p14:tracePt t="18841" x="5829300" y="6102350"/>
          <p14:tracePt t="18857" x="5803900" y="6102350"/>
          <p14:tracePt t="18873" x="5797550" y="6102350"/>
          <p14:tracePt t="18891" x="5791200" y="6102350"/>
          <p14:tracePt t="18907" x="5784850" y="6102350"/>
          <p14:tracePt t="18923" x="5778500" y="6102350"/>
          <p14:tracePt t="19642" x="5753100" y="6102350"/>
          <p14:tracePt t="19648" x="5715000" y="6102350"/>
          <p14:tracePt t="19663" x="5676900" y="6102350"/>
          <p14:tracePt t="19672" x="5638800" y="6102350"/>
          <p14:tracePt t="19687" x="5594350" y="6102350"/>
          <p14:tracePt t="19705" x="5492750" y="6121400"/>
          <p14:tracePt t="19721" x="5410200" y="6140450"/>
          <p14:tracePt t="19738" x="5365750" y="6146800"/>
          <p14:tracePt t="19755" x="5314950" y="6153150"/>
          <p14:tracePt t="19771" x="5283200" y="6159500"/>
          <p14:tracePt t="19787" x="5270500" y="6159500"/>
          <p14:tracePt t="19804" x="5251450" y="6165850"/>
          <p14:tracePt t="19881" x="5245100" y="6165850"/>
          <p14:tracePt t="19908" x="5245100" y="6159500"/>
          <p14:tracePt t="19922" x="5251450" y="6153150"/>
          <p14:tracePt t="19930" x="5257800" y="6153150"/>
          <p14:tracePt t="19943" x="5264150" y="6146800"/>
          <p14:tracePt t="19953" x="5276850" y="6134100"/>
          <p14:tracePt t="19970" x="5289550" y="6121400"/>
          <p14:tracePt t="19987" x="5314950" y="6083300"/>
          <p14:tracePt t="20004" x="5346700" y="6051550"/>
          <p14:tracePt t="20021" x="5365750" y="6007100"/>
          <p14:tracePt t="20036" x="5372100" y="5988050"/>
          <p14:tracePt t="20053" x="5353050" y="5905500"/>
          <p14:tracePt t="20070" x="5308600" y="5772150"/>
          <p14:tracePt t="20086" x="5257800" y="5689600"/>
          <p14:tracePt t="20103" x="5207000" y="5594350"/>
          <p14:tracePt t="20120" x="5003800" y="5295900"/>
          <p14:tracePt t="20136" x="4914900" y="5200650"/>
          <p14:tracePt t="20153" x="4813300" y="5073650"/>
          <p14:tracePt t="20169" x="4597400" y="4857750"/>
          <p14:tracePt t="20186" x="4273550" y="4521200"/>
          <p14:tracePt t="20204" x="3917950" y="4152900"/>
          <p14:tracePt t="20219" x="3746500" y="3975100"/>
          <p14:tracePt t="20236" x="3365500" y="3581400"/>
          <p14:tracePt t="20253" x="2984500" y="3276600"/>
          <p14:tracePt t="20269" x="2819400" y="3136900"/>
          <p14:tracePt t="20287" x="2438400" y="2813050"/>
          <p14:tracePt t="20302" x="2159000" y="2584450"/>
          <p14:tracePt t="20320" x="2082800" y="2552700"/>
          <p14:tracePt t="20335" x="1962150" y="2476500"/>
          <p14:tracePt t="22911" x="1981200" y="2476500"/>
          <p14:tracePt t="22918" x="2000250" y="2476500"/>
          <p14:tracePt t="22927" x="2025650" y="2482850"/>
          <p14:tracePt t="22943" x="2057400" y="2489200"/>
          <p14:tracePt t="22960" x="2101850" y="2495550"/>
          <p14:tracePt t="22977" x="2209800" y="2520950"/>
          <p14:tracePt t="22993" x="2374900" y="2565400"/>
          <p14:tracePt t="23010" x="2584450" y="2616200"/>
          <p14:tracePt t="23026" x="2692400" y="2654300"/>
          <p14:tracePt t="23030" x="2825750" y="2711450"/>
          <p14:tracePt t="23043" x="2971800" y="2787650"/>
          <p14:tracePt t="23060" x="3289300" y="2952750"/>
          <p14:tracePt t="23075" x="3435350" y="3028950"/>
          <p14:tracePt t="23093" x="3771900" y="3225800"/>
          <p14:tracePt t="23109" x="4121150" y="3505200"/>
          <p14:tracePt t="23126" x="4311650" y="3670300"/>
          <p14:tracePt t="23144" x="4597400" y="3981450"/>
          <p14:tracePt t="23159" x="4762500" y="4197350"/>
          <p14:tracePt t="23176" x="4908550" y="4381500"/>
          <p14:tracePt t="23193" x="5162550" y="4749800"/>
          <p14:tracePt t="23209" x="5245100" y="4876800"/>
          <p14:tracePt t="23225" x="5403850" y="5105400"/>
          <p14:tracePt t="23242" x="5518150" y="5264150"/>
          <p14:tracePt t="23258" x="5556250" y="5334000"/>
          <p14:tracePt t="23275" x="5594350" y="5416550"/>
          <p14:tracePt t="23292" x="5676900" y="5556250"/>
          <p14:tracePt t="23308" x="5715000" y="5638800"/>
          <p14:tracePt t="23327" x="5772150" y="5734050"/>
          <p14:tracePt t="23342" x="5784850" y="5778500"/>
          <p14:tracePt t="23359" x="5791200" y="5797550"/>
          <p14:tracePt t="23375" x="5797550" y="5842000"/>
          <p14:tracePt t="23391" x="5810250" y="5861050"/>
          <p14:tracePt t="23408" x="5810250" y="5867400"/>
          <p14:tracePt t="23452" x="5797550" y="5867400"/>
          <p14:tracePt t="23466" x="5784850" y="5867400"/>
          <p14:tracePt t="23480" x="5753100" y="5848350"/>
          <p14:tracePt t="23491" x="5708650" y="5816600"/>
          <p14:tracePt t="23509" x="5562600" y="5645150"/>
          <p14:tracePt t="23525" x="5422900" y="5480050"/>
          <p14:tracePt t="23541" x="5257800" y="5289550"/>
          <p14:tracePt t="23558" x="4781550" y="4705350"/>
          <p14:tracePt t="23574" x="4279900" y="4222750"/>
          <p14:tracePt t="23591" x="4044950" y="4051300"/>
          <p14:tracePt t="23608" x="3613150" y="3778250"/>
          <p14:tracePt t="23624" x="3308350" y="3600450"/>
          <p14:tracePt t="23642" x="3092450" y="3486150"/>
          <p14:tracePt t="23657" x="3003550" y="3441700"/>
          <p14:tracePt t="23674" x="2851150" y="3352800"/>
          <p14:tracePt t="23691" x="2749550" y="3270250"/>
          <p14:tracePt t="23707" x="2698750" y="3206750"/>
          <p14:tracePt t="23724" x="2616200" y="3117850"/>
          <p14:tracePt t="23740" x="2546350" y="3003550"/>
          <p14:tracePt t="23757" x="2514600" y="2959100"/>
          <p14:tracePt t="23774" x="2457450" y="2870200"/>
          <p14:tracePt t="23790" x="2393950" y="2755900"/>
          <p14:tracePt t="23807" x="2374900" y="2711450"/>
          <p14:tracePt t="23824" x="2311400" y="2635250"/>
          <p14:tracePt t="23840" x="2260600" y="2552700"/>
          <p14:tracePt t="23857" x="2241550" y="2533650"/>
          <p14:tracePt t="23874" x="2197100" y="2489200"/>
          <p14:tracePt t="23890" x="2171700" y="2470150"/>
          <p14:tracePt t="23906" x="2165350" y="2463800"/>
          <p14:tracePt t="23923" x="2152650" y="2457450"/>
          <p14:tracePt t="23978" x="2159000" y="2457450"/>
          <p14:tracePt t="23992" x="2171700" y="2457450"/>
          <p14:tracePt t="24000" x="2190750" y="2470150"/>
          <p14:tracePt t="24014" x="2241550" y="2501900"/>
          <p14:tracePt t="24022" x="2298700" y="2552700"/>
          <p14:tracePt t="24039" x="2393950" y="2628900"/>
          <p14:tracePt t="24056" x="2692400" y="2870200"/>
          <p14:tracePt t="24073" x="3175000" y="3270250"/>
          <p14:tracePt t="24089" x="3467100" y="3536950"/>
          <p14:tracePt t="24106" x="4165600" y="4152900"/>
          <p14:tracePt t="24122" x="4540250" y="4514850"/>
          <p14:tracePt t="24139" x="5245100" y="5200650"/>
          <p14:tracePt t="24156" x="5594350" y="5549900"/>
          <p14:tracePt t="24172" x="6184900" y="6070600"/>
          <p14:tracePt t="24189" x="6521450" y="6343650"/>
          <p14:tracePt t="24205" x="6597650" y="6394450"/>
          <p14:tracePt t="24222" x="6648450" y="6432550"/>
          <p14:tracePt t="24239" x="6673850" y="6445250"/>
          <p14:tracePt t="24255" x="6680200" y="6445250"/>
          <p14:tracePt t="24294" x="6686550" y="6445250"/>
          <p14:tracePt t="24323" x="6686550" y="6438900"/>
          <p14:tracePt t="24329" x="6686550" y="6426200"/>
          <p14:tracePt t="24343" x="6667500" y="6413500"/>
          <p14:tracePt t="24355" x="6654800" y="6394450"/>
          <p14:tracePt t="24372" x="6623050" y="6330950"/>
          <p14:tracePt t="24795" x="6565900" y="6280150"/>
          <p14:tracePt t="24802" x="6496050" y="6223000"/>
          <p14:tracePt t="24817" x="6400800" y="6159500"/>
          <p14:tracePt t="24823" x="6318250" y="6083300"/>
          <p14:tracePt t="24837" x="6191250" y="5994400"/>
          <p14:tracePt t="24853" x="5962650" y="5797550"/>
          <p14:tracePt t="24870" x="5822950" y="5683250"/>
          <p14:tracePt t="24887" x="5575300" y="5480050"/>
          <p14:tracePt t="24903" x="5391150" y="5302250"/>
          <p14:tracePt t="24920" x="5308600" y="5226050"/>
          <p14:tracePt t="24936" x="5207000" y="5130800"/>
          <p14:tracePt t="24953" x="5181600" y="5099050"/>
          <p14:tracePt t="24970" x="5149850" y="5080000"/>
          <p14:tracePt t="24986" x="5143500" y="5067300"/>
          <p14:tracePt t="25003" x="5143500" y="5060950"/>
          <p14:tracePt t="25083" x="5143500" y="5054600"/>
          <p14:tracePt t="25097" x="5143500" y="5041900"/>
          <p14:tracePt t="25105" x="5137150" y="5029200"/>
          <p14:tracePt t="25119" x="5124450" y="5010150"/>
          <p14:tracePt t="25135" x="5099050" y="4959350"/>
          <p14:tracePt t="25153" x="5067300" y="4895850"/>
          <p14:tracePt t="25168" x="5048250" y="4851400"/>
          <p14:tracePt t="25185" x="5010150" y="4787900"/>
          <p14:tracePt t="25202" x="4972050" y="4743450"/>
          <p14:tracePt t="25219" x="4889500" y="4660900"/>
          <p14:tracePt t="25235" x="4845050" y="4616450"/>
          <p14:tracePt t="25252" x="4749800" y="4495800"/>
          <p14:tracePt t="25268" x="4660900" y="4394200"/>
          <p14:tracePt t="25285" x="4622800" y="4349750"/>
          <p14:tracePt t="25301" x="4572000" y="4267200"/>
          <p14:tracePt t="25318" x="4521200" y="4203700"/>
          <p14:tracePt t="25336" x="4489450" y="4165600"/>
          <p14:tracePt t="25351" x="4470400" y="4146550"/>
          <p14:tracePt t="25368" x="4470400" y="4133850"/>
          <p14:tracePt t="25385" x="4464050" y="4121150"/>
          <p14:tracePt t="25417" x="4464050" y="4114800"/>
          <p14:tracePt t="25448" x="4470400" y="4108450"/>
          <p14:tracePt t="25454" x="4476750" y="4108450"/>
          <p14:tracePt t="25467" x="4483100" y="41084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wrapper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('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</a:t>
            </a:r>
            <a:r>
              <a:rPr lang="en-US" altLang="en-US" sz="2400" spc="-1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ething before function cal</a:t>
            </a:r>
            <a:r>
              <a:rPr lang="en-US" altLang="en-US" sz="2400" spc="-1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</a:t>
            </a:r>
            <a:r>
              <a:rPr lang="en-US" altLang="en-US" sz="2400" spc="-10" dirty="0" smtClean="0">
                <a:latin typeface="Lucida Console" panose="020B0609040504020204" pitchFamily="49" charset="0"/>
              </a:rPr>
              <a:t>t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('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after </a:t>
            </a:r>
            <a:r>
              <a:rPr lang="en-US" altLang="en-US" sz="2400" spc="-10" dirty="0">
                <a:solidFill>
                  <a:srgbClr val="7030A0"/>
                </a:solidFill>
                <a:latin typeface="Lucida Console" panose="020B0609040504020204" pitchFamily="49" charset="0"/>
              </a:rPr>
              <a:t>function 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</a:t>
            </a:r>
            <a:r>
              <a:rPr lang="en-US" altLang="en-US" sz="2400" spc="-1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>
                <a:latin typeface="Lucida Console" panose="020B0609040504020204" pitchFamily="49" charset="0"/>
              </a:rPr>
              <a:t>wrapper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sz="2400" spc="-60" dirty="0">
              <a:solidFill>
                <a:schemeClr val="bg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6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dirty="0" err="1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say_whee</a:t>
            </a:r>
            <a:r>
              <a:rPr lang="en-US" alt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0x6ffffd92ea0&gt;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) 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# What</a:t>
            </a:r>
            <a:r>
              <a:rPr lang="en-US" altLang="en-US" sz="24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pc="-3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my_decorator</a:t>
            </a:r>
            <a:r>
              <a:rPr lang="en-US" altLang="en-US" sz="2400" spc="-30" dirty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.&lt;locals&gt;.</a:t>
            </a:r>
            <a:r>
              <a:rPr lang="en-US" altLang="en-US" sz="2400" b="1" spc="-3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wrapper</a:t>
            </a: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0x6ffffd92e18&gt;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before function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after function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Putting it all together</a:t>
            </a:r>
            <a:endParaRPr lang="en-US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3922776"/>
            <a:ext cx="838200" cy="2133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wrapper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print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('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</a:t>
            </a:r>
            <a:r>
              <a:rPr lang="en-US" altLang="en-US" sz="2400" spc="-1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ething before function cal</a:t>
            </a:r>
            <a:r>
              <a:rPr lang="en-US" altLang="en-US" sz="2400" spc="-1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  <a:endParaRPr lang="en-US" altLang="en-US" sz="2400" spc="-1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</a:t>
            </a:r>
            <a:r>
              <a:rPr lang="en-US" altLang="en-US" sz="2400" spc="-10" dirty="0" smtClean="0">
                <a:latin typeface="Lucida Console" panose="020B0609040504020204" pitchFamily="49" charset="0"/>
              </a:rPr>
              <a:t>t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('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after </a:t>
            </a:r>
            <a:r>
              <a:rPr lang="en-US" altLang="en-US" sz="2400" spc="-10" dirty="0">
                <a:solidFill>
                  <a:srgbClr val="7030A0"/>
                </a:solidFill>
                <a:latin typeface="Lucida Console" panose="020B0609040504020204" pitchFamily="49" charset="0"/>
              </a:rPr>
              <a:t>function </a:t>
            </a:r>
            <a:r>
              <a:rPr lang="en-US" altLang="en-US" sz="2400" spc="-1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</a:t>
            </a:r>
            <a:r>
              <a:rPr lang="en-US" altLang="en-US" sz="2400" spc="-1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')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>
                <a:latin typeface="Lucida Console" panose="020B0609040504020204" pitchFamily="49" charset="0"/>
              </a:rPr>
              <a:t>wrapper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#W</a:t>
            </a:r>
            <a:r>
              <a:rPr lang="en-US" altLang="en-US" sz="2400" b="1" spc="-3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h</a:t>
            </a:r>
            <a:r>
              <a:rPr lang="en-US" altLang="en-US" sz="2400" b="1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a-</a:t>
            </a:r>
            <a:r>
              <a:rPr lang="en-US" altLang="en-US" sz="24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2400" b="1" spc="-3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h</a:t>
            </a:r>
            <a:r>
              <a:rPr lang="en-US" altLang="en-US" sz="2400" b="1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b="1" spc="-2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-</a:t>
            </a:r>
            <a:r>
              <a:rPr lang="en-US" altLang="en-US" sz="2400" b="1" i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2400" b="1" i="1" spc="-2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en-US" sz="2400" b="1" i="1" spc="-8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</a:t>
            </a:r>
            <a:r>
              <a:rPr lang="en-US" altLang="en-US" sz="2400" b="1" i="1" spc="-4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b="1" i="1" spc="-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endParaRPr lang="en-US" altLang="en-US" sz="2400" spc="-60" dirty="0" smtClean="0">
              <a:solidFill>
                <a:schemeClr val="bg1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>
                <a:latin typeface="Lucida Console" panose="020B0609040504020204" pitchFamily="49" charset="0"/>
              </a:rPr>
              <a:t>():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6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strike="sngStrike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strike="sngStrik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strike="sngStrik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trike="sngStrike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trike="sngStrike" dirty="0" err="1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say_whee</a:t>
            </a:r>
            <a:r>
              <a:rPr lang="en-US" altLang="en-US" sz="2400" strike="sngStrike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0x6ffffd92ea0&gt;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trike="sngStrike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strike="sngStrike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 = </a:t>
            </a:r>
            <a:r>
              <a:rPr lang="en-US" altLang="en-US" sz="2400" b="1" strike="sngStrike" dirty="0" err="1">
                <a:solidFill>
                  <a:srgbClr val="D97311"/>
                </a:solidFill>
                <a:latin typeface="Lucida Console" panose="020B0609040504020204" pitchFamily="49" charset="0"/>
              </a:rPr>
              <a:t>my_decorator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(</a:t>
            </a:r>
            <a:r>
              <a:rPr lang="en-US" altLang="en-US" sz="2400" strike="sngStrik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strike="sngStrike" dirty="0">
                <a:latin typeface="Lucida Console" panose="020B0609040504020204" pitchFamily="49" charset="0"/>
              </a:rPr>
              <a:t>) </a:t>
            </a:r>
            <a:r>
              <a:rPr lang="en-US" altLang="en-US" sz="2400" b="1" strike="sngStrike" dirty="0">
                <a:solidFill>
                  <a:srgbClr val="00B050"/>
                </a:solidFill>
                <a:latin typeface="Lucida Console" panose="020B0609040504020204" pitchFamily="49" charset="0"/>
              </a:rPr>
              <a:t># What</a:t>
            </a:r>
            <a:r>
              <a:rPr lang="en-US" altLang="en-US" sz="2400" b="1" strike="sngStrike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?!?!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&lt;function </a:t>
            </a:r>
            <a:r>
              <a:rPr lang="en-US" altLang="en-US" sz="2400" spc="-3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my_decorator</a:t>
            </a:r>
            <a:r>
              <a:rPr lang="en-US" altLang="en-US" sz="2400" spc="-30" dirty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.&lt;locals&gt;.</a:t>
            </a:r>
            <a:r>
              <a:rPr lang="en-US" altLang="en-US" sz="2400" b="1" spc="-30" dirty="0">
                <a:solidFill>
                  <a:schemeClr val="accent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wrapper</a:t>
            </a:r>
            <a:r>
              <a:rPr lang="en-US" altLang="en-US" sz="2400" spc="-3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at 0x6ffffd92e18&gt;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before function </a:t>
            </a:r>
            <a:r>
              <a:rPr lang="en-US" altLang="en-US" sz="2400" dirty="0" smtClean="0">
                <a:solidFill>
                  <a:srgbClr val="00660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0066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4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Something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after function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call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2688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452"/>
    </mc:Choice>
    <mc:Fallback>
      <p:transition spd="slow" advTm="844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</p:bldLst>
  </p:timing>
  <p:extLst mod="1">
    <p:ext uri="{3A86A75C-4F4B-4683-9AE1-C65F6400EC91}">
      <p14:laserTraceLst xmlns:p14="http://schemas.microsoft.com/office/powerpoint/2010/main">
        <p14:tracePtLst>
          <p14:tracePt t="1190" x="4476750" y="4089400"/>
          <p14:tracePt t="1204" x="4451350" y="4044950"/>
          <p14:tracePt t="1210" x="4425950" y="4013200"/>
          <p14:tracePt t="1218" x="4406900" y="3962400"/>
          <p14:tracePt t="1233" x="4368800" y="3892550"/>
          <p14:tracePt t="1247" x="4330700" y="3822700"/>
          <p14:tracePt t="1264" x="4229100" y="3632200"/>
          <p14:tracePt t="1281" x="4171950" y="3517900"/>
          <p14:tracePt t="1297" x="4038600" y="3270250"/>
          <p14:tracePt t="1314" x="3905250" y="3048000"/>
          <p14:tracePt t="1331" x="3790950" y="2882900"/>
          <p14:tracePt t="1348" x="3733800" y="2825750"/>
          <p14:tracePt t="1364" x="3625850" y="2698750"/>
          <p14:tracePt t="1381" x="3492500" y="2597150"/>
          <p14:tracePt t="1397" x="3435350" y="2559050"/>
          <p14:tracePt t="1415" x="3308350" y="2482850"/>
          <p14:tracePt t="1430" x="3175000" y="2444750"/>
          <p14:tracePt t="1447" x="3124200" y="2413000"/>
          <p14:tracePt t="1464" x="3022600" y="2381250"/>
          <p14:tracePt t="1480" x="2990850" y="2355850"/>
          <p14:tracePt t="1497" x="2933700" y="2317750"/>
          <p14:tracePt t="1513" x="2895600" y="2292350"/>
          <p14:tracePt t="1530" x="2889250" y="2292350"/>
          <p14:tracePt t="1548" x="2863850" y="2273300"/>
          <p14:tracePt t="1563" x="2857500" y="2266950"/>
          <p14:tracePt t="1597" x="2844800" y="2260600"/>
          <p14:tracePt t="1613" x="2832100" y="2254250"/>
          <p14:tracePt t="1630" x="2825750" y="2241550"/>
          <p14:tracePt t="1646" x="2832100" y="2228850"/>
          <p14:tracePt t="1663" x="2832100" y="2203450"/>
          <p14:tracePt t="2084" x="2819400" y="2197100"/>
          <p14:tracePt t="2098" x="2794000" y="2184400"/>
          <p14:tracePt t="2105" x="2774950" y="2165350"/>
          <p14:tracePt t="2114" x="2743200" y="2146300"/>
          <p14:tracePt t="2127" x="2711450" y="2120900"/>
          <p14:tracePt t="2144" x="2641600" y="2051050"/>
          <p14:tracePt t="2161" x="2603500" y="2019300"/>
          <p14:tracePt t="2177" x="2514600" y="1943100"/>
          <p14:tracePt t="2194" x="2457450" y="1905000"/>
          <p14:tracePt t="2210" x="2292350" y="1835150"/>
          <p14:tracePt t="2227" x="2235200" y="1822450"/>
          <p14:tracePt t="2244" x="2197100" y="1822450"/>
          <p14:tracePt t="2260" x="2127250" y="1809750"/>
          <p14:tracePt t="2277" x="2082800" y="1822450"/>
          <p14:tracePt t="2294" x="2057400" y="1854200"/>
          <p14:tracePt t="2310" x="2038350" y="1885950"/>
          <p14:tracePt t="2327" x="2025650" y="1955800"/>
          <p14:tracePt t="2344" x="2006600" y="2076450"/>
          <p14:tracePt t="2360" x="1993900" y="2139950"/>
          <p14:tracePt t="2377" x="1993900" y="2279650"/>
          <p14:tracePt t="2394" x="1993900" y="2470150"/>
          <p14:tracePt t="2410" x="2012950" y="2565400"/>
          <p14:tracePt t="2427" x="2019300" y="2755900"/>
          <p14:tracePt t="2442" x="2032000" y="2959100"/>
          <p14:tracePt t="2459" x="2038350" y="3060700"/>
          <p14:tracePt t="2477" x="2070100" y="3263900"/>
          <p14:tracePt t="2493" x="2101850" y="3422650"/>
          <p14:tracePt t="2510" x="2101850" y="3473450"/>
          <p14:tracePt t="2526" x="2101850" y="3575050"/>
          <p14:tracePt t="2543" x="2101850" y="3632200"/>
          <p14:tracePt t="2560" x="2089150" y="3746500"/>
          <p14:tracePt t="2576" x="2089150" y="3854450"/>
          <p14:tracePt t="2593" x="2089150" y="3930650"/>
          <p14:tracePt t="2610" x="2076450" y="4083050"/>
          <p14:tracePt t="2626" x="2057400" y="4273550"/>
          <p14:tracePt t="2642" x="2051050" y="4375150"/>
          <p14:tracePt t="2659" x="2032000" y="4572000"/>
          <p14:tracePt t="2675" x="2032000" y="4603750"/>
          <p14:tracePt t="2692" x="2025650" y="4616450"/>
          <p14:tracePt t="2725" x="2019300" y="4546600"/>
          <p14:tracePt t="2742" x="2025650" y="4508500"/>
          <p14:tracePt t="2745" x="2051050" y="4464050"/>
          <p14:tracePt t="3363" x="2051050" y="4470400"/>
          <p14:tracePt t="3378" x="2044700" y="4489450"/>
          <p14:tracePt t="3385" x="2038350" y="4502150"/>
          <p14:tracePt t="3399" x="2038350" y="4533900"/>
          <p14:tracePt t="3407" x="2032000" y="4552950"/>
          <p14:tracePt t="3423" x="2025650" y="4565650"/>
          <p14:tracePt t="3440" x="2025650" y="4616450"/>
          <p14:tracePt t="3456" x="2025650" y="4660900"/>
          <p14:tracePt t="3473" x="2025650" y="4699000"/>
          <p14:tracePt t="3490" x="2025650" y="4768850"/>
          <p14:tracePt t="3506" x="2044700" y="4857750"/>
          <p14:tracePt t="3523" x="2044700" y="4889500"/>
          <p14:tracePt t="3539" x="2063750" y="4946650"/>
          <p14:tracePt t="3556" x="2082800" y="4984750"/>
          <p14:tracePt t="3573" x="2082800" y="4991100"/>
          <p14:tracePt t="3589" x="2089150" y="4997450"/>
          <p14:tracePt t="3605" x="2095500" y="4997450"/>
          <p14:tracePt t="3707" x="2095500" y="4991100"/>
          <p14:tracePt t="3714" x="2095500" y="4978400"/>
          <p14:tracePt t="3728" x="2095500" y="4972050"/>
          <p14:tracePt t="3739" x="2089150" y="4953000"/>
          <p14:tracePt t="3756" x="2082800" y="4940300"/>
          <p14:tracePt t="3772" x="2057400" y="4883150"/>
          <p14:tracePt t="3788" x="2012950" y="4806950"/>
          <p14:tracePt t="3806" x="1949450" y="4705350"/>
          <p14:tracePt t="3821" x="1924050" y="4648200"/>
          <p14:tracePt t="3838" x="1847850" y="4533900"/>
          <p14:tracePt t="3855" x="1790700" y="4419600"/>
          <p14:tracePt t="3871" x="1765300" y="4375150"/>
          <p14:tracePt t="3888" x="1733550" y="4330700"/>
          <p14:tracePt t="3905" x="1670050" y="4165600"/>
          <p14:tracePt t="3921" x="1651000" y="4108450"/>
          <p14:tracePt t="3938" x="1625600" y="4038600"/>
          <p14:tracePt t="3955" x="1600200" y="3956050"/>
          <p14:tracePt t="3971" x="1574800" y="3892550"/>
          <p14:tracePt t="3988" x="1549400" y="3810000"/>
          <p14:tracePt t="4005" x="1543050" y="3759200"/>
          <p14:tracePt t="4022" x="1511300" y="3587750"/>
          <p14:tracePt t="4038" x="1479550" y="3371850"/>
          <p14:tracePt t="4054" x="1460500" y="3257550"/>
          <p14:tracePt t="4071" x="1441450" y="3041650"/>
          <p14:tracePt t="4087" x="1416050" y="2800350"/>
          <p14:tracePt t="4104" x="1416050" y="2686050"/>
          <p14:tracePt t="4121" x="1422400" y="2470150"/>
          <p14:tracePt t="4137" x="1454150" y="2228850"/>
          <p14:tracePt t="4154" x="1485900" y="2108200"/>
          <p14:tracePt t="4171" x="1549400" y="1885950"/>
          <p14:tracePt t="4187" x="1600200" y="1720850"/>
          <p14:tracePt t="4204" x="1625600" y="1676400"/>
          <p14:tracePt t="4220" x="1638300" y="1644650"/>
          <p14:tracePt t="4237" x="1644650" y="1638300"/>
          <p14:tracePt t="4241" x="1651000" y="1631950"/>
          <p14:tracePt t="4268" x="1657350" y="1631950"/>
          <p14:tracePt t="4276" x="1663700" y="1631950"/>
          <p14:tracePt t="4290" x="1670050" y="1631950"/>
          <p14:tracePt t="4303" x="1682750" y="1631950"/>
          <p14:tracePt t="4320" x="1695450" y="1631950"/>
          <p14:tracePt t="4354" x="1720850" y="1638300"/>
          <p14:tracePt t="4370" x="1739900" y="1644650"/>
          <p14:tracePt t="4386" x="1752600" y="1644650"/>
          <p14:tracePt t="4403" x="1778000" y="1644650"/>
          <p14:tracePt t="4420" x="1803400" y="1638300"/>
          <p14:tracePt t="4437" x="1816100" y="1631950"/>
          <p14:tracePt t="4453" x="1841500" y="1619250"/>
          <p14:tracePt t="4469" x="1860550" y="1619250"/>
          <p14:tracePt t="4487" x="1873250" y="1612900"/>
          <p14:tracePt t="4535" x="1879600" y="1612900"/>
          <p14:tracePt t="4549" x="1879600" y="1625600"/>
          <p14:tracePt t="4563" x="1885950" y="1644650"/>
          <p14:tracePt t="4572" x="1892300" y="1670050"/>
          <p14:tracePt t="4585" x="1911350" y="1708150"/>
          <p14:tracePt t="4602" x="1917700" y="1752600"/>
          <p14:tracePt t="4619" x="1968500" y="1898650"/>
          <p14:tracePt t="4635" x="2038350" y="2057400"/>
          <p14:tracePt t="4652" x="2076450" y="2127250"/>
          <p14:tracePt t="4669" x="2184400" y="2311400"/>
          <p14:tracePt t="4685" x="2203450" y="2355850"/>
          <p14:tracePt t="4702" x="2228850" y="2463800"/>
          <p14:tracePt t="4719" x="2235200" y="2565400"/>
          <p14:tracePt t="4735" x="2235200" y="2628900"/>
          <p14:tracePt t="4753" x="2222500" y="2787650"/>
          <p14:tracePt t="4768" x="2203450" y="2889250"/>
          <p14:tracePt t="4785" x="2184400" y="3079750"/>
          <p14:tracePt t="4802" x="2171700" y="3168650"/>
          <p14:tracePt t="4818" x="2171700" y="3422650"/>
          <p14:tracePt t="4835" x="2171700" y="3498850"/>
          <p14:tracePt t="4852" x="2184400" y="3708400"/>
          <p14:tracePt t="4868" x="2197100" y="3822700"/>
          <p14:tracePt t="4886" x="2241550" y="4038600"/>
          <p14:tracePt t="4901" x="2292350" y="4260850"/>
          <p14:tracePt t="4918" x="2336800" y="4362450"/>
          <p14:tracePt t="4935" x="2393950" y="4546600"/>
          <p14:tracePt t="4951" x="2457450" y="4705350"/>
          <p14:tracePt t="4968" x="2476500" y="4775200"/>
          <p14:tracePt t="4985" x="2508250" y="4870450"/>
          <p14:tracePt t="5001" x="2527300" y="4914900"/>
          <p14:tracePt t="5017" x="2533650" y="4921250"/>
          <p14:tracePt t="5034" x="2533650" y="4927600"/>
          <p14:tracePt t="5061" x="2540000" y="4921250"/>
          <p14:tracePt t="5070" x="2546350" y="4908550"/>
          <p14:tracePt t="5084" x="2559050" y="4857750"/>
          <p14:tracePt t="5100" x="2578100" y="4692650"/>
          <p14:tracePt t="5118" x="2609850" y="4400550"/>
          <p14:tracePt t="5134" x="2622550" y="4216400"/>
          <p14:tracePt t="5150" x="2635250" y="3975100"/>
          <p14:tracePt t="5167" x="2647950" y="3213100"/>
          <p14:tracePt t="5184" x="2641600" y="3028950"/>
          <p14:tracePt t="5200" x="2635250" y="2863850"/>
          <p14:tracePt t="5217" x="2597150" y="2559050"/>
          <p14:tracePt t="5234" x="2597150" y="2425700"/>
          <p14:tracePt t="5251" x="2590800" y="2184400"/>
          <p14:tracePt t="5266" x="2590800" y="1981200"/>
          <p14:tracePt t="5283" x="2590800" y="1892300"/>
          <p14:tracePt t="5300" x="2590800" y="1708150"/>
          <p14:tracePt t="5316" x="2590800" y="1657350"/>
          <p14:tracePt t="5333" x="2590800" y="1631950"/>
          <p14:tracePt t="5350" x="2584450" y="1530350"/>
          <p14:tracePt t="5366" x="2584450" y="1504950"/>
          <p14:tracePt t="5384" x="2578100" y="1479550"/>
          <p14:tracePt t="5399" x="2578100" y="1466850"/>
          <p14:tracePt t="5461" x="2578100" y="1473200"/>
          <p14:tracePt t="5483" x="2571750" y="1479550"/>
          <p14:tracePt t="5489" x="2571750" y="1485900"/>
          <p14:tracePt t="5503" x="2571750" y="1511300"/>
          <p14:tracePt t="5516" x="2571750" y="1549400"/>
          <p14:tracePt t="5533" x="2571750" y="1689100"/>
          <p14:tracePt t="5549" x="2584450" y="1778000"/>
          <p14:tracePt t="5567" x="2609850" y="2032000"/>
          <p14:tracePt t="5582" x="2635250" y="2190750"/>
          <p14:tracePt t="5599" x="2705100" y="2641600"/>
          <p14:tracePt t="5616" x="2781300" y="3136900"/>
          <p14:tracePt t="5632" x="2794000" y="3371850"/>
          <p14:tracePt t="5649" x="2832100" y="3733800"/>
          <p14:tracePt t="5666" x="2851150" y="4013200"/>
          <p14:tracePt t="5682" x="2851150" y="4127500"/>
          <p14:tracePt t="5699" x="2819400" y="4343400"/>
          <p14:tracePt t="5715" x="2781300" y="4489450"/>
          <p14:tracePt t="5732" x="2749550" y="4584700"/>
          <p14:tracePt t="5749" x="2730500" y="4648200"/>
          <p14:tracePt t="5765" x="2724150" y="4667250"/>
          <p14:tracePt t="5782" x="2717800" y="4692650"/>
          <p14:tracePt t="5799" x="2705100" y="4699000"/>
          <p14:tracePt t="5814" x="2698750" y="4699000"/>
          <p14:tracePt t="5861" x="2692400" y="4699000"/>
          <p14:tracePt t="5868" x="2686050" y="4699000"/>
          <p14:tracePt t="5884" x="2679700" y="4699000"/>
          <p14:tracePt t="5898" x="2667000" y="4699000"/>
          <p14:tracePt t="5915" x="2635250" y="4699000"/>
          <p14:tracePt t="5931" x="2609850" y="4699000"/>
          <p14:tracePt t="5947" x="2552700" y="4692650"/>
          <p14:tracePt t="5964" x="2463800" y="4679950"/>
          <p14:tracePt t="5981" x="2349500" y="4641850"/>
          <p14:tracePt t="5998" x="2286000" y="4616450"/>
          <p14:tracePt t="6015" x="2146300" y="4565650"/>
          <p14:tracePt t="6031" x="2000250" y="4495800"/>
          <p14:tracePt t="6047" x="1917700" y="4457700"/>
          <p14:tracePt t="6065" x="1847850" y="4419600"/>
          <p14:tracePt t="6080" x="1720850" y="4279900"/>
          <p14:tracePt t="6097" x="1695450" y="4235450"/>
          <p14:tracePt t="6115" x="1657350" y="4121150"/>
          <p14:tracePt t="6131" x="1651000" y="4095750"/>
          <p14:tracePt t="6147" x="1631950" y="4032250"/>
          <p14:tracePt t="6163" x="1631950" y="4019550"/>
          <p14:tracePt t="6205" x="1631950" y="4013200"/>
          <p14:tracePt t="6324" x="1631950" y="4006850"/>
          <p14:tracePt t="6331" x="1631950" y="4000500"/>
          <p14:tracePt t="6345" x="1631950" y="3987800"/>
          <p14:tracePt t="6352" x="1631950" y="3975100"/>
          <p14:tracePt t="6362" x="1631950" y="3962400"/>
          <p14:tracePt t="6380" x="1625600" y="3930650"/>
          <p14:tracePt t="6396" x="1625600" y="3911600"/>
          <p14:tracePt t="6413" x="1625600" y="3892550"/>
          <p14:tracePt t="6430" x="1619250" y="3848100"/>
          <p14:tracePt t="6446" x="1619250" y="3810000"/>
          <p14:tracePt t="6462" x="1619250" y="3797300"/>
          <p14:tracePt t="6479" x="1619250" y="3752850"/>
          <p14:tracePt t="6496" x="1631950" y="3695700"/>
          <p14:tracePt t="6513" x="1644650" y="3657600"/>
          <p14:tracePt t="6529" x="1689100" y="3543300"/>
          <p14:tracePt t="6545" x="1765300" y="3403600"/>
          <p14:tracePt t="6564" x="1866900" y="3263900"/>
          <p14:tracePt t="6579" x="1917700" y="3168650"/>
          <p14:tracePt t="6595" x="2025650" y="2946400"/>
          <p14:tracePt t="6613" x="2108200" y="2736850"/>
          <p14:tracePt t="6629" x="2133600" y="2647950"/>
          <p14:tracePt t="6645" x="2159000" y="2501900"/>
          <p14:tracePt t="6663" x="2165350" y="2400300"/>
          <p14:tracePt t="6678" x="2165350" y="2355850"/>
          <p14:tracePt t="6696" x="2165350" y="2317750"/>
          <p14:tracePt t="6711" x="2139950" y="2190750"/>
          <p14:tracePt t="6728" x="2133600" y="2152650"/>
          <p14:tracePt t="6745" x="2108200" y="2070100"/>
          <p14:tracePt t="6761" x="2095500" y="2044700"/>
          <p14:tracePt t="6778" x="2082800" y="2019300"/>
          <p14:tracePt t="6795" x="2063750" y="2006600"/>
          <p14:tracePt t="6811" x="2057400" y="2000250"/>
          <p14:tracePt t="6828" x="2044700" y="2000250"/>
          <p14:tracePt t="6844" x="2044700" y="2006600"/>
          <p14:tracePt t="6861" x="2038350" y="2032000"/>
          <p14:tracePt t="7137" x="2038350" y="1987550"/>
          <p14:tracePt t="7145" x="2051050" y="1917700"/>
          <p14:tracePt t="7151" x="2063750" y="1854200"/>
          <p14:tracePt t="7165" x="2089150" y="1784350"/>
          <p14:tracePt t="7176" x="2114550" y="1682750"/>
          <p14:tracePt t="7194" x="2171700" y="1485900"/>
          <p14:tracePt t="7210" x="2190750" y="1397000"/>
          <p14:tracePt t="7226" x="2241550" y="1282700"/>
          <p14:tracePt t="7243" x="2266950" y="1231900"/>
          <p14:tracePt t="7259" x="2273300" y="1219200"/>
          <p14:tracePt t="7277" x="2286000" y="1206500"/>
          <p14:tracePt t="7347" x="2286000" y="1219200"/>
          <p14:tracePt t="7354" x="2286000" y="1238250"/>
          <p14:tracePt t="7362" x="2292350" y="1276350"/>
          <p14:tracePt t="7377" x="2305050" y="1346200"/>
          <p14:tracePt t="7393" x="2305050" y="1409700"/>
          <p14:tracePt t="7409" x="2336800" y="1600200"/>
          <p14:tracePt t="7426" x="2368550" y="1828800"/>
          <p14:tracePt t="7442" x="2387600" y="1974850"/>
          <p14:tracePt t="7460" x="2457450" y="2247900"/>
          <p14:tracePt t="7476" x="2527300" y="2552700"/>
          <p14:tracePt t="7492" x="2546350" y="2679700"/>
          <p14:tracePt t="7509" x="2552700" y="2882900"/>
          <p14:tracePt t="7525" x="2565400" y="3054350"/>
          <p14:tracePt t="7542" x="2565400" y="3092450"/>
          <p14:tracePt t="7560" x="2565400" y="3206750"/>
          <p14:tracePt t="7575" x="2546350" y="3314700"/>
          <p14:tracePt t="7593" x="2527300" y="3371850"/>
          <p14:tracePt t="7608" x="2514600" y="3429000"/>
          <p14:tracePt t="7625" x="2508250" y="3448050"/>
          <p14:tracePt t="7643" x="2476500" y="3505200"/>
          <p14:tracePt t="7658" x="2470150" y="3511550"/>
          <p14:tracePt t="7675" x="2470150" y="3517900"/>
          <p14:tracePt t="7692" x="2451100" y="3524250"/>
          <p14:tracePt t="7708" x="2444750" y="3530600"/>
          <p14:tracePt t="7725" x="2444750" y="3536950"/>
          <p14:tracePt t="7944" x="2495550" y="3543300"/>
          <p14:tracePt t="7959" x="2603500" y="3549650"/>
          <p14:tracePt t="7965" x="2717800" y="3562350"/>
          <p14:tracePt t="7979" x="2851150" y="3562350"/>
          <p14:tracePt t="7990" x="3009900" y="3562350"/>
          <p14:tracePt t="8008" x="3308350" y="3543300"/>
          <p14:tracePt t="8024" x="3448050" y="3536950"/>
          <p14:tracePt t="8040" x="3695700" y="3492500"/>
          <p14:tracePt t="8057" x="3860800" y="3460750"/>
          <p14:tracePt t="8074" x="3917950" y="3454400"/>
          <p14:tracePt t="8091" x="3962400" y="3448050"/>
          <p14:tracePt t="8107" x="3981450" y="3448050"/>
          <p14:tracePt t="8124" x="3987800" y="3448050"/>
          <p14:tracePt t="8168" x="3981450" y="3454400"/>
          <p14:tracePt t="8176" x="3962400" y="3467100"/>
          <p14:tracePt t="8192" x="3943350" y="3473450"/>
          <p14:tracePt t="8207" x="3841750" y="3517900"/>
          <p14:tracePt t="8225" x="3778250" y="3536950"/>
          <p14:tracePt t="8240" x="3568700" y="3575050"/>
          <p14:tracePt t="8257" x="3454400" y="3600450"/>
          <p14:tracePt t="8274" x="3003550" y="3606800"/>
          <p14:tracePt t="8289" x="2876550" y="3606800"/>
          <p14:tracePt t="8306" x="2749550" y="3606800"/>
          <p14:tracePt t="8309" x="2628900" y="3606800"/>
          <p14:tracePt t="8323" x="2533650" y="3606800"/>
          <p14:tracePt t="8340" x="2406650" y="3619500"/>
          <p14:tracePt t="8356" x="2368550" y="3625850"/>
          <p14:tracePt t="8373" x="2330450" y="3638550"/>
          <p14:tracePt t="8389" x="2330450" y="3644900"/>
          <p14:tracePt t="8407" x="2336800" y="3644900"/>
          <p14:tracePt t="8422" x="2400300" y="3632200"/>
          <p14:tracePt t="8439" x="2527300" y="3600450"/>
          <p14:tracePt t="8457" x="2749550" y="3562350"/>
          <p14:tracePt t="8472" x="2889250" y="3536950"/>
          <p14:tracePt t="8489" x="3295650" y="3460750"/>
          <p14:tracePt t="8506" x="3740150" y="3390900"/>
          <p14:tracePt t="8522" x="3905250" y="3378200"/>
          <p14:tracePt t="8539" x="4076700" y="3352800"/>
          <p14:tracePt t="8555" x="4381500" y="3346450"/>
          <p14:tracePt t="8572" x="4432300" y="3346450"/>
          <p14:tracePt t="8589" x="4451350" y="3333750"/>
          <p14:tracePt t="8605" x="4476750" y="3333750"/>
          <p14:tracePt t="8688" x="4470400" y="3333750"/>
          <p14:tracePt t="8695" x="4451350" y="3333750"/>
          <p14:tracePt t="8709" x="4425950" y="3333750"/>
          <p14:tracePt t="8721" x="4362450" y="3321050"/>
          <p14:tracePt t="8738" x="4171950" y="3327400"/>
          <p14:tracePt t="8756" x="4070350" y="3327400"/>
          <p14:tracePt t="8772" x="3803650" y="3359150"/>
          <p14:tracePt t="8788" x="3416300" y="3397250"/>
          <p14:tracePt t="8805" x="3200400" y="3429000"/>
          <p14:tracePt t="8821" x="2901950" y="3460750"/>
          <p14:tracePt t="8838" x="2647950" y="3530600"/>
          <p14:tracePt t="8854" x="2565400" y="3556000"/>
          <p14:tracePt t="8871" x="2482850" y="3594100"/>
          <p14:tracePt t="8887" x="2457450" y="3600450"/>
          <p14:tracePt t="8904" x="2444750" y="3606800"/>
          <p14:tracePt t="8920" x="2457450" y="3600450"/>
          <p14:tracePt t="8937" x="2489200" y="3594100"/>
          <p14:tracePt t="8955" x="2571750" y="3568700"/>
          <p14:tracePt t="8970" x="2736850" y="3556000"/>
          <p14:tracePt t="8987" x="2863850" y="3556000"/>
          <p14:tracePt t="9004" x="3143250" y="3556000"/>
          <p14:tracePt t="9020" x="3575050" y="3530600"/>
          <p14:tracePt t="9037" x="3727450" y="3530600"/>
          <p14:tracePt t="9054" x="3994150" y="3530600"/>
          <p14:tracePt t="9070" x="4171950" y="3530600"/>
          <p14:tracePt t="9087" x="4222750" y="3530600"/>
          <p14:tracePt t="9103" x="4267200" y="3530600"/>
          <p14:tracePt t="9120" x="4273550" y="3536950"/>
          <p14:tracePt t="9137" x="4273550" y="3543300"/>
          <p14:tracePt t="9170" x="4254500" y="3549650"/>
          <p14:tracePt t="9187" x="4070350" y="3568700"/>
          <p14:tracePt t="9203" x="3968750" y="3575050"/>
          <p14:tracePt t="9220" x="3867150" y="3587750"/>
          <p14:tracePt t="9236" x="3575050" y="3619500"/>
          <p14:tracePt t="9253" x="3213100" y="3619500"/>
          <p14:tracePt t="9270" x="2882900" y="3606800"/>
          <p14:tracePt t="9286" x="2743200" y="3606800"/>
          <p14:tracePt t="9303" x="2540000" y="3619500"/>
          <p14:tracePt t="9320" x="2419350" y="3644900"/>
          <p14:tracePt t="9336" x="2400300" y="3657600"/>
          <p14:tracePt t="9353" x="2374900" y="3663950"/>
          <p14:tracePt t="9369" x="2368550" y="3663950"/>
          <p14:tracePt t="9386" x="2387600" y="3663950"/>
          <p14:tracePt t="9403" x="2438400" y="3651250"/>
          <p14:tracePt t="9419" x="2540000" y="3651250"/>
          <p14:tracePt t="9436" x="2641600" y="3663950"/>
          <p14:tracePt t="9454" x="2895600" y="3695700"/>
          <p14:tracePt t="9471" x="3054350" y="3708400"/>
          <p14:tracePt t="9486" x="3486150" y="3714750"/>
          <p14:tracePt t="9502" x="3898900" y="3714750"/>
          <p14:tracePt t="9518" x="4057650" y="3714750"/>
          <p14:tracePt t="9535" x="4381500" y="3670300"/>
          <p14:tracePt t="9552" x="4572000" y="3644900"/>
          <p14:tracePt t="9569" x="4622800" y="3644900"/>
          <p14:tracePt t="9586" x="4679950" y="3644900"/>
          <p14:tracePt t="9601" x="4699000" y="3644900"/>
          <p14:tracePt t="9635" x="4705350" y="3644900"/>
          <p14:tracePt t="9790" x="4711700" y="3644900"/>
          <p14:tracePt t="9811" x="4718050" y="3644900"/>
          <p14:tracePt t="9819" x="4724400" y="3644900"/>
          <p14:tracePt t="9832" x="4737100" y="3644900"/>
          <p14:tracePt t="9839" x="4775200" y="3644900"/>
          <p14:tracePt t="9854" x="4819650" y="3644900"/>
          <p14:tracePt t="9867" x="4857750" y="3638550"/>
          <p14:tracePt t="9884" x="4972050" y="3638550"/>
          <p14:tracePt t="9902" x="5035550" y="3638550"/>
          <p14:tracePt t="9917" x="5118100" y="3638550"/>
          <p14:tracePt t="9934" x="5156200" y="3638550"/>
          <p14:tracePt t="9951" x="5168900" y="3638550"/>
          <p14:tracePt t="9967" x="5175250" y="3638550"/>
          <p14:tracePt t="9984" x="5181600" y="3638550"/>
          <p14:tracePt t="10001" x="5156200" y="3638550"/>
          <p14:tracePt t="10017" x="5118100" y="3638550"/>
          <p14:tracePt t="10034" x="4965700" y="3638550"/>
          <p14:tracePt t="10050" x="4699000" y="3638550"/>
          <p14:tracePt t="10067" x="4546600" y="3638550"/>
          <p14:tracePt t="10084" x="4337050" y="3638550"/>
          <p14:tracePt t="10100" x="3873500" y="3638550"/>
          <p14:tracePt t="10116" x="3352800" y="3638550"/>
          <p14:tracePt t="10134" x="2844800" y="3683000"/>
          <p14:tracePt t="10150" x="2654300" y="3695700"/>
          <p14:tracePt t="10167" x="2330450" y="3746500"/>
          <p14:tracePt t="10183" x="2120900" y="3803650"/>
          <p14:tracePt t="10200" x="2057400" y="3816350"/>
          <p14:tracePt t="10216" x="1968500" y="3848100"/>
          <p14:tracePt t="10233" x="1943100" y="3854450"/>
          <p14:tracePt t="10250" x="1936750" y="3860800"/>
          <p14:tracePt t="10295" x="1936750" y="3848100"/>
          <p14:tracePt t="10303" x="1949450" y="3835400"/>
          <p14:tracePt t="10316" x="1962150" y="3822700"/>
          <p14:tracePt t="10333" x="2019300" y="3797300"/>
          <p14:tracePt t="10350" x="2063750" y="3778250"/>
          <p14:tracePt t="10366" x="2247900" y="3765550"/>
          <p14:tracePt t="10382" x="2400300" y="3765550"/>
          <p14:tracePt t="10399" x="2851150" y="3765550"/>
          <p14:tracePt t="10415" x="3454400" y="3746500"/>
          <p14:tracePt t="10432" x="3746500" y="3733800"/>
          <p14:tracePt t="10450" x="4305300" y="3683000"/>
          <p14:tracePt t="10465" x="4394200" y="3670300"/>
          <p14:tracePt t="10482" x="4457700" y="3670300"/>
          <p14:tracePt t="10499" x="4502150" y="3670300"/>
          <p14:tracePt t="10515" x="4508500" y="3663950"/>
          <p14:tracePt t="10891" x="4451350" y="3676650"/>
          <p14:tracePt t="10905" x="4349750" y="3708400"/>
          <p14:tracePt t="10912" x="4229100" y="3759200"/>
          <p14:tracePt t="10926" x="4076700" y="3803650"/>
          <p14:tracePt t="10934" x="3867150" y="3879850"/>
          <p14:tracePt t="10947" x="3657600" y="3949700"/>
          <p14:tracePt t="10964" x="3225800" y="4121150"/>
          <p14:tracePt t="10980" x="3009900" y="4191000"/>
          <p14:tracePt t="10997" x="2667000" y="4362450"/>
          <p14:tracePt t="11013" x="2457450" y="4489450"/>
          <p14:tracePt t="11031" x="2387600" y="4540250"/>
          <p14:tracePt t="11046" x="2305050" y="4610100"/>
          <p14:tracePt t="11063" x="2298700" y="4622800"/>
          <p14:tracePt t="11080" x="2292350" y="4629150"/>
          <p14:tracePt t="11097" x="2298700" y="4629150"/>
          <p14:tracePt t="11113" x="2311400" y="4622800"/>
          <p14:tracePt t="11130" x="2324100" y="4616450"/>
          <p14:tracePt t="11146" x="2330450" y="4616450"/>
          <p14:tracePt t="11163" x="2336800" y="4616450"/>
          <p14:tracePt t="11180" x="2343150" y="4603750"/>
          <p14:tracePt t="11196" x="2343150" y="4591050"/>
          <p14:tracePt t="11213" x="2343150" y="4578350"/>
          <p14:tracePt t="11229" x="2343150" y="4565650"/>
          <p14:tracePt t="11530" x="2305050" y="4584700"/>
          <p14:tracePt t="11537" x="2260600" y="4629150"/>
          <p14:tracePt t="11545" x="2203450" y="4667250"/>
          <p14:tracePt t="11561" x="2133600" y="4711700"/>
          <p14:tracePt t="11579" x="2025650" y="4762500"/>
          <p14:tracePt t="11595" x="1943100" y="4819650"/>
          <p14:tracePt t="11611" x="1911350" y="4832350"/>
          <p14:tracePt t="11628" x="1873250" y="4857750"/>
          <p14:tracePt t="11644" x="1854200" y="4864100"/>
          <p14:tracePt t="11661" x="1847850" y="4870450"/>
          <p14:tracePt t="11698" x="1841500" y="4870450"/>
          <p14:tracePt t="11768" x="1847850" y="4870450"/>
          <p14:tracePt t="11775" x="1860550" y="4876800"/>
          <p14:tracePt t="11782" x="1879600" y="4876800"/>
          <p14:tracePt t="11797" x="1917700" y="4876800"/>
          <p14:tracePt t="11810" x="1962150" y="4876800"/>
          <p14:tracePt t="11828" x="2101850" y="4864100"/>
          <p14:tracePt t="11844" x="2190750" y="4845050"/>
          <p14:tracePt t="11861" x="2400300" y="4813300"/>
          <p14:tracePt t="11877" x="2565400" y="4794250"/>
          <p14:tracePt t="11894" x="2660650" y="4775200"/>
          <p14:tracePt t="11910" x="2679700" y="4775200"/>
          <p14:tracePt t="11927" x="2698750" y="4768850"/>
          <p14:tracePt t="11944" x="2711450" y="4768850"/>
          <p14:tracePt t="11980" x="2705100" y="4768850"/>
          <p14:tracePt t="11993" x="2686050" y="4768850"/>
          <p14:tracePt t="12027" x="2679700" y="4768850"/>
          <p14:tracePt t="12043" x="2673350" y="4768850"/>
          <p14:tracePt t="12060" x="2673350" y="4775200"/>
          <p14:tracePt t="12077" x="2692400" y="4781550"/>
          <p14:tracePt t="12093" x="2717800" y="4787900"/>
          <p14:tracePt t="12109" x="2838450" y="4806950"/>
          <p14:tracePt t="12127" x="3035300" y="4857750"/>
          <p14:tracePt t="12143" x="3162300" y="4883150"/>
          <p14:tracePt t="12160" x="3416300" y="4946650"/>
          <p14:tracePt t="12176" x="3714750" y="5010150"/>
          <p14:tracePt t="12193" x="3841750" y="5035550"/>
          <p14:tracePt t="12209" x="3943350" y="5054600"/>
          <p14:tracePt t="12225" x="4114800" y="5067300"/>
          <p14:tracePt t="12242" x="4191000" y="5060950"/>
          <p14:tracePt t="12260" x="4318000" y="5041900"/>
          <p14:tracePt t="12276" x="4387850" y="5041900"/>
          <p14:tracePt t="12292" x="4438650" y="5035550"/>
          <p14:tracePt t="12309" x="4578350" y="5022850"/>
          <p14:tracePt t="12326" x="4749800" y="5029200"/>
          <p14:tracePt t="12342" x="4845050" y="5029200"/>
          <p14:tracePt t="12359" x="5041900" y="5035550"/>
          <p14:tracePt t="12375" x="5219700" y="5048250"/>
          <p14:tracePt t="12393" x="5372100" y="5067300"/>
          <p14:tracePt t="12408" x="5448300" y="5080000"/>
          <p14:tracePt t="12425" x="5568950" y="5099050"/>
          <p14:tracePt t="12442" x="5651500" y="5099050"/>
          <p14:tracePt t="12459" x="5676900" y="5099050"/>
          <p14:tracePt t="12475" x="5702300" y="5099050"/>
          <p14:tracePt t="12492" x="5753100" y="5092700"/>
          <p14:tracePt t="12509" x="5765800" y="5080000"/>
          <p14:tracePt t="12525" x="5778500" y="5080000"/>
          <p14:tracePt t="12541" x="5797550" y="5073650"/>
          <p14:tracePt t="12558" x="5810250" y="5073650"/>
          <p14:tracePt t="12576" x="5822950" y="5067300"/>
          <p14:tracePt t="12591" x="5829300" y="5067300"/>
          <p14:tracePt t="12608" x="5835650" y="5067300"/>
          <p14:tracePt t="12625" x="5848350" y="5067300"/>
          <p14:tracePt t="12658" x="5854700" y="5067300"/>
          <p14:tracePt t="12716" x="5854700" y="5060950"/>
          <p14:tracePt t="12722" x="5848350" y="5054600"/>
          <p14:tracePt t="12737" x="5835650" y="5054600"/>
          <p14:tracePt t="12744" x="5816600" y="5048250"/>
          <p14:tracePt t="12760" x="5784850" y="5029200"/>
          <p14:tracePt t="12774" x="5708650" y="5010150"/>
          <p14:tracePt t="12791" x="5467350" y="4946650"/>
          <p14:tracePt t="12807" x="5264150" y="4908550"/>
          <p14:tracePt t="12824" x="4718050" y="4819650"/>
          <p14:tracePt t="12841" x="4368800" y="4781550"/>
          <p14:tracePt t="12844" x="4032250" y="4768850"/>
          <p14:tracePt t="12857" x="3721100" y="4768850"/>
          <p14:tracePt t="12874" x="3105150" y="4826000"/>
          <p14:tracePt t="12891" x="2654300" y="4895850"/>
          <p14:tracePt t="12906" x="2489200" y="4921250"/>
          <p14:tracePt t="12923" x="2228850" y="4959350"/>
          <p14:tracePt t="12942" x="2012950" y="4991100"/>
          <p14:tracePt t="12957" x="1924050" y="5003800"/>
          <p14:tracePt t="12974" x="1720850" y="5003800"/>
          <p14:tracePt t="12991" x="1504950" y="5003800"/>
          <p14:tracePt t="13007" x="1390650" y="5003800"/>
          <p14:tracePt t="13023" x="1187450" y="4991100"/>
          <p14:tracePt t="13040" x="1028700" y="4959350"/>
          <p14:tracePt t="13056" x="990600" y="4953000"/>
          <p14:tracePt t="13073" x="939800" y="4933950"/>
          <p14:tracePt t="13089" x="927100" y="4933950"/>
          <p14:tracePt t="13123" x="952500" y="4933950"/>
          <p14:tracePt t="13140" x="1060450" y="4940300"/>
          <p14:tracePt t="13156" x="1187450" y="4965700"/>
          <p14:tracePt t="13173" x="1498600" y="5010150"/>
          <p14:tracePt t="13189" x="2095500" y="5086350"/>
          <p14:tracePt t="13206" x="2470150" y="5124450"/>
          <p14:tracePt t="13222" x="3321050" y="5137150"/>
          <p14:tracePt t="13239" x="3771900" y="5111750"/>
          <p14:tracePt t="13256" x="4254500" y="5016500"/>
          <p14:tracePt t="13272" x="5168900" y="4813300"/>
          <p14:tracePt t="13289" x="5848350" y="4679950"/>
          <p14:tracePt t="13306" x="6172200" y="4622800"/>
          <p14:tracePt t="13322" x="6299200" y="4597400"/>
          <p14:tracePt t="13339" x="6394450" y="4591050"/>
          <p14:tracePt t="13356" x="6496050" y="4578350"/>
          <p14:tracePt t="13372" x="6540500" y="4572000"/>
          <p14:tracePt t="13389" x="6546850" y="4572000"/>
          <p14:tracePt t="13405" x="6559550" y="4572000"/>
          <p14:tracePt t="13422" x="6565900" y="4572000"/>
          <p14:tracePt t="13508" x="6559550" y="4572000"/>
          <p14:tracePt t="13516" x="6546850" y="4572000"/>
          <p14:tracePt t="13530" x="6521450" y="4572000"/>
          <p14:tracePt t="13539" x="6470650" y="4572000"/>
          <p14:tracePt t="13555" x="6394450" y="4572000"/>
          <p14:tracePt t="13572" x="6153150" y="4565650"/>
          <p14:tracePt t="13587" x="5962650" y="4565650"/>
          <p14:tracePt t="13605" x="5391150" y="4572000"/>
          <p14:tracePt t="13622" x="4622800" y="4622800"/>
          <p14:tracePt t="13637" x="4248150" y="4673600"/>
          <p14:tracePt t="13655" x="3492500" y="4813300"/>
          <p14:tracePt t="13671" x="2889250" y="4921250"/>
          <p14:tracePt t="13688" x="2686050" y="4965700"/>
          <p14:tracePt t="13705" x="2241550" y="5035550"/>
          <p14:tracePt t="13720" x="1968500" y="5054600"/>
          <p14:tracePt t="13737" x="1854200" y="5054600"/>
          <p14:tracePt t="13755" x="1676400" y="5054600"/>
          <p14:tracePt t="13771" x="1574800" y="5054600"/>
          <p14:tracePt t="13787" x="1536700" y="5054600"/>
          <p14:tracePt t="13804" x="1504950" y="5048250"/>
          <p14:tracePt t="13821" x="1485900" y="5048250"/>
          <p14:tracePt t="13860" x="1485900" y="5041900"/>
          <p14:tracePt t="13873" x="1504950" y="5035550"/>
          <p14:tracePt t="13887" x="1543050" y="5029200"/>
          <p14:tracePt t="13904" x="1720850" y="4997450"/>
          <p14:tracePt t="13921" x="1847850" y="4978400"/>
          <p14:tracePt t="13937" x="2216150" y="4959350"/>
          <p14:tracePt t="13954" x="2768600" y="4972050"/>
          <p14:tracePt t="13970" x="3054350" y="4972050"/>
          <p14:tracePt t="13987" x="3708400" y="4984750"/>
          <p14:tracePt t="14004" x="3994150" y="5003800"/>
          <p14:tracePt t="14020" x="4286250" y="5016500"/>
          <p14:tracePt t="14036" x="4838700" y="5010150"/>
          <p14:tracePt t="14053" x="5213350" y="4984750"/>
          <p14:tracePt t="14070" x="5422900" y="4965700"/>
          <p14:tracePt t="14086" x="5486400" y="4953000"/>
          <p14:tracePt t="14103" x="5556250" y="4940300"/>
          <p14:tracePt t="14120" x="5581650" y="4940300"/>
          <p14:tracePt t="14169" x="5588000" y="4933950"/>
          <p14:tracePt t="14203" x="5594350" y="4933950"/>
          <p14:tracePt t="14231" x="5581650" y="4927600"/>
          <p14:tracePt t="14238" x="5549900" y="4908550"/>
          <p14:tracePt t="14254" x="5492750" y="4895850"/>
          <p14:tracePt t="14269" x="5429250" y="4876800"/>
          <p14:tracePt t="14285" x="5232400" y="4832350"/>
          <p14:tracePt t="14302" x="4851400" y="4794250"/>
          <p14:tracePt t="14319" x="4584700" y="4781550"/>
          <p14:tracePt t="14335" x="3930650" y="4806950"/>
          <p14:tracePt t="14352" x="3257550" y="4889500"/>
          <p14:tracePt t="14369" x="2965450" y="4921250"/>
          <p14:tracePt t="14372" x="2667000" y="4965700"/>
          <p14:tracePt t="14386" x="2317750" y="5016500"/>
          <p14:tracePt t="14402" x="1708150" y="5048250"/>
          <p14:tracePt t="14418" x="1441450" y="5067300"/>
          <p14:tracePt t="14435" x="996950" y="5080000"/>
          <p14:tracePt t="14451" x="762000" y="5041900"/>
          <p14:tracePt t="14468" x="685800" y="5022850"/>
          <p14:tracePt t="14485" x="622300" y="5016500"/>
          <p14:tracePt t="14501" x="596900" y="5016500"/>
          <p14:tracePt t="16206" x="596900" y="5035550"/>
          <p14:tracePt t="16213" x="596900" y="5054600"/>
          <p14:tracePt t="16228" x="596900" y="5086350"/>
          <p14:tracePt t="16234" x="596900" y="5111750"/>
          <p14:tracePt t="16245" x="596900" y="5130800"/>
          <p14:tracePt t="16263" x="615950" y="5181600"/>
          <p14:tracePt t="16279" x="628650" y="5213350"/>
          <p14:tracePt t="16295" x="635000" y="5226050"/>
          <p14:tracePt t="16312" x="660400" y="5270500"/>
          <p14:tracePt t="16329" x="692150" y="5314950"/>
          <p14:tracePt t="16345" x="711200" y="5346700"/>
          <p14:tracePt t="16362" x="749300" y="5397500"/>
          <p14:tracePt t="16378" x="793750" y="5435600"/>
          <p14:tracePt t="16397" x="825500" y="5480050"/>
          <p14:tracePt t="16411" x="838200" y="5486400"/>
          <p14:tracePt t="16428" x="850900" y="5492750"/>
          <p14:tracePt t="16446" x="863600" y="5499100"/>
          <p14:tracePt t="16719" x="889000" y="5505450"/>
          <p14:tracePt t="16726" x="920750" y="5524500"/>
          <p14:tracePt t="16740" x="939800" y="5530850"/>
          <p14:tracePt t="16747" x="971550" y="5543550"/>
          <p14:tracePt t="16762" x="990600" y="5549900"/>
          <p14:tracePt t="16777" x="1035050" y="5575300"/>
          <p14:tracePt t="16794" x="1047750" y="5581650"/>
          <p14:tracePt t="16811" x="1054100" y="5588000"/>
          <p14:tracePt t="16827" x="1066800" y="5588000"/>
          <p14:tracePt t="16887" x="1073150" y="5588000"/>
          <p14:tracePt t="16978" x="1079500" y="5594350"/>
          <p14:tracePt t="17035" x="1085850" y="5588000"/>
          <p14:tracePt t="17417" x="1085850" y="5600700"/>
          <p14:tracePt t="17432" x="1085850" y="5626100"/>
          <p14:tracePt t="17439" x="1085850" y="5657850"/>
          <p14:tracePt t="17446" x="1085850" y="5695950"/>
          <p14:tracePt t="17461" x="1085850" y="5746750"/>
          <p14:tracePt t="17474" x="1085850" y="5784850"/>
          <p14:tracePt t="17491" x="1092200" y="5886450"/>
          <p14:tracePt t="17508" x="1104900" y="5943600"/>
          <p14:tracePt t="17524" x="1130300" y="6026150"/>
          <p14:tracePt t="17541" x="1162050" y="6089650"/>
          <p14:tracePt t="17558" x="1187450" y="6127750"/>
          <p14:tracePt t="17574" x="1193800" y="6140450"/>
          <p14:tracePt t="17591" x="1219200" y="6159500"/>
          <p14:tracePt t="17608" x="1257300" y="6165850"/>
          <p14:tracePt t="17624" x="1270000" y="6165850"/>
          <p14:tracePt t="17640" x="1282700" y="6165850"/>
          <p14:tracePt t="17657" x="1320800" y="6134100"/>
          <p14:tracePt t="17674" x="1333500" y="6108700"/>
          <p14:tracePt t="17691" x="1358900" y="6038850"/>
          <p14:tracePt t="17707" x="1365250" y="5988050"/>
          <p14:tracePt t="17724" x="1365250" y="5854700"/>
          <p14:tracePt t="17741" x="1365250" y="5727700"/>
          <p14:tracePt t="17757" x="1365250" y="5664200"/>
          <p14:tracePt t="17774" x="1346200" y="5518150"/>
          <p14:tracePt t="17791" x="1333500" y="5391150"/>
          <p14:tracePt t="17807" x="1333500" y="5353050"/>
          <p14:tracePt t="17823" x="1333500" y="5295900"/>
          <p14:tracePt t="17840" x="1346200" y="5270500"/>
          <p14:tracePt t="17856" x="1346200" y="5264150"/>
          <p14:tracePt t="17874" x="1358900" y="5257800"/>
          <p14:tracePt t="17890" x="1371600" y="5257800"/>
          <p14:tracePt t="17906" x="1384300" y="5257800"/>
          <p14:tracePt t="17937" x="1390650" y="5264150"/>
          <p14:tracePt t="17958" x="1390650" y="5270500"/>
          <p14:tracePt t="18007" x="1397000" y="5270500"/>
          <p14:tracePt t="18028" x="1403350" y="5270500"/>
          <p14:tracePt t="18042" x="1409700" y="5264150"/>
          <p14:tracePt t="18049" x="1422400" y="5257800"/>
          <p14:tracePt t="18063" x="1428750" y="5251450"/>
          <p14:tracePt t="18072" x="1441450" y="5238750"/>
          <p14:tracePt t="18089" x="1460500" y="5226050"/>
          <p14:tracePt t="18106" x="1504950" y="5187950"/>
          <p14:tracePt t="18122" x="1549400" y="5149850"/>
          <p14:tracePt t="18139" x="1606550" y="5092700"/>
          <p14:tracePt t="18155" x="1651000" y="5048250"/>
          <p14:tracePt t="18172" x="1676400" y="5022850"/>
          <p14:tracePt t="18189" x="1689100" y="5010150"/>
          <p14:tracePt t="18205" x="1695450" y="5010150"/>
          <p14:tracePt t="18222" x="1701800" y="5010150"/>
          <p14:tracePt t="18288" x="1708150" y="5010150"/>
          <p14:tracePt t="18421" x="1714500" y="5010150"/>
          <p14:tracePt t="18435" x="1727200" y="5010150"/>
          <p14:tracePt t="18442" x="1739900" y="5016500"/>
          <p14:tracePt t="18457" x="1758950" y="5022850"/>
          <p14:tracePt t="18472" x="1790700" y="5041900"/>
          <p14:tracePt t="18487" x="1835150" y="5054600"/>
          <p14:tracePt t="18505" x="1930400" y="5092700"/>
          <p14:tracePt t="18520" x="2032000" y="5137150"/>
          <p14:tracePt t="18537" x="2095500" y="5162550"/>
          <p14:tracePt t="18554" x="2114550" y="5168900"/>
          <p14:tracePt t="18571" x="2146300" y="5181600"/>
          <p14:tracePt t="18588" x="2152650" y="5181600"/>
          <p14:tracePt t="18604" x="2165350" y="5187950"/>
          <p14:tracePt t="18636" x="2171700" y="5187950"/>
          <p14:tracePt t="18667" x="2178050" y="5187950"/>
          <p14:tracePt t="18814" x="2178050" y="5194300"/>
          <p14:tracePt t="18821" x="2178050" y="5207000"/>
          <p14:tracePt t="18835" x="2178050" y="5213350"/>
          <p14:tracePt t="18842" x="2178050" y="5238750"/>
          <p14:tracePt t="18853" x="2171700" y="5264150"/>
          <p14:tracePt t="18870" x="2152650" y="5359400"/>
          <p14:tracePt t="18886" x="2133600" y="5429250"/>
          <p14:tracePt t="18903" x="2108200" y="5505450"/>
          <p14:tracePt t="18920" x="2025650" y="5721350"/>
          <p14:tracePt t="18936" x="2000250" y="5791200"/>
          <p14:tracePt t="18953" x="1981200" y="5835650"/>
          <p14:tracePt t="18956" x="1974850" y="5861050"/>
          <p14:tracePt t="18969" x="1968500" y="5892800"/>
          <p14:tracePt t="18986" x="1955800" y="5918200"/>
          <p14:tracePt t="19003" x="1949450" y="5937250"/>
          <p14:tracePt t="19019" x="1949450" y="5943600"/>
          <p14:tracePt t="19036" x="1949450" y="5949950"/>
          <p14:tracePt t="19073" x="1962150" y="5956300"/>
          <p14:tracePt t="19095" x="1974850" y="5962650"/>
          <p14:tracePt t="19104" x="2000250" y="5969000"/>
          <p14:tracePt t="19118" x="2012950" y="5975350"/>
          <p14:tracePt t="19135" x="2095500" y="5994400"/>
          <p14:tracePt t="19152" x="2197100" y="6013450"/>
          <p14:tracePt t="19168" x="2266950" y="6013450"/>
          <p14:tracePt t="19187" x="2406650" y="6013450"/>
          <p14:tracePt t="19202" x="2495550" y="6007100"/>
          <p14:tracePt t="19219" x="2533650" y="6007100"/>
          <p14:tracePt t="19235" x="2559050" y="6000750"/>
          <p14:tracePt t="19252" x="2565400" y="6000750"/>
          <p14:tracePt t="19268" x="2565400" y="5988050"/>
          <p14:tracePt t="19285" x="2552700" y="5975350"/>
          <p14:tracePt t="19301" x="2520950" y="5962650"/>
          <p14:tracePt t="19319" x="2400300" y="5943600"/>
          <p14:tracePt t="19335" x="2222500" y="5930900"/>
          <p14:tracePt t="19351" x="2120900" y="5918200"/>
          <p14:tracePt t="19369" x="1892300" y="5924550"/>
          <p14:tracePt t="19385" x="1714500" y="5937250"/>
          <p14:tracePt t="19401" x="1631950" y="5943600"/>
          <p14:tracePt t="19419" x="1574800" y="5949950"/>
          <p14:tracePt t="19434" x="1562100" y="5949950"/>
          <p14:tracePt t="19467" x="1593850" y="5943600"/>
          <p14:tracePt t="19484" x="1682750" y="5930900"/>
          <p14:tracePt t="19501" x="1828800" y="5899150"/>
          <p14:tracePt t="19517" x="1911350" y="5880100"/>
          <p14:tracePt t="19534" x="2000250" y="5861050"/>
          <p14:tracePt t="19551" x="2235200" y="5810250"/>
          <p14:tracePt t="19567" x="2286000" y="5803900"/>
          <p14:tracePt t="19584" x="2330450" y="5803900"/>
          <p14:tracePt t="19600" x="2368550" y="5803900"/>
          <p14:tracePt t="19617" x="2381250" y="5803900"/>
          <p14:tracePt t="19733" x="2374900" y="5803900"/>
          <p14:tracePt t="19747" x="2368550" y="5803900"/>
          <p14:tracePt t="19754" x="2355850" y="5810250"/>
          <p14:tracePt t="19766" x="2343150" y="5810250"/>
          <p14:tracePt t="19783" x="2330450" y="5816600"/>
          <p14:tracePt t="19800" x="2324100" y="5816600"/>
          <p14:tracePt t="19818" x="2305050" y="5822950"/>
          <p14:tracePt t="19833" x="2298700" y="5829300"/>
          <p14:tracePt t="19895" x="2298700" y="5835650"/>
          <p14:tracePt t="19902" x="2305050" y="5835650"/>
          <p14:tracePt t="19915" x="2317750" y="5835650"/>
          <p14:tracePt t="19922" x="2324100" y="5835650"/>
          <p14:tracePt t="19944" x="2343150" y="5835650"/>
          <p14:tracePt t="19958" x="2362200" y="5835650"/>
          <p14:tracePt t="19966" x="2387600" y="5835650"/>
          <p14:tracePt t="19982" x="2406650" y="5835650"/>
          <p14:tracePt t="19999" x="2444750" y="5829300"/>
          <p14:tracePt t="20016" x="2489200" y="5829300"/>
          <p14:tracePt t="20032" x="2495550" y="5822950"/>
          <p14:tracePt t="20049" x="2501900" y="5822950"/>
          <p14:tracePt t="20065" x="2489200" y="5822950"/>
          <p14:tracePt t="20082" x="2476500" y="5822950"/>
          <p14:tracePt t="20099" x="2425700" y="5835650"/>
          <p14:tracePt t="20115" x="2362200" y="5867400"/>
          <p14:tracePt t="20132" x="2305050" y="5886450"/>
          <p14:tracePt t="20148" x="2197100" y="5930900"/>
          <p14:tracePt t="20165" x="2127250" y="5962650"/>
          <p14:tracePt t="20182" x="1987550" y="6013450"/>
          <p14:tracePt t="20198" x="1968500" y="6026150"/>
          <p14:tracePt t="20215" x="1943100" y="6032500"/>
          <p14:tracePt t="20232" x="1917700" y="6038850"/>
          <p14:tracePt t="20248" x="1911350" y="6038850"/>
          <p14:tracePt t="20288" x="1924050" y="6045200"/>
          <p14:tracePt t="20298" x="1936750" y="6045200"/>
          <p14:tracePt t="20315" x="1955800" y="6051550"/>
          <p14:tracePt t="20331" x="2000250" y="6057900"/>
          <p14:tracePt t="20348" x="2051050" y="6083300"/>
          <p14:tracePt t="20365" x="2082800" y="6102350"/>
          <p14:tracePt t="20381" x="2095500" y="6115050"/>
          <p14:tracePt t="20397" x="2120900" y="6153150"/>
          <p14:tracePt t="20415" x="2120900" y="6216650"/>
          <p14:tracePt t="20431" x="2108200" y="6261100"/>
          <p14:tracePt t="20448" x="2101850" y="6311900"/>
          <p14:tracePt t="20464" x="2044700" y="6502400"/>
          <p14:tracePt t="20659" x="2032000" y="6388100"/>
          <p14:tracePt t="20666" x="2044700" y="6299200"/>
          <p14:tracePt t="20681" x="2051050" y="6210300"/>
          <p14:tracePt t="20697" x="2063750" y="6096000"/>
          <p14:tracePt t="20714" x="2070100" y="6064250"/>
          <p14:tracePt t="20730" x="2070100" y="6038850"/>
          <p14:tracePt t="20786" x="2070100" y="6045200"/>
          <p14:tracePt t="20800" x="2070100" y="6051550"/>
          <p14:tracePt t="20807" x="2070100" y="6064250"/>
          <p14:tracePt t="20828" x="2070100" y="6076950"/>
          <p14:tracePt t="20835" x="2063750" y="6089650"/>
          <p14:tracePt t="20849" x="2063750" y="6096000"/>
          <p14:tracePt t="20863" x="2063750" y="6102350"/>
          <p14:tracePt t="20879" x="2063750" y="6108700"/>
          <p14:tracePt t="20896" x="2063750" y="6115050"/>
          <p14:tracePt t="20989" x="2070100" y="6115050"/>
          <p14:tracePt t="20997" x="2076450" y="6115050"/>
          <p14:tracePt t="21010" x="2082800" y="6115050"/>
          <p14:tracePt t="21024" x="2095500" y="6115050"/>
          <p14:tracePt t="21038" x="2101850" y="6115050"/>
          <p14:tracePt t="21047" x="2120900" y="6121400"/>
          <p14:tracePt t="21061" x="2139950" y="6127750"/>
          <p14:tracePt t="21079" x="2171700" y="6127750"/>
          <p14:tracePt t="21095" x="2279650" y="6146800"/>
          <p14:tracePt t="21112" x="2324100" y="6159500"/>
          <p14:tracePt t="21129" x="2381250" y="6159500"/>
          <p14:tracePt t="21145" x="2406650" y="6159500"/>
          <p14:tracePt t="21161" x="2457450" y="6159500"/>
          <p14:tracePt t="21179" x="2482850" y="6153150"/>
          <p14:tracePt t="21195" x="2495550" y="6146800"/>
          <p14:tracePt t="21212" x="2508250" y="6146800"/>
          <p14:tracePt t="21229" x="2514600" y="6140450"/>
          <p14:tracePt t="21264" x="2520950" y="6140450"/>
          <p14:tracePt t="21278" x="2533650" y="6140450"/>
          <p14:tracePt t="21295" x="2540000" y="6140450"/>
          <p14:tracePt t="21312" x="2578100" y="6146800"/>
          <p14:tracePt t="21328" x="2660650" y="6159500"/>
          <p14:tracePt t="21344" x="2724150" y="6172200"/>
          <p14:tracePt t="21361" x="2882900" y="6210300"/>
          <p14:tracePt t="21378" x="2959100" y="6223000"/>
          <p14:tracePt t="21394" x="3149600" y="6223000"/>
          <p14:tracePt t="21411" x="3308350" y="6203950"/>
          <p14:tracePt t="21427" x="3378200" y="6178550"/>
          <p14:tracePt t="21445" x="3486150" y="6121400"/>
          <p14:tracePt t="21461" x="3543300" y="6064250"/>
          <p14:tracePt t="21478" x="3568700" y="6038850"/>
          <p14:tracePt t="21481" x="3581400" y="6013450"/>
          <p14:tracePt t="21494" x="3581400" y="5981700"/>
          <p14:tracePt t="21511" x="3587750" y="5930900"/>
          <p14:tracePt t="21527" x="3581400" y="5905500"/>
          <p14:tracePt t="21544" x="3575050" y="5861050"/>
          <p14:tracePt t="22360" x="3575050" y="5784850"/>
          <p14:tracePt t="22367" x="3575050" y="5695950"/>
          <p14:tracePt t="22382" x="3587750" y="5607050"/>
          <p14:tracePt t="22390" x="3600450" y="5499100"/>
          <p14:tracePt t="22407" x="3606800" y="5378450"/>
          <p14:tracePt t="22424" x="3644900" y="4978400"/>
          <p14:tracePt t="22441" x="3670300" y="4578350"/>
          <p14:tracePt t="22457" x="3683000" y="4337050"/>
          <p14:tracePt t="22474" x="3670300" y="3956050"/>
          <p14:tracePt t="22490" x="3644900" y="3829050"/>
          <p14:tracePt t="22508" x="3581400" y="3587750"/>
          <p14:tracePt t="22524" x="3524250" y="3429000"/>
          <p14:tracePt t="22540" x="3486150" y="3371850"/>
          <p14:tracePt t="22557" x="3409950" y="3276600"/>
          <p14:tracePt t="22573" x="3346450" y="3225800"/>
          <p14:tracePt t="22590" x="3314700" y="3194050"/>
          <p14:tracePt t="22607" x="3244850" y="3149600"/>
          <p14:tracePt t="22623" x="3149600" y="3105150"/>
          <p14:tracePt t="22640" x="3105150" y="3079750"/>
          <p14:tracePt t="22656" x="3009900" y="3054350"/>
          <p14:tracePt t="22673" x="2901950" y="3035300"/>
          <p14:tracePt t="22690" x="2781300" y="3028950"/>
          <p14:tracePt t="22706" x="2730500" y="3028950"/>
          <p14:tracePt t="22723" x="2641600" y="3028950"/>
          <p14:tracePt t="22740" x="2540000" y="3067050"/>
          <p14:tracePt t="22756" x="2482850" y="3086100"/>
          <p14:tracePt t="22773" x="2451100" y="3098800"/>
          <p14:tracePt t="22790" x="2387600" y="3136900"/>
          <p14:tracePt t="22806" x="2330450" y="3200400"/>
          <p14:tracePt t="22824" x="2266950" y="3302000"/>
          <p14:tracePt t="22839" x="2235200" y="3365500"/>
          <p14:tracePt t="22856" x="2190750" y="3505200"/>
          <p14:tracePt t="22873" x="2171700" y="3581400"/>
          <p14:tracePt t="22889" x="2139950" y="3714750"/>
          <p14:tracePt t="22906" x="2133600" y="3829050"/>
          <p14:tracePt t="22922" x="2146300" y="3949700"/>
          <p14:tracePt t="22939" x="2159000" y="3994150"/>
          <p14:tracePt t="22956" x="2203450" y="4089400"/>
          <p14:tracePt t="22972" x="2266950" y="4159250"/>
          <p14:tracePt t="22989" x="2286000" y="4184650"/>
          <p14:tracePt t="23006" x="2343150" y="4197350"/>
          <p14:tracePt t="23022" x="2374900" y="4191000"/>
          <p14:tracePt t="23038" x="2381250" y="4171950"/>
          <p14:tracePt t="23056" x="2381250" y="4102100"/>
          <p14:tracePt t="23072" x="2355850" y="4019550"/>
          <p14:tracePt t="23089" x="2336800" y="3975100"/>
          <p14:tracePt t="23106" x="2260600" y="3860800"/>
          <p14:tracePt t="23122" x="2209800" y="3816350"/>
          <p14:tracePt t="23138" x="2114550" y="3708400"/>
          <p14:tracePt t="23155" x="2012950" y="3632200"/>
          <p14:tracePt t="23171" x="1968500" y="3606800"/>
          <p14:tracePt t="23189" x="1905000" y="3575050"/>
          <p14:tracePt t="23205" x="1860550" y="3562350"/>
          <p14:tracePt t="23221" x="1847850" y="3562350"/>
          <p14:tracePt t="23238" x="1841500" y="3562350"/>
          <p14:tracePt t="23255" x="1835150" y="3562350"/>
          <p14:tracePt t="23288" x="1835150" y="3575050"/>
          <p14:tracePt t="23304" x="1828800" y="3606800"/>
          <p14:tracePt t="23322" x="1828800" y="3663950"/>
          <p14:tracePt t="23337" x="1828800" y="3695700"/>
          <p14:tracePt t="23354" x="1847850" y="3784600"/>
          <p14:tracePt t="23371" x="1879600" y="3873500"/>
          <p14:tracePt t="23387" x="1898650" y="3905250"/>
          <p14:tracePt t="23404" x="1924050" y="3949700"/>
          <p14:tracePt t="23421" x="1968500" y="4013200"/>
          <p14:tracePt t="23437" x="1974850" y="4019550"/>
          <p14:tracePt t="23455" x="1981200" y="4025900"/>
          <p14:tracePt t="23470" x="1981200" y="4019550"/>
          <p14:tracePt t="23487" x="1962150" y="3968750"/>
          <p14:tracePt t="23505" x="1885950" y="3867150"/>
          <p14:tracePt t="23520" x="1835150" y="3797300"/>
          <p14:tracePt t="23536" x="1727200" y="3663950"/>
          <p14:tracePt t="23554" x="1619250" y="3549650"/>
          <p14:tracePt t="23570" x="1574800" y="3511550"/>
          <p14:tracePt t="23587" x="1492250" y="3441700"/>
          <p14:tracePt t="23604" x="1466850" y="3403600"/>
          <p14:tracePt t="23620" x="1460500" y="3403600"/>
          <p14:tracePt t="23636" x="1454150" y="3403600"/>
          <p14:tracePt t="23688" x="1454150" y="3409950"/>
          <p14:tracePt t="23694" x="1454150" y="3422650"/>
          <p14:tracePt t="23702" x="1454150" y="3441700"/>
          <p14:tracePt t="23720" x="1460500" y="3467100"/>
          <p14:tracePt t="23737" x="1485900" y="3517900"/>
          <p14:tracePt t="23753" x="1498600" y="3549650"/>
          <p14:tracePt t="23770" x="1543050" y="3625850"/>
          <p14:tracePt t="23786" x="1568450" y="3676650"/>
          <p14:tracePt t="23803" x="1593850" y="3695700"/>
          <p14:tracePt t="23820" x="1631950" y="3740150"/>
          <p14:tracePt t="23836" x="1657350" y="3759200"/>
          <p14:tracePt t="23853" x="1663700" y="3765550"/>
          <p14:tracePt t="23869" x="1670050" y="3778250"/>
          <p14:tracePt t="23886" x="1676400" y="3778250"/>
          <p14:tracePt t="23920" x="1676400" y="3765550"/>
          <p14:tracePt t="23935" x="1663700" y="3752850"/>
          <p14:tracePt t="23952" x="1657350" y="3733800"/>
          <p14:tracePt t="23969" x="1619250" y="3670300"/>
          <p14:tracePt t="23986" x="1555750" y="3581400"/>
          <p14:tracePt t="24003" x="1485900" y="3454400"/>
          <p14:tracePt t="24018" x="1460500" y="3384550"/>
          <p14:tracePt t="24035" x="1428750" y="3327400"/>
          <p14:tracePt t="24052" x="1377950" y="3238500"/>
          <p14:tracePt t="24068" x="1371600" y="3225800"/>
          <p14:tracePt t="24085" x="1365250" y="3219450"/>
          <p14:tracePt t="24102" x="1358900" y="3219450"/>
          <p14:tracePt t="24136" x="1358900" y="3213100"/>
          <p14:tracePt t="24192" x="1358900" y="3219450"/>
          <p14:tracePt t="24213" x="1365250" y="3232150"/>
          <p14:tracePt t="24227" x="1371600" y="3238500"/>
          <p14:tracePt t="24235" x="1377950" y="3244850"/>
          <p14:tracePt t="24248" x="1384300" y="3257550"/>
          <p14:tracePt t="24255" x="1390650" y="3282950"/>
          <p14:tracePt t="24267" x="1403350" y="3295650"/>
          <p14:tracePt t="24284" x="1416050" y="3333750"/>
          <p14:tracePt t="24301" x="1422400" y="3352800"/>
          <p14:tracePt t="24318" x="1435100" y="3378200"/>
          <p14:tracePt t="24334" x="1441450" y="3397250"/>
          <p14:tracePt t="24374" x="1441450" y="3403600"/>
          <p14:tracePt t="24403" x="1447800" y="3409950"/>
          <p14:tracePt t="24424" x="1454150" y="3422650"/>
          <p14:tracePt t="24438" x="1454150" y="3429000"/>
          <p14:tracePt t="24445" x="1460500" y="3435350"/>
          <p14:tracePt t="24459" x="1466850" y="3454400"/>
          <p14:tracePt t="24467" x="1473200" y="3473450"/>
          <p14:tracePt t="24484" x="1485900" y="3492500"/>
          <p14:tracePt t="24500" x="1517650" y="3568700"/>
          <p14:tracePt t="24517" x="1555750" y="3632200"/>
          <p14:tracePt t="24533" x="1574800" y="3663950"/>
          <p14:tracePt t="24550" x="1606550" y="3727450"/>
          <p14:tracePt t="24566" x="1631950" y="3759200"/>
          <p14:tracePt t="24583" x="1638300" y="3778250"/>
          <p14:tracePt t="24600" x="1670050" y="3810000"/>
          <p14:tracePt t="24616" x="1682750" y="3835400"/>
          <p14:tracePt t="24633" x="1682750" y="3841750"/>
          <p14:tracePt t="24650" x="1689100" y="3841750"/>
          <p14:tracePt t="24667" x="1695450" y="3841750"/>
          <p14:tracePt t="24718" x="1701800" y="3841750"/>
          <p14:tracePt t="24746" x="1701800" y="3829050"/>
          <p14:tracePt t="24753" x="1689100" y="3810000"/>
          <p14:tracePt t="24768" x="1682750" y="3790950"/>
          <p14:tracePt t="24782" x="1663700" y="3752850"/>
          <p14:tracePt t="24799" x="1600200" y="3663950"/>
          <p14:tracePt t="24817" x="1524000" y="3536950"/>
          <p14:tracePt t="24832" x="1473200" y="3467100"/>
          <p14:tracePt t="24849" x="1384300" y="3340100"/>
          <p14:tracePt t="24866" x="1314450" y="3238500"/>
          <p14:tracePt t="24882" x="1289050" y="3213100"/>
          <p14:tracePt t="24899" x="1263650" y="3187700"/>
          <p14:tracePt t="24915" x="1244600" y="3175000"/>
          <p14:tracePt t="24932" x="1238250" y="3175000"/>
          <p14:tracePt t="24949" x="1238250" y="3168650"/>
          <p14:tracePt t="24981" x="1231900" y="3168650"/>
          <p14:tracePt t="25308" x="1238250" y="3168650"/>
          <p14:tracePt t="25315" x="1244600" y="3181350"/>
          <p14:tracePt t="25329" x="1257300" y="3194050"/>
          <p14:tracePt t="25336" x="1270000" y="3206750"/>
          <p14:tracePt t="25350" x="1289050" y="3213100"/>
          <p14:tracePt t="25364" x="1301750" y="3232150"/>
          <p14:tracePt t="25380" x="1320800" y="3244850"/>
          <p14:tracePt t="25397" x="1327150" y="3257550"/>
          <p14:tracePt t="25414" x="1339850" y="3257550"/>
          <p14:tracePt t="25430" x="1358900" y="3251200"/>
          <p14:tracePt t="25447" x="1365250" y="3244850"/>
          <p14:tracePt t="25463" x="1390650" y="3219450"/>
          <p14:tracePt t="25480" x="1422400" y="3175000"/>
          <p14:tracePt t="25497" x="1466850" y="3098800"/>
          <p14:tracePt t="25513" x="1492250" y="3016250"/>
          <p14:tracePt t="25530" x="1562100" y="2806700"/>
          <p14:tracePt t="25547" x="1676400" y="2482850"/>
          <p14:tracePt t="25563" x="1733550" y="2254250"/>
          <p14:tracePt t="25580" x="1809750" y="1968500"/>
          <p14:tracePt t="25596" x="2070100" y="1206500"/>
          <p14:tracePt t="25613" x="2139950" y="990600"/>
          <p14:tracePt t="25630" x="2216150" y="825500"/>
          <p14:tracePt t="25646" x="2324100" y="622300"/>
          <p14:tracePt t="25663" x="2381250" y="520700"/>
          <p14:tracePt t="25680" x="2406650" y="495300"/>
          <p14:tracePt t="25713" x="2413000" y="495300"/>
          <p14:tracePt t="25806" x="2413000" y="501650"/>
          <p14:tracePt t="25820" x="2413000" y="514350"/>
          <p14:tracePt t="25827" x="2419350" y="527050"/>
          <p14:tracePt t="25841" x="2419350" y="546100"/>
          <p14:tracePt t="25849" x="2419350" y="571500"/>
          <p14:tracePt t="25864" x="2419350" y="603250"/>
          <p14:tracePt t="25878" x="2393950" y="755650"/>
          <p14:tracePt t="25895" x="2374900" y="863600"/>
          <p14:tracePt t="25912" x="2330450" y="1174750"/>
          <p14:tracePt t="25929" x="2317750" y="1390650"/>
          <p14:tracePt t="25946" x="2266950" y="2025650"/>
          <p14:tracePt t="25962" x="2254250" y="2730500"/>
          <p14:tracePt t="25978" x="2260600" y="3067050"/>
          <p14:tracePt t="25995" x="2311400" y="3733800"/>
          <p14:tracePt t="26012" x="2349500" y="4191000"/>
          <p14:tracePt t="26028" x="2374900" y="4318000"/>
          <p14:tracePt t="26045" x="2400300" y="4451350"/>
          <p14:tracePt t="26062" x="2413000" y="4476750"/>
          <p14:tracePt t="26078" x="2419350" y="4483100"/>
          <p14:tracePt t="26095" x="2432050" y="4476750"/>
          <p14:tracePt t="26111" x="2457450" y="4400550"/>
          <p14:tracePt t="26128" x="2476500" y="4305300"/>
          <p14:tracePt t="26144" x="2540000" y="3943350"/>
          <p14:tracePt t="26161" x="2635250" y="3314700"/>
          <p14:tracePt t="26178" x="2730500" y="2616200"/>
          <p14:tracePt t="26194" x="2781300" y="2292350"/>
          <p14:tracePt t="26211" x="2813050" y="2044700"/>
          <p14:tracePt t="26228" x="2882900" y="1651000"/>
          <p14:tracePt t="26244" x="2889250" y="1600200"/>
          <p14:tracePt t="26261" x="2895600" y="1587500"/>
          <p14:tracePt t="26277" x="2895600" y="1574800"/>
          <p14:tracePt t="26312" x="2901950" y="1574800"/>
          <p14:tracePt t="26319" x="2901950" y="1581150"/>
          <p14:tracePt t="26333" x="2901950" y="1587500"/>
          <p14:tracePt t="26343" x="2889250" y="1619250"/>
          <p14:tracePt t="26361" x="2876550" y="1695450"/>
          <p14:tracePt t="26377" x="2819400" y="2006600"/>
          <p14:tracePt t="26394" x="2787650" y="2279650"/>
          <p14:tracePt t="26410" x="2736850" y="3016250"/>
          <p14:tracePt t="26427" x="2686050" y="3905250"/>
          <p14:tracePt t="26444" x="2667000" y="4349750"/>
          <p14:tracePt t="26460" x="2679700" y="4972050"/>
          <p14:tracePt t="26477" x="2686050" y="5048250"/>
          <p14:tracePt t="26494" x="2686050" y="5092700"/>
          <p14:tracePt t="26510" x="2698750" y="5105400"/>
          <p14:tracePt t="26544" x="2705100" y="5099050"/>
          <p14:tracePt t="26560" x="2705100" y="5092700"/>
          <p14:tracePt t="26563" x="2711450" y="5080000"/>
          <p14:tracePt t="26577" x="2711450" y="5060950"/>
          <p14:tracePt t="26594" x="2698750" y="4997450"/>
          <p14:tracePt t="26609" x="2698750" y="4978400"/>
          <p14:tracePt t="26626" x="2698750" y="4940300"/>
          <p14:tracePt t="28023" x="2686050" y="4921250"/>
          <p14:tracePt t="28041" x="2654300" y="4838700"/>
          <p14:tracePt t="28055" x="2597150" y="4699000"/>
          <p14:tracePt t="28071" x="2559050" y="4629150"/>
          <p14:tracePt t="28088" x="2463800" y="4457700"/>
          <p14:tracePt t="28105" x="2413000" y="4375150"/>
          <p14:tracePt t="28121" x="2311400" y="4222750"/>
          <p14:tracePt t="28138" x="2209800" y="4095750"/>
          <p14:tracePt t="28154" x="2171700" y="4025900"/>
          <p14:tracePt t="28171" x="2089150" y="3924300"/>
          <p14:tracePt t="28187" x="2025650" y="3841750"/>
          <p14:tracePt t="28204" x="2012950" y="3810000"/>
          <p14:tracePt t="28221" x="1974850" y="3765550"/>
          <p14:tracePt t="28237" x="1936750" y="3714750"/>
          <p14:tracePt t="28254" x="1911350" y="3689350"/>
          <p14:tracePt t="28271" x="1885950" y="3657600"/>
          <p14:tracePt t="28287" x="1847850" y="3619500"/>
          <p14:tracePt t="28304" x="1828800" y="3606800"/>
          <p14:tracePt t="28320" x="1790700" y="3575050"/>
          <p14:tracePt t="28337" x="1758950" y="3549650"/>
          <p14:tracePt t="28354" x="1739900" y="3536950"/>
          <p14:tracePt t="28371" x="1708150" y="3511550"/>
          <p14:tracePt t="28387" x="1676400" y="3479800"/>
          <p14:tracePt t="28404" x="1651000" y="3454400"/>
          <p14:tracePt t="28420" x="1631950" y="3429000"/>
          <p14:tracePt t="28437" x="1619250" y="3422650"/>
          <p14:tracePt t="28454" x="1593850" y="3390900"/>
          <p14:tracePt t="28470" x="1587500" y="3390900"/>
          <p14:tracePt t="28503" x="1581150" y="3384550"/>
          <p14:tracePt t="28537" x="1581150" y="3378200"/>
          <p14:tracePt t="28825" x="1606550" y="3371850"/>
          <p14:tracePt t="28839" x="1651000" y="3359150"/>
          <p14:tracePt t="28846" x="1689100" y="3359150"/>
          <p14:tracePt t="28860" x="1739900" y="3352800"/>
          <p14:tracePt t="28868" x="1797050" y="3346450"/>
          <p14:tracePt t="28885" x="1847850" y="3346450"/>
          <p14:tracePt t="28902" x="1936750" y="3333750"/>
          <p14:tracePt t="28918" x="2012950" y="3321050"/>
          <p14:tracePt t="28935" x="2032000" y="3321050"/>
          <p14:tracePt t="28951" x="2063750" y="3314700"/>
          <p14:tracePt t="28968" x="2070100" y="3314700"/>
          <p14:tracePt t="28985" x="2076450" y="3314700"/>
          <p14:tracePt t="29028" x="2063750" y="3314700"/>
          <p14:tracePt t="29037" x="2051050" y="3314700"/>
          <p14:tracePt t="29050" x="2032000" y="3314700"/>
          <p14:tracePt t="29067" x="2012950" y="3314700"/>
          <p14:tracePt t="29085" x="1879600" y="3314700"/>
          <p14:tracePt t="29101" x="1816100" y="3314700"/>
          <p14:tracePt t="29118" x="1739900" y="3314700"/>
          <p14:tracePt t="29134" x="1574800" y="3289300"/>
          <p14:tracePt t="29151" x="1403350" y="3289300"/>
          <p14:tracePt t="29168" x="1352550" y="3289300"/>
          <p14:tracePt t="29184" x="1263650" y="3282950"/>
          <p14:tracePt t="29201" x="1225550" y="3270250"/>
          <p14:tracePt t="29218" x="1219200" y="3263900"/>
          <p14:tracePt t="29234" x="1212850" y="3263900"/>
          <p14:tracePt t="29330" x="1219200" y="3263900"/>
          <p14:tracePt t="29337" x="1225550" y="3263900"/>
          <p14:tracePt t="29352" x="1231900" y="3263900"/>
          <p14:tracePt t="29367" x="1263650" y="3263900"/>
          <p14:tracePt t="29383" x="1289050" y="3263900"/>
          <p14:tracePt t="29401" x="1365250" y="3257550"/>
          <p14:tracePt t="29417" x="1416050" y="3257550"/>
          <p14:tracePt t="29433" x="1530350" y="3257550"/>
          <p14:tracePt t="29450" x="1663700" y="3257550"/>
          <p14:tracePt t="29466" x="1727200" y="3257550"/>
          <p14:tracePt t="29483" x="1828800" y="3270250"/>
          <p14:tracePt t="29499" x="1892300" y="3270250"/>
          <p14:tracePt t="29516" x="1905000" y="3270250"/>
          <p14:tracePt t="29533" x="1924050" y="3270250"/>
          <p14:tracePt t="29565" x="1924050" y="3276600"/>
          <p14:tracePt t="29583" x="1892300" y="3289300"/>
          <p14:tracePt t="29599" x="1841500" y="3302000"/>
          <p14:tracePt t="29616" x="1803400" y="3308350"/>
          <p14:tracePt t="29619" x="1758950" y="3314700"/>
          <p14:tracePt t="29633" x="1708150" y="3327400"/>
          <p14:tracePt t="29649" x="1562100" y="3346450"/>
          <p14:tracePt t="29666" x="1435100" y="3340100"/>
          <p14:tracePt t="29682" x="1384300" y="3340100"/>
          <p14:tracePt t="29699" x="1333500" y="3340100"/>
          <p14:tracePt t="29716" x="1263650" y="3340100"/>
          <p14:tracePt t="29732" x="1257300" y="3340100"/>
          <p14:tracePt t="29749" x="1250950" y="3340100"/>
          <p14:tracePt t="29765" x="1244600" y="3340100"/>
          <p14:tracePt t="29785" x="1238250" y="3340100"/>
          <p14:tracePt t="29827" x="1250950" y="3340100"/>
          <p14:tracePt t="29842" x="1263650" y="3340100"/>
          <p14:tracePt t="29849" x="1282700" y="3346450"/>
          <p14:tracePt t="29856" x="1314450" y="3346450"/>
          <p14:tracePt t="29870" x="1352550" y="3346450"/>
          <p14:tracePt t="29885" x="1416050" y="3359150"/>
          <p14:tracePt t="29899" x="1568450" y="3365500"/>
          <p14:tracePt t="29915" x="1670050" y="3365500"/>
          <p14:tracePt t="29932" x="1911350" y="3365500"/>
          <p14:tracePt t="29948" x="2152650" y="3340100"/>
          <p14:tracePt t="29965" x="2273300" y="3321050"/>
          <p14:tracePt t="29983" x="2476500" y="3302000"/>
          <p14:tracePt t="29999" x="2590800" y="3282950"/>
          <p14:tracePt t="30014" x="2622550" y="3276600"/>
          <p14:tracePt t="30032" x="2647950" y="3276600"/>
          <p14:tracePt t="30047" x="2654300" y="3276600"/>
          <p14:tracePt t="30064" x="2641600" y="3270250"/>
          <p14:tracePt t="30081" x="2584450" y="3270250"/>
          <p14:tracePt t="30097" x="2527300" y="3276600"/>
          <p14:tracePt t="30114" x="2387600" y="3289300"/>
          <p14:tracePt t="30131" x="2184400" y="3302000"/>
          <p14:tracePt t="30148" x="2070100" y="3302000"/>
          <p14:tracePt t="30165" x="1828800" y="3327400"/>
          <p14:tracePt t="30180" x="1612900" y="3352800"/>
          <p14:tracePt t="30197" x="1524000" y="3359150"/>
          <p14:tracePt t="30214" x="1390650" y="3390900"/>
          <p14:tracePt t="30230" x="1346200" y="3390900"/>
          <p14:tracePt t="30247" x="1333500" y="3390900"/>
          <p14:tracePt t="30298" x="1333500" y="3384550"/>
          <p14:tracePt t="30313" x="1346200" y="3378200"/>
          <p14:tracePt t="30319" x="1358900" y="3371850"/>
          <p14:tracePt t="30333" x="1384300" y="3365500"/>
          <p14:tracePt t="30348" x="1441450" y="3346450"/>
          <p14:tracePt t="30363" x="1492250" y="3333750"/>
          <p14:tracePt t="30380" x="1549400" y="3333750"/>
          <p14:tracePt t="30397" x="1676400" y="3333750"/>
          <p14:tracePt t="30414" x="1854200" y="3346450"/>
          <p14:tracePt t="30430" x="1955800" y="3359150"/>
          <p14:tracePt t="30447" x="2171700" y="3378200"/>
          <p14:tracePt t="30463" x="2400300" y="3378200"/>
          <p14:tracePt t="30480" x="2514600" y="3378200"/>
          <p14:tracePt t="30496" x="2692400" y="3378200"/>
          <p14:tracePt t="30513" x="2787650" y="3359150"/>
          <p14:tracePt t="30530" x="2813050" y="3359150"/>
          <p14:tracePt t="30546" x="2819400" y="3352800"/>
          <p14:tracePt t="30562" x="2825750" y="3352800"/>
          <p14:tracePt t="30579" x="2800350" y="3352800"/>
          <p14:tracePt t="30595" x="2762250" y="3352800"/>
          <p14:tracePt t="30612" x="2717800" y="3352800"/>
          <p14:tracePt t="30629" x="2463800" y="3403600"/>
          <p14:tracePt t="30645" x="2355850" y="3422650"/>
          <p14:tracePt t="30662" x="2241550" y="3448050"/>
          <p14:tracePt t="30679" x="2012950" y="3511550"/>
          <p14:tracePt t="30695" x="1803400" y="3549650"/>
          <p14:tracePt t="30713" x="1651000" y="3562350"/>
          <p14:tracePt t="30729" x="1593850" y="3556000"/>
          <p14:tracePt t="30745" x="1536700" y="3543300"/>
          <p14:tracePt t="30762" x="1517650" y="3530600"/>
          <p14:tracePt t="30778" x="1517650" y="3524250"/>
          <p14:tracePt t="30825" x="1524000" y="3511550"/>
          <p14:tracePt t="30831" x="1530350" y="3505200"/>
          <p14:tracePt t="30845" x="1549400" y="3492500"/>
          <p14:tracePt t="30862" x="1612900" y="3460750"/>
          <p14:tracePt t="30878" x="1663700" y="3454400"/>
          <p14:tracePt t="30895" x="1784350" y="3441700"/>
          <p14:tracePt t="30911" x="1949450" y="3448050"/>
          <p14:tracePt t="30928" x="2051050" y="3448050"/>
          <p14:tracePt t="30945" x="2254250" y="3448050"/>
          <p14:tracePt t="30961" x="2355850" y="3448050"/>
          <p14:tracePt t="30978" x="2546350" y="3441700"/>
          <p14:tracePt t="30994" x="2654300" y="3422650"/>
          <p14:tracePt t="31011" x="2692400" y="3422650"/>
          <p14:tracePt t="31029" x="2730500" y="3416300"/>
          <p14:tracePt t="31044" x="2736850" y="3409950"/>
          <p14:tracePt t="31091" x="2724150" y="3416300"/>
          <p14:tracePt t="31105" x="2705100" y="3422650"/>
          <p14:tracePt t="31113" x="2673350" y="3441700"/>
          <p14:tracePt t="31127" x="2628900" y="3454400"/>
          <p14:tracePt t="31144" x="2508250" y="3505200"/>
          <p14:tracePt t="31161" x="2419350" y="3524250"/>
          <p14:tracePt t="31177" x="2222500" y="3575050"/>
          <p14:tracePt t="31194" x="2108200" y="3587750"/>
          <p14:tracePt t="31211" x="1905000" y="3600450"/>
          <p14:tracePt t="31227" x="1739900" y="3581400"/>
          <p14:tracePt t="31243" x="1670050" y="3575050"/>
          <p14:tracePt t="31260" x="1593850" y="3543300"/>
          <p14:tracePt t="31276" x="1587500" y="3543300"/>
          <p14:tracePt t="31294" x="1581150" y="3543300"/>
          <p14:tracePt t="31310" x="1581150" y="3536950"/>
          <p14:tracePt t="31326" x="1587500" y="3517900"/>
          <p14:tracePt t="31344" x="1631950" y="3492500"/>
          <p14:tracePt t="31360" x="1670050" y="3486150"/>
          <p14:tracePt t="31376" x="1784350" y="3448050"/>
          <p14:tracePt t="31394" x="1924050" y="3416300"/>
          <p14:tracePt t="31409" x="1993900" y="3409950"/>
          <p14:tracePt t="31426" x="2146300" y="3390900"/>
          <p14:tracePt t="31443" x="2286000" y="3390900"/>
          <p14:tracePt t="31459" x="2355850" y="3378200"/>
          <p14:tracePt t="31476" x="2444750" y="3371850"/>
          <p14:tracePt t="31493" x="2495550" y="3371850"/>
          <p14:tracePt t="31509" x="2501900" y="3371850"/>
          <p14:tracePt t="31527" x="2508250" y="3365500"/>
          <p14:tracePt t="31632" x="2495550" y="3365500"/>
          <p14:tracePt t="31646" x="2476500" y="3371850"/>
          <p14:tracePt t="31653" x="2444750" y="3371850"/>
          <p14:tracePt t="31667" x="2406650" y="3378200"/>
          <p14:tracePt t="31675" x="2355850" y="3378200"/>
          <p14:tracePt t="31692" x="2279650" y="3390900"/>
          <p14:tracePt t="31709" x="2089150" y="3390900"/>
          <p14:tracePt t="31725" x="1873250" y="3390900"/>
          <p14:tracePt t="31742" x="1771650" y="3384550"/>
          <p14:tracePt t="31759" x="1619250" y="3384550"/>
          <p14:tracePt t="31775" x="1524000" y="3378200"/>
          <p14:tracePt t="31792" x="1504950" y="3378200"/>
          <p14:tracePt t="31808" x="1479550" y="3371850"/>
          <p14:tracePt t="31825" x="1473200" y="3371850"/>
          <p14:tracePt t="31863" x="1466850" y="3365500"/>
          <p14:tracePt t="32606" x="1466850" y="3378200"/>
          <p14:tracePt t="32613" x="1466850" y="3416300"/>
          <p14:tracePt t="32627" x="1466850" y="3454400"/>
          <p14:tracePt t="32638" x="1466850" y="3492500"/>
          <p14:tracePt t="32656" x="1485900" y="3600450"/>
          <p14:tracePt t="32672" x="1498600" y="3670300"/>
          <p14:tracePt t="32689" x="1524000" y="3797300"/>
          <p14:tracePt t="32706" x="1555750" y="3956050"/>
          <p14:tracePt t="32721" x="1562100" y="4019550"/>
          <p14:tracePt t="32739" x="1574800" y="4191000"/>
          <p14:tracePt t="32755" x="1581150" y="4318000"/>
          <p14:tracePt t="32771" x="1593850" y="4368800"/>
          <p14:tracePt t="32789" x="1612900" y="4489450"/>
          <p14:tracePt t="32805" x="1619250" y="4533900"/>
          <p14:tracePt t="32821" x="1625600" y="4578350"/>
          <p14:tracePt t="32838" x="1631950" y="4603750"/>
          <p14:tracePt t="32854" x="1631950" y="4616450"/>
          <p14:tracePt t="32871" x="1631950" y="4641850"/>
          <p14:tracePt t="32888" x="1631950" y="4648200"/>
          <p14:tracePt t="32905" x="1631950" y="4654550"/>
          <p14:tracePt t="33006" x="1631950" y="4660900"/>
          <p14:tracePt t="33069" x="1631950" y="4667250"/>
          <p14:tracePt t="33091" x="1638300" y="4673600"/>
          <p14:tracePt t="33098" x="1638300" y="4686300"/>
          <p14:tracePt t="33106" x="1638300" y="4692650"/>
          <p14:tracePt t="33121" x="1644650" y="4711700"/>
          <p14:tracePt t="33137" x="1651000" y="4743450"/>
          <p14:tracePt t="33154" x="1682750" y="4826000"/>
          <p14:tracePt t="33170" x="1733550" y="4927600"/>
          <p14:tracePt t="33187" x="1746250" y="4978400"/>
          <p14:tracePt t="33190" x="1778000" y="5035550"/>
          <p14:tracePt t="33203" x="1803400" y="5080000"/>
          <p14:tracePt t="33220" x="1841500" y="5143500"/>
          <p14:tracePt t="33237" x="1860550" y="5162550"/>
          <p14:tracePt t="33253" x="1873250" y="5175250"/>
          <p14:tracePt t="33270" x="1879600" y="5181600"/>
          <p14:tracePt t="33287" x="1879600" y="5156200"/>
          <p14:tracePt t="33304" x="1879600" y="5118100"/>
          <p14:tracePt t="33320" x="1879600" y="5016500"/>
          <p14:tracePt t="33337" x="1847850" y="4870450"/>
          <p14:tracePt t="33353" x="1841500" y="4794250"/>
          <p14:tracePt t="33369" x="1828800" y="4737100"/>
          <p14:tracePt t="33387" x="1797050" y="4591050"/>
          <p14:tracePt t="33403" x="1790700" y="4559300"/>
          <p14:tracePt t="33420" x="1784350" y="4540250"/>
          <p14:tracePt t="33477" x="1784350" y="4552950"/>
          <p14:tracePt t="33491" x="1790700" y="4578350"/>
          <p14:tracePt t="33498" x="1803400" y="4603750"/>
          <p14:tracePt t="33512" x="1809750" y="4635500"/>
          <p14:tracePt t="33521" x="1841500" y="4679950"/>
          <p14:tracePt t="33536" x="1854200" y="4724400"/>
          <p14:tracePt t="33552" x="1924050" y="4826000"/>
          <p14:tracePt t="33569" x="1981200" y="4902200"/>
          <p14:tracePt t="33585" x="2006600" y="4940300"/>
          <p14:tracePt t="33602" x="2057400" y="4965700"/>
          <p14:tracePt t="33618" x="2095500" y="4991100"/>
          <p14:tracePt t="33635" x="2114550" y="4991100"/>
          <p14:tracePt t="33653" x="2133600" y="4991100"/>
          <p14:tracePt t="33669" x="2146300" y="4991100"/>
          <p14:tracePt t="33722" x="2139950" y="4978400"/>
          <p14:tracePt t="33729" x="2127250" y="4978400"/>
          <p14:tracePt t="33737" x="2114550" y="4972050"/>
          <p14:tracePt t="33751" x="2101850" y="4959350"/>
          <p14:tracePt t="33768" x="2089150" y="4953000"/>
          <p14:tracePt t="33785" x="2051050" y="4927600"/>
          <p14:tracePt t="33802" x="2025650" y="4908550"/>
          <p14:tracePt t="33818" x="2012950" y="4902200"/>
          <p14:tracePt t="33835" x="2000250" y="4889500"/>
          <p14:tracePt t="33851" x="1993900" y="4889500"/>
          <p14:tracePt t="33898" x="2000250" y="4889500"/>
          <p14:tracePt t="33912" x="2012950" y="4889500"/>
          <p14:tracePt t="33920" x="2025650" y="4895850"/>
          <p14:tracePt t="33935" x="2057400" y="4902200"/>
          <p14:tracePt t="33951" x="2178050" y="4921250"/>
          <p14:tracePt t="33968" x="2393950" y="4940300"/>
          <p14:tracePt t="33984" x="2527300" y="4940300"/>
          <p14:tracePt t="34001" x="2705100" y="4953000"/>
          <p14:tracePt t="34017" x="3136900" y="4933950"/>
          <p14:tracePt t="34034" x="3511550" y="4908550"/>
          <p14:tracePt t="34051" x="3683000" y="4883150"/>
          <p14:tracePt t="34067" x="3924300" y="4857750"/>
          <p14:tracePt t="34084" x="4070350" y="4851400"/>
          <p14:tracePt t="34101" x="4146550" y="4851400"/>
          <p14:tracePt t="34117" x="4178300" y="4851400"/>
          <p14:tracePt t="34134" x="4222750" y="4845050"/>
          <p14:tracePt t="34150" x="4260850" y="4845050"/>
          <p14:tracePt t="34183" x="4279900" y="4845050"/>
          <p14:tracePt t="34200" x="4286250" y="4845050"/>
          <p14:tracePt t="34217" x="4292600" y="4845050"/>
          <p14:tracePt t="34241" x="4298950" y="4845050"/>
          <p14:tracePt t="34283" x="4311650" y="4845050"/>
          <p14:tracePt t="34297" x="4318000" y="4845050"/>
          <p14:tracePt t="34312" x="4337050" y="4845050"/>
          <p14:tracePt t="34319" x="4349750" y="4845050"/>
          <p14:tracePt t="34335" x="4362450" y="4845050"/>
          <p14:tracePt t="34350" x="4375150" y="4845050"/>
          <p14:tracePt t="34367" x="4387850" y="4845050"/>
          <p14:tracePt t="34383" x="4413250" y="4845050"/>
          <p14:tracePt t="34399" x="4419600" y="4845050"/>
          <p14:tracePt t="34416" x="4419600" y="4838700"/>
          <p14:tracePt t="34432" x="4368800" y="4832350"/>
          <p14:tracePt t="34449" x="4318000" y="4819650"/>
          <p14:tracePt t="34466" x="4133850" y="4781550"/>
          <p14:tracePt t="34482" x="3879850" y="4762500"/>
          <p14:tracePt t="34499" x="3721100" y="4737100"/>
          <p14:tracePt t="34516" x="3149600" y="4699000"/>
          <p14:tracePt t="34532" x="2965450" y="4686300"/>
          <p14:tracePt t="34549" x="2806700" y="4686300"/>
          <p14:tracePt t="34565" x="2451100" y="4699000"/>
          <p14:tracePt t="34582" x="2362200" y="4711700"/>
          <p14:tracePt t="34599" x="2228850" y="4730750"/>
          <p14:tracePt t="34615" x="2203450" y="4730750"/>
          <p14:tracePt t="34632" x="2165350" y="4737100"/>
          <p14:tracePt t="34649" x="2159000" y="4737100"/>
          <p14:tracePt t="34665" x="2165350" y="4737100"/>
          <p14:tracePt t="34681" x="2241550" y="4737100"/>
          <p14:tracePt t="34698" x="2387600" y="4737100"/>
          <p14:tracePt t="34715" x="2482850" y="4737100"/>
          <p14:tracePt t="34732" x="2768600" y="4749800"/>
          <p14:tracePt t="34748" x="3238500" y="4737100"/>
          <p14:tracePt t="34764" x="3479800" y="4724400"/>
          <p14:tracePt t="34782" x="3962400" y="4699000"/>
          <p14:tracePt t="34798" x="4210050" y="4654550"/>
          <p14:tracePt t="34815" x="4432300" y="4629150"/>
          <p14:tracePt t="34831" x="4730750" y="4578350"/>
          <p14:tracePt t="34848" x="4845050" y="4572000"/>
          <p14:tracePt t="34864" x="4984750" y="4559300"/>
          <p14:tracePt t="34881" x="5029200" y="4546600"/>
          <p14:tracePt t="34897" x="5067300" y="4533900"/>
          <p14:tracePt t="34915" x="5073650" y="4533900"/>
          <p14:tracePt t="34931" x="5080000" y="4527550"/>
          <p14:tracePt t="34947" x="5086350" y="4527550"/>
          <p14:tracePt t="34964" x="5092700" y="4527550"/>
          <p14:tracePt t="35014" x="5092700" y="4533900"/>
          <p14:tracePt t="35020" x="5086350" y="4533900"/>
          <p14:tracePt t="35030" x="5073650" y="4533900"/>
          <p14:tracePt t="35049" x="5035550" y="4533900"/>
          <p14:tracePt t="35064" x="5022850" y="4533900"/>
          <p14:tracePt t="35081" x="4978400" y="4533900"/>
          <p14:tracePt t="35098" x="4946650" y="4527550"/>
          <p14:tracePt t="35113" x="4933950" y="4521200"/>
          <p14:tracePt t="35130" x="4902200" y="4521200"/>
          <p14:tracePt t="35147" x="4864100" y="4527550"/>
          <p14:tracePt t="35163" x="4845050" y="4533900"/>
          <p14:tracePt t="35180" x="4826000" y="4533900"/>
          <p14:tracePt t="35196" x="4730750" y="4502150"/>
          <p14:tracePt t="35213" x="4679950" y="4476750"/>
          <p14:tracePt t="35216" x="4622800" y="4445000"/>
          <p14:tracePt t="35232" x="4552950" y="4419600"/>
          <p14:tracePt t="35246" x="4470400" y="4375150"/>
          <p14:tracePt t="35263" x="4260850" y="4311650"/>
          <p14:tracePt t="35280" x="4133850" y="4273550"/>
          <p14:tracePt t="35296" x="3860800" y="4178300"/>
          <p14:tracePt t="35313" x="3702050" y="4133850"/>
          <p14:tracePt t="35329" x="3352800" y="4057650"/>
          <p14:tracePt t="35346" x="3175000" y="4019550"/>
          <p14:tracePt t="35363" x="2882900" y="3975100"/>
          <p14:tracePt t="35379" x="2609850" y="3930650"/>
          <p14:tracePt t="35395" x="2425700" y="3911600"/>
          <p14:tracePt t="35413" x="2324100" y="3911600"/>
          <p14:tracePt t="35429" x="2273300" y="3905250"/>
          <p14:tracePt t="35445" x="2254250" y="3905250"/>
          <p14:tracePt t="35463" x="2247900" y="3905250"/>
          <p14:tracePt t="35479" x="2241550" y="3898900"/>
          <p14:tracePt t="35519" x="2235200" y="3898900"/>
          <p14:tracePt t="35638" x="2235200" y="3892550"/>
          <p14:tracePt t="35863" x="2184400" y="3867150"/>
          <p14:tracePt t="35879" x="2152650" y="3848100"/>
          <p14:tracePt t="35896" x="2070100" y="3816350"/>
          <p14:tracePt t="35914" x="1981200" y="3778250"/>
          <p14:tracePt t="35928" x="1943100" y="3771900"/>
          <p14:tracePt t="35945" x="1879600" y="3752850"/>
          <p14:tracePt t="35963" x="1809750" y="3733800"/>
          <p14:tracePt t="35978" x="1790700" y="3727450"/>
          <p14:tracePt t="35996" x="1752600" y="3714750"/>
          <p14:tracePt t="36012" x="1739900" y="3702050"/>
          <p14:tracePt t="36028" x="1727200" y="3695700"/>
          <p14:tracePt t="36047" x="1714500" y="3683000"/>
          <p14:tracePt t="36062" x="1695450" y="3663950"/>
          <p14:tracePt t="36078" x="1682750" y="3657600"/>
          <p14:tracePt t="36096" x="1663700" y="3632200"/>
          <p14:tracePt t="36111" x="1644650" y="3613150"/>
          <p14:tracePt t="36128" x="1619250" y="3600450"/>
          <p14:tracePt t="36145" x="1593850" y="3562350"/>
          <p14:tracePt t="36161" x="1568450" y="3549650"/>
          <p14:tracePt t="36179" x="1498600" y="3498850"/>
          <p14:tracePt t="36193" x="1466850" y="3479800"/>
          <p14:tracePt t="36210" x="1447800" y="3467100"/>
          <p14:tracePt t="36227" x="1403350" y="3448050"/>
          <p14:tracePt t="36243" x="1352550" y="3422650"/>
          <p14:tracePt t="36259" x="1339850" y="3409950"/>
          <p14:tracePt t="36277" x="1301750" y="3390900"/>
          <p14:tracePt t="36293" x="1289050" y="3378200"/>
          <p14:tracePt t="36309" x="1282700" y="3371850"/>
          <p14:tracePt t="36327" x="1276350" y="3365500"/>
          <p14:tracePt t="36343" x="1270000" y="3365500"/>
          <p14:tracePt t="36389" x="1270000" y="3359150"/>
          <p14:tracePt t="36943" x="1257300" y="3365500"/>
          <p14:tracePt t="36950" x="1244600" y="3384550"/>
          <p14:tracePt t="36964" x="1212850" y="3409950"/>
          <p14:tracePt t="36974" x="1187450" y="3429000"/>
          <p14:tracePt t="36990" x="1155700" y="3467100"/>
          <p14:tracePt t="37008" x="1073150" y="3536950"/>
          <p14:tracePt t="37023" x="1003300" y="3594100"/>
          <p14:tracePt t="37041" x="939800" y="3663950"/>
          <p14:tracePt t="37057" x="914400" y="3695700"/>
          <p14:tracePt t="37073" x="889000" y="3721100"/>
          <p14:tracePt t="37090" x="844550" y="3752850"/>
          <p14:tracePt t="37107" x="838200" y="3759200"/>
          <p14:tracePt t="37123" x="831850" y="3765550"/>
          <p14:tracePt t="37140" x="819150" y="3765550"/>
          <p14:tracePt t="37231" x="819150" y="3759200"/>
          <p14:tracePt t="37245" x="812800" y="3752850"/>
          <p14:tracePt t="37266" x="806450" y="3740150"/>
          <p14:tracePt t="37287" x="806450" y="3733800"/>
          <p14:tracePt t="37301" x="806450" y="3727450"/>
          <p14:tracePt t="37309" x="800100" y="3727450"/>
          <p14:tracePt t="37675" x="793750" y="3727450"/>
          <p14:tracePt t="37683" x="787400" y="3721100"/>
          <p14:tracePt t="37697" x="781050" y="3695700"/>
          <p14:tracePt t="37705" x="774700" y="3689350"/>
          <p14:tracePt t="37721" x="768350" y="3683000"/>
          <p14:tracePt t="37739" x="755650" y="3651250"/>
          <p14:tracePt t="37754" x="749300" y="3625850"/>
          <p14:tracePt t="37771" x="749300" y="3619500"/>
          <p14:tracePt t="37788" x="749300" y="3594100"/>
          <p14:tracePt t="37804" x="762000" y="3549650"/>
          <p14:tracePt t="37821" x="774700" y="3530600"/>
          <p14:tracePt t="37838" x="800100" y="3492500"/>
          <p14:tracePt t="37854" x="812800" y="3473450"/>
          <p14:tracePt t="37871" x="857250" y="3416300"/>
          <p14:tracePt t="37887" x="895350" y="3378200"/>
          <p14:tracePt t="37904" x="908050" y="3352800"/>
          <p14:tracePt t="37921" x="939800" y="3308350"/>
          <p14:tracePt t="37937" x="946150" y="3276600"/>
          <p14:tracePt t="37954" x="952500" y="3263900"/>
          <p14:tracePt t="37971" x="952500" y="3257550"/>
          <p14:tracePt t="37987" x="952500" y="3251200"/>
          <p14:tracePt t="38076" x="952500" y="3257550"/>
          <p14:tracePt t="38083" x="946150" y="3257550"/>
          <p14:tracePt t="38097" x="939800" y="3263900"/>
          <p14:tracePt t="38106" x="933450" y="3270250"/>
          <p14:tracePt t="38119" x="927100" y="3276600"/>
          <p14:tracePt t="38136" x="914400" y="3289300"/>
          <p14:tracePt t="38153" x="876300" y="3346450"/>
          <p14:tracePt t="38170" x="850900" y="3371850"/>
          <p14:tracePt t="38186" x="838200" y="3403600"/>
          <p14:tracePt t="38203" x="806450" y="3460750"/>
          <p14:tracePt t="38219" x="774700" y="3511550"/>
          <p14:tracePt t="38236" x="762000" y="3530600"/>
          <p14:tracePt t="38252" x="749300" y="3568700"/>
          <p14:tracePt t="38269" x="736600" y="3575050"/>
          <p14:tracePt t="38286" x="736600" y="3581400"/>
          <p14:tracePt t="38319" x="730250" y="3587750"/>
          <p14:tracePt t="38426" x="730250" y="3594100"/>
          <p14:tracePt t="38454" x="723900" y="3600450"/>
          <p14:tracePt t="38476" x="723900" y="3606800"/>
          <p14:tracePt t="38504" x="717550" y="3606800"/>
          <p14:tracePt t="38538" x="711200" y="3613150"/>
          <p14:tracePt t="38566" x="717550" y="3613150"/>
          <p14:tracePt t="38588" x="730250" y="3613150"/>
          <p14:tracePt t="38595" x="742950" y="3613150"/>
          <p14:tracePt t="38609" x="762000" y="3613150"/>
          <p14:tracePt t="38618" x="781050" y="3613150"/>
          <p14:tracePt t="38634" x="812800" y="3613150"/>
          <p14:tracePt t="38652" x="869950" y="3619500"/>
          <p14:tracePt t="38668" x="958850" y="3632200"/>
          <p14:tracePt t="38685" x="990600" y="3638550"/>
          <p14:tracePt t="38701" x="1041400" y="3644900"/>
          <p14:tracePt t="38718" x="1066800" y="3644900"/>
          <p14:tracePt t="38734" x="1079500" y="3651250"/>
          <p14:tracePt t="38777" x="1073150" y="3651250"/>
          <p14:tracePt t="38787" x="1060450" y="3651250"/>
          <p14:tracePt t="38800" x="1041400" y="3651250"/>
          <p14:tracePt t="38817" x="1016000" y="3651250"/>
          <p14:tracePt t="38834" x="958850" y="3651250"/>
          <p14:tracePt t="38851" x="869950" y="3651250"/>
          <p14:tracePt t="38867" x="819150" y="3651250"/>
          <p14:tracePt t="38884" x="736600" y="3638550"/>
          <p14:tracePt t="38900" x="679450" y="3632200"/>
          <p14:tracePt t="38918" x="641350" y="3625850"/>
          <p14:tracePt t="38934" x="641350" y="3619500"/>
          <p14:tracePt t="38950" x="635000" y="3619500"/>
          <p14:tracePt t="38983" x="628650" y="3619500"/>
          <p14:tracePt t="39030" x="622300" y="3613150"/>
          <p14:tracePt t="39577" x="628650" y="3613150"/>
          <p14:tracePt t="39599" x="635000" y="3613150"/>
          <p14:tracePt t="39648" x="641350" y="3613150"/>
          <p14:tracePt t="39682" x="647700" y="3613150"/>
          <p14:tracePt t="39718" x="654050" y="3613150"/>
          <p14:tracePt t="39738" x="660400" y="3613150"/>
          <p14:tracePt t="39760" x="666750" y="3613150"/>
          <p14:tracePt t="39802" x="673100" y="3613150"/>
          <p14:tracePt t="39893" x="673100" y="3619500"/>
          <p14:tracePt t="39942" x="679450" y="3619500"/>
          <p14:tracePt t="39949" x="692150" y="3625850"/>
          <p14:tracePt t="39965" x="698500" y="3625850"/>
          <p14:tracePt t="39980" x="730250" y="3632200"/>
          <p14:tracePt t="39996" x="742950" y="3632200"/>
          <p14:tracePt t="40014" x="806450" y="3638550"/>
          <p14:tracePt t="40030" x="889000" y="3651250"/>
          <p14:tracePt t="40049" x="958850" y="3651250"/>
          <p14:tracePt t="40063" x="977900" y="3651250"/>
          <p14:tracePt t="40080" x="996950" y="3651250"/>
          <p14:tracePt t="40097" x="1028700" y="3651250"/>
          <p14:tracePt t="40113" x="1035050" y="3651250"/>
          <p14:tracePt t="40146" x="1041400" y="3651250"/>
          <p14:tracePt t="40174" x="1047750" y="3651250"/>
          <p14:tracePt t="40202" x="1047750" y="3644900"/>
          <p14:tracePt t="40209" x="1054100" y="3632200"/>
          <p14:tracePt t="40223" x="1054100" y="3625850"/>
          <p14:tracePt t="40232" x="1060450" y="3613150"/>
          <p14:tracePt t="40245" x="1066800" y="3600450"/>
          <p14:tracePt t="40262" x="1085850" y="3543300"/>
          <p14:tracePt t="40280" x="1098550" y="3473450"/>
          <p14:tracePt t="40295" x="1104900" y="3429000"/>
          <p14:tracePt t="40312" x="1111250" y="3403600"/>
          <p14:tracePt t="40329" x="1130300" y="3333750"/>
          <p14:tracePt t="40345" x="1130300" y="3321050"/>
          <p14:tracePt t="40362" x="1136650" y="3308350"/>
          <p14:tracePt t="40379" x="1136650" y="3295650"/>
          <p14:tracePt t="40395" x="1136650" y="3289300"/>
          <p14:tracePt t="40490" x="1136650" y="3295650"/>
          <p14:tracePt t="40503" x="1136650" y="3302000"/>
          <p14:tracePt t="40511" x="1130300" y="3302000"/>
          <p14:tracePt t="40524" x="1123950" y="3308350"/>
          <p14:tracePt t="40532" x="1117600" y="3327400"/>
          <p14:tracePt t="40547" x="1104900" y="3352800"/>
          <p14:tracePt t="40561" x="1066800" y="3403600"/>
          <p14:tracePt t="40578" x="1041400" y="3435350"/>
          <p14:tracePt t="40595" x="977900" y="3517900"/>
          <p14:tracePt t="40611" x="914400" y="3575050"/>
          <p14:tracePt t="40628" x="882650" y="3600450"/>
          <p14:tracePt t="40644" x="831850" y="3619500"/>
          <p14:tracePt t="40661" x="806450" y="3625850"/>
          <p14:tracePt t="40678" x="749300" y="3625850"/>
          <p14:tracePt t="40694" x="711200" y="3625850"/>
          <p14:tracePt t="40711" x="692150" y="3619500"/>
          <p14:tracePt t="40728" x="635000" y="3600450"/>
          <p14:tracePt t="40744" x="622300" y="3600450"/>
          <p14:tracePt t="40760" x="615950" y="3600450"/>
          <p14:tracePt t="40778" x="603250" y="3600450"/>
          <p14:tracePt t="40840" x="596900" y="3600450"/>
          <p14:tracePt t="40932" x="590550" y="3600450"/>
          <p14:tracePt t="40946" x="584200" y="3600450"/>
          <p14:tracePt t="40953" x="577850" y="3600450"/>
          <p14:tracePt t="40962" x="571500" y="3600450"/>
          <p14:tracePt t="40980" x="558800" y="3600450"/>
          <p14:tracePt t="40996" x="558800" y="3606800"/>
          <p14:tracePt t="41016" x="552450" y="3606800"/>
          <p14:tracePt t="41026" x="546100" y="3606800"/>
          <p14:tracePt t="41045" x="533400" y="3606800"/>
          <p14:tracePt t="41059" x="527050" y="3606800"/>
          <p14:tracePt t="41076" x="520700" y="3606800"/>
          <p14:tracePt t="41093" x="514350" y="3606800"/>
          <p14:tracePt t="41126" x="501650" y="3606800"/>
          <p14:tracePt t="41159" x="495300" y="3606800"/>
          <p14:tracePt t="41184" x="488950" y="3606800"/>
          <p14:tracePt t="41261" x="495300" y="3606800"/>
          <p14:tracePt t="41276" x="501650" y="3606800"/>
          <p14:tracePt t="41282" x="508000" y="3606800"/>
          <p14:tracePt t="41296" x="520700" y="3613150"/>
          <p14:tracePt t="41310" x="552450" y="3613150"/>
          <p14:tracePt t="41325" x="565150" y="3613150"/>
          <p14:tracePt t="41342" x="584200" y="3613150"/>
          <p14:tracePt t="41359" x="615950" y="3613150"/>
          <p14:tracePt t="41375" x="622300" y="3613150"/>
          <p14:tracePt t="41409" x="615950" y="3613150"/>
          <p14:tracePt t="41425" x="590550" y="3606800"/>
          <p14:tracePt t="41442" x="577850" y="3606800"/>
          <p14:tracePt t="41458" x="539750" y="3600450"/>
          <p14:tracePt t="41475" x="488950" y="3600450"/>
          <p14:tracePt t="41491" x="463550" y="3600450"/>
          <p14:tracePt t="41508" x="419100" y="3600450"/>
          <p14:tracePt t="41525" x="387350" y="3600450"/>
          <p14:tracePt t="41542" x="374650" y="3600450"/>
          <p14:tracePt t="41592" x="387350" y="3600450"/>
          <p14:tracePt t="41605" x="406400" y="3600450"/>
          <p14:tracePt t="41612" x="431800" y="3600450"/>
          <p14:tracePt t="41627" x="450850" y="3600450"/>
          <p14:tracePt t="41641" x="476250" y="3606800"/>
          <p14:tracePt t="41658" x="533400" y="3613150"/>
          <p14:tracePt t="41674" x="558800" y="3613150"/>
          <p14:tracePt t="41691" x="584200" y="3619500"/>
          <p14:tracePt t="41707" x="590550" y="3619500"/>
          <p14:tracePt t="41727" x="584200" y="3619500"/>
          <p14:tracePt t="41745" x="571500" y="3619500"/>
          <p14:tracePt t="41757" x="552450" y="3619500"/>
          <p14:tracePt t="41774" x="514350" y="3619500"/>
          <p14:tracePt t="41790" x="488950" y="3619500"/>
          <p14:tracePt t="41807" x="425450" y="3619500"/>
          <p14:tracePt t="41824" x="374650" y="3632200"/>
          <p14:tracePt t="41841" x="355600" y="3632200"/>
          <p14:tracePt t="41857" x="330200" y="3632200"/>
          <p14:tracePt t="41873" x="323850" y="3632200"/>
          <p14:tracePt t="41907" x="330200" y="3632200"/>
          <p14:tracePt t="41923" x="368300" y="3619500"/>
          <p14:tracePt t="41940" x="406400" y="3613150"/>
          <p14:tracePt t="41957" x="488950" y="3606800"/>
          <p14:tracePt t="41973" x="527050" y="3606800"/>
          <p14:tracePt t="41990" x="596900" y="3600450"/>
          <p14:tracePt t="42007" x="635000" y="3594100"/>
          <p14:tracePt t="42023" x="641350" y="3594100"/>
          <p14:tracePt t="42056" x="609600" y="3594100"/>
          <p14:tracePt t="42073" x="590550" y="3594100"/>
          <p14:tracePt t="42089" x="514350" y="3594100"/>
          <p14:tracePt t="42106" x="381000" y="3613150"/>
          <p14:tracePt t="42123" x="330200" y="3619500"/>
          <p14:tracePt t="42139" x="247650" y="3632200"/>
          <p14:tracePt t="42156" x="215900" y="3632200"/>
          <p14:tracePt t="42173" x="209550" y="3632200"/>
          <p14:tracePt t="42189" x="222250" y="3625850"/>
          <p14:tracePt t="42205" x="292100" y="3606800"/>
          <p14:tracePt t="42223" x="419100" y="3587750"/>
          <p14:tracePt t="42239" x="463550" y="3581400"/>
          <p14:tracePt t="42255" x="508000" y="3562350"/>
          <p14:tracePt t="42272" x="558800" y="3556000"/>
          <p14:tracePt t="42289" x="565150" y="3556000"/>
          <p14:tracePt t="42322" x="552450" y="3556000"/>
          <p14:tracePt t="42338" x="514350" y="3562350"/>
          <p14:tracePt t="42356" x="444500" y="3568700"/>
          <p14:tracePt t="42372" x="406400" y="3575050"/>
          <p14:tracePt t="42388" x="336550" y="3581400"/>
          <p14:tracePt t="42405" x="311150" y="3587750"/>
          <p14:tracePt t="42421" x="285750" y="3587750"/>
          <p14:tracePt t="42438" x="292100" y="3587750"/>
          <p14:tracePt t="42455" x="336550" y="3587750"/>
          <p14:tracePt t="42471" x="355600" y="3587750"/>
          <p14:tracePt t="42488" x="412750" y="3575050"/>
          <p14:tracePt t="42504" x="450850" y="3568700"/>
          <p14:tracePt t="42521" x="457200" y="3568700"/>
          <p14:tracePt t="42538" x="469900" y="3568700"/>
          <p14:tracePt t="42570" x="463550" y="3562350"/>
          <p14:tracePt t="42588" x="425450" y="3562350"/>
          <p14:tracePt t="42604" x="400050" y="3562350"/>
          <p14:tracePt t="42621" x="342900" y="3562350"/>
          <p14:tracePt t="42637" x="304800" y="3562350"/>
          <p14:tracePt t="42654" x="292100" y="3562350"/>
          <p14:tracePt t="42673" x="266700" y="3562350"/>
          <p14:tracePt t="42707" x="279400" y="3562350"/>
          <p14:tracePt t="42721" x="298450" y="3562350"/>
          <p14:tracePt t="42738" x="336550" y="3562350"/>
          <p14:tracePt t="42756" x="387350" y="3562350"/>
          <p14:tracePt t="42771" x="406400" y="3562350"/>
          <p14:tracePt t="42787" x="431800" y="3562350"/>
          <p14:tracePt t="42804" x="438150" y="3562350"/>
          <p14:tracePt t="42820" x="450850" y="3562350"/>
          <p14:tracePt t="42889" x="450850" y="3568700"/>
          <p14:tracePt t="42896" x="450850" y="3575050"/>
          <p14:tracePt t="42911" x="450850" y="3581400"/>
          <p14:tracePt t="42919" x="444500" y="3587750"/>
          <p14:tracePt t="42936" x="438150" y="3594100"/>
          <p14:tracePt t="42953" x="419100" y="3613150"/>
          <p14:tracePt t="42969" x="393700" y="3625850"/>
          <p14:tracePt t="42986" x="374650" y="3632200"/>
          <p14:tracePt t="43003" x="342900" y="3632200"/>
          <p14:tracePt t="43019" x="311150" y="3632200"/>
          <p14:tracePt t="43036" x="304800" y="3625850"/>
          <p14:tracePt t="43053" x="292100" y="3613150"/>
          <p14:tracePt t="43069" x="292100" y="3606800"/>
          <p14:tracePt t="43086" x="323850" y="3594100"/>
          <p14:tracePt t="43102" x="342900" y="3587750"/>
          <p14:tracePt t="43119" x="400050" y="3575050"/>
          <p14:tracePt t="43136" x="457200" y="3575050"/>
          <p14:tracePt t="43152" x="482600" y="3568700"/>
          <p14:tracePt t="43169" x="495300" y="3568700"/>
          <p14:tracePt t="43185" x="508000" y="3568700"/>
          <p14:tracePt t="43203" x="514350" y="3568700"/>
          <p14:tracePt t="43222" x="508000" y="3575050"/>
          <p14:tracePt t="43235" x="508000" y="3581400"/>
          <p14:tracePt t="43252" x="463550" y="3600450"/>
          <p14:tracePt t="43268" x="406400" y="3613150"/>
          <p14:tracePt t="43285" x="368300" y="3625850"/>
          <p14:tracePt t="43302" x="273050" y="3632200"/>
          <p14:tracePt t="43318" x="215900" y="3632200"/>
          <p14:tracePt t="43335" x="190500" y="3632200"/>
          <p14:tracePt t="43338" x="177800" y="3632200"/>
          <p14:tracePt t="43359" x="177800" y="3625850"/>
          <p14:tracePt t="43380" x="184150" y="3613150"/>
          <p14:tracePt t="43388" x="209550" y="3606800"/>
          <p14:tracePt t="43402" x="234950" y="3587750"/>
          <p14:tracePt t="43418" x="330200" y="3581400"/>
          <p14:tracePt t="43435" x="381000" y="3568700"/>
          <p14:tracePt t="43452" x="450850" y="3568700"/>
          <p14:tracePt t="43468" x="495300" y="3575050"/>
          <p14:tracePt t="43501" x="501650" y="3575050"/>
          <p14:tracePt t="43517" x="495300" y="3575050"/>
          <p14:tracePt t="43535" x="457200" y="3575050"/>
          <p14:tracePt t="43551" x="438150" y="3587750"/>
          <p14:tracePt t="43567" x="387350" y="3594100"/>
          <p14:tracePt t="43585" x="241300" y="3606800"/>
          <p14:tracePt t="43601" x="196850" y="3619500"/>
          <p14:tracePt t="43618" x="177800" y="3619500"/>
          <p14:tracePt t="43634" x="158750" y="3625850"/>
          <p14:tracePt t="43651" x="177800" y="3632200"/>
          <p14:tracePt t="43668" x="254000" y="3632200"/>
          <p14:tracePt t="43684" x="311150" y="3625850"/>
          <p14:tracePt t="43700" x="425450" y="3625850"/>
          <p14:tracePt t="43717" x="463550" y="3625850"/>
          <p14:tracePt t="43734" x="527050" y="3625850"/>
          <p14:tracePt t="43751" x="539750" y="3619500"/>
          <p14:tracePt t="43767" x="552450" y="3619500"/>
          <p14:tracePt t="43787" x="546100" y="3619500"/>
          <p14:tracePt t="43799" x="533400" y="3613150"/>
          <p14:tracePt t="43817" x="508000" y="3600450"/>
          <p14:tracePt t="43833" x="463550" y="3606800"/>
          <p14:tracePt t="43850" x="419100" y="3606800"/>
          <p14:tracePt t="43853" x="381000" y="3619500"/>
          <p14:tracePt t="43866" x="336550" y="3632200"/>
          <p14:tracePt t="43883" x="279400" y="3651250"/>
          <p14:tracePt t="43900" x="247650" y="3663950"/>
          <p14:tracePt t="43916" x="247650" y="3676650"/>
          <p14:tracePt t="43933" x="292100" y="3702050"/>
          <p14:tracePt t="43950" x="361950" y="3714750"/>
          <p14:tracePt t="43966" x="406400" y="3714750"/>
          <p14:tracePt t="43983" x="501650" y="3695700"/>
          <p14:tracePt t="43999" x="552450" y="3657600"/>
          <p14:tracePt t="44016" x="577850" y="3638550"/>
          <p14:tracePt t="44033" x="584200" y="3575050"/>
          <p14:tracePt t="44049" x="552450" y="3524250"/>
          <p14:tracePt t="44066" x="520700" y="3492500"/>
          <p14:tracePt t="44083" x="431800" y="3467100"/>
          <p14:tracePt t="44099" x="342900" y="3460750"/>
          <p14:tracePt t="44116" x="298450" y="3467100"/>
          <p14:tracePt t="44132" x="234950" y="3517900"/>
          <p14:tracePt t="44149" x="215900" y="3543300"/>
          <p14:tracePt t="44166" x="203200" y="3606800"/>
          <p14:tracePt t="44182" x="222250" y="3695700"/>
          <p14:tracePt t="44198" x="247650" y="3727450"/>
          <p14:tracePt t="44216" x="304800" y="3778250"/>
          <p14:tracePt t="44232" x="374650" y="3797300"/>
          <p14:tracePt t="44249" x="425450" y="3797300"/>
          <p14:tracePt t="44265" x="514350" y="3778250"/>
          <p14:tracePt t="44282" x="577850" y="3740150"/>
          <p14:tracePt t="44298" x="596900" y="3721100"/>
          <p14:tracePt t="44315" x="628650" y="3683000"/>
          <p14:tracePt t="44331" x="635000" y="3670300"/>
          <p14:tracePt t="44349" x="635000" y="3663950"/>
          <p14:tracePt t="44365" x="628650" y="3657600"/>
          <p14:tracePt t="44381" x="596900" y="3644900"/>
          <p14:tracePt t="44398" x="546100" y="3632200"/>
          <p14:tracePt t="44415" x="508000" y="3632200"/>
          <p14:tracePt t="44431" x="463550" y="3632200"/>
          <p14:tracePt t="44448" x="381000" y="3657600"/>
          <p14:tracePt t="44464" x="330200" y="3689350"/>
          <p14:tracePt t="44482" x="304800" y="3702050"/>
          <p14:tracePt t="44498" x="298450" y="3702050"/>
          <p14:tracePt t="44514" x="304800" y="3727450"/>
          <p14:tracePt t="44532" x="349250" y="3759200"/>
          <p14:tracePt t="44547" x="374650" y="3765550"/>
          <p14:tracePt t="44564" x="482600" y="3771900"/>
          <p14:tracePt t="44581" x="577850" y="3765550"/>
          <p14:tracePt t="44597" x="622300" y="3746500"/>
          <p14:tracePt t="44615" x="666750" y="3708400"/>
          <p14:tracePt t="44630" x="679450" y="3670300"/>
          <p14:tracePt t="44647" x="679450" y="3644900"/>
          <p14:tracePt t="44665" x="660400" y="3587750"/>
          <p14:tracePt t="44680" x="615950" y="3549650"/>
          <p14:tracePt t="44697" x="590550" y="3524250"/>
          <p14:tracePt t="44714" x="495300" y="3511550"/>
          <p14:tracePt t="44730" x="374650" y="3511550"/>
          <p14:tracePt t="44747" x="317500" y="3530600"/>
          <p14:tracePt t="44764" x="209550" y="3556000"/>
          <p14:tracePt t="44780" x="152400" y="3575050"/>
          <p14:tracePt t="44798" x="114300" y="3594100"/>
          <p14:tracePt t="44813" x="107950" y="3606800"/>
          <p14:tracePt t="44830" x="101600" y="3619500"/>
          <p14:tracePt t="44847" x="101600" y="3651250"/>
          <p14:tracePt t="44864" x="133350" y="3695700"/>
          <p14:tracePt t="44880" x="165100" y="3714750"/>
          <p14:tracePt t="44897" x="260350" y="3746500"/>
          <p14:tracePt t="44913" x="381000" y="3759200"/>
          <p14:tracePt t="44929" x="444500" y="3752850"/>
          <p14:tracePt t="44946" x="565150" y="3733800"/>
          <p14:tracePt t="44963" x="628650" y="3702050"/>
          <p14:tracePt t="44980" x="647700" y="3651250"/>
          <p14:tracePt t="44996" x="654050" y="3625850"/>
          <p14:tracePt t="45012" x="654050" y="3600450"/>
          <p14:tracePt t="45030" x="628650" y="3530600"/>
          <p14:tracePt t="45046" x="609600" y="3511550"/>
          <p14:tracePt t="45062" x="590550" y="3486150"/>
          <p14:tracePt t="45079" x="546100" y="3467100"/>
          <p14:tracePt t="45095" x="488950" y="3460750"/>
          <p14:tracePt t="45113" x="457200" y="3460750"/>
          <p14:tracePt t="45129" x="387350" y="3473450"/>
          <p14:tracePt t="45145" x="336550" y="3505200"/>
          <p14:tracePt t="45163" x="298450" y="3543300"/>
          <p14:tracePt t="45178" x="279400" y="3562350"/>
          <p14:tracePt t="45195" x="266700" y="3587750"/>
          <p14:tracePt t="45212" x="260350" y="3600450"/>
          <p14:tracePt t="45245" x="260350" y="3606800"/>
          <p14:tracePt t="45262" x="260350" y="3619500"/>
          <p14:tracePt t="45278" x="273050" y="3625850"/>
          <p14:tracePt t="45295" x="311150" y="3644900"/>
          <p14:tracePt t="45312" x="368300" y="3670300"/>
          <p14:tracePt t="45328" x="412750" y="3676650"/>
          <p14:tracePt t="45345" x="482600" y="3689350"/>
          <p14:tracePt t="45361" x="533400" y="3702050"/>
          <p14:tracePt t="45378" x="596900" y="3689350"/>
          <p14:tracePt t="45381" x="615950" y="3676650"/>
          <p14:tracePt t="45395" x="628650" y="3663950"/>
          <p14:tracePt t="45411" x="641350" y="3644900"/>
          <p14:tracePt t="45428" x="641350" y="3594100"/>
          <p14:tracePt t="45445" x="622300" y="3543300"/>
          <p14:tracePt t="45461" x="596900" y="3517900"/>
          <p14:tracePt t="45478" x="546100" y="3486150"/>
          <p14:tracePt t="45494" x="476250" y="3467100"/>
          <p14:tracePt t="45511" x="425450" y="3467100"/>
          <p14:tracePt t="45528" x="330200" y="3467100"/>
          <p14:tracePt t="45544" x="234950" y="3505200"/>
          <p14:tracePt t="45561" x="190500" y="3524250"/>
          <p14:tracePt t="45577" x="127000" y="3562350"/>
          <p14:tracePt t="45594" x="82550" y="3600450"/>
          <p14:tracePt t="45611" x="63500" y="3632200"/>
          <p14:tracePt t="45627" x="63500" y="3657600"/>
          <p14:tracePt t="45644" x="63500" y="3670300"/>
          <p14:tracePt t="45661" x="107950" y="3714750"/>
          <p14:tracePt t="45677" x="133350" y="3721100"/>
          <p14:tracePt t="45694" x="165100" y="3721100"/>
          <p14:tracePt t="45710" x="266700" y="3721100"/>
          <p14:tracePt t="45726" x="406400" y="3702050"/>
          <p14:tracePt t="45744" x="476250" y="3683000"/>
          <p14:tracePt t="45760" x="635000" y="3613150"/>
          <p14:tracePt t="45777" x="660400" y="3600450"/>
          <p14:tracePt t="45794" x="685800" y="3587750"/>
          <p14:tracePt t="45810" x="685800" y="3581400"/>
          <p14:tracePt t="45826" x="692150" y="3581400"/>
          <p14:tracePt t="45844" x="685800" y="3568700"/>
          <p14:tracePt t="45860" x="685800" y="3556000"/>
          <p14:tracePt t="45876" x="666750" y="3549650"/>
          <p14:tracePt t="45893" x="647700" y="3549650"/>
          <p14:tracePt t="45910" x="635000" y="3543300"/>
          <p14:tracePt t="45928" x="615950" y="3543300"/>
          <p14:tracePt t="45943" x="603250" y="3543300"/>
          <p14:tracePt t="45983" x="596900" y="3543300"/>
          <p14:tracePt t="46053" x="609600" y="3549650"/>
          <p14:tracePt t="46081" x="615950" y="3549650"/>
          <p14:tracePt t="46095" x="628650" y="3543300"/>
          <p14:tracePt t="46102" x="641350" y="3543300"/>
          <p14:tracePt t="46116" x="647700" y="3536950"/>
          <p14:tracePt t="46126" x="666750" y="3524250"/>
          <p14:tracePt t="46142" x="679450" y="3517900"/>
          <p14:tracePt t="46159" x="711200" y="3492500"/>
          <p14:tracePt t="46175" x="730250" y="3473450"/>
          <p14:tracePt t="46192" x="742950" y="3467100"/>
          <p14:tracePt t="46209" x="755650" y="3454400"/>
          <p14:tracePt t="46226" x="768350" y="3454400"/>
          <p14:tracePt t="46243" x="768350" y="3460750"/>
          <p14:tracePt t="46258" x="768350" y="3473450"/>
          <p14:tracePt t="46275" x="768350" y="3486150"/>
          <p14:tracePt t="46292" x="768350" y="3581400"/>
          <p14:tracePt t="46308" x="768350" y="3619500"/>
          <p14:tracePt t="46327" x="768350" y="3676650"/>
          <p14:tracePt t="46342" x="768350" y="3695700"/>
          <p14:tracePt t="46358" x="774700" y="3714750"/>
          <p14:tracePt t="46377" x="781050" y="3721100"/>
          <p14:tracePt t="46391" x="781050" y="3708400"/>
          <p14:tracePt t="46408" x="793750" y="3670300"/>
          <p14:tracePt t="46425" x="800100" y="3625850"/>
          <p14:tracePt t="46441" x="806450" y="3613150"/>
          <p14:tracePt t="46458" x="806450" y="3575050"/>
          <p14:tracePt t="46475" x="800100" y="3543300"/>
          <p14:tracePt t="46491" x="800100" y="3530600"/>
          <p14:tracePt t="46508" x="800100" y="3511550"/>
          <p14:tracePt t="46524" x="800100" y="3505200"/>
          <p14:tracePt t="46593" x="800100" y="3517900"/>
          <p14:tracePt t="46608" x="800100" y="3524250"/>
          <p14:tracePt t="46614" x="800100" y="3530600"/>
          <p14:tracePt t="46628" x="806450" y="3536950"/>
          <p14:tracePt t="46640" x="812800" y="3549650"/>
          <p14:tracePt t="46657" x="838200" y="3587750"/>
          <p14:tracePt t="46674" x="850900" y="3600450"/>
          <p14:tracePt t="46690" x="876300" y="3619500"/>
          <p14:tracePt t="46707" x="908050" y="3638550"/>
          <p14:tracePt t="46724" x="933450" y="3638550"/>
          <p14:tracePt t="46741" x="977900" y="3638550"/>
          <p14:tracePt t="46757" x="1016000" y="3619500"/>
          <p14:tracePt t="46773" x="1028700" y="3606800"/>
          <p14:tracePt t="46790" x="1047750" y="3568700"/>
          <p14:tracePt t="46806" x="1060450" y="3562350"/>
          <p14:tracePt t="46823" x="1060450" y="3556000"/>
          <p14:tracePt t="46856" x="1066800" y="3549650"/>
          <p14:tracePt t="46958" x="1066800" y="3556000"/>
          <p14:tracePt t="47175" x="1066800" y="3549650"/>
          <p14:tracePt t="47190" x="1066800" y="3543300"/>
          <p14:tracePt t="47196" x="1066800" y="3530600"/>
          <p14:tracePt t="47204" x="1066800" y="3524250"/>
          <p14:tracePt t="47224" x="1060450" y="3530600"/>
          <p14:tracePt t="47241" x="1060450" y="3543300"/>
          <p14:tracePt t="47255" x="1060450" y="3562350"/>
          <p14:tracePt t="47271" x="1054100" y="3613150"/>
          <p14:tracePt t="47289" x="1047750" y="3683000"/>
          <p14:tracePt t="47304" x="1047750" y="3702050"/>
          <p14:tracePt t="47321" x="1047750" y="3733800"/>
          <p14:tracePt t="47338" x="1041400" y="3752850"/>
          <p14:tracePt t="47354" x="1041400" y="3759200"/>
          <p14:tracePt t="47372" x="1041400" y="3765550"/>
          <p14:tracePt t="47404" x="1041400" y="3759200"/>
          <p14:tracePt t="47421" x="1041400" y="3752850"/>
          <p14:tracePt t="47438" x="1035050" y="3740150"/>
          <p14:tracePt t="47505" x="1028700" y="3733800"/>
          <p14:tracePt t="47547" x="1028700" y="3727450"/>
          <p14:tracePt t="47674" x="1028700" y="3721100"/>
          <p14:tracePt t="47695" x="1022350" y="3714750"/>
          <p14:tracePt t="47715" x="1009650" y="3708400"/>
          <p14:tracePt t="47744" x="1003300" y="3708400"/>
          <p14:tracePt t="47779" x="996950" y="3702050"/>
          <p14:tracePt t="47849" x="1003300" y="3702050"/>
          <p14:tracePt t="47856" x="1022350" y="3702050"/>
          <p14:tracePt t="47872" x="1041400" y="3702050"/>
          <p14:tracePt t="47886" x="1079500" y="3702050"/>
          <p14:tracePt t="47903" x="1212850" y="3708400"/>
          <p14:tracePt t="47919" x="1314450" y="3708400"/>
          <p14:tracePt t="47936" x="1428750" y="3708400"/>
          <p14:tracePt t="47953" x="1689100" y="3708400"/>
          <p14:tracePt t="47969" x="1828800" y="3708400"/>
          <p14:tracePt t="47986" x="2070100" y="3695700"/>
          <p14:tracePt t="48003" x="2159000" y="3683000"/>
          <p14:tracePt t="48019" x="2241550" y="3676650"/>
          <p14:tracePt t="48036" x="2330450" y="3663950"/>
          <p14:tracePt t="48053" x="2355850" y="3657600"/>
          <p14:tracePt t="48068" x="2374900" y="3657600"/>
          <p14:tracePt t="48085" x="2387600" y="3657600"/>
          <p14:tracePt t="48102" x="2387600" y="3651250"/>
          <p14:tracePt t="48119" x="2393950" y="3651250"/>
          <p14:tracePt t="48152" x="2400300" y="3651250"/>
          <p14:tracePt t="48169" x="2406650" y="3651250"/>
          <p14:tracePt t="48185" x="2438400" y="3638550"/>
          <p14:tracePt t="48201" x="2495550" y="3632200"/>
          <p14:tracePt t="48218" x="2559050" y="3625850"/>
          <p14:tracePt t="48235" x="2717800" y="3606800"/>
          <p14:tracePt t="48251" x="2933700" y="3581400"/>
          <p14:tracePt t="48268" x="3048000" y="3562350"/>
          <p14:tracePt t="48285" x="3289300" y="3530600"/>
          <p14:tracePt t="48301" x="3473450" y="3498850"/>
          <p14:tracePt t="48318" x="3524250" y="3492500"/>
          <p14:tracePt t="48334" x="3581400" y="3486150"/>
          <p14:tracePt t="48351" x="3587750" y="3486150"/>
          <p14:tracePt t="48368" x="3600450" y="3479800"/>
          <p14:tracePt t="48400" x="3600450" y="3486150"/>
          <p14:tracePt t="48420" x="3594100" y="3486150"/>
          <p14:tracePt t="48434" x="3581400" y="3492500"/>
          <p14:tracePt t="48451" x="3562350" y="3498850"/>
          <p14:tracePt t="48467" x="3378200" y="3530600"/>
          <p14:tracePt t="48484" x="3263900" y="3543300"/>
          <p14:tracePt t="48501" x="2921000" y="3594100"/>
          <p14:tracePt t="48517" x="2654300" y="3619500"/>
          <p14:tracePt t="48534" x="2355850" y="3651250"/>
          <p14:tracePt t="48551" x="1708150" y="3752850"/>
          <p14:tracePt t="48567" x="1130300" y="3860800"/>
          <p14:tracePt t="48584" x="920750" y="3917950"/>
          <p14:tracePt t="48600" x="628650" y="3975100"/>
          <p14:tracePt t="48617" x="584200" y="3994150"/>
          <p14:tracePt t="48633" x="552450" y="4000500"/>
          <p14:tracePt t="48650" x="539750" y="4006850"/>
          <p14:tracePt t="48684" x="533400" y="4006850"/>
          <p14:tracePt t="48810" x="533400" y="4000500"/>
          <p14:tracePt t="48852" x="539750" y="3994150"/>
          <p14:tracePt t="48908" x="539750" y="3987800"/>
          <p14:tracePt t="48936" x="546100" y="3987800"/>
          <p14:tracePt t="48957" x="546100" y="3975100"/>
          <p14:tracePt t="48971" x="552450" y="3968750"/>
          <p14:tracePt t="48978" x="558800" y="3962400"/>
          <p14:tracePt t="48992" x="571500" y="3943350"/>
          <p14:tracePt t="49001" x="596900" y="3911600"/>
          <p14:tracePt t="49016" x="609600" y="3879850"/>
          <p14:tracePt t="49032" x="673100" y="3790950"/>
          <p14:tracePt t="49049" x="717550" y="3702050"/>
          <p14:tracePt t="49065" x="742950" y="3670300"/>
          <p14:tracePt t="49083" x="755650" y="3651250"/>
          <p14:tracePt t="49099" x="787400" y="3600450"/>
          <p14:tracePt t="49115" x="787400" y="3594100"/>
          <p14:tracePt t="49132" x="787400" y="3587750"/>
          <p14:tracePt t="49252" x="793750" y="3587750"/>
          <p14:tracePt t="49329" x="800100" y="3587750"/>
          <p14:tracePt t="49350" x="812800" y="3581400"/>
          <p14:tracePt t="49365" x="812800" y="3575050"/>
          <p14:tracePt t="49371" x="825500" y="3575050"/>
          <p14:tracePt t="49392" x="831850" y="3568700"/>
          <p14:tracePt t="49400" x="838200" y="3568700"/>
          <p14:tracePt t="49421" x="857250" y="3562350"/>
          <p14:tracePt t="49442" x="869950" y="3556000"/>
          <p14:tracePt t="49450" x="876300" y="3556000"/>
          <p14:tracePt t="49464" x="889000" y="3549650"/>
          <p14:tracePt t="49484" x="901700" y="3549650"/>
          <p14:tracePt t="49498" x="908050" y="3549650"/>
          <p14:tracePt t="49514" x="908050" y="3543300"/>
          <p14:tracePt t="49530" x="914400" y="3543300"/>
          <p14:tracePt t="49609" x="920750" y="3543300"/>
          <p14:tracePt t="49645" x="927100" y="3543300"/>
          <p14:tracePt t="49771" x="933450" y="3549650"/>
          <p14:tracePt t="49820" x="933450" y="3556000"/>
          <p14:tracePt t="50241" x="933450" y="3549650"/>
          <p14:tracePt t="50283" x="933450" y="3543300"/>
          <p14:tracePt t="50304" x="933450" y="3530600"/>
          <p14:tracePt t="50325" x="933450" y="3524250"/>
          <p14:tracePt t="50332" x="933450" y="3517900"/>
          <p14:tracePt t="50347" x="933450" y="3505200"/>
          <p14:tracePt t="50361" x="927100" y="3467100"/>
          <p14:tracePt t="50377" x="920750" y="3448050"/>
          <p14:tracePt t="50394" x="920750" y="3429000"/>
          <p14:tracePt t="50410" x="914400" y="3397250"/>
          <p14:tracePt t="50427" x="908050" y="3371850"/>
          <p14:tracePt t="50445" x="908050" y="3352800"/>
          <p14:tracePt t="50460" x="908050" y="3346450"/>
          <p14:tracePt t="50477" x="908050" y="3340100"/>
          <p14:tracePt t="50496" x="908050" y="3333750"/>
          <p14:tracePt t="50634" x="908050" y="3327400"/>
          <p14:tracePt t="50683" x="908050" y="3321050"/>
          <p14:tracePt t="50697" x="908050" y="3314700"/>
          <p14:tracePt t="50704" x="908050" y="3308350"/>
          <p14:tracePt t="50712" x="908050" y="3302000"/>
          <p14:tracePt t="50727" x="908050" y="3289300"/>
          <p14:tracePt t="50753" x="908050" y="3282950"/>
          <p14:tracePt t="50774" x="908050" y="3276600"/>
          <p14:tracePt t="50802" x="908050" y="3270250"/>
          <p14:tracePt t="50824" x="908050" y="3263900"/>
          <p14:tracePt t="50851" x="908050" y="3257550"/>
          <p14:tracePt t="50887" x="908050" y="3251200"/>
          <p14:tracePt t="50936" x="908050" y="3244850"/>
          <p14:tracePt t="50943" x="908050" y="3238500"/>
          <p14:tracePt t="50978" x="914400" y="3232150"/>
          <p14:tracePt t="51034" x="914400" y="3225800"/>
          <p14:tracePt t="52676" x="920750" y="3225800"/>
          <p14:tracePt t="54068" x="920750" y="3232150"/>
          <p14:tracePt t="54082" x="920750" y="3257550"/>
          <p14:tracePt t="54101" x="914400" y="3270250"/>
          <p14:tracePt t="54117" x="908050" y="3308350"/>
          <p14:tracePt t="54131" x="895350" y="3352800"/>
          <p14:tracePt t="54147" x="889000" y="3371850"/>
          <p14:tracePt t="54165" x="882650" y="3403600"/>
          <p14:tracePt t="54181" x="882650" y="3422650"/>
          <p14:tracePt t="54198" x="876300" y="3429000"/>
          <p14:tracePt t="54214" x="876300" y="3435350"/>
          <p14:tracePt t="54231" x="876300" y="3441700"/>
          <p14:tracePt t="54339" x="876300" y="3448050"/>
          <p14:tracePt t="54360" x="869950" y="3454400"/>
          <p14:tracePt t="54388" x="869950" y="3460750"/>
          <p14:tracePt t="54423" x="869950" y="3467100"/>
          <p14:tracePt t="54515" x="876300" y="3460750"/>
          <p14:tracePt t="54521" x="882650" y="3454400"/>
          <p14:tracePt t="54536" x="882650" y="3448050"/>
          <p14:tracePt t="54546" x="889000" y="3441700"/>
          <p14:tracePt t="54563" x="908050" y="3409950"/>
          <p14:tracePt t="54579" x="914400" y="3397250"/>
          <p14:tracePt t="54596" x="952500" y="3365500"/>
          <p14:tracePt t="54613" x="958850" y="3352800"/>
          <p14:tracePt t="54629" x="984250" y="3321050"/>
          <p14:tracePt t="54646" x="996950" y="3302000"/>
          <p14:tracePt t="54663" x="1009650" y="3295650"/>
          <p14:tracePt t="54696" x="1009650" y="3289300"/>
          <p14:tracePt t="54760" x="1003300" y="3289300"/>
          <p14:tracePt t="54823" x="996950" y="3289300"/>
          <p14:tracePt t="54865" x="990600" y="3295650"/>
          <p14:tracePt t="54872" x="984250" y="3295650"/>
          <p14:tracePt t="54922" x="984250" y="3302000"/>
          <p14:tracePt t="55427" x="971550" y="3321050"/>
          <p14:tracePt t="55434" x="958850" y="3352800"/>
          <p14:tracePt t="55448" x="920750" y="3384550"/>
          <p14:tracePt t="55460" x="882650" y="3429000"/>
          <p14:tracePt t="55477" x="768350" y="3530600"/>
          <p14:tracePt t="55493" x="723900" y="3575050"/>
          <p14:tracePt t="55510" x="609600" y="3644900"/>
          <p14:tracePt t="55526" x="520700" y="3689350"/>
          <p14:tracePt t="55543" x="488950" y="3695700"/>
          <p14:tracePt t="55560" x="431800" y="3708400"/>
          <p14:tracePt t="55576" x="400050" y="3714750"/>
          <p14:tracePt t="55593" x="387350" y="3714750"/>
          <p14:tracePt t="55609" x="374650" y="3714750"/>
          <p14:tracePt t="55626" x="368300" y="3708400"/>
          <p14:tracePt t="55693" x="361950" y="3708400"/>
          <p14:tracePt t="55813" x="361950" y="3702050"/>
          <p14:tracePt t="55834" x="361950" y="3695700"/>
          <p14:tracePt t="55855" x="355600" y="3695700"/>
          <p14:tracePt t="55883" x="349250" y="3695700"/>
          <p14:tracePt t="55918" x="342900" y="3689350"/>
          <p14:tracePt t="55953" x="342900" y="3683000"/>
          <p14:tracePt t="55967" x="349250" y="3683000"/>
          <p14:tracePt t="55974" x="361950" y="3683000"/>
          <p14:tracePt t="55988" x="368300" y="3683000"/>
          <p14:tracePt t="55995" x="381000" y="3683000"/>
          <p14:tracePt t="56010" x="412750" y="3683000"/>
          <p14:tracePt t="56025" x="482600" y="3683000"/>
          <p14:tracePt t="56041" x="520700" y="3683000"/>
          <p14:tracePt t="56059" x="577850" y="3663950"/>
          <p14:tracePt t="56074" x="596900" y="3663950"/>
          <p14:tracePt t="56091" x="641350" y="3657600"/>
          <p14:tracePt t="56107" x="647700" y="3657600"/>
          <p14:tracePt t="56135" x="647700" y="3651250"/>
          <p14:tracePt t="56149" x="641350" y="3651250"/>
          <p14:tracePt t="56158" x="622300" y="3651250"/>
          <p14:tracePt t="56174" x="609600" y="3657600"/>
          <p14:tracePt t="56191" x="558800" y="3663950"/>
          <p14:tracePt t="56207" x="476250" y="3683000"/>
          <p14:tracePt t="56224" x="438150" y="3689350"/>
          <p14:tracePt t="56241" x="355600" y="3695700"/>
          <p14:tracePt t="56257" x="285750" y="3708400"/>
          <p14:tracePt t="56274" x="260350" y="3714750"/>
          <p14:tracePt t="56290" x="222250" y="3714750"/>
          <p14:tracePt t="56307" x="215900" y="3721100"/>
          <p14:tracePt t="56341" x="215900" y="3727450"/>
          <p14:tracePt t="56357" x="222250" y="3727450"/>
          <p14:tracePt t="56374" x="266700" y="3727450"/>
          <p14:tracePt t="56390" x="298450" y="3727450"/>
          <p14:tracePt t="56407" x="336550" y="3727450"/>
          <p14:tracePt t="56423" x="431800" y="3727450"/>
          <p14:tracePt t="56440" x="546100" y="3708400"/>
          <p14:tracePt t="56457" x="603250" y="3702050"/>
          <p14:tracePt t="56475" x="673100" y="3689350"/>
          <p14:tracePt t="56489" x="698500" y="3676650"/>
          <p14:tracePt t="56506" x="711200" y="3670300"/>
          <p14:tracePt t="56523" x="717550" y="3670300"/>
          <p14:tracePt t="56570" x="698500" y="3670300"/>
          <p14:tracePt t="56577" x="685800" y="3670300"/>
          <p14:tracePt t="56589" x="654050" y="3676650"/>
          <p14:tracePt t="56606" x="596900" y="3689350"/>
          <p14:tracePt t="56622" x="558800" y="3689350"/>
          <p14:tracePt t="56640" x="514350" y="3695700"/>
          <p14:tracePt t="56656" x="425450" y="3708400"/>
          <p14:tracePt t="56672" x="412750" y="3708400"/>
          <p14:tracePt t="56690" x="387350" y="3714750"/>
          <p14:tracePt t="56725" x="400050" y="3708400"/>
          <p14:tracePt t="56741" x="412750" y="3702050"/>
          <p14:tracePt t="56755" x="431800" y="3702050"/>
          <p14:tracePt t="56772" x="488950" y="3683000"/>
          <p14:tracePt t="56789" x="590550" y="3657600"/>
          <p14:tracePt t="56805" x="641350" y="3638550"/>
          <p14:tracePt t="56822" x="742950" y="3606800"/>
          <p14:tracePt t="56838" x="781050" y="3594100"/>
          <p14:tracePt t="56855" x="793750" y="3594100"/>
          <p14:tracePt t="56872" x="806450" y="3587750"/>
          <p14:tracePt t="56905" x="800100" y="3587750"/>
          <p14:tracePt t="56922" x="768350" y="3587750"/>
          <p14:tracePt t="56938" x="723900" y="3587750"/>
          <p14:tracePt t="56955" x="692150" y="3587750"/>
          <p14:tracePt t="56971" x="635000" y="3600450"/>
          <p14:tracePt t="56988" x="603250" y="3600450"/>
          <p14:tracePt t="57006" x="558800" y="3613150"/>
          <p14:tracePt t="57021" x="552450" y="3613150"/>
          <p14:tracePt t="57038" x="546100" y="3613150"/>
          <p14:tracePt t="57071" x="539750" y="3613150"/>
          <p14:tracePt t="57167" x="546100" y="3613150"/>
          <p14:tracePt t="57181" x="552450" y="3613150"/>
          <p14:tracePt t="57202" x="565150" y="3613150"/>
          <p14:tracePt t="57216" x="571500" y="3613150"/>
          <p14:tracePt t="57230" x="577850" y="3613150"/>
          <p14:tracePt t="57239" x="584200" y="3606800"/>
          <p14:tracePt t="57253" x="596900" y="3606800"/>
          <p14:tracePt t="57270" x="603250" y="3606800"/>
          <p14:tracePt t="57287" x="628650" y="3594100"/>
          <p14:tracePt t="57303" x="635000" y="3587750"/>
          <p14:tracePt t="57321" x="641350" y="3581400"/>
          <p14:tracePt t="57626" x="685800" y="3581400"/>
          <p14:tracePt t="57641" x="736600" y="3581400"/>
          <p14:tracePt t="57648" x="800100" y="3581400"/>
          <p14:tracePt t="57662" x="876300" y="3581400"/>
          <p14:tracePt t="57671" x="939800" y="3581400"/>
          <p14:tracePt t="57685" x="1003300" y="3581400"/>
          <p14:tracePt t="57702" x="1111250" y="3581400"/>
          <p14:tracePt t="57719" x="1187450" y="3536950"/>
          <p14:tracePt t="57735" x="1219200" y="3511550"/>
          <p14:tracePt t="57752" x="1257300" y="3473450"/>
          <p14:tracePt t="57768" x="1282700" y="3435350"/>
          <p14:tracePt t="57785" x="1289050" y="3422650"/>
          <p14:tracePt t="57802" x="1320800" y="3378200"/>
          <p14:tracePt t="57818" x="1327150" y="3365500"/>
          <p14:tracePt t="57835" x="1346200" y="3314700"/>
          <p14:tracePt t="57852" x="1365250" y="3276600"/>
          <p14:tracePt t="57868" x="1377950" y="3257550"/>
          <p14:tracePt t="57885" x="1390650" y="3238500"/>
          <p14:tracePt t="57901" x="1397000" y="3219450"/>
          <p14:tracePt t="57942" x="1403350" y="3219450"/>
          <p14:tracePt t="58139" x="1403350" y="3225800"/>
          <p14:tracePt t="58153" x="1403350" y="3232150"/>
          <p14:tracePt t="58159" x="1397000" y="3238500"/>
          <p14:tracePt t="58174" x="1390650" y="3251200"/>
          <p14:tracePt t="58183" x="1377950" y="3263900"/>
          <p14:tracePt t="58200" x="1358900" y="3295650"/>
          <p14:tracePt t="58217" x="1301750" y="3371850"/>
          <p14:tracePt t="58233" x="1225550" y="3473450"/>
          <p14:tracePt t="58251" x="1149350" y="3587750"/>
          <p14:tracePt t="58267" x="1111250" y="3638550"/>
          <p14:tracePt t="58283" x="1066800" y="3689350"/>
          <p14:tracePt t="58300" x="1041400" y="3733800"/>
          <p14:tracePt t="58316" x="1028700" y="3746500"/>
          <p14:tracePt t="58333" x="1022350" y="3759200"/>
          <p14:tracePt t="58350" x="1016000" y="3759200"/>
          <p14:tracePt t="58434" x="1028700" y="3759200"/>
          <p14:tracePt t="58440" x="1035050" y="3752850"/>
          <p14:tracePt t="58454" x="1041400" y="3746500"/>
          <p14:tracePt t="58465" x="1054100" y="3740150"/>
          <p14:tracePt t="58483" x="1079500" y="3714750"/>
          <p14:tracePt t="58499" x="1092200" y="3702050"/>
          <p14:tracePt t="58516" x="1149350" y="3657600"/>
          <p14:tracePt t="58533" x="1225550" y="3594100"/>
          <p14:tracePt t="58549" x="1282700" y="3543300"/>
          <p14:tracePt t="58566" x="1409700" y="3454400"/>
          <p14:tracePt t="58582" x="1536700" y="3365500"/>
          <p14:tracePt t="58599" x="1593850" y="3340100"/>
          <p14:tracePt t="58616" x="1670050" y="3295650"/>
          <p14:tracePt t="58632" x="1714500" y="3270250"/>
          <p14:tracePt t="58649" x="1727200" y="3263900"/>
          <p14:tracePt t="58665" x="1739900" y="3257550"/>
          <p14:tracePt t="58682" x="1746250" y="3257550"/>
          <p14:tracePt t="58847" x="1739900" y="3257550"/>
          <p14:tracePt t="58861" x="1739900" y="3251200"/>
          <p14:tracePt t="58868" x="1733550" y="3244850"/>
          <p14:tracePt t="59156" x="1778000" y="3244850"/>
          <p14:tracePt t="59163" x="1841500" y="3257550"/>
          <p14:tracePt t="59170" x="1898650" y="3263900"/>
          <p14:tracePt t="59184" x="1962150" y="3276600"/>
          <p14:tracePt t="59197" x="2025650" y="3276600"/>
          <p14:tracePt t="59214" x="2159000" y="3289300"/>
          <p14:tracePt t="59230" x="2222500" y="3289300"/>
          <p14:tracePt t="59247" x="2311400" y="3289300"/>
          <p14:tracePt t="59263" x="2381250" y="3289300"/>
          <p14:tracePt t="59280" x="2413000" y="3289300"/>
          <p14:tracePt t="59297" x="2451100" y="3289300"/>
          <p14:tracePt t="59313" x="2495550" y="3282950"/>
          <p14:tracePt t="59330" x="2508250" y="3276600"/>
          <p14:tracePt t="59346" x="2546350" y="3276600"/>
          <p14:tracePt t="59363" x="2565400" y="3270250"/>
          <p14:tracePt t="59380" x="2597150" y="3270250"/>
          <p14:tracePt t="59395" x="2635250" y="3270250"/>
          <p14:tracePt t="59413" x="2641600" y="3270250"/>
          <p14:tracePt t="59430" x="2654300" y="3263900"/>
          <p14:tracePt t="59446" x="2660650" y="3263900"/>
          <p14:tracePt t="59479" x="2667000" y="3263900"/>
          <p14:tracePt t="59495" x="2673350" y="3263900"/>
          <p14:tracePt t="59515" x="2679700" y="3263900"/>
          <p14:tracePt t="59556" x="2686050" y="3263900"/>
          <p14:tracePt t="59563" x="2692400" y="3263900"/>
          <p14:tracePt t="59576" x="2698750" y="3263900"/>
          <p14:tracePt t="59583" x="2705100" y="3263900"/>
          <p14:tracePt t="59596" x="2717800" y="3263900"/>
          <p14:tracePt t="59613" x="2749550" y="3270250"/>
          <p14:tracePt t="59629" x="2768600" y="3270250"/>
          <p14:tracePt t="59645" x="2787650" y="3276600"/>
          <p14:tracePt t="59662" x="2857500" y="3282950"/>
          <p14:tracePt t="59679" x="2889250" y="3282950"/>
          <p14:tracePt t="59696" x="2908300" y="3282950"/>
          <p14:tracePt t="59712" x="2946400" y="3282950"/>
          <p14:tracePt t="59728" x="2984500" y="3282950"/>
          <p14:tracePt t="59746" x="3016250" y="3282950"/>
          <p14:tracePt t="59761" x="3022600" y="3282950"/>
          <p14:tracePt t="59778" x="3041650" y="3282950"/>
          <p14:tracePt t="59795" x="3060700" y="3282950"/>
          <p14:tracePt t="59811" x="3079750" y="3282950"/>
          <p14:tracePt t="59828" x="3105150" y="3282950"/>
          <p14:tracePt t="59845" x="3130550" y="3282950"/>
          <p14:tracePt t="59861" x="3149600" y="3282950"/>
          <p14:tracePt t="59878" x="3175000" y="3289300"/>
          <p14:tracePt t="59895" x="3194050" y="3295650"/>
          <p14:tracePt t="59912" x="3206750" y="3295650"/>
          <p14:tracePt t="59929" x="3213100" y="3302000"/>
          <p14:tracePt t="59945" x="3219450" y="3302000"/>
          <p14:tracePt t="59978" x="3225800" y="3302000"/>
          <p14:tracePt t="60103" x="3219450" y="3308350"/>
          <p14:tracePt t="60117" x="3213100" y="3308350"/>
          <p14:tracePt t="60124" x="3200400" y="3314700"/>
          <p14:tracePt t="60138" x="3175000" y="3321050"/>
          <p14:tracePt t="60147" x="3130550" y="3340100"/>
          <p14:tracePt t="60161" x="3073400" y="3352800"/>
          <p14:tracePt t="60177" x="2889250" y="3416300"/>
          <p14:tracePt t="60195" x="2660650" y="3492500"/>
          <p14:tracePt t="60209" x="2527300" y="3536950"/>
          <p14:tracePt t="60227" x="2247900" y="3638550"/>
          <p14:tracePt t="60244" x="2000250" y="3714750"/>
          <p14:tracePt t="60260" x="1898650" y="3746500"/>
          <p14:tracePt t="60276" x="1797050" y="3778250"/>
          <p14:tracePt t="60293" x="1568450" y="3822700"/>
          <p14:tracePt t="60310" x="1517650" y="3835400"/>
          <p14:tracePt t="60326" x="1473200" y="3841750"/>
          <p14:tracePt t="60343" x="1428750" y="3848100"/>
          <p14:tracePt t="60359" x="1409700" y="3854450"/>
          <p14:tracePt t="60377" x="1403350" y="3854450"/>
          <p14:tracePt t="60393" x="1397000" y="3854450"/>
          <p14:tracePt t="60489" x="1397000" y="3848100"/>
          <p14:tracePt t="60587" x="1397000" y="3841750"/>
          <p14:tracePt t="60593" x="1403350" y="3841750"/>
          <p14:tracePt t="60615" x="1409700" y="3835400"/>
          <p14:tracePt t="60629" x="1409700" y="3829050"/>
          <p14:tracePt t="60643" x="1416050" y="3829050"/>
          <p14:tracePt t="60659" x="1447800" y="3810000"/>
          <p14:tracePt t="60675" x="1466850" y="3797300"/>
          <p14:tracePt t="60692" x="1530350" y="3771900"/>
          <p14:tracePt t="60708" x="1600200" y="3746500"/>
          <p14:tracePt t="60725" x="1631950" y="3733800"/>
          <p14:tracePt t="60742" x="1682750" y="3721100"/>
          <p14:tracePt t="60758" x="1714500" y="3695700"/>
          <p14:tracePt t="60775" x="1739900" y="3689350"/>
          <p14:tracePt t="60791" x="1752600" y="3683000"/>
          <p14:tracePt t="60808" x="1758950" y="3676650"/>
          <p14:tracePt t="60841" x="1765300" y="3676650"/>
          <p14:tracePt t="60858" x="1778000" y="3676650"/>
          <p14:tracePt t="60875" x="1784350" y="3676650"/>
          <p14:tracePt t="60891" x="1790700" y="3676650"/>
          <p14:tracePt t="60907" x="1797050" y="3676650"/>
          <p14:tracePt t="60925" x="1841500" y="3676650"/>
          <p14:tracePt t="60941" x="1860550" y="3676650"/>
          <p14:tracePt t="60960" x="1917700" y="3676650"/>
          <p14:tracePt t="60974" x="1943100" y="3676650"/>
          <p14:tracePt t="60991" x="1987550" y="3676650"/>
          <p14:tracePt t="61008" x="2000250" y="3676650"/>
          <p14:tracePt t="61024" x="2019300" y="3676650"/>
          <p14:tracePt t="61040" x="2025650" y="3676650"/>
          <p14:tracePt t="61058" x="2032000" y="3676650"/>
          <p14:tracePt t="61090" x="2038350" y="3676650"/>
          <p14:tracePt t="61128" x="2044700" y="3683000"/>
          <p14:tracePt t="61135" x="2051050" y="3683000"/>
          <p14:tracePt t="61149" x="2063750" y="3683000"/>
          <p14:tracePt t="61157" x="2070100" y="3683000"/>
          <p14:tracePt t="61173" x="2082800" y="3683000"/>
          <p14:tracePt t="61190" x="2127250" y="3702050"/>
          <p14:tracePt t="61207" x="2190750" y="3708400"/>
          <p14:tracePt t="61224" x="2228850" y="3714750"/>
          <p14:tracePt t="61240" x="2298700" y="3721100"/>
          <p14:tracePt t="61257" x="2324100" y="3727450"/>
          <p14:tracePt t="61273" x="2381250" y="3740150"/>
          <p14:tracePt t="61289" x="2463800" y="3752850"/>
          <p14:tracePt t="61306" x="2508250" y="3771900"/>
          <p14:tracePt t="61323" x="2603500" y="3797300"/>
          <p14:tracePt t="61339" x="2724150" y="3822700"/>
          <p14:tracePt t="61356" x="2781300" y="3835400"/>
          <p14:tracePt t="61373" x="2901950" y="3854450"/>
          <p14:tracePt t="61389" x="3003550" y="3854450"/>
          <p14:tracePt t="61406" x="3041650" y="3860800"/>
          <p14:tracePt t="61423" x="3092450" y="3860800"/>
          <p14:tracePt t="61439" x="3117850" y="3860800"/>
          <p14:tracePt t="61456" x="3124200" y="3860800"/>
          <p14:tracePt t="61472" x="3130550" y="3860800"/>
          <p14:tracePt t="61542" x="3136900" y="3860800"/>
          <p14:tracePt t="61549" x="3143250" y="3860800"/>
          <p14:tracePt t="61563" x="3149600" y="3860800"/>
          <p14:tracePt t="61571" x="3155950" y="3860800"/>
          <p14:tracePt t="61588" x="3168650" y="3860800"/>
          <p14:tracePt t="61606" x="3200400" y="3860800"/>
          <p14:tracePt t="61622" x="3225800" y="3860800"/>
          <p14:tracePt t="61638" x="3263900" y="3860800"/>
          <p14:tracePt t="61655" x="3302000" y="3860800"/>
          <p14:tracePt t="61672" x="3371850" y="3860800"/>
          <p14:tracePt t="61689" x="3435350" y="3860800"/>
          <p14:tracePt t="61705" x="3511550" y="3860800"/>
          <p14:tracePt t="61722" x="3600450" y="3860800"/>
          <p14:tracePt t="61738" x="3676650" y="3860800"/>
          <p14:tracePt t="61755" x="3740150" y="3860800"/>
          <p14:tracePt t="61772" x="3803650" y="3848100"/>
          <p14:tracePt t="61788" x="3841750" y="3848100"/>
          <p14:tracePt t="61805" x="3867150" y="3841750"/>
          <p14:tracePt t="61821" x="3886200" y="3841750"/>
          <p14:tracePt t="61838" x="3898900" y="3841750"/>
          <p14:tracePt t="61854" x="3911600" y="3841750"/>
          <p14:tracePt t="61886" x="3917950" y="3841750"/>
          <p14:tracePt t="61899" x="3924300" y="3841750"/>
          <p14:tracePt t="61922" x="3937000" y="3835400"/>
          <p14:tracePt t="61934" x="3968750" y="3835400"/>
          <p14:tracePt t="61942" x="3987800" y="3835400"/>
          <p14:tracePt t="61954" x="4013200" y="3835400"/>
          <p14:tracePt t="61971" x="4057650" y="3829050"/>
          <p14:tracePt t="61987" x="4159250" y="3816350"/>
          <p14:tracePt t="62005" x="4210050" y="3816350"/>
          <p14:tracePt t="62020" x="4305300" y="3810000"/>
          <p14:tracePt t="62037" x="4337050" y="3803650"/>
          <p14:tracePt t="62054" x="4381500" y="3797300"/>
          <p14:tracePt t="62070" x="4419600" y="3790950"/>
          <p14:tracePt t="62087" x="4419600" y="3784600"/>
          <p14:tracePt t="62104" x="4432300" y="3784600"/>
          <p14:tracePt t="62120" x="4445000" y="3784600"/>
          <p14:tracePt t="62153" x="4457700" y="3784600"/>
          <p14:tracePt t="62667" x="4521200" y="3784600"/>
          <p14:tracePt t="62681" x="4635500" y="3784600"/>
          <p14:tracePt t="62702" x="4775200" y="3784600"/>
          <p14:tracePt t="62709" x="4965700" y="3784600"/>
          <p14:tracePt t="62723" x="5175250" y="3784600"/>
          <p14:tracePt t="62738" x="5378450" y="3784600"/>
          <p14:tracePt t="62754" x="5505450" y="3784600"/>
          <p14:tracePt t="62768" x="5613400" y="3759200"/>
          <p14:tracePt t="62785" x="5676900" y="3759200"/>
          <p14:tracePt t="62801" x="5715000" y="3752850"/>
          <p14:tracePt t="62818" x="5721350" y="3752850"/>
          <p14:tracePt t="62835" x="5721350" y="3746500"/>
          <p14:tracePt t="62941" x="5727700" y="3746500"/>
          <p14:tracePt t="63200" x="5607050" y="3733800"/>
          <p14:tracePt t="63214" x="5372100" y="3714750"/>
          <p14:tracePt t="63221" x="5111750" y="3714750"/>
          <p14:tracePt t="63232" x="4826000" y="3714750"/>
          <p14:tracePt t="63250" x="4292600" y="3740150"/>
          <p14:tracePt t="63266" x="4025900" y="3771900"/>
          <p14:tracePt t="63283" x="3543300" y="3810000"/>
          <p14:tracePt t="63299" x="3162300" y="3835400"/>
          <p14:tracePt t="63317" x="2876550" y="3860800"/>
          <p14:tracePt t="63334" x="2647950" y="3873500"/>
          <p14:tracePt t="63349" x="2546350" y="3873500"/>
          <p14:tracePt t="63366" x="2381250" y="3892550"/>
          <p14:tracePt t="63383" x="2235200" y="3924300"/>
          <p14:tracePt t="63399" x="2184400" y="3924300"/>
          <p14:tracePt t="63416" x="2076450" y="3930650"/>
          <p14:tracePt t="63432" x="1981200" y="3917950"/>
          <p14:tracePt t="63449" x="1955800" y="3905250"/>
          <p14:tracePt t="63466" x="1892300" y="3873500"/>
          <p14:tracePt t="63482" x="1847850" y="3841750"/>
          <p14:tracePt t="63498" x="1828800" y="3835400"/>
          <p14:tracePt t="63516" x="1765300" y="3816350"/>
          <p14:tracePt t="63532" x="1689100" y="3784600"/>
          <p14:tracePt t="63548" x="1663700" y="3771900"/>
          <p14:tracePt t="63566" x="1606550" y="3778250"/>
          <p14:tracePt t="63582" x="1574800" y="3778250"/>
          <p14:tracePt t="63598" x="1524000" y="3784600"/>
          <p14:tracePt t="63615" x="1504950" y="3790950"/>
          <p14:tracePt t="63631" x="1485900" y="3790950"/>
          <p14:tracePt t="63971" x="1466850" y="3797300"/>
          <p14:tracePt t="63986" x="1435100" y="3803650"/>
          <p14:tracePt t="63993" x="1403350" y="3822700"/>
          <p14:tracePt t="64007" x="1384300" y="3835400"/>
          <p14:tracePt t="64016" x="1371600" y="3841750"/>
          <p14:tracePt t="64030" x="1358900" y="3848100"/>
          <p14:tracePt t="64047" x="1333500" y="3860800"/>
          <p14:tracePt t="64064" x="1320800" y="3860800"/>
          <p14:tracePt t="64132" x="1314450" y="3867150"/>
          <p14:tracePt t="64273" x="1314450" y="3860800"/>
          <p14:tracePt t="64315" x="1314450" y="3854450"/>
          <p14:tracePt t="64344" x="1314450" y="3848100"/>
          <p14:tracePt t="64364" x="1314450" y="3841750"/>
          <p14:tracePt t="65687" x="1333500" y="3841750"/>
          <p14:tracePt t="65701" x="1358900" y="3848100"/>
          <p14:tracePt t="65710" x="1384300" y="3854450"/>
          <p14:tracePt t="65724" x="1409700" y="3854450"/>
          <p14:tracePt t="65741" x="1466850" y="3854450"/>
          <p14:tracePt t="65757" x="1543050" y="3854450"/>
          <p14:tracePt t="65774" x="1574800" y="3854450"/>
          <p14:tracePt t="65791" x="1619250" y="3841750"/>
          <p14:tracePt t="65807" x="1670050" y="3835400"/>
          <p14:tracePt t="65824" x="1676400" y="3829050"/>
          <p14:tracePt t="65842" x="1689100" y="3829050"/>
          <p14:tracePt t="66563" x="1695450" y="3829050"/>
          <p14:tracePt t="66570" x="1720850" y="3829050"/>
          <p14:tracePt t="66584" x="1746250" y="3829050"/>
          <p14:tracePt t="66591" x="1784350" y="3829050"/>
          <p14:tracePt t="66605" x="1809750" y="3829050"/>
          <p14:tracePt t="66621" x="1892300" y="3810000"/>
          <p14:tracePt t="66638" x="1936750" y="3790950"/>
          <p14:tracePt t="66655" x="2032000" y="3765550"/>
          <p14:tracePt t="66671" x="2120900" y="3727450"/>
          <p14:tracePt t="66688" x="2146300" y="3721100"/>
          <p14:tracePt t="66704" x="2190750" y="3708400"/>
          <p14:tracePt t="66721" x="2203450" y="3702050"/>
          <p14:tracePt t="66738" x="2216150" y="3695700"/>
          <p14:tracePt t="66829" x="2216150" y="3702050"/>
          <p14:tracePt t="66844" x="2216150" y="3708400"/>
          <p14:tracePt t="66850" x="2209800" y="3708400"/>
          <p14:tracePt t="66865" x="2197100" y="3714750"/>
          <p14:tracePt t="66873" x="2184400" y="3721100"/>
          <p14:tracePt t="66887" x="2171700" y="3727450"/>
          <p14:tracePt t="66904" x="2120900" y="3746500"/>
          <p14:tracePt t="66923" x="2051050" y="3778250"/>
          <p14:tracePt t="66937" x="1993900" y="3797300"/>
          <p14:tracePt t="66954" x="1911350" y="3822700"/>
          <p14:tracePt t="66970" x="1847850" y="3854450"/>
          <p14:tracePt t="66986" x="1816100" y="3860800"/>
          <p14:tracePt t="67003" x="1803400" y="3867150"/>
          <p14:tracePt t="67020" x="1771650" y="3879850"/>
          <p14:tracePt t="67036" x="1765300" y="3886200"/>
          <p14:tracePt t="67061" x="1758950" y="3892550"/>
          <p14:tracePt t="67110" x="1758950" y="3898900"/>
          <p14:tracePt t="67215" x="1765300" y="3892550"/>
          <p14:tracePt t="67222" x="1771650" y="3892550"/>
          <p14:tracePt t="67236" x="1784350" y="3886200"/>
          <p14:tracePt t="67252" x="1816100" y="3873500"/>
          <p14:tracePt t="67269" x="1835150" y="3867150"/>
          <p14:tracePt t="67286" x="1898650" y="3835400"/>
          <p14:tracePt t="67302" x="1949450" y="3810000"/>
          <p14:tracePt t="67319" x="1981200" y="3797300"/>
          <p14:tracePt t="67335" x="2019300" y="3778250"/>
          <p14:tracePt t="67352" x="2032000" y="3778250"/>
          <p14:tracePt t="67369" x="2038350" y="3765550"/>
          <p14:tracePt t="67434" x="2025650" y="3765550"/>
          <p14:tracePt t="67441" x="2012950" y="3771900"/>
          <p14:tracePt t="67455" x="2000250" y="3778250"/>
          <p14:tracePt t="67469" x="1974850" y="3784600"/>
          <p14:tracePt t="67485" x="1924050" y="3816350"/>
          <p14:tracePt t="67501" x="1879600" y="3835400"/>
          <p14:tracePt t="67519" x="1803400" y="3886200"/>
          <p14:tracePt t="67535" x="1701800" y="3956050"/>
          <p14:tracePt t="67551" x="1663700" y="3994150"/>
          <p14:tracePt t="67568" x="1600200" y="4051300"/>
          <p14:tracePt t="67585" x="1562100" y="4083050"/>
          <p14:tracePt t="67602" x="1549400" y="4089400"/>
          <p14:tracePt t="67617" x="1543050" y="4095750"/>
          <p14:tracePt t="67693" x="1536700" y="4095750"/>
          <p14:tracePt t="67784" x="1543050" y="4089400"/>
          <p14:tracePt t="67791" x="1549400" y="4083050"/>
          <p14:tracePt t="67806" x="1555750" y="4076700"/>
          <p14:tracePt t="67816" x="1562100" y="4070350"/>
          <p14:tracePt t="67834" x="1581150" y="4051300"/>
          <p14:tracePt t="67850" x="1587500" y="4038600"/>
          <p14:tracePt t="67867" x="1612900" y="4019550"/>
          <p14:tracePt t="67884" x="1631950" y="4000500"/>
          <p14:tracePt t="67917" x="1631950" y="3994150"/>
          <p14:tracePt t="67933" x="1638300" y="3981450"/>
          <p14:tracePt t="67950" x="1644650" y="3975100"/>
          <p14:tracePt t="67967" x="1651000" y="3962400"/>
          <p14:tracePt t="67983" x="1657350" y="3962400"/>
          <p14:tracePt t="68000" x="1670050" y="3949700"/>
          <p14:tracePt t="68017" x="1689100" y="3930650"/>
          <p14:tracePt t="68033" x="1701800" y="3924300"/>
          <p14:tracePt t="68050" x="1727200" y="3905250"/>
          <p14:tracePt t="68066" x="1765300" y="3898900"/>
          <p14:tracePt t="68083" x="1778000" y="3892550"/>
          <p14:tracePt t="68100" x="1822450" y="3886200"/>
          <p14:tracePt t="68116" x="1854200" y="3886200"/>
          <p14:tracePt t="68133" x="1866900" y="3886200"/>
          <p14:tracePt t="68150" x="1873250" y="3886200"/>
          <p14:tracePt t="68166" x="1873250" y="3898900"/>
          <p14:tracePt t="68182" x="1873250" y="3917950"/>
          <p14:tracePt t="68199" x="1847850" y="4013200"/>
          <p14:tracePt t="68215" x="1809750" y="4159250"/>
          <p14:tracePt t="68233" x="1797050" y="4260850"/>
          <p14:tracePt t="68249" x="1765300" y="4483100"/>
          <p14:tracePt t="68265" x="1746250" y="4597400"/>
          <p14:tracePt t="68283" x="1746250" y="4914900"/>
          <p14:tracePt t="68299" x="1771650" y="5003800"/>
          <p14:tracePt t="68315" x="1797050" y="5105400"/>
          <p14:tracePt t="68332" x="1873250" y="5270500"/>
          <p14:tracePt t="68348" x="1962150" y="5410200"/>
          <p14:tracePt t="68365" x="2012950" y="5480050"/>
          <p14:tracePt t="68382" x="2082800" y="5556250"/>
          <p14:tracePt t="68398" x="2133600" y="5594350"/>
          <p14:tracePt t="68415" x="2146300" y="5600700"/>
          <p14:tracePt t="68432" x="2165350" y="5613400"/>
          <p14:tracePt t="68448" x="2184400" y="5613400"/>
          <p14:tracePt t="68465" x="2190750" y="5613400"/>
          <p14:tracePt t="68481" x="2216150" y="5607050"/>
          <p14:tracePt t="68498" x="2241550" y="5594350"/>
          <p14:tracePt t="68515" x="2273300" y="5568950"/>
          <p14:tracePt t="68531" x="2286000" y="5556250"/>
          <p14:tracePt t="68548" x="2311400" y="5543550"/>
          <p14:tracePt t="68565" x="2349500" y="5505450"/>
          <p14:tracePt t="68581" x="2362200" y="5492750"/>
          <p14:tracePt t="68599" x="2381250" y="5480050"/>
          <p14:tracePt t="68614" x="2387600" y="5473700"/>
          <p14:tracePt t="68631" x="2393950" y="5473700"/>
          <p14:tracePt t="68648" x="2413000" y="5473700"/>
          <p14:tracePt t="68665" x="2419350" y="5473700"/>
          <p14:tracePt t="68681" x="2432050" y="5473700"/>
          <p14:tracePt t="68698" x="2444750" y="5473700"/>
          <p14:tracePt t="68714" x="2457450" y="5473700"/>
          <p14:tracePt t="68731" x="2476500" y="5480050"/>
          <p14:tracePt t="68747" x="2501900" y="5492750"/>
          <p14:tracePt t="68764" x="2514600" y="5505450"/>
          <p14:tracePt t="68781" x="2546350" y="5524500"/>
          <p14:tracePt t="68797" x="2565400" y="5543550"/>
          <p14:tracePt t="68814" x="2571750" y="5562600"/>
          <p14:tracePt t="68831" x="2584450" y="5600700"/>
          <p14:tracePt t="68847" x="2603500" y="5632450"/>
          <p14:tracePt t="68864" x="2603500" y="5645150"/>
          <p14:tracePt t="68880" x="2609850" y="5664200"/>
          <p14:tracePt t="68897" x="2609850" y="5670550"/>
          <p14:tracePt t="68913" x="2609850" y="5689600"/>
          <p14:tracePt t="68930" x="2597150" y="5708650"/>
          <p14:tracePt t="68946" x="2590800" y="5721350"/>
          <p14:tracePt t="68963" x="2559050" y="5746750"/>
          <p14:tracePt t="68980" x="2508250" y="5778500"/>
          <p14:tracePt t="68996" x="2482850" y="5784850"/>
          <p14:tracePt t="69013" x="2432050" y="5797550"/>
          <p14:tracePt t="69029" x="2393950" y="5810250"/>
          <p14:tracePt t="69047" x="2381250" y="5810250"/>
          <p14:tracePt t="69063" x="2374900" y="5816600"/>
          <p14:tracePt t="69079" x="2368550" y="5816600"/>
          <p14:tracePt t="69167" x="2362200" y="5816600"/>
          <p14:tracePt t="69258" x="2362200" y="5822950"/>
          <p14:tracePt t="69328" x="2362200" y="5829300"/>
          <p14:tracePt t="69335" x="2368550" y="5829300"/>
          <p14:tracePt t="69349" x="2374900" y="5829300"/>
          <p14:tracePt t="69362" x="2374900" y="5835650"/>
          <p14:tracePt t="69378" x="2387600" y="5835650"/>
          <p14:tracePt t="69395" x="2393950" y="5835650"/>
          <p14:tracePt t="69412" x="2400300" y="5835650"/>
          <p14:tracePt t="69428" x="2406650" y="5835650"/>
          <p14:tracePt t="69462" x="2413000" y="5835650"/>
          <p14:tracePt t="69477" x="2419350" y="5835650"/>
          <p14:tracePt t="69560" x="2413000" y="5835650"/>
          <p14:tracePt t="69581" x="2406650" y="5835650"/>
          <p14:tracePt t="69602" x="2400300" y="5835650"/>
          <p14:tracePt t="69609" x="2393950" y="5835650"/>
          <p14:tracePt t="69616" x="2387600" y="5835650"/>
          <p14:tracePt t="69631" x="2381250" y="5835650"/>
          <p14:tracePt t="69658" x="2374900" y="5835650"/>
          <p14:tracePt t="69679" x="2362200" y="5835650"/>
          <p14:tracePt t="69707" x="2349500" y="5835650"/>
          <p14:tracePt t="69728" x="2343150" y="5835650"/>
          <p14:tracePt t="69749" x="2336800" y="5842000"/>
          <p14:tracePt t="69756" x="2330450" y="5842000"/>
          <p14:tracePt t="69778" x="2330450" y="5848350"/>
          <p14:tracePt t="69791" x="2324100" y="5848350"/>
          <p14:tracePt t="69798" x="2317750" y="5854700"/>
          <p14:tracePt t="69813" x="2305050" y="5861050"/>
          <p14:tracePt t="69827" x="2292350" y="5873750"/>
          <p14:tracePt t="69844" x="2279650" y="5880100"/>
          <p14:tracePt t="69860" x="2273300" y="5892800"/>
          <p14:tracePt t="69876" x="2254250" y="5905500"/>
          <p14:tracePt t="69893" x="2247900" y="5905500"/>
          <p14:tracePt t="69910" x="2241550" y="5911850"/>
          <p14:tracePt t="69926" x="2235200" y="5911850"/>
          <p14:tracePt t="69967" x="2235200" y="5918200"/>
          <p14:tracePt t="70030" x="2228850" y="5924550"/>
          <p14:tracePt t="70058" x="2222500" y="5930900"/>
          <p14:tracePt t="70072" x="2216150" y="5937250"/>
          <p14:tracePt t="70079" x="2216150" y="5943600"/>
          <p14:tracePt t="70106" x="2209800" y="5949950"/>
          <p14:tracePt t="70120" x="2203450" y="5962650"/>
          <p14:tracePt t="70129" x="2197100" y="5975350"/>
          <p14:tracePt t="70145" x="2190750" y="6000750"/>
          <p14:tracePt t="70159" x="2184400" y="6013450"/>
          <p14:tracePt t="70175" x="2165350" y="6051550"/>
          <p14:tracePt t="70193" x="2165350" y="6096000"/>
          <p14:tracePt t="70209" x="2165350" y="6115050"/>
          <p14:tracePt t="70226" x="2190750" y="6140450"/>
          <p14:tracePt t="70242" x="2228850" y="6153150"/>
          <p14:tracePt t="70259" x="2254250" y="6153150"/>
          <p14:tracePt t="70276" x="2311400" y="6146800"/>
          <p14:tracePt t="70293" x="2349500" y="6134100"/>
          <p14:tracePt t="70309" x="2362200" y="6127750"/>
          <p14:tracePt t="70325" x="2374900" y="6121400"/>
          <p14:tracePt t="70341" x="2381250" y="6115050"/>
          <p14:tracePt t="70374" x="2368550" y="6108700"/>
          <p14:tracePt t="70391" x="2343150" y="6102350"/>
          <p14:tracePt t="70409" x="2305050" y="6102350"/>
          <p14:tracePt t="70425" x="2292350" y="6102350"/>
          <p14:tracePt t="70441" x="2260600" y="6108700"/>
          <p14:tracePt t="70458" x="2178050" y="6140450"/>
          <p14:tracePt t="70474" x="2165350" y="6153150"/>
          <p14:tracePt t="70491" x="2146300" y="6153150"/>
          <p14:tracePt t="70508" x="2133600" y="6165850"/>
          <p14:tracePt t="70525" x="2127250" y="6184900"/>
          <p14:tracePt t="70541" x="2127250" y="6191250"/>
          <p14:tracePt t="70558" x="2139950" y="6223000"/>
          <p14:tracePt t="70574" x="2197100" y="6254750"/>
          <p14:tracePt t="70591" x="2266950" y="6280150"/>
          <p14:tracePt t="70607" x="2317750" y="6286500"/>
          <p14:tracePt t="70624" x="2413000" y="6273800"/>
          <p14:tracePt t="70641" x="2489200" y="6248400"/>
          <p14:tracePt t="70657" x="2501900" y="6242050"/>
          <p14:tracePt t="70675" x="2527300" y="6223000"/>
          <p14:tracePt t="70690" x="2533650" y="6203950"/>
          <p14:tracePt t="70707" x="2533650" y="6191250"/>
          <p14:tracePt t="70725" x="2495550" y="6165850"/>
          <p14:tracePt t="70740" x="2444750" y="6127750"/>
          <p14:tracePt t="70757" x="2425700" y="6115050"/>
          <p14:tracePt t="70774" x="2355850" y="6102350"/>
          <p14:tracePt t="70790" x="2324100" y="6102350"/>
          <p14:tracePt t="70807" x="2266950" y="6102350"/>
          <p14:tracePt t="70823" x="2222500" y="6102350"/>
          <p14:tracePt t="70840" x="2197100" y="6108700"/>
          <p14:tracePt t="70857" x="2171700" y="6127750"/>
          <p14:tracePt t="70873" x="2152650" y="6140450"/>
          <p14:tracePt t="70890" x="2139950" y="6153150"/>
          <p14:tracePt t="70907" x="2133600" y="6165850"/>
          <p14:tracePt t="70923" x="2127250" y="6184900"/>
          <p14:tracePt t="70940" x="2127250" y="6191250"/>
          <p14:tracePt t="70956" x="2127250" y="6203950"/>
          <p14:tracePt t="70973" x="2133600" y="6216650"/>
          <p14:tracePt t="70990" x="2146300" y="6223000"/>
          <p14:tracePt t="71006" x="2184400" y="6248400"/>
          <p14:tracePt t="71023" x="2241550" y="6267450"/>
          <p14:tracePt t="71041" x="2324100" y="6267450"/>
          <p14:tracePt t="71056" x="2368550" y="6248400"/>
          <p14:tracePt t="71072" x="2413000" y="6223000"/>
          <p14:tracePt t="71090" x="2470150" y="6165850"/>
          <p14:tracePt t="71105" x="2476500" y="6134100"/>
          <p14:tracePt t="71122" x="2476500" y="6115050"/>
          <p14:tracePt t="71139" x="2463800" y="6064250"/>
          <p14:tracePt t="71156" x="2438400" y="6019800"/>
          <p14:tracePt t="71173" x="2413000" y="6000750"/>
          <p14:tracePt t="71189" x="2381250" y="5969000"/>
          <p14:tracePt t="71205" x="2343150" y="5949950"/>
          <p14:tracePt t="71223" x="2317750" y="5937250"/>
          <p14:tracePt t="71238" x="2311400" y="5930900"/>
          <p14:tracePt t="71255" x="2305050" y="5930900"/>
          <p14:tracePt t="71288" x="2298700" y="5924550"/>
          <p14:tracePt t="71384" x="2292350" y="5918200"/>
          <p14:tracePt t="71391" x="2292350" y="5911850"/>
          <p14:tracePt t="71433" x="2298700" y="5905500"/>
          <p14:tracePt t="71440" x="2298700" y="5899150"/>
          <p14:tracePt t="71455" x="2298700" y="5892800"/>
          <p14:tracePt t="71475" x="2305050" y="5886450"/>
          <p14:tracePt t="71482" x="2311400" y="5880100"/>
          <p14:tracePt t="71496" x="2317750" y="5867400"/>
          <p14:tracePt t="71504" x="2330450" y="5854700"/>
          <p14:tracePt t="71521" x="2336800" y="5842000"/>
          <p14:tracePt t="71538" x="2343150" y="5829300"/>
          <p14:tracePt t="71554" x="2343150" y="5816600"/>
          <p14:tracePt t="71571" x="2336800" y="5803900"/>
          <p14:tracePt t="71588" x="2311400" y="5797550"/>
          <p14:tracePt t="71604" x="2273300" y="5791200"/>
          <p14:tracePt t="71621" x="2254250" y="5791200"/>
          <p14:tracePt t="71637" x="2222500" y="5791200"/>
          <p14:tracePt t="71654" x="2203450" y="5791200"/>
          <p14:tracePt t="71671" x="2184400" y="5791200"/>
          <p14:tracePt t="71707" x="2190750" y="5797550"/>
          <p14:tracePt t="71721" x="2216150" y="5803900"/>
          <p14:tracePt t="71737" x="2247900" y="5810250"/>
          <p14:tracePt t="71753" x="2286000" y="5810250"/>
          <p14:tracePt t="71770" x="2400300" y="5810250"/>
          <p14:tracePt t="71786" x="2546350" y="5784850"/>
          <p14:tracePt t="71803" x="2622550" y="5765800"/>
          <p14:tracePt t="71820" x="2736850" y="5708650"/>
          <p14:tracePt t="71837" x="2800350" y="5676900"/>
          <p14:tracePt t="71854" x="2825750" y="5664200"/>
          <p14:tracePt t="71869" x="2832100" y="5664200"/>
          <p14:tracePt t="71886" x="2838450" y="5657850"/>
          <p14:tracePt t="71903" x="2813050" y="5645150"/>
          <p14:tracePt t="71920" x="2794000" y="5638800"/>
          <p14:tracePt t="71936" x="2698750" y="5619750"/>
          <p14:tracePt t="71952" x="2578100" y="5600700"/>
          <p14:tracePt t="71969" x="2527300" y="5600700"/>
          <p14:tracePt t="71986" x="2476500" y="5600700"/>
          <p14:tracePt t="72003" x="2362200" y="5613400"/>
          <p14:tracePt t="72019" x="2343150" y="5619750"/>
          <p14:tracePt t="72037" x="2324100" y="5619750"/>
          <p14:tracePt t="72052" x="2317750" y="5626100"/>
          <p14:tracePt t="72088" x="2324100" y="5638800"/>
          <p14:tracePt t="72102" x="2330450" y="5645150"/>
          <p14:tracePt t="72119" x="2374900" y="5683250"/>
          <p14:tracePt t="72135" x="2444750" y="5715000"/>
          <p14:tracePt t="72151" x="2501900" y="5740400"/>
          <p14:tracePt t="72169" x="2597150" y="5765800"/>
          <p14:tracePt t="72185" x="2705100" y="5797550"/>
          <p14:tracePt t="72202" x="2749550" y="5803900"/>
          <p14:tracePt t="72205" x="2787650" y="5810250"/>
          <p14:tracePt t="72219" x="2813050" y="5810250"/>
          <p14:tracePt t="72235" x="2838450" y="5816600"/>
          <p14:tracePt t="72269" x="2844800" y="5816600"/>
          <p14:tracePt t="72296" x="2844800" y="5822950"/>
          <p14:tracePt t="72304" x="2844800" y="5829300"/>
          <p14:tracePt t="72318" x="2832100" y="5842000"/>
          <p14:tracePt t="72335" x="2819400" y="5854700"/>
          <p14:tracePt t="72352" x="2705100" y="5911850"/>
          <p14:tracePt t="72368" x="2635250" y="5930900"/>
          <p14:tracePt t="72384" x="2584450" y="5949950"/>
          <p14:tracePt t="72401" x="2463800" y="5981700"/>
          <p14:tracePt t="72418" x="2393950" y="5994400"/>
          <p14:tracePt t="72434" x="2362200" y="5994400"/>
          <p14:tracePt t="72451" x="2336800" y="6000750"/>
          <p14:tracePt t="72468" x="2324100" y="6000750"/>
          <p14:tracePt t="72487" x="2330450" y="6007100"/>
          <p14:tracePt t="72501" x="2343150" y="6007100"/>
          <p14:tracePt t="72517" x="2381250" y="6019800"/>
          <p14:tracePt t="72535" x="2451100" y="6038850"/>
          <p14:tracePt t="72550" x="2495550" y="6051550"/>
          <p14:tracePt t="72567" x="2603500" y="6064250"/>
          <p14:tracePt t="72584" x="2660650" y="6076950"/>
          <p14:tracePt t="72601" x="2686050" y="6076950"/>
          <p14:tracePt t="72617" x="2698750" y="6083300"/>
          <p14:tracePt t="72634" x="2711450" y="6083300"/>
          <p14:tracePt t="72669" x="2711450" y="6089650"/>
          <p14:tracePt t="72696" x="2711450" y="6096000"/>
          <p14:tracePt t="72718" x="2705100" y="6108700"/>
          <p14:tracePt t="72724" x="2692400" y="6115050"/>
          <p14:tracePt t="72738" x="2673350" y="6127750"/>
          <p14:tracePt t="72750" x="2654300" y="6140450"/>
          <p14:tracePt t="72767" x="2578100" y="6191250"/>
          <p14:tracePt t="72783" x="2533650" y="6216650"/>
          <p14:tracePt t="72801" x="2432050" y="6273800"/>
          <p14:tracePt t="72816" x="2368550" y="6299200"/>
          <p14:tracePt t="72833" x="2355850" y="6311900"/>
          <p14:tracePt t="72850" x="2330450" y="6318250"/>
          <p14:tracePt t="72866" x="2324100" y="6324600"/>
          <p14:tracePt t="72900" x="2349500" y="6324600"/>
          <p14:tracePt t="72916" x="2406650" y="6324600"/>
          <p14:tracePt t="72934" x="2501900" y="6286500"/>
          <p14:tracePt t="72949" x="2559050" y="6280150"/>
          <p14:tracePt t="72966" x="2622550" y="6261100"/>
          <p14:tracePt t="72983" x="2743200" y="6223000"/>
          <p14:tracePt t="72999" x="2762250" y="6216650"/>
          <p14:tracePt t="73016" x="2774950" y="6216650"/>
          <p14:tracePt t="73033" x="2781300" y="6216650"/>
          <p14:tracePt t="73049" x="2787650" y="6216650"/>
          <p14:tracePt t="73089" x="2774950" y="6216650"/>
          <p14:tracePt t="73098" x="2755900" y="6216650"/>
          <p14:tracePt t="73116" x="2736850" y="6216650"/>
          <p14:tracePt t="73132" x="2654300" y="6216650"/>
          <p14:tracePt t="73149" x="2565400" y="6216650"/>
          <p14:tracePt t="73166" x="2463800" y="6216650"/>
          <p14:tracePt t="73182" x="2419350" y="6223000"/>
          <p14:tracePt t="73198" x="2368550" y="6223000"/>
          <p14:tracePt t="73215" x="2343150" y="6229350"/>
          <p14:tracePt t="73248" x="2336800" y="6229350"/>
          <p14:tracePt t="73285" x="2343150" y="6229350"/>
          <p14:tracePt t="73299" x="2355850" y="6229350"/>
          <p14:tracePt t="73306" x="2381250" y="6223000"/>
          <p14:tracePt t="73320" x="2400300" y="6216650"/>
          <p14:tracePt t="73331" x="2419350" y="6210300"/>
          <p14:tracePt t="73349" x="2476500" y="6197600"/>
          <p14:tracePt t="73365" x="2501900" y="6191250"/>
          <p14:tracePt t="73381" x="2533650" y="6184900"/>
          <p14:tracePt t="73398" x="2552700" y="6178550"/>
          <p14:tracePt t="73415" x="2552700" y="6172200"/>
          <p14:tracePt t="73447" x="2527300" y="6172200"/>
          <p14:tracePt t="73464" x="2508250" y="6172200"/>
          <p14:tracePt t="73481" x="2457450" y="6172200"/>
          <p14:tracePt t="73497" x="2387600" y="6197600"/>
          <p14:tracePt t="73514" x="2343150" y="6203950"/>
          <p14:tracePt t="73531" x="2317750" y="6210300"/>
          <p14:tracePt t="73547" x="2228850" y="6229350"/>
          <p14:tracePt t="73564" x="2209800" y="6235700"/>
          <p14:tracePt t="73580" x="2197100" y="6242050"/>
          <p14:tracePt t="73616" x="2190750" y="6242050"/>
          <p14:tracePt t="73685" x="2197100" y="6242050"/>
          <p14:tracePt t="73699" x="2203450" y="6242050"/>
          <p14:tracePt t="73706" x="2209800" y="6242050"/>
          <p14:tracePt t="73720" x="2216150" y="6242050"/>
          <p14:tracePt t="73730" x="2222500" y="6242050"/>
          <p14:tracePt t="73749" x="2228850" y="6242050"/>
          <p14:tracePt t="73790" x="2235200" y="6242050"/>
          <p14:tracePt t="73825" x="2241550" y="6242050"/>
          <p14:tracePt t="73847" x="2247900" y="6242050"/>
          <p14:tracePt t="73889" x="2254250" y="6242050"/>
          <p14:tracePt t="73897" x="2260600" y="6242050"/>
          <p14:tracePt t="73917" x="2266950" y="6242050"/>
          <p14:tracePt t="74099" x="2260600" y="6248400"/>
          <p14:tracePt t="74106" x="2254250" y="6248400"/>
          <p14:tracePt t="74120" x="2247900" y="6248400"/>
          <p14:tracePt t="74129" x="2241550" y="6254750"/>
          <p14:tracePt t="74145" x="2222500" y="6261100"/>
          <p14:tracePt t="74162" x="2197100" y="6273800"/>
          <p14:tracePt t="74178" x="2165350" y="6305550"/>
          <p14:tracePt t="74195" x="2139950" y="6311900"/>
          <p14:tracePt t="74198" x="2127250" y="6318250"/>
          <p14:tracePt t="74214" x="2114550" y="6324600"/>
          <p14:tracePt t="74228" x="2108200" y="6330950"/>
          <p14:tracePt t="74245" x="2101850" y="6337300"/>
          <p14:tracePt t="74261" x="2095500" y="6337300"/>
          <p14:tracePt t="74278" x="2089150" y="6337300"/>
          <p14:tracePt t="74302" x="2082800" y="6337300"/>
          <p14:tracePt t="74359" x="2076450" y="6343650"/>
          <p14:tracePt t="74450" x="2082800" y="6343650"/>
          <p14:tracePt t="74456" x="2089150" y="6343650"/>
          <p14:tracePt t="74471" x="2095500" y="6343650"/>
          <p14:tracePt t="74492" x="2101850" y="6343650"/>
          <p14:tracePt t="74513" x="2114550" y="6343650"/>
          <p14:tracePt t="74520" x="2127250" y="6337300"/>
          <p14:tracePt t="74530" x="2139950" y="6337300"/>
          <p14:tracePt t="74543" x="2152650" y="6330950"/>
          <p14:tracePt t="74560" x="2165350" y="6330950"/>
          <p14:tracePt t="74577" x="2197100" y="6318250"/>
          <p14:tracePt t="74594" x="2222500" y="6311900"/>
          <p14:tracePt t="74610" x="2235200" y="6305550"/>
          <p14:tracePt t="74627" x="2254250" y="6305550"/>
          <p14:tracePt t="74643" x="2266950" y="6299200"/>
          <p14:tracePt t="74661" x="2279650" y="6299200"/>
          <p14:tracePt t="74693" x="2279650" y="6292850"/>
          <p14:tracePt t="74710" x="2279650" y="6280150"/>
          <p14:tracePt t="78952" x="2279650" y="6273800"/>
          <p14:tracePt t="78958" x="2279650" y="6248400"/>
          <p14:tracePt t="78973" x="2279650" y="6229350"/>
          <p14:tracePt t="78982" x="2279650" y="6178550"/>
          <p14:tracePt t="78996" x="2279650" y="6127750"/>
          <p14:tracePt t="79012" x="2279650" y="5988050"/>
          <p14:tracePt t="79029" x="2279650" y="5797550"/>
          <p14:tracePt t="79045" x="2279650" y="5683250"/>
          <p14:tracePt t="79061" x="2254250" y="5568950"/>
          <p14:tracePt t="79078" x="2203450" y="5238750"/>
          <p14:tracePt t="79095" x="2171700" y="5118100"/>
          <p14:tracePt t="79111" x="2152650" y="4991100"/>
          <p14:tracePt t="79128" x="2089150" y="4749800"/>
          <p14:tracePt t="79145" x="2025650" y="4514850"/>
          <p14:tracePt t="79161" x="1981200" y="4381500"/>
          <p14:tracePt t="79178" x="1917700" y="4159250"/>
          <p14:tracePt t="79194" x="1854200" y="3943350"/>
          <p14:tracePt t="79212" x="1803400" y="3746500"/>
          <p14:tracePt t="79227" x="1784350" y="3657600"/>
          <p14:tracePt t="79245" x="1752600" y="3524250"/>
          <p14:tracePt t="79261" x="1727200" y="3448050"/>
          <p14:tracePt t="79278" x="1727200" y="3429000"/>
          <p14:tracePt t="79281" x="1727200" y="3422650"/>
          <p14:tracePt t="79294" x="1727200" y="3416300"/>
          <p14:tracePt t="79311" x="1727200" y="3409950"/>
          <p14:tracePt t="79428" x="1727200" y="3416300"/>
          <p14:tracePt t="80052" x="1720850" y="3416300"/>
          <p14:tracePt t="80073" x="1708150" y="3416300"/>
          <p14:tracePt t="80094" x="1701800" y="3416300"/>
          <p14:tracePt t="80101" x="1695450" y="3416300"/>
          <p14:tracePt t="80115" x="1689100" y="3416300"/>
          <p14:tracePt t="80124" x="1682750" y="3416300"/>
          <p14:tracePt t="80144" x="1676400" y="3416300"/>
          <p14:tracePt t="80158" x="1670050" y="3416300"/>
          <p14:tracePt t="80174" x="1657350" y="3416300"/>
          <p14:tracePt t="80191" x="1651000" y="3416300"/>
          <p14:tracePt t="80208" x="1644650" y="3416300"/>
          <p14:tracePt t="80241" x="1644650" y="3409950"/>
          <p14:tracePt t="80305" x="1638300" y="3409950"/>
          <p14:tracePt t="80396" x="1631950" y="3409950"/>
          <p14:tracePt t="80683" x="1631950" y="3403600"/>
          <p14:tracePt t="80704" x="1631950" y="34099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pt-BR" altLang="en-US" sz="2400" dirty="0">
                <a:latin typeface="Lucida Console" panose="020B0609040504020204" pitchFamily="49" charset="0"/>
              </a:rPr>
              <a:t>from os import system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pt-BR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pt-BR" altLang="en-US" sz="2400" dirty="0" smtClean="0">
                <a:latin typeface="Lucida Console" panose="020B0609040504020204" pitchFamily="49" charset="0"/>
              </a:rPr>
              <a:t>x=system("cat decorators.py")</a:t>
            </a:r>
            <a:endParaRPr lang="pt-BR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wrap_do2x()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from decorators import 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 print</a:t>
            </a:r>
            <a:r>
              <a:rPr lang="en-US" altLang="en-US" sz="2400" dirty="0">
                <a:latin typeface="Lucida Console" panose="020B0609040504020204" pitchFamily="49" charset="0"/>
              </a:rPr>
              <a:t>("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spc="8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&lt;</a:t>
            </a:r>
            <a:r>
              <a:rPr lang="en-US" altLang="en-US" sz="2400" spc="8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function </a:t>
            </a:r>
            <a:r>
              <a:rPr lang="en-US" altLang="en-US" sz="2400" b="1" spc="8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do_twic</a:t>
            </a:r>
            <a:r>
              <a:rPr lang="en-US" altLang="en-US" sz="2400" b="1" spc="-50" dirty="0" err="1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n-US" altLang="en-US" sz="2400" b="1" spc="-50" dirty="0" smtClean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  <a:r>
              <a:rPr lang="en-US" altLang="en-US" sz="2400" spc="80" dirty="0" smtClean="0">
                <a:solidFill>
                  <a:srgbClr val="FFC000"/>
                </a:solidFill>
                <a:latin typeface="Arial Narrow" panose="020B0606020202030204" pitchFamily="34" charset="0"/>
                <a:cs typeface="Lucida Sans Unicode" panose="020B0602030504020204" pitchFamily="34" charset="0"/>
              </a:rPr>
              <a:t>&lt;</a:t>
            </a:r>
            <a:r>
              <a:rPr lang="en-US" altLang="en-US" sz="2400" b="1" spc="80" dirty="0" smtClean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locals</a:t>
            </a:r>
            <a:r>
              <a:rPr lang="en-US" altLang="en-US" sz="2400" spc="-50" dirty="0" smtClean="0">
                <a:solidFill>
                  <a:srgbClr val="FFC000"/>
                </a:solidFill>
                <a:latin typeface="Arial Narrow" panose="020B0606020202030204" pitchFamily="34" charset="0"/>
                <a:cs typeface="Lucida Sans Unicode" panose="020B0602030504020204" pitchFamily="34" charset="0"/>
              </a:rPr>
              <a:t>&gt;</a:t>
            </a:r>
            <a:r>
              <a:rPr lang="en-US" altLang="en-US" sz="2400" b="1" spc="80" dirty="0" smtClean="0">
                <a:solidFill>
                  <a:srgbClr val="FFC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wrap</a:t>
            </a:r>
            <a:r>
              <a:rPr lang="en-US" altLang="en-US" sz="2400" b="1" dirty="0" smtClean="0">
                <a:solidFill>
                  <a:schemeClr val="accent2"/>
                </a:solidFill>
                <a:latin typeface="Arial Narrow" panose="020B0606020202030204" pitchFamily="34" charset="0"/>
              </a:rPr>
              <a:t>_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do2x</a:t>
            </a:r>
            <a:r>
              <a:rPr lang="en-US" altLang="en-US" sz="2400" spc="80" dirty="0" smtClean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8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at</a:t>
            </a:r>
            <a:r>
              <a:rPr lang="en-US" altLang="en-US" sz="2400" spc="-5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0x</a:t>
            </a:r>
            <a:r>
              <a:rPr lang="en-US" altLang="en-US" sz="2400" spc="8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6fff</a:t>
            </a:r>
            <a:r>
              <a:rPr lang="en-US" altLang="en-US" sz="2400" spc="6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fd92ae8&gt;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/>
              <a:t>Loading a decorator from a file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029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endParaRPr lang="pt-BR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pt-BR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spc="6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9330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294"/>
    </mc:Choice>
    <mc:Fallback>
      <p:transition spd="slow" advTm="109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37" x="3790950" y="774700"/>
          <p14:tracePt t="844" x="3822700" y="787400"/>
          <p14:tracePt t="859" x="3854450" y="806450"/>
          <p14:tracePt t="870" x="3886200" y="819150"/>
          <p14:tracePt t="888" x="3962400" y="844550"/>
          <p14:tracePt t="904" x="3987800" y="850900"/>
          <p14:tracePt t="921" x="4044950" y="869950"/>
          <p14:tracePt t="937" x="4108450" y="876300"/>
          <p14:tracePt t="954" x="4133850" y="882650"/>
          <p14:tracePt t="971" x="4191000" y="889000"/>
          <p14:tracePt t="987" x="4235450" y="889000"/>
          <p14:tracePt t="1004" x="4254500" y="889000"/>
          <p14:tracePt t="1021" x="4305300" y="882650"/>
          <p14:tracePt t="1037" x="4349750" y="882650"/>
          <p14:tracePt t="1054" x="4381500" y="882650"/>
          <p14:tracePt t="1071" x="4432300" y="882650"/>
          <p14:tracePt t="1087" x="4457700" y="876300"/>
          <p14:tracePt t="1104" x="4489450" y="876300"/>
          <p14:tracePt t="1119" x="4603750" y="869950"/>
          <p14:tracePt t="1137" x="4660900" y="857250"/>
          <p14:tracePt t="1154" x="4762500" y="850900"/>
          <p14:tracePt t="1170" x="4845050" y="838200"/>
          <p14:tracePt t="1186" x="4876800" y="831850"/>
          <p14:tracePt t="1189" x="4902200" y="825500"/>
          <p14:tracePt t="1203" x="4927600" y="819150"/>
          <p14:tracePt t="1220" x="4965700" y="812800"/>
          <p14:tracePt t="1236" x="4984750" y="806450"/>
          <p14:tracePt t="1253" x="5029200" y="793750"/>
          <p14:tracePt t="1270" x="5067300" y="793750"/>
          <p14:tracePt t="1286" x="5092700" y="793750"/>
          <p14:tracePt t="1303" x="5137150" y="793750"/>
          <p14:tracePt t="1319" x="5194300" y="787400"/>
          <p14:tracePt t="1336" x="5251450" y="787400"/>
          <p14:tracePt t="1352" x="5283200" y="787400"/>
          <p14:tracePt t="1370" x="5340350" y="787400"/>
          <p14:tracePt t="1386" x="5397500" y="800100"/>
          <p14:tracePt t="1402" x="5422900" y="806450"/>
          <p14:tracePt t="1419" x="5461000" y="806450"/>
          <p14:tracePt t="1436" x="5492750" y="806450"/>
          <p14:tracePt t="1452" x="5499100" y="812800"/>
          <p14:tracePt t="1469" x="5511800" y="812800"/>
          <p14:tracePt t="1575" x="5518150" y="812800"/>
          <p14:tracePt t="1666" x="5524500" y="812800"/>
          <p14:tracePt t="1722" x="5530850" y="812800"/>
          <p14:tracePt t="1744" x="5537200" y="819150"/>
          <p14:tracePt t="1757" x="5543550" y="819150"/>
          <p14:tracePt t="1765" x="5556250" y="825500"/>
          <p14:tracePt t="1772" x="5568950" y="825500"/>
          <p14:tracePt t="1787" x="5588000" y="825500"/>
          <p14:tracePt t="1801" x="5626100" y="831850"/>
          <p14:tracePt t="1817" x="5734050" y="869950"/>
          <p14:tracePt t="1835" x="5880100" y="895350"/>
          <p14:tracePt t="1851" x="5969000" y="914400"/>
          <p14:tracePt t="1867" x="6140450" y="939800"/>
          <p14:tracePt t="1884" x="6267450" y="946150"/>
          <p14:tracePt t="1901" x="6318250" y="946150"/>
          <p14:tracePt t="1917" x="6350000" y="946150"/>
          <p14:tracePt t="1934" x="6400800" y="946150"/>
          <p14:tracePt t="1950" x="6407150" y="946150"/>
          <p14:tracePt t="1968" x="6413500" y="946150"/>
          <p14:tracePt t="2000" x="6419850" y="946150"/>
          <p14:tracePt t="2038" x="6426200" y="946150"/>
          <p14:tracePt t="2165" x="6426200" y="939800"/>
          <p14:tracePt t="2172" x="6419850" y="939800"/>
          <p14:tracePt t="2186" x="6419850" y="933450"/>
          <p14:tracePt t="3399" x="6356350" y="939800"/>
          <p14:tracePt t="3406" x="6254750" y="946150"/>
          <p14:tracePt t="3420" x="6127750" y="971550"/>
          <p14:tracePt t="3429" x="5924550" y="1009650"/>
          <p14:tracePt t="3445" x="5746750" y="1047750"/>
          <p14:tracePt t="3463" x="5314950" y="1149350"/>
          <p14:tracePt t="3478" x="5200650" y="1200150"/>
          <p14:tracePt t="3495" x="4978400" y="1282700"/>
          <p14:tracePt t="3512" x="4756150" y="1377950"/>
          <p14:tracePt t="3528" x="4648200" y="1422400"/>
          <p14:tracePt t="3545" x="4476750" y="1492250"/>
          <p14:tracePt t="3562" x="4305300" y="1555750"/>
          <p14:tracePt t="3578" x="4210050" y="1574800"/>
          <p14:tracePt t="3595" x="4064000" y="1612900"/>
          <p14:tracePt t="3611" x="3924300" y="1625600"/>
          <p14:tracePt t="3628" x="3860800" y="1625600"/>
          <p14:tracePt t="3645" x="3752850" y="1612900"/>
          <p14:tracePt t="3661" x="3644900" y="1574800"/>
          <p14:tracePt t="3678" x="3600450" y="1555750"/>
          <p14:tracePt t="3681" x="3549650" y="1536700"/>
          <p14:tracePt t="3695" x="3511550" y="1504950"/>
          <p14:tracePt t="3711" x="3460750" y="1466850"/>
          <p14:tracePt t="3728" x="3429000" y="1447800"/>
          <p14:tracePt t="3745" x="3384550" y="1403350"/>
          <p14:tracePt t="3761" x="3340100" y="1371600"/>
          <p14:tracePt t="3779" x="3295650" y="1333500"/>
          <p14:tracePt t="3794" x="3251200" y="1314450"/>
          <p14:tracePt t="3811" x="3187700" y="1282700"/>
          <p14:tracePt t="3828" x="3130550" y="1270000"/>
          <p14:tracePt t="3844" x="3105150" y="1270000"/>
          <p14:tracePt t="3861" x="3060700" y="1270000"/>
          <p14:tracePt t="3878" x="3028950" y="1250950"/>
          <p14:tracePt t="3894" x="3016250" y="1238250"/>
          <p14:tracePt t="9704" x="3048000" y="1238250"/>
          <p14:tracePt t="9719" x="3098800" y="1244600"/>
          <p14:tracePt t="9727" x="3181350" y="1257300"/>
          <p14:tracePt t="9740" x="3244850" y="1263650"/>
          <p14:tracePt t="9757" x="3403600" y="1295400"/>
          <p14:tracePt t="9773" x="3505200" y="1295400"/>
          <p14:tracePt t="9790" x="3708400" y="1289050"/>
          <p14:tracePt t="9807" x="3810000" y="1282700"/>
          <p14:tracePt t="9824" x="4076700" y="1282700"/>
          <p14:tracePt t="9840" x="4140200" y="1282700"/>
          <p14:tracePt t="9856" x="4178300" y="1295400"/>
          <p14:tracePt t="9874" x="4229100" y="1301750"/>
          <p14:tracePt t="9890" x="4235450" y="1301750"/>
          <p14:tracePt t="9943" x="4235450" y="1308100"/>
          <p14:tracePt t="10070" x="4235450" y="1314450"/>
          <p14:tracePt t="10098" x="4235450" y="1320800"/>
          <p14:tracePt t="10126" x="4235450" y="1327150"/>
          <p14:tracePt t="10210" x="4241800" y="1333500"/>
          <p14:tracePt t="10287" x="4248150" y="1339850"/>
          <p14:tracePt t="10301" x="4254500" y="1346200"/>
          <p14:tracePt t="10315" x="4260850" y="1346200"/>
          <p14:tracePt t="10324" x="4267200" y="1346200"/>
          <p14:tracePt t="10350" x="4273550" y="1346200"/>
          <p14:tracePt t="10358" x="4279900" y="1352550"/>
          <p14:tracePt t="10374" x="4286250" y="1352550"/>
          <p14:tracePt t="10387" x="4298950" y="1358900"/>
          <p14:tracePt t="10405" x="4324350" y="1358900"/>
          <p14:tracePt t="10421" x="4394200" y="1377950"/>
          <p14:tracePt t="10437" x="4476750" y="1390650"/>
          <p14:tracePt t="10455" x="4527550" y="1403350"/>
          <p14:tracePt t="10471" x="4699000" y="1428750"/>
          <p14:tracePt t="10488" x="4756150" y="1435100"/>
          <p14:tracePt t="10505" x="4806950" y="1447800"/>
          <p14:tracePt t="10521" x="4908550" y="1466850"/>
          <p14:tracePt t="10537" x="4940300" y="1479550"/>
          <p14:tracePt t="10555" x="4965700" y="1485900"/>
          <p14:tracePt t="10571" x="4984750" y="1492250"/>
          <p14:tracePt t="10587" x="4991100" y="1492250"/>
          <p14:tracePt t="10604" x="5003800" y="1498600"/>
          <p14:tracePt t="10621" x="5010150" y="1498600"/>
          <p14:tracePt t="10638" x="5022850" y="1498600"/>
          <p14:tracePt t="11066" x="5041900" y="1498600"/>
          <p14:tracePt t="11080" x="5060950" y="1498600"/>
          <p14:tracePt t="11088" x="5099050" y="1498600"/>
          <p14:tracePt t="11103" x="5124450" y="1498600"/>
          <p14:tracePt t="11119" x="5162550" y="1498600"/>
          <p14:tracePt t="11136" x="5264150" y="1485900"/>
          <p14:tracePt t="11152" x="5295900" y="1485900"/>
          <p14:tracePt t="11168" x="5334000" y="1485900"/>
          <p14:tracePt t="11186" x="5391150" y="1485900"/>
          <p14:tracePt t="11202" x="5435600" y="1485900"/>
          <p14:tracePt t="11218" x="5448300" y="1485900"/>
          <p14:tracePt t="11235" x="5473700" y="1485900"/>
          <p14:tracePt t="11252" x="5486400" y="1485900"/>
          <p14:tracePt t="11268" x="5492750" y="1485900"/>
          <p14:tracePt t="11333" x="5499100" y="1485900"/>
          <p14:tracePt t="11642" x="5492750" y="1485900"/>
          <p14:tracePt t="11648" x="5480050" y="1492250"/>
          <p14:tracePt t="11663" x="5467350" y="1492250"/>
          <p14:tracePt t="11670" x="5429250" y="1498600"/>
          <p14:tracePt t="11686" x="5372100" y="1504950"/>
          <p14:tracePt t="11700" x="5194300" y="1555750"/>
          <p14:tracePt t="11717" x="5041900" y="1593850"/>
          <p14:tracePt t="11734" x="4610100" y="1689100"/>
          <p14:tracePt t="11750" x="4286250" y="1752600"/>
          <p14:tracePt t="11767" x="3556000" y="1873250"/>
          <p14:tracePt t="11770" x="3136900" y="1911350"/>
          <p14:tracePt t="11784" x="2692400" y="1924050"/>
          <p14:tracePt t="11800" x="2247900" y="1917700"/>
          <p14:tracePt t="11817" x="1377950" y="1828800"/>
          <p14:tracePt t="11832" x="755650" y="1746250"/>
          <p14:tracePt t="12308" x="768350" y="1758950"/>
          <p14:tracePt t="12322" x="800100" y="1778000"/>
          <p14:tracePt t="12329" x="838200" y="1803400"/>
          <p14:tracePt t="12342" x="876300" y="1822450"/>
          <p14:tracePt t="12356" x="920750" y="1841500"/>
          <p14:tracePt t="12370" x="939800" y="1847850"/>
          <p14:tracePt t="12380" x="971550" y="1854200"/>
          <p14:tracePt t="12397" x="990600" y="1860550"/>
          <p14:tracePt t="12414" x="1009650" y="1866900"/>
          <p14:tracePt t="12431" x="1016000" y="1873250"/>
          <p14:tracePt t="12464" x="1022350" y="1879600"/>
          <p14:tracePt t="12484" x="1016000" y="1879600"/>
          <p14:tracePt t="12500" x="1009650" y="1879600"/>
          <p14:tracePt t="12514" x="990600" y="1885950"/>
          <p14:tracePt t="12531" x="971550" y="1892300"/>
          <p14:tracePt t="12547" x="920750" y="1911350"/>
          <p14:tracePt t="12564" x="850900" y="1943100"/>
          <p14:tracePt t="12581" x="793750" y="1962150"/>
          <p14:tracePt t="12597" x="685800" y="1993900"/>
          <p14:tracePt t="12614" x="641350" y="2012950"/>
          <p14:tracePt t="12631" x="558800" y="2038350"/>
          <p14:tracePt t="12647" x="520700" y="2044700"/>
          <p14:tracePt t="12663" x="508000" y="2044700"/>
          <p14:tracePt t="12680" x="501650" y="2044700"/>
          <p14:tracePt t="12696" x="495300" y="2044700"/>
          <p14:tracePt t="12743" x="495300" y="2038350"/>
          <p14:tracePt t="12757" x="501650" y="2025650"/>
          <p14:tracePt t="12766" x="501650" y="2019300"/>
          <p14:tracePt t="12780" x="508000" y="2000250"/>
          <p14:tracePt t="12797" x="508000" y="1981200"/>
          <p14:tracePt t="12813" x="508000" y="1974850"/>
          <p14:tracePt t="12846" x="514350" y="1962150"/>
          <p14:tracePt t="12863" x="514350" y="1955800"/>
          <p14:tracePt t="12912" x="520700" y="1955800"/>
          <p14:tracePt t="12933" x="527050" y="1955800"/>
          <p14:tracePt t="12947" x="527050" y="1968500"/>
          <p14:tracePt t="12954" x="533400" y="1974850"/>
          <p14:tracePt t="12968" x="539750" y="1981200"/>
          <p14:tracePt t="12979" x="546100" y="2012950"/>
          <p14:tracePt t="12997" x="596900" y="2101850"/>
          <p14:tracePt t="13012" x="615950" y="2171700"/>
          <p14:tracePt t="13029" x="698500" y="2343150"/>
          <p14:tracePt t="13046" x="762000" y="2501900"/>
          <p14:tracePt t="13062" x="800100" y="2571750"/>
          <p14:tracePt t="13079" x="844550" y="2686050"/>
          <p14:tracePt t="13095" x="882650" y="2736850"/>
          <p14:tracePt t="13112" x="889000" y="2755900"/>
          <p14:tracePt t="13129" x="901700" y="2787650"/>
          <p14:tracePt t="13145" x="908050" y="2794000"/>
          <p14:tracePt t="13179" x="908050" y="2800350"/>
          <p14:tracePt t="13207" x="914400" y="2806700"/>
          <p14:tracePt t="13276" x="914400" y="2813050"/>
          <p14:tracePt t="13284" x="914400" y="2819400"/>
          <p14:tracePt t="13298" x="914400" y="2825750"/>
          <p14:tracePt t="13312" x="920750" y="2825750"/>
          <p14:tracePt t="13328" x="927100" y="2832100"/>
          <p14:tracePt t="13361" x="933450" y="2838450"/>
          <p14:tracePt t="13377" x="933450" y="2844800"/>
          <p14:tracePt t="13403" x="939800" y="2851150"/>
          <p14:tracePt t="13438" x="939800" y="2844800"/>
          <p14:tracePt t="13445" x="946150" y="2832100"/>
          <p14:tracePt t="13459" x="946150" y="2819400"/>
          <p14:tracePt t="13466" x="952500" y="2800350"/>
          <p14:tracePt t="13477" x="952500" y="2774950"/>
          <p14:tracePt t="13495" x="971550" y="2667000"/>
          <p14:tracePt t="13510" x="971550" y="2616200"/>
          <p14:tracePt t="13527" x="971550" y="2540000"/>
          <p14:tracePt t="13544" x="971550" y="2324100"/>
          <p14:tracePt t="13560" x="971550" y="2241550"/>
          <p14:tracePt t="13577" x="971550" y="2165350"/>
          <p14:tracePt t="13594" x="958850" y="2051050"/>
          <p14:tracePt t="13610" x="958850" y="2000250"/>
          <p14:tracePt t="13627" x="946150" y="1917700"/>
          <p14:tracePt t="13643" x="920750" y="1854200"/>
          <p14:tracePt t="13660" x="908050" y="1822450"/>
          <p14:tracePt t="13677" x="908050" y="1809750"/>
          <p14:tracePt t="13693" x="901700" y="1784350"/>
          <p14:tracePt t="13710" x="901700" y="1778000"/>
          <p14:tracePt t="13727" x="901700" y="1765300"/>
          <p14:tracePt t="13760" x="901700" y="1758950"/>
          <p14:tracePt t="13859" x="908050" y="1758950"/>
          <p14:tracePt t="14249" x="946150" y="1758950"/>
          <p14:tracePt t="14256" x="1016000" y="1778000"/>
          <p14:tracePt t="14270" x="1079500" y="1784350"/>
          <p14:tracePt t="14278" x="1149350" y="1803400"/>
          <p14:tracePt t="14292" x="1200150" y="1816100"/>
          <p14:tracePt t="14308" x="1244600" y="1828800"/>
          <p14:tracePt t="14325" x="1339850" y="1866900"/>
          <p14:tracePt t="14341" x="1365250" y="1879600"/>
          <p14:tracePt t="14358" x="1390650" y="1885950"/>
          <p14:tracePt t="14375" x="1428750" y="1905000"/>
          <p14:tracePt t="14391" x="1473200" y="1911350"/>
          <p14:tracePt t="14407" x="1492250" y="1917700"/>
          <p14:tracePt t="14424" x="1524000" y="1917700"/>
          <p14:tracePt t="14441" x="1549400" y="1917700"/>
          <p14:tracePt t="14457" x="1555750" y="1917700"/>
          <p14:tracePt t="14474" x="1568450" y="1917700"/>
          <p14:tracePt t="14698" x="1574800" y="1911350"/>
          <p14:tracePt t="14712" x="1581150" y="1905000"/>
          <p14:tracePt t="14719" x="1593850" y="1892300"/>
          <p14:tracePt t="14733" x="1612900" y="1885950"/>
          <p14:tracePt t="14742" x="1631950" y="1873250"/>
          <p14:tracePt t="14756" x="1651000" y="1866900"/>
          <p14:tracePt t="14773" x="1701800" y="1847850"/>
          <p14:tracePt t="14790" x="1752600" y="1841500"/>
          <p14:tracePt t="14806" x="1771650" y="1828800"/>
          <p14:tracePt t="14823" x="1797050" y="1828800"/>
          <p14:tracePt t="14839" x="1816100" y="1828800"/>
          <p14:tracePt t="14856" x="1822450" y="1828800"/>
          <p14:tracePt t="14889" x="1828800" y="1828800"/>
          <p14:tracePt t="14909" x="1835150" y="1828800"/>
          <p14:tracePt t="14925" x="1841500" y="1828800"/>
          <p14:tracePt t="14939" x="1854200" y="1828800"/>
          <p14:tracePt t="14956" x="1866900" y="1828800"/>
          <p14:tracePt t="14972" x="1905000" y="1835150"/>
          <p14:tracePt t="14989" x="1924050" y="1835150"/>
          <p14:tracePt t="15006" x="1974850" y="1835150"/>
          <p14:tracePt t="15022" x="2032000" y="1835150"/>
          <p14:tracePt t="15038" x="2057400" y="1847850"/>
          <p14:tracePt t="15056" x="2101850" y="1847850"/>
          <p14:tracePt t="15072" x="2133600" y="1847850"/>
          <p14:tracePt t="15088" x="2139950" y="1847850"/>
          <p14:tracePt t="15105" x="2146300" y="1847850"/>
          <p14:tracePt t="15122" x="2152650" y="1847850"/>
          <p14:tracePt t="15203" x="2159000" y="1847850"/>
          <p14:tracePt t="15259" x="2159000" y="1841500"/>
          <p14:tracePt t="15280" x="2152650" y="1835150"/>
          <p14:tracePt t="15301" x="2146300" y="1835150"/>
          <p14:tracePt t="15308" x="2133600" y="1828800"/>
          <p14:tracePt t="15324" x="2120900" y="1822450"/>
          <p14:tracePt t="15338" x="2108200" y="1816100"/>
          <p14:tracePt t="15354" x="2051050" y="1816100"/>
          <p14:tracePt t="15371" x="1936750" y="1809750"/>
          <p14:tracePt t="15388" x="1860550" y="1809750"/>
          <p14:tracePt t="15405" x="1708150" y="1809750"/>
          <p14:tracePt t="15421" x="1562100" y="1841500"/>
          <p14:tracePt t="15437" x="1504950" y="1860550"/>
          <p14:tracePt t="15454" x="1422400" y="1873250"/>
          <p14:tracePt t="15471" x="1371600" y="1879600"/>
          <p14:tracePt t="15487" x="1358900" y="1885950"/>
          <p14:tracePt t="15504" x="1346200" y="1885950"/>
          <p14:tracePt t="15520" x="1327150" y="1873250"/>
          <p14:tracePt t="16002" x="1333500" y="1866900"/>
          <p14:tracePt t="16016" x="1346200" y="1860550"/>
          <p14:tracePt t="16023" x="1358900" y="1860550"/>
          <p14:tracePt t="16035" x="1358900" y="1854200"/>
          <p14:tracePt t="16052" x="1371600" y="1854200"/>
          <p14:tracePt t="16068" x="1377950" y="1854200"/>
          <p14:tracePt t="16085" x="1390650" y="1847850"/>
          <p14:tracePt t="16102" x="1422400" y="1841500"/>
          <p14:tracePt t="16118" x="1428750" y="1841500"/>
          <p14:tracePt t="16136" x="1466850" y="1841500"/>
          <p14:tracePt t="16151" x="1479550" y="1841500"/>
          <p14:tracePt t="16168" x="1511300" y="1841500"/>
          <p14:tracePt t="16185" x="1536700" y="1835150"/>
          <p14:tracePt t="16201" x="1549400" y="1835150"/>
          <p14:tracePt t="16218" x="1555750" y="1835150"/>
          <p14:tracePt t="16235" x="1568450" y="1835150"/>
          <p14:tracePt t="16268" x="1574800" y="1835150"/>
          <p14:tracePt t="16284" x="1581150" y="1835150"/>
          <p14:tracePt t="16304" x="1587500" y="1835150"/>
          <p14:tracePt t="16318" x="1593850" y="1835150"/>
          <p14:tracePt t="16334" x="1600200" y="1835150"/>
          <p14:tracePt t="16354" x="1606550" y="1835150"/>
          <p14:tracePt t="16370" x="1612900" y="1835150"/>
          <p14:tracePt t="16384" x="1612900" y="1828800"/>
          <p14:tracePt t="16404" x="1619250" y="1828800"/>
          <p14:tracePt t="16444" x="1625600" y="1828800"/>
          <p14:tracePt t="16472" x="1631950" y="1828800"/>
          <p14:tracePt t="16508" x="1638300" y="1828800"/>
          <p14:tracePt t="16543" x="1644650" y="1828800"/>
          <p14:tracePt t="16551" x="1651000" y="1828800"/>
          <p14:tracePt t="16571" x="1657350" y="1822450"/>
          <p14:tracePt t="16892" x="1682750" y="1828800"/>
          <p14:tracePt t="16907" x="1727200" y="1854200"/>
          <p14:tracePt t="16914" x="1771650" y="1873250"/>
          <p14:tracePt t="16928" x="1809750" y="1892300"/>
          <p14:tracePt t="16935" x="1866900" y="1898650"/>
          <p14:tracePt t="16951" x="1917700" y="1917700"/>
          <p14:tracePt t="16965" x="2044700" y="1955800"/>
          <p14:tracePt t="16982" x="2108200" y="1974850"/>
          <p14:tracePt t="16999" x="2254250" y="2012950"/>
          <p14:tracePt t="17015" x="2317750" y="2025650"/>
          <p14:tracePt t="17032" x="2463800" y="2051050"/>
          <p14:tracePt t="17048" x="2584450" y="2063750"/>
          <p14:tracePt t="17065" x="2647950" y="2063750"/>
          <p14:tracePt t="17082" x="2755900" y="2051050"/>
          <p14:tracePt t="17098" x="2838450" y="2032000"/>
          <p14:tracePt t="17115" x="2863850" y="2025650"/>
          <p14:tracePt t="17132" x="2908300" y="2012950"/>
          <p14:tracePt t="17148" x="2933700" y="2006600"/>
          <p14:tracePt t="17165" x="2940050" y="2006600"/>
          <p14:tracePt t="17181" x="2946400" y="2000250"/>
          <p14:tracePt t="17198" x="2965450" y="1993900"/>
          <p14:tracePt t="17215" x="2971800" y="1987550"/>
          <p14:tracePt t="17231" x="2990850" y="1974850"/>
          <p14:tracePt t="17248" x="3003550" y="1949450"/>
          <p14:tracePt t="17265" x="3016250" y="1936750"/>
          <p14:tracePt t="17281" x="3041650" y="1911350"/>
          <p14:tracePt t="17298" x="3048000" y="1898650"/>
          <p14:tracePt t="17314" x="3079750" y="1847850"/>
          <p14:tracePt t="17330" x="3098800" y="1835150"/>
          <p14:tracePt t="17347" x="3098800" y="1828800"/>
          <p14:tracePt t="17364" x="3105150" y="1822450"/>
          <p14:tracePt t="17380" x="3111500" y="1816100"/>
          <p14:tracePt t="17960" x="3117850" y="1816100"/>
          <p14:tracePt t="18549" x="3098800" y="1816100"/>
          <p14:tracePt t="18563" x="3054350" y="1822450"/>
          <p14:tracePt t="18570" x="3003550" y="1835150"/>
          <p14:tracePt t="18579" x="2940050" y="1841500"/>
          <p14:tracePt t="18593" x="2870200" y="1847850"/>
          <p14:tracePt t="18609" x="2794000" y="1860550"/>
          <p14:tracePt t="18627" x="2641600" y="1860550"/>
          <p14:tracePt t="18643" x="2476500" y="1854200"/>
          <p14:tracePt t="18659" x="2400300" y="1847850"/>
          <p14:tracePt t="18676" x="2266950" y="1828800"/>
          <p14:tracePt t="18693" x="2184400" y="1803400"/>
          <p14:tracePt t="18709" x="2152650" y="1797050"/>
          <p14:tracePt t="18726" x="2101850" y="1784350"/>
          <p14:tracePt t="18742" x="2076450" y="1765300"/>
          <p14:tracePt t="18760" x="2057400" y="1765300"/>
          <p14:tracePt t="18775" x="2044700" y="1765300"/>
          <p14:tracePt t="18792" x="2044700" y="1758950"/>
          <p14:tracePt t="18809" x="2038350" y="1758950"/>
          <p14:tracePt t="18942" x="2051050" y="1765300"/>
          <p14:tracePt t="18949" x="2057400" y="1765300"/>
          <p14:tracePt t="18964" x="2070100" y="1765300"/>
          <p14:tracePt t="18975" x="2089150" y="1771650"/>
          <p14:tracePt t="18992" x="2152650" y="1778000"/>
          <p14:tracePt t="19008" x="2190750" y="1784350"/>
          <p14:tracePt t="19025" x="2305050" y="1784350"/>
          <p14:tracePt t="19041" x="2444750" y="1784350"/>
          <p14:tracePt t="19058" x="2520950" y="1784350"/>
          <p14:tracePt t="19075" x="2667000" y="1771650"/>
          <p14:tracePt t="19092" x="2762250" y="1752600"/>
          <p14:tracePt t="19108" x="2781300" y="1752600"/>
          <p14:tracePt t="19125" x="2825750" y="1739900"/>
          <p14:tracePt t="19141" x="2838450" y="1739900"/>
          <p14:tracePt t="19175" x="2844800" y="1733550"/>
          <p14:tracePt t="19223" x="2851150" y="1733550"/>
          <p14:tracePt t="19974" x="2838450" y="1739900"/>
          <p14:tracePt t="19981" x="2819400" y="1752600"/>
          <p14:tracePt t="19995" x="2794000" y="1771650"/>
          <p14:tracePt t="20004" x="2768600" y="1784350"/>
          <p14:tracePt t="20021" x="2724150" y="1803400"/>
          <p14:tracePt t="20038" x="2609850" y="1847850"/>
          <p14:tracePt t="20055" x="2514600" y="1873250"/>
          <p14:tracePt t="20071" x="2463800" y="1885950"/>
          <p14:tracePt t="20088" x="2330450" y="1911350"/>
          <p14:tracePt t="20104" x="2260600" y="1930400"/>
          <p14:tracePt t="20122" x="2139950" y="1955800"/>
          <p14:tracePt t="20138" x="2108200" y="1955800"/>
          <p14:tracePt t="20155" x="2095500" y="1955800"/>
          <p14:tracePt t="20171" x="2082800" y="1955800"/>
          <p14:tracePt t="20188" x="2070100" y="1955800"/>
          <p14:tracePt t="20325" x="2070100" y="1949450"/>
          <p14:tracePt t="20333" x="2076450" y="1949450"/>
          <p14:tracePt t="20346" x="2082800" y="1943100"/>
          <p14:tracePt t="20356" x="2089150" y="1943100"/>
          <p14:tracePt t="20370" x="2095500" y="1943100"/>
          <p14:tracePt t="20387" x="2114550" y="1936750"/>
          <p14:tracePt t="20404" x="2216150" y="1892300"/>
          <p14:tracePt t="20420" x="2273300" y="1885950"/>
          <p14:tracePt t="20437" x="2324100" y="1866900"/>
          <p14:tracePt t="20453" x="2438400" y="1841500"/>
          <p14:tracePt t="20470" x="2546350" y="1816100"/>
          <p14:tracePt t="20487" x="2628900" y="1790700"/>
          <p14:tracePt t="20503" x="2660650" y="1778000"/>
          <p14:tracePt t="20519" x="2692400" y="1765300"/>
          <p14:tracePt t="20536" x="2711450" y="1758950"/>
          <p14:tracePt t="20676" x="2705100" y="1758950"/>
          <p14:tracePt t="20683" x="2692400" y="1758950"/>
          <p14:tracePt t="20697" x="2679700" y="1758950"/>
          <p14:tracePt t="20705" x="2667000" y="1758950"/>
          <p14:tracePt t="20720" x="2641600" y="1758950"/>
          <p14:tracePt t="20736" x="2603500" y="1765300"/>
          <p14:tracePt t="20752" x="2470150" y="1778000"/>
          <p14:tracePt t="20769" x="2305050" y="1797050"/>
          <p14:tracePt t="20785" x="2203450" y="1809750"/>
          <p14:tracePt t="20802" x="2044700" y="1828800"/>
          <p14:tracePt t="20818" x="1930400" y="1835150"/>
          <p14:tracePt t="20835" x="1898650" y="1841500"/>
          <p14:tracePt t="20852" x="1860550" y="1841500"/>
          <p14:tracePt t="20868" x="1841500" y="1847850"/>
          <p14:tracePt t="20915" x="1847850" y="1847850"/>
          <p14:tracePt t="20929" x="1854200" y="1841500"/>
          <p14:tracePt t="20937" x="1866900" y="1841500"/>
          <p14:tracePt t="20951" x="1873250" y="1835150"/>
          <p14:tracePt t="20968" x="1898650" y="1828800"/>
          <p14:tracePt t="20985" x="1905000" y="1828800"/>
          <p14:tracePt t="21001" x="1911350" y="1828800"/>
          <p14:tracePt t="21018" x="1917700" y="1822450"/>
          <p14:tracePt t="21034" x="1924050" y="1822450"/>
          <p14:tracePt t="21071" x="1930400" y="1822450"/>
          <p14:tracePt t="21097" x="1936750" y="1822450"/>
          <p14:tracePt t="21105" x="1943100" y="1822450"/>
          <p14:tracePt t="21125" x="1955800" y="1828800"/>
          <p14:tracePt t="21140" x="1968500" y="1828800"/>
          <p14:tracePt t="21151" x="1987550" y="1828800"/>
          <p14:tracePt t="21168" x="2082800" y="1835150"/>
          <p14:tracePt t="21184" x="2133600" y="1835150"/>
          <p14:tracePt t="21201" x="2273300" y="1835150"/>
          <p14:tracePt t="21218" x="2413000" y="1835150"/>
          <p14:tracePt t="21234" x="2482850" y="1835150"/>
          <p14:tracePt t="21250" x="2559050" y="1822450"/>
          <p14:tracePt t="21267" x="2603500" y="1816100"/>
          <p14:tracePt t="21284" x="2616200" y="1816100"/>
          <p14:tracePt t="21317" x="2578100" y="1828800"/>
          <p14:tracePt t="21334" x="2527300" y="1841500"/>
          <p14:tracePt t="21350" x="2470150" y="1847850"/>
          <p14:tracePt t="21367" x="2317750" y="1879600"/>
          <p14:tracePt t="21383" x="2101850" y="1879600"/>
          <p14:tracePt t="21400" x="1873250" y="1885950"/>
          <p14:tracePt t="21416" x="1758950" y="1885950"/>
          <p14:tracePt t="21434" x="1555750" y="1854200"/>
          <p14:tracePt t="21450" x="1397000" y="1835150"/>
          <p14:tracePt t="21466" x="1346200" y="1822450"/>
          <p14:tracePt t="21484" x="1282700" y="1809750"/>
          <p14:tracePt t="21500" x="1263650" y="1809750"/>
          <p14:tracePt t="21516" x="1263650" y="1803400"/>
          <p14:tracePt t="21575" x="1270000" y="1797050"/>
          <p14:tracePt t="21589" x="1282700" y="1797050"/>
          <p14:tracePt t="21596" x="1295400" y="1790700"/>
          <p14:tracePt t="21610" x="1308100" y="1784350"/>
          <p14:tracePt t="21619" x="1327150" y="1784350"/>
          <p14:tracePt t="21632" x="1358900" y="1778000"/>
          <p14:tracePt t="21649" x="1384300" y="1778000"/>
          <p14:tracePt t="21666" x="1536700" y="1771650"/>
          <p14:tracePt t="21682" x="1619250" y="1758950"/>
          <p14:tracePt t="21699" x="1682750" y="1758950"/>
          <p14:tracePt t="21716" x="1860550" y="1752600"/>
          <p14:tracePt t="21732" x="2038350" y="1739900"/>
          <p14:tracePt t="21750" x="2178050" y="1733550"/>
          <p14:tracePt t="21766" x="2235200" y="1720850"/>
          <p14:tracePt t="21782" x="2298700" y="1714500"/>
          <p14:tracePt t="21800" x="2311400" y="1714500"/>
          <p14:tracePt t="21815" x="2317750" y="1708150"/>
          <p14:tracePt t="21862" x="2311400" y="1708150"/>
          <p14:tracePt t="21870" x="2298700" y="1708150"/>
          <p14:tracePt t="21882" x="2273300" y="1708150"/>
          <p14:tracePt t="21898" x="2190750" y="1727200"/>
          <p14:tracePt t="21915" x="2120900" y="1746250"/>
          <p14:tracePt t="21932" x="2044700" y="1746250"/>
          <p14:tracePt t="21948" x="1727200" y="1765300"/>
          <p14:tracePt t="21965" x="1638300" y="1765300"/>
          <p14:tracePt t="21982" x="1460500" y="1765300"/>
          <p14:tracePt t="21998" x="1339850" y="1752600"/>
          <p14:tracePt t="22014" x="1301750" y="1752600"/>
          <p14:tracePt t="22032" x="1270000" y="1746250"/>
          <p14:tracePt t="22048" x="1263650" y="1746250"/>
          <p14:tracePt t="22064" x="1257300" y="1739900"/>
          <p14:tracePt t="22122" x="1257300" y="1733550"/>
          <p14:tracePt t="22178" x="1257300" y="1727200"/>
          <p14:tracePt t="22659" x="1257300" y="1733550"/>
          <p14:tracePt t="22673" x="1276350" y="1758950"/>
          <p14:tracePt t="22681" x="1295400" y="1790700"/>
          <p14:tracePt t="22696" x="1314450" y="1816100"/>
          <p14:tracePt t="22712" x="1333500" y="1841500"/>
          <p14:tracePt t="22729" x="1416050" y="1924050"/>
          <p14:tracePt t="22745" x="1447800" y="1936750"/>
          <p14:tracePt t="22762" x="1466850" y="1949450"/>
          <p14:tracePt t="22779" x="1504950" y="1981200"/>
          <p14:tracePt t="22795" x="1536700" y="1993900"/>
          <p14:tracePt t="22812" x="1549400" y="2000250"/>
          <p14:tracePt t="22829" x="1568450" y="2006600"/>
          <p14:tracePt t="22845" x="1574800" y="2006600"/>
          <p14:tracePt t="22925" x="1581150" y="2006600"/>
          <p14:tracePt t="23066" x="1587500" y="2000250"/>
          <p14:tracePt t="23073" x="1593850" y="2000250"/>
          <p14:tracePt t="23080" x="1600200" y="1993900"/>
          <p14:tracePt t="23097" x="1606550" y="1987550"/>
          <p14:tracePt t="23122" x="1612900" y="1987550"/>
          <p14:tracePt t="23150" x="1619250" y="1981200"/>
          <p14:tracePt t="23185" x="1619250" y="1974850"/>
          <p14:tracePt t="23214" x="1625600" y="1974850"/>
          <p14:tracePt t="23333" x="1625600" y="1981200"/>
          <p14:tracePt t="23417" x="1631950" y="1981200"/>
          <p14:tracePt t="23424" x="1638300" y="1974850"/>
          <p14:tracePt t="23431" x="1651000" y="1974850"/>
          <p14:tracePt t="23446" x="1663700" y="1968500"/>
          <p14:tracePt t="23460" x="1676400" y="1968500"/>
          <p14:tracePt t="23476" x="1727200" y="1943100"/>
          <p14:tracePt t="23494" x="1758950" y="1930400"/>
          <p14:tracePt t="23509" x="1841500" y="1905000"/>
          <p14:tracePt t="23526" x="1905000" y="1873250"/>
          <p14:tracePt t="23543" x="1924050" y="1866900"/>
          <p14:tracePt t="23559" x="1949450" y="1854200"/>
          <p14:tracePt t="23576" x="1974850" y="1847850"/>
          <p14:tracePt t="23593" x="1974850" y="1841500"/>
          <p14:tracePt t="23609" x="1981200" y="1841500"/>
          <p14:tracePt t="23626" x="1987550" y="1835150"/>
          <p14:tracePt t="23642" x="2006600" y="1835150"/>
          <p14:tracePt t="23659" x="2006600" y="1828800"/>
          <p14:tracePt t="23675" x="2019300" y="1828800"/>
          <p14:tracePt t="23692" x="2057400" y="1822450"/>
          <p14:tracePt t="23708" x="2101850" y="1816100"/>
          <p14:tracePt t="23726" x="2171700" y="1816100"/>
          <p14:tracePt t="23742" x="2197100" y="1816100"/>
          <p14:tracePt t="23758" x="2266950" y="1816100"/>
          <p14:tracePt t="23776" x="2324100" y="1816100"/>
          <p14:tracePt t="23792" x="2343150" y="1816100"/>
          <p14:tracePt t="23808" x="2387600" y="1809750"/>
          <p14:tracePt t="23825" x="2406650" y="1809750"/>
          <p14:tracePt t="23841" x="2413000" y="1809750"/>
          <p14:tracePt t="23887" x="2419350" y="1809750"/>
          <p14:tracePt t="23944" x="2419350" y="1803400"/>
          <p14:tracePt t="23958" x="2413000" y="1803400"/>
          <p14:tracePt t="23979" x="2400300" y="1803400"/>
          <p14:tracePt t="23986" x="2387600" y="1803400"/>
          <p14:tracePt t="23994" x="2368550" y="1803400"/>
          <p14:tracePt t="24009" x="2330450" y="1803400"/>
          <p14:tracePt t="24024" x="2273300" y="1803400"/>
          <p14:tracePt t="24042" x="2146300" y="1803400"/>
          <p14:tracePt t="24057" x="1968500" y="1790700"/>
          <p14:tracePt t="24074" x="1879600" y="1778000"/>
          <p14:tracePt t="24091" x="1714500" y="1771650"/>
          <p14:tracePt t="24107" x="1593850" y="1771650"/>
          <p14:tracePt t="24124" x="1555750" y="1771650"/>
          <p14:tracePt t="24141" x="1517650" y="1771650"/>
          <p14:tracePt t="24157" x="1492250" y="1771650"/>
          <p14:tracePt t="24190" x="1485900" y="1771650"/>
          <p14:tracePt t="24260" x="1498600" y="1771650"/>
          <p14:tracePt t="24267" x="1511300" y="1771650"/>
          <p14:tracePt t="24276" x="1536700" y="1771650"/>
          <p14:tracePt t="24290" x="1568450" y="1778000"/>
          <p14:tracePt t="24310" x="1657350" y="1778000"/>
          <p14:tracePt t="24323" x="1733550" y="1778000"/>
          <p14:tracePt t="24340" x="1898650" y="1771650"/>
          <p14:tracePt t="24356" x="1987550" y="1771650"/>
          <p14:tracePt t="24373" x="2152650" y="1765300"/>
          <p14:tracePt t="24389" x="2286000" y="1752600"/>
          <p14:tracePt t="24407" x="2336800" y="1746250"/>
          <p14:tracePt t="24423" x="2355850" y="1746250"/>
          <p14:tracePt t="24440" x="2368550" y="1746250"/>
          <p14:tracePt t="24667" x="2368550" y="1752600"/>
          <p14:tracePt t="24681" x="2362200" y="1758950"/>
          <p14:tracePt t="24689" x="2355850" y="1758950"/>
          <p14:tracePt t="24695" x="2336800" y="1771650"/>
          <p14:tracePt t="24709" x="2324100" y="1778000"/>
          <p14:tracePt t="24722" x="2292350" y="1790700"/>
          <p14:tracePt t="24738" x="2190750" y="1847850"/>
          <p14:tracePt t="24755" x="2133600" y="1873250"/>
          <p14:tracePt t="24772" x="2000250" y="1955800"/>
          <p14:tracePt t="24788" x="1885950" y="2038350"/>
          <p14:tracePt t="24805" x="1822450" y="2076450"/>
          <p14:tracePt t="24822" x="1746250" y="2139950"/>
          <p14:tracePt t="24838" x="1701800" y="2178050"/>
          <p14:tracePt t="24855" x="1689100" y="2190750"/>
          <p14:tracePt t="24871" x="1676400" y="2203450"/>
          <p14:tracePt t="24905" x="1676400" y="2209800"/>
          <p14:tracePt t="24969" x="1670050" y="2209800"/>
          <p14:tracePt t="25102" x="1670050" y="2203450"/>
          <p14:tracePt t="25137" x="1663700" y="2203450"/>
          <p14:tracePt t="25187" x="1663700" y="2197100"/>
          <p14:tracePt t="25229" x="1657350" y="2197100"/>
          <p14:tracePt t="25250" x="1651000" y="2197100"/>
          <p14:tracePt t="25271" x="1644650" y="2197100"/>
          <p14:tracePt t="25278" x="1631950" y="2197100"/>
          <p14:tracePt t="25292" x="1619250" y="2197100"/>
          <p14:tracePt t="25303" x="1606550" y="2197100"/>
          <p14:tracePt t="25320" x="1555750" y="2222500"/>
          <p14:tracePt t="25336" x="1524000" y="2228850"/>
          <p14:tracePt t="25353" x="1435100" y="2279650"/>
          <p14:tracePt t="25370" x="1346200" y="2362200"/>
          <p14:tracePt t="25386" x="1308100" y="2413000"/>
          <p14:tracePt t="25403" x="1231900" y="2533650"/>
          <p14:tracePt t="25419" x="1193800" y="2660650"/>
          <p14:tracePt t="25436" x="1181100" y="2724150"/>
          <p14:tracePt t="25454" x="1181100" y="2825750"/>
          <p14:tracePt t="25469" x="1212850" y="2927350"/>
          <p14:tracePt t="25486" x="1225550" y="2959100"/>
          <p14:tracePt t="25503" x="1250950" y="2978150"/>
          <p14:tracePt t="25519" x="1289050" y="3022600"/>
          <p14:tracePt t="25536" x="1327150" y="3060700"/>
          <p14:tracePt t="25552" x="1371600" y="3086100"/>
          <p14:tracePt t="25569" x="1403350" y="3098800"/>
          <p14:tracePt t="25586" x="1435100" y="3124200"/>
          <p14:tracePt t="25602" x="1473200" y="3143250"/>
          <p14:tracePt t="25619" x="1485900" y="3149600"/>
          <p14:tracePt t="25636" x="1492250" y="3155950"/>
          <p14:tracePt t="25652" x="1498600" y="3155950"/>
          <p14:tracePt t="25720" x="1498600" y="3149600"/>
          <p14:tracePt t="25735" x="1498600" y="3143250"/>
          <p14:tracePt t="25741" x="1498600" y="3136900"/>
          <p14:tracePt t="25753" x="1498600" y="3130550"/>
          <p14:tracePt t="25768" x="1492250" y="3124200"/>
          <p14:tracePt t="25785" x="1473200" y="3105150"/>
          <p14:tracePt t="25801" x="1460500" y="3086100"/>
          <p14:tracePt t="25818" x="1371600" y="2952750"/>
          <p14:tracePt t="25835" x="1333500" y="2895600"/>
          <p14:tracePt t="25851" x="1282700" y="2825750"/>
          <p14:tracePt t="25868" x="1200150" y="2686050"/>
          <p14:tracePt t="25884" x="1136650" y="2559050"/>
          <p14:tracePt t="25901" x="1104900" y="2501900"/>
          <p14:tracePt t="25918" x="1079500" y="2406650"/>
          <p14:tracePt t="25934" x="1079500" y="2317750"/>
          <p14:tracePt t="25951" x="1092200" y="2273300"/>
          <p14:tracePt t="25967" x="1130300" y="2209800"/>
          <p14:tracePt t="25984" x="1187450" y="2159000"/>
          <p14:tracePt t="26001" x="1250950" y="2127250"/>
          <p14:tracePt t="26017" x="1282700" y="2120900"/>
          <p14:tracePt t="26034" x="1339850" y="2101850"/>
          <p14:tracePt t="26051" x="1390650" y="2095500"/>
          <p14:tracePt t="26067" x="1409700" y="2095500"/>
          <p14:tracePt t="26084" x="1422400" y="2089150"/>
          <p14:tracePt t="26100" x="1447800" y="2082800"/>
          <p14:tracePt t="26134" x="1454150" y="2082800"/>
          <p14:tracePt t="26205" x="1447800" y="2082800"/>
          <p14:tracePt t="26225" x="1435100" y="2089150"/>
          <p14:tracePt t="26234" x="1428750" y="2095500"/>
          <p14:tracePt t="26240" x="1416050" y="2108200"/>
          <p14:tracePt t="26254" x="1403350" y="2120900"/>
          <p14:tracePt t="26267" x="1384300" y="2146300"/>
          <p14:tracePt t="26283" x="1314450" y="2222500"/>
          <p14:tracePt t="26300" x="1276350" y="2273300"/>
          <p14:tracePt t="26317" x="1200150" y="2387600"/>
          <p14:tracePt t="26333" x="1143000" y="2495550"/>
          <p14:tracePt t="26350" x="1123950" y="2552700"/>
          <p14:tracePt t="26366" x="1117600" y="2647950"/>
          <p14:tracePt t="26383" x="1143000" y="2743200"/>
          <p14:tracePt t="26399" x="1174750" y="2787650"/>
          <p14:tracePt t="26416" x="1250950" y="2870200"/>
          <p14:tracePt t="26433" x="1301750" y="2908300"/>
          <p14:tracePt t="26450" x="1384300" y="2946400"/>
          <p14:tracePt t="26466" x="1454150" y="2990850"/>
          <p14:tracePt t="26482" x="1479550" y="2997200"/>
          <p14:tracePt t="26499" x="1511300" y="2997200"/>
          <p14:tracePt t="26516" x="1536700" y="3003550"/>
          <p14:tracePt t="26533" x="1543050" y="3003550"/>
          <p14:tracePt t="26549" x="1549400" y="3003550"/>
          <p14:tracePt t="26585" x="1555750" y="3003550"/>
          <p14:tracePt t="26654" x="1555750" y="2997200"/>
          <p14:tracePt t="26668" x="1555750" y="2990850"/>
          <p14:tracePt t="27118" x="1587500" y="2971800"/>
          <p14:tracePt t="27125" x="1638300" y="2940050"/>
          <p14:tracePt t="27133" x="1708150" y="2895600"/>
          <p14:tracePt t="27149" x="1765300" y="2851150"/>
          <p14:tracePt t="27163" x="1835150" y="2800350"/>
          <p14:tracePt t="27180" x="1962150" y="2698750"/>
          <p14:tracePt t="27197" x="2063750" y="2616200"/>
          <p14:tracePt t="27213" x="2120900" y="2578100"/>
          <p14:tracePt t="27230" x="2165350" y="2533650"/>
          <p14:tracePt t="27246" x="2197100" y="2508250"/>
          <p14:tracePt t="27263" x="2197100" y="2501900"/>
          <p14:tracePt t="27280" x="2203450" y="2489200"/>
          <p14:tracePt t="27296" x="2209800" y="2476500"/>
          <p14:tracePt t="27313" x="2209800" y="2470150"/>
          <p14:tracePt t="27330" x="2216150" y="2463800"/>
          <p14:tracePt t="27346" x="2216150" y="2457450"/>
          <p14:tracePt t="27399" x="2216150" y="2451100"/>
          <p14:tracePt t="27525" x="2222500" y="2444750"/>
          <p14:tracePt t="27610" x="2222500" y="2438400"/>
          <p14:tracePt t="27617" x="2216150" y="2438400"/>
          <p14:tracePt t="27628" x="2209800" y="2438400"/>
          <p14:tracePt t="27646" x="2203450" y="2432050"/>
          <p14:tracePt t="27661" x="2197100" y="2425700"/>
          <p14:tracePt t="27678" x="2190750" y="2419350"/>
          <p14:tracePt t="27695" x="2133600" y="2387600"/>
          <p14:tracePt t="27711" x="2114550" y="2362200"/>
          <p14:tracePt t="27728" x="2082800" y="2349500"/>
          <p14:tracePt t="27745" x="2032000" y="2317750"/>
          <p14:tracePt t="27761" x="1968500" y="2286000"/>
          <p14:tracePt t="27779" x="1936750" y="2273300"/>
          <p14:tracePt t="27794" x="1924050" y="2273300"/>
          <p14:tracePt t="27811" x="1911350" y="2266950"/>
          <p14:tracePt t="27828" x="1898650" y="2266950"/>
          <p14:tracePt t="27891" x="1898650" y="2273300"/>
          <p14:tracePt t="27918" x="1898650" y="2279650"/>
          <p14:tracePt t="27925" x="1905000" y="2279650"/>
          <p14:tracePt t="27940" x="1911350" y="2286000"/>
          <p14:tracePt t="27947" x="1924050" y="2292350"/>
          <p14:tracePt t="27968" x="1943100" y="2305050"/>
          <p14:tracePt t="27977" x="1968500" y="2324100"/>
          <p14:tracePt t="27993" x="1993900" y="2330450"/>
          <p14:tracePt t="28011" x="2070100" y="2368550"/>
          <p14:tracePt t="28027" x="2114550" y="2381250"/>
          <p14:tracePt t="28044" x="2184400" y="2406650"/>
          <p14:tracePt t="28060" x="2247900" y="2419350"/>
          <p14:tracePt t="28077" x="2266950" y="2419350"/>
          <p14:tracePt t="28094" x="2292350" y="2425700"/>
          <p14:tracePt t="28110" x="2311400" y="2425700"/>
          <p14:tracePt t="28127" x="2317750" y="2425700"/>
          <p14:tracePt t="28159" x="2324100" y="2425700"/>
          <p14:tracePt t="28206" x="2330450" y="2425700"/>
          <p14:tracePt t="28242" x="2330450" y="2432050"/>
          <p14:tracePt t="28256" x="2336800" y="2438400"/>
          <p14:tracePt t="28269" x="2336800" y="2444750"/>
          <p14:tracePt t="28279" x="2336800" y="2451100"/>
          <p14:tracePt t="28311" x="2343150" y="2463800"/>
          <p14:tracePt t="28318" x="2349500" y="2470150"/>
          <p14:tracePt t="28328" x="2355850" y="2482850"/>
          <p14:tracePt t="28343" x="2362200" y="2495550"/>
          <p14:tracePt t="28359" x="2374900" y="2508250"/>
          <p14:tracePt t="28376" x="2387600" y="2533650"/>
          <p14:tracePt t="28392" x="2400300" y="2552700"/>
          <p14:tracePt t="28409" x="2406650" y="2559050"/>
          <p14:tracePt t="28426" x="2419350" y="2571750"/>
          <p14:tracePt t="28452" x="2425700" y="2571750"/>
          <p14:tracePt t="28466" x="2425700" y="2565400"/>
          <p14:tracePt t="28480" x="2425700" y="2559050"/>
          <p14:tracePt t="28492" x="2425700" y="2546350"/>
          <p14:tracePt t="28509" x="2438400" y="2514600"/>
          <p14:tracePt t="28525" x="2444750" y="2501900"/>
          <p14:tracePt t="28542" x="2451100" y="2463800"/>
          <p14:tracePt t="28558" x="2457450" y="2413000"/>
          <p14:tracePt t="28575" x="2457450" y="2381250"/>
          <p14:tracePt t="28592" x="2457450" y="2343150"/>
          <p14:tracePt t="28608" x="2457450" y="2317750"/>
          <p14:tracePt t="28625" x="2457450" y="2305050"/>
          <p14:tracePt t="28642" x="2457450" y="2298700"/>
          <p14:tracePt t="28659" x="2457450" y="2292350"/>
          <p14:tracePt t="28768" x="2457450" y="2305050"/>
          <p14:tracePt t="28782" x="2457450" y="2311400"/>
          <p14:tracePt t="28789" x="2457450" y="2317750"/>
          <p14:tracePt t="28803" x="2457450" y="2324100"/>
          <p14:tracePt t="28811" x="2457450" y="2343150"/>
          <p14:tracePt t="28825" x="2457450" y="2362200"/>
          <p14:tracePt t="28841" x="2457450" y="2413000"/>
          <p14:tracePt t="28857" x="2457450" y="2451100"/>
          <p14:tracePt t="28874" x="2457450" y="2514600"/>
          <p14:tracePt t="28890" x="2457450" y="2571750"/>
          <p14:tracePt t="28908" x="2457450" y="2590800"/>
          <p14:tracePt t="28924" x="2457450" y="2622550"/>
          <p14:tracePt t="28941" x="2457450" y="2628900"/>
          <p14:tracePt t="28958" x="2457450" y="2641600"/>
          <p14:tracePt t="29021" x="2457450" y="2635250"/>
          <p14:tracePt t="29028" x="2457450" y="2622550"/>
          <p14:tracePt t="29043" x="2457450" y="2616200"/>
          <p14:tracePt t="29057" x="2457450" y="2609850"/>
          <p14:tracePt t="29074" x="2457450" y="2571750"/>
          <p14:tracePt t="29091" x="2457450" y="2527300"/>
          <p14:tracePt t="29107" x="2451100" y="2489200"/>
          <p14:tracePt t="29123" x="2444750" y="2425700"/>
          <p14:tracePt t="29141" x="2438400" y="2387600"/>
          <p14:tracePt t="29156" x="2438400" y="2374900"/>
          <p14:tracePt t="29173" x="2432050" y="2355850"/>
          <p14:tracePt t="29190" x="2432050" y="2349500"/>
          <p14:tracePt t="29273" x="2432050" y="2355850"/>
          <p14:tracePt t="29281" x="2425700" y="2368550"/>
          <p14:tracePt t="29294" x="2425700" y="2374900"/>
          <p14:tracePt t="29305" x="2425700" y="2381250"/>
          <p14:tracePt t="29323" x="2419350" y="2406650"/>
          <p14:tracePt t="29339" x="2419350" y="2413000"/>
          <p14:tracePt t="29356" x="2413000" y="2457450"/>
          <p14:tracePt t="29372" x="2413000" y="2495550"/>
          <p14:tracePt t="29390" x="2413000" y="2520950"/>
          <p14:tracePt t="29407" x="2406650" y="2552700"/>
          <p14:tracePt t="29422" x="2406650" y="2559050"/>
          <p14:tracePt t="29439" x="2406650" y="2565400"/>
          <p14:tracePt t="29456" x="2406650" y="2578100"/>
          <p14:tracePt t="29506" x="2406650" y="2571750"/>
          <p14:tracePt t="29512" x="2406650" y="2565400"/>
          <p14:tracePt t="29533" x="2406650" y="2559050"/>
          <p14:tracePt t="29541" x="2406650" y="2540000"/>
          <p14:tracePt t="29556" x="2406650" y="2520950"/>
          <p14:tracePt t="29572" x="2406650" y="2495550"/>
          <p14:tracePt t="29590" x="2413000" y="2413000"/>
          <p14:tracePt t="29605" x="2413000" y="2393950"/>
          <p14:tracePt t="29621" x="2413000" y="2362200"/>
          <p14:tracePt t="29638" x="2413000" y="2336800"/>
          <p14:tracePt t="29655" x="2413000" y="2324100"/>
          <p14:tracePt t="29702" x="2413000" y="2330450"/>
          <p14:tracePt t="29716" x="2413000" y="2343150"/>
          <p14:tracePt t="29724" x="2413000" y="2362200"/>
          <p14:tracePt t="29738" x="2413000" y="2387600"/>
          <p14:tracePt t="29755" x="2419350" y="2444750"/>
          <p14:tracePt t="29771" x="2419350" y="2501900"/>
          <p14:tracePt t="29788" x="2419350" y="2527300"/>
          <p14:tracePt t="29804" x="2425700" y="2571750"/>
          <p14:tracePt t="29821" x="2425700" y="2597150"/>
          <p14:tracePt t="29837" x="2425700" y="2603500"/>
          <p14:tracePt t="29871" x="2425700" y="2609850"/>
          <p14:tracePt t="29940" x="2425700" y="2603500"/>
          <p14:tracePt t="29955" x="2432050" y="2597150"/>
          <p14:tracePt t="29961" x="2432050" y="2584450"/>
          <p14:tracePt t="29975" x="2438400" y="2571750"/>
          <p14:tracePt t="29988" x="2438400" y="2559050"/>
          <p14:tracePt t="30004" x="2444750" y="2508250"/>
          <p14:tracePt t="30020" x="2457450" y="2482850"/>
          <p14:tracePt t="30037" x="2463800" y="2413000"/>
          <p14:tracePt t="30054" x="2470150" y="2349500"/>
          <p14:tracePt t="30070" x="2470150" y="2330450"/>
          <p14:tracePt t="30087" x="2476500" y="2298700"/>
          <p14:tracePt t="30103" x="2476500" y="2279650"/>
          <p14:tracePt t="30120" x="2476500" y="2273300"/>
          <p14:tracePt t="30137" x="2476500" y="2266950"/>
          <p14:tracePt t="30193" x="2482850" y="2266950"/>
          <p14:tracePt t="30242" x="2489200" y="2260600"/>
          <p14:tracePt t="30263" x="2495550" y="2254250"/>
          <p14:tracePt t="30277" x="2501900" y="2247900"/>
          <p14:tracePt t="30284" x="2508250" y="2235200"/>
          <p14:tracePt t="30291" x="2527300" y="2222500"/>
          <p14:tracePt t="30306" x="2540000" y="2197100"/>
          <p14:tracePt t="30320" x="2565400" y="2159000"/>
          <p14:tracePt t="30336" x="2635250" y="2076450"/>
          <p14:tracePt t="30352" x="2679700" y="2032000"/>
          <p14:tracePt t="30369" x="2768600" y="1917700"/>
          <p14:tracePt t="30385" x="2863850" y="1822450"/>
          <p14:tracePt t="30402" x="2908300" y="1765300"/>
          <p14:tracePt t="30419" x="2978150" y="1695450"/>
          <p14:tracePt t="30436" x="3022600" y="1651000"/>
          <p14:tracePt t="30453" x="3048000" y="1619250"/>
          <p14:tracePt t="30495" x="3054350" y="1612900"/>
          <p14:tracePt t="30614" x="3054350" y="1619250"/>
          <p14:tracePt t="30628" x="3048000" y="1619250"/>
          <p14:tracePt t="30637" x="3041650" y="1631950"/>
          <p14:tracePt t="30651" x="3028950" y="1638300"/>
          <p14:tracePt t="30668" x="2990850" y="1682750"/>
          <p14:tracePt t="30685" x="2908300" y="1765300"/>
          <p14:tracePt t="30701" x="2851150" y="1816100"/>
          <p14:tracePt t="30718" x="2730500" y="1943100"/>
          <p14:tracePt t="30734" x="2616200" y="2063750"/>
          <p14:tracePt t="30751" x="2565400" y="2133600"/>
          <p14:tracePt t="30768" x="2514600" y="2190750"/>
          <p14:tracePt t="30784" x="2432050" y="2292350"/>
          <p14:tracePt t="30801" x="2406650" y="2311400"/>
          <p14:tracePt t="30818" x="2387600" y="2349500"/>
          <p14:tracePt t="30834" x="2374900" y="2355850"/>
          <p14:tracePt t="30850" x="2374900" y="2362200"/>
          <p14:tracePt t="30868" x="2368550" y="2362200"/>
          <p14:tracePt t="30888" x="2362200" y="2362200"/>
          <p14:tracePt t="31127" x="2362200" y="2393950"/>
          <p14:tracePt t="31134" x="2368550" y="2432050"/>
          <p14:tracePt t="31148" x="2368550" y="2482850"/>
          <p14:tracePt t="31155" x="2381250" y="2527300"/>
          <p14:tracePt t="31169" x="2387600" y="2578100"/>
          <p14:tracePt t="31183" x="2393950" y="2609850"/>
          <p14:tracePt t="31199" x="2393950" y="2654300"/>
          <p14:tracePt t="31216" x="2400300" y="2679700"/>
          <p14:tracePt t="31232" x="2400300" y="2692400"/>
          <p14:tracePt t="31249" x="2400300" y="2698750"/>
          <p14:tracePt t="31288" x="2406650" y="2698750"/>
          <p14:tracePt t="31299" x="2406650" y="2692400"/>
          <p14:tracePt t="31317" x="2406650" y="2667000"/>
          <p14:tracePt t="31332" x="2406650" y="2647950"/>
          <p14:tracePt t="31349" x="2413000" y="2590800"/>
          <p14:tracePt t="31366" x="2413000" y="2508250"/>
          <p14:tracePt t="31382" x="2425700" y="2470150"/>
          <p14:tracePt t="31399" x="2425700" y="2432050"/>
          <p14:tracePt t="31415" x="2432050" y="2349500"/>
          <p14:tracePt t="31432" x="2432050" y="2324100"/>
          <p14:tracePt t="31465" x="2432050" y="2317750"/>
          <p14:tracePt t="31481" x="2438400" y="2311400"/>
          <p14:tracePt t="31569" x="2438400" y="2317750"/>
          <p14:tracePt t="31590" x="2432050" y="2330450"/>
          <p14:tracePt t="31597" x="2432050" y="2343150"/>
          <p14:tracePt t="31611" x="2432050" y="2355850"/>
          <p14:tracePt t="31618" x="2432050" y="2374900"/>
          <p14:tracePt t="31631" x="2432050" y="2400300"/>
          <p14:tracePt t="31648" x="2432050" y="2463800"/>
          <p14:tracePt t="31664" x="2432050" y="2501900"/>
          <p14:tracePt t="31682" x="2432050" y="2540000"/>
          <p14:tracePt t="31698" x="2425700" y="2622550"/>
          <p14:tracePt t="31714" x="2425700" y="2635250"/>
          <p14:tracePt t="31731" x="2425700" y="2647950"/>
          <p14:tracePt t="31748" x="2425700" y="2654300"/>
          <p14:tracePt t="31764" x="2425700" y="2660650"/>
          <p14:tracePt t="31782" x="2425700" y="2667000"/>
          <p14:tracePt t="32430" x="2406650" y="2717800"/>
          <p14:tracePt t="32443" x="2387600" y="2800350"/>
          <p14:tracePt t="32451" x="2368550" y="2876550"/>
          <p14:tracePt t="32461" x="2349500" y="2959100"/>
          <p14:tracePt t="32479" x="2298700" y="3124200"/>
          <p14:tracePt t="32495" x="2279650" y="3194050"/>
          <p14:tracePt t="32511" x="2254250" y="3251200"/>
          <p14:tracePt t="32529" x="2216150" y="3365500"/>
          <p14:tracePt t="32545" x="2209800" y="3397250"/>
          <p14:tracePt t="32561" x="2203450" y="3409950"/>
          <p14:tracePt t="32578" x="2197100" y="3435350"/>
          <p14:tracePt t="32595" x="2197100" y="3448050"/>
          <p14:tracePt t="32612" x="2190750" y="3454400"/>
          <p14:tracePt t="32628" x="2190750" y="3467100"/>
          <p14:tracePt t="32645" x="2184400" y="3486150"/>
          <p14:tracePt t="32661" x="2184400" y="3498850"/>
          <p14:tracePt t="32678" x="2184400" y="3505200"/>
          <p14:tracePt t="32694" x="2178050" y="3505200"/>
          <p14:tracePt t="32711" x="2171700" y="3505200"/>
          <p14:tracePt t="32728" x="2165350" y="3505200"/>
          <p14:tracePt t="34434" x="2159000" y="3505200"/>
          <p14:tracePt t="34456" x="2152650" y="3505200"/>
          <p14:tracePt t="34469" x="2146300" y="3511550"/>
          <p14:tracePt t="34476" x="2139950" y="3517900"/>
          <p14:tracePt t="34491" x="2133600" y="3524250"/>
          <p14:tracePt t="34505" x="2114550" y="3536950"/>
          <p14:tracePt t="34521" x="2101850" y="3549650"/>
          <p14:tracePt t="34538" x="2089150" y="3556000"/>
          <p14:tracePt t="34554" x="2063750" y="3568700"/>
          <p14:tracePt t="34571" x="2044700" y="3575050"/>
          <p14:tracePt t="34588" x="2038350" y="3581400"/>
          <p14:tracePt t="34630" x="2051050" y="3581400"/>
          <p14:tracePt t="34640" x="2063750" y="3581400"/>
          <p14:tracePt t="34654" x="2082800" y="3581400"/>
          <p14:tracePt t="34671" x="2159000" y="3587750"/>
          <p14:tracePt t="34688" x="2286000" y="3587750"/>
          <p14:tracePt t="34704" x="2400300" y="3600450"/>
          <p14:tracePt t="34721" x="2654300" y="3606800"/>
          <p14:tracePt t="34737" x="2971800" y="3600450"/>
          <p14:tracePt t="34754" x="3130550" y="3600450"/>
          <p14:tracePt t="34771" x="3505200" y="3594100"/>
          <p14:tracePt t="34787" x="3663950" y="3581400"/>
          <p14:tracePt t="34804" x="3848100" y="3581400"/>
          <p14:tracePt t="34820" x="4127500" y="3556000"/>
          <p14:tracePt t="34837" x="4381500" y="3556000"/>
          <p14:tracePt t="34854" x="4495800" y="3556000"/>
          <p14:tracePt t="34870" x="4673600" y="3536950"/>
          <p14:tracePt t="34887" x="4737100" y="3530600"/>
          <p14:tracePt t="34904" x="4870450" y="3511550"/>
          <p14:tracePt t="34920" x="4902200" y="3511550"/>
          <p14:tracePt t="34936" x="4921250" y="3511550"/>
          <p14:tracePt t="34953" x="4972050" y="3511550"/>
          <p14:tracePt t="34970" x="5003800" y="3511550"/>
          <p14:tracePt t="34986" x="5022850" y="3511550"/>
          <p14:tracePt t="34989" x="5029200" y="3511550"/>
          <p14:tracePt t="35004" x="5041900" y="3511550"/>
          <p14:tracePt t="35020" x="5048250" y="3511550"/>
          <p14:tracePt t="35037" x="5054600" y="3511550"/>
          <p14:tracePt t="35072" x="5054600" y="3517900"/>
          <p14:tracePt t="36133" x="4902200" y="3536950"/>
          <p14:tracePt t="36150" x="4787900" y="3556000"/>
          <p14:tracePt t="36168" x="4565650" y="3600450"/>
          <p14:tracePt t="36184" x="4311650" y="3632200"/>
          <p14:tracePt t="36202" x="4184650" y="3638550"/>
          <p14:tracePt t="36217" x="3911600" y="3695700"/>
          <p14:tracePt t="36233" x="3670300" y="3746500"/>
          <p14:tracePt t="36249" x="3568700" y="3759200"/>
          <p14:tracePt t="36265" x="3371850" y="3797300"/>
          <p14:tracePt t="36282" x="3238500" y="3829050"/>
          <p14:tracePt t="36299" x="3175000" y="3835400"/>
          <p14:tracePt t="36315" x="3073400" y="3841750"/>
          <p14:tracePt t="36331" x="3028950" y="3841750"/>
          <p14:tracePt t="36350" x="2933700" y="3841750"/>
          <p14:tracePt t="36365" x="2895600" y="3841750"/>
          <p14:tracePt t="36381" x="2863850" y="3835400"/>
          <p14:tracePt t="36398" x="2806700" y="3835400"/>
          <p14:tracePt t="36415" x="2743200" y="3829050"/>
          <p14:tracePt t="36431" x="2717800" y="3822700"/>
          <p14:tracePt t="36448" x="2654300" y="3803650"/>
          <p14:tracePt t="36464" x="2565400" y="3790950"/>
          <p14:tracePt t="36482" x="2527300" y="3784600"/>
          <p14:tracePt t="36497" x="2432050" y="3771900"/>
          <p14:tracePt t="36514" x="2336800" y="3752850"/>
          <p14:tracePt t="36532" x="2260600" y="3752850"/>
          <p14:tracePt t="36548" x="2222500" y="3752850"/>
          <p14:tracePt t="36564" x="2139950" y="3746500"/>
          <p14:tracePt t="36581" x="2057400" y="3727450"/>
          <p14:tracePt t="36598" x="2019300" y="3721100"/>
          <p14:tracePt t="36615" x="1962150" y="3702050"/>
          <p14:tracePt t="36631" x="1803400" y="3676650"/>
          <p14:tracePt t="36647" x="1765300" y="3676650"/>
          <p14:tracePt t="36664" x="1708150" y="3683000"/>
          <p14:tracePt t="36680" x="1638300" y="3689350"/>
          <p14:tracePt t="36697" x="1568450" y="3702050"/>
          <p14:tracePt t="36714" x="1517650" y="3702050"/>
          <p14:tracePt t="37060" x="1473200" y="3702050"/>
          <p14:tracePt t="37075" x="1422400" y="3702050"/>
          <p14:tracePt t="37082" x="1371600" y="3702050"/>
          <p14:tracePt t="37098" x="1339850" y="3702050"/>
          <p14:tracePt t="37112" x="1314450" y="3702050"/>
          <p14:tracePt t="37129" x="1263650" y="3702050"/>
          <p14:tracePt t="37146" x="1231900" y="3702050"/>
          <p14:tracePt t="37163" x="1219200" y="3702050"/>
          <p14:tracePt t="37180" x="1206500" y="3702050"/>
          <p14:tracePt t="37196" x="1200150" y="3702050"/>
          <p14:tracePt t="37212" x="1193800" y="3702050"/>
          <p14:tracePt t="37236" x="1193800" y="3708400"/>
          <p14:tracePt t="37341" x="1187450" y="3708400"/>
          <p14:tracePt t="37376" x="1181100" y="3714750"/>
          <p14:tracePt t="37397" x="1174750" y="3721100"/>
          <p14:tracePt t="37404" x="1168400" y="3721100"/>
          <p14:tracePt t="37414" x="1168400" y="3727450"/>
          <p14:tracePt t="37432" x="1162050" y="3733800"/>
          <p14:tracePt t="37453" x="1155700" y="3740150"/>
          <p14:tracePt t="37481" x="1155700" y="3746500"/>
          <p14:tracePt t="37502" x="1155700" y="3752850"/>
          <p14:tracePt t="37544" x="1149350" y="3759200"/>
          <p14:tracePt t="37551" x="1143000" y="3765550"/>
          <p14:tracePt t="37594" x="1143000" y="3771900"/>
          <p14:tracePt t="37622" x="1136650" y="3778250"/>
          <p14:tracePt t="37636" x="1136650" y="3784600"/>
          <p14:tracePt t="37643" x="1130300" y="3784600"/>
          <p14:tracePt t="37663" x="1123950" y="3790950"/>
          <p14:tracePt t="37685" x="1123950" y="3797300"/>
          <p14:tracePt t="37691" x="1117600" y="3797300"/>
          <p14:tracePt t="37733" x="1111250" y="3797300"/>
          <p14:tracePt t="37747" x="1111250" y="3803650"/>
          <p14:tracePt t="37754" x="1104900" y="3803650"/>
          <p14:tracePt t="37763" x="1098550" y="3803650"/>
          <p14:tracePt t="37777" x="1092200" y="3810000"/>
          <p14:tracePt t="37793" x="1085850" y="3810000"/>
          <p14:tracePt t="37810" x="1079500" y="3810000"/>
          <p14:tracePt t="37826" x="1079500" y="3816350"/>
          <p14:tracePt t="37843" x="1073150" y="3816350"/>
          <p14:tracePt t="37860" x="1066800" y="3816350"/>
          <p14:tracePt t="37876" x="1054100" y="3822700"/>
          <p14:tracePt t="37896" x="1047750" y="3822700"/>
          <p14:tracePt t="37910" x="1047750" y="3829050"/>
          <p14:tracePt t="37937" x="1041400" y="3829050"/>
          <p14:tracePt t="37965" x="1041400" y="3835400"/>
          <p14:tracePt t="37972" x="1054100" y="3835400"/>
          <p14:tracePt t="37987" x="1060450" y="3835400"/>
          <p14:tracePt t="37995" x="1066800" y="3835400"/>
          <p14:tracePt t="38009" x="1073150" y="3829050"/>
          <p14:tracePt t="38026" x="1085850" y="3816350"/>
          <p14:tracePt t="38043" x="1123950" y="3790950"/>
          <p14:tracePt t="38059" x="1136650" y="3778250"/>
          <p14:tracePt t="38075" x="1149350" y="3759200"/>
          <p14:tracePt t="38092" x="1187450" y="3708400"/>
          <p14:tracePt t="38109" x="1187450" y="3683000"/>
          <p14:tracePt t="38125" x="1187450" y="3663950"/>
          <p14:tracePt t="38142" x="1168400" y="3613150"/>
          <p14:tracePt t="38159" x="1130300" y="3562350"/>
          <p14:tracePt t="38177" x="1085850" y="3517900"/>
          <p14:tracePt t="38192" x="1054100" y="3492500"/>
          <p14:tracePt t="38209" x="990600" y="3454400"/>
          <p14:tracePt t="38226" x="939800" y="3429000"/>
          <p14:tracePt t="38242" x="908050" y="3422650"/>
          <p14:tracePt t="38258" x="857250" y="3422650"/>
          <p14:tracePt t="38275" x="825500" y="3429000"/>
          <p14:tracePt t="38291" x="793750" y="3435350"/>
          <p14:tracePt t="38308" x="781050" y="3441700"/>
          <p14:tracePt t="38325" x="723900" y="3486150"/>
          <p14:tracePt t="38341" x="704850" y="3498850"/>
          <p14:tracePt t="38359" x="673100" y="3524250"/>
          <p14:tracePt t="38375" x="654050" y="3549650"/>
          <p14:tracePt t="38391" x="628650" y="3575050"/>
          <p14:tracePt t="38408" x="615950" y="3606800"/>
          <p14:tracePt t="38424" x="615950" y="3619500"/>
          <p14:tracePt t="38441" x="609600" y="3651250"/>
          <p14:tracePt t="38458" x="615950" y="3695700"/>
          <p14:tracePt t="38474" x="622300" y="3714750"/>
          <p14:tracePt t="38491" x="660400" y="3771900"/>
          <p14:tracePt t="38507" x="704850" y="3822700"/>
          <p14:tracePt t="38524" x="730250" y="3848100"/>
          <p14:tracePt t="38541" x="781050" y="3873500"/>
          <p14:tracePt t="38557" x="844550" y="3898900"/>
          <p14:tracePt t="38574" x="882650" y="3905250"/>
          <p14:tracePt t="38591" x="958850" y="3905250"/>
          <p14:tracePt t="38607" x="1047750" y="3905250"/>
          <p14:tracePt t="38624" x="1104900" y="3892550"/>
          <p14:tracePt t="38640" x="1206500" y="3860800"/>
          <p14:tracePt t="38657" x="1238250" y="3841750"/>
          <p14:tracePt t="38675" x="1314450" y="3778250"/>
          <p14:tracePt t="38690" x="1327150" y="3752850"/>
          <p14:tracePt t="38707" x="1339850" y="3714750"/>
          <p14:tracePt t="38724" x="1377950" y="3651250"/>
          <p14:tracePt t="38740" x="1390650" y="3600450"/>
          <p14:tracePt t="38756" x="1390650" y="3575050"/>
          <p14:tracePt t="38773" x="1390650" y="3524250"/>
          <p14:tracePt t="38790" x="1384300" y="3473450"/>
          <p14:tracePt t="38806" x="1365250" y="3435350"/>
          <p14:tracePt t="38823" x="1327150" y="3378200"/>
          <p14:tracePt t="38840" x="1282700" y="3327400"/>
          <p14:tracePt t="38857" x="1225550" y="3276600"/>
          <p14:tracePt t="38873" x="1193800" y="3263900"/>
          <p14:tracePt t="38889" x="1123950" y="3244850"/>
          <p14:tracePt t="38906" x="1054100" y="3244850"/>
          <p14:tracePt t="38922" x="1028700" y="3244850"/>
          <p14:tracePt t="38939" x="990600" y="3251200"/>
          <p14:tracePt t="38956" x="882650" y="3295650"/>
          <p14:tracePt t="38972" x="850900" y="3321050"/>
          <p14:tracePt t="38990" x="819150" y="3346450"/>
          <p14:tracePt t="39006" x="768350" y="3416300"/>
          <p14:tracePt t="39022" x="736600" y="3473450"/>
          <p14:tracePt t="39039" x="717550" y="3505200"/>
          <p14:tracePt t="39042" x="704850" y="3536950"/>
          <p14:tracePt t="39056" x="704850" y="3562350"/>
          <p14:tracePt t="39072" x="698500" y="3606800"/>
          <p14:tracePt t="39089" x="698500" y="3651250"/>
          <p14:tracePt t="39105" x="711200" y="3683000"/>
          <p14:tracePt t="39122" x="742950" y="3746500"/>
          <p14:tracePt t="39138" x="787400" y="3810000"/>
          <p14:tracePt t="39155" x="812800" y="3841750"/>
          <p14:tracePt t="39172" x="869950" y="3898900"/>
          <p14:tracePt t="39188" x="933450" y="3949700"/>
          <p14:tracePt t="39205" x="965200" y="3975100"/>
          <p14:tracePt t="39222" x="1041400" y="3987800"/>
          <p14:tracePt t="39238" x="1104900" y="4000500"/>
          <p14:tracePt t="39256" x="1136650" y="3987800"/>
          <p14:tracePt t="39272" x="1200150" y="3956050"/>
          <p14:tracePt t="39288" x="1244600" y="3911600"/>
          <p14:tracePt t="39307" x="1270000" y="3873500"/>
          <p14:tracePt t="39321" x="1289050" y="3841750"/>
          <p14:tracePt t="39338" x="1301750" y="3810000"/>
          <p14:tracePt t="39355" x="1320800" y="3740150"/>
          <p14:tracePt t="39371" x="1327150" y="3683000"/>
          <p14:tracePt t="39388" x="1327150" y="3651250"/>
          <p14:tracePt t="39405" x="1308100" y="3581400"/>
          <p14:tracePt t="39421" x="1270000" y="3517900"/>
          <p14:tracePt t="39438" x="1244600" y="3486150"/>
          <p14:tracePt t="39454" x="1174750" y="3422650"/>
          <p14:tracePt t="39471" x="1098550" y="3390900"/>
          <p14:tracePt t="39488" x="990600" y="3352800"/>
          <p14:tracePt t="39504" x="927100" y="3346450"/>
          <p14:tracePt t="39520" x="831850" y="3346450"/>
          <p14:tracePt t="39538" x="736600" y="3384550"/>
          <p14:tracePt t="39554" x="685800" y="3422650"/>
          <p14:tracePt t="39570" x="654050" y="3448050"/>
          <p14:tracePt t="39587" x="603250" y="3530600"/>
          <p14:tracePt t="39604" x="596900" y="3562350"/>
          <p14:tracePt t="39620" x="590550" y="3587750"/>
          <p14:tracePt t="39623" x="577850" y="3600450"/>
          <p14:tracePt t="39637" x="577850" y="3625850"/>
          <p14:tracePt t="39653" x="590550" y="3657600"/>
          <p14:tracePt t="39671" x="609600" y="3702050"/>
          <p14:tracePt t="39687" x="628650" y="3714750"/>
          <p14:tracePt t="39703" x="666750" y="3759200"/>
          <p14:tracePt t="39720" x="723900" y="3822700"/>
          <p14:tracePt t="39736" x="762000" y="3848100"/>
          <p14:tracePt t="39753" x="857250" y="3905250"/>
          <p14:tracePt t="39770" x="971550" y="3943350"/>
          <p14:tracePt t="39786" x="1022350" y="3956050"/>
          <p14:tracePt t="39804" x="1143000" y="3962400"/>
          <p14:tracePt t="39819" x="1225550" y="3943350"/>
          <p14:tracePt t="39836" x="1263650" y="3917950"/>
          <p14:tracePt t="39854" x="1295400" y="3873500"/>
          <p14:tracePt t="39870" x="1314450" y="3816350"/>
          <p14:tracePt t="39887" x="1314450" y="3784600"/>
          <p14:tracePt t="39903" x="1320800" y="3733800"/>
          <p14:tracePt t="39919" x="1314450" y="3695700"/>
          <p14:tracePt t="39937" x="1308100" y="3683000"/>
          <p14:tracePt t="39952" x="1289050" y="3644900"/>
          <p14:tracePt t="39969" x="1289050" y="3638550"/>
          <p14:tracePt t="39986" x="1282700" y="3632200"/>
          <p14:tracePt t="40491" x="1276350" y="3638550"/>
          <p14:tracePt t="40498" x="1270000" y="3651250"/>
          <p14:tracePt t="40512" x="1244600" y="3663950"/>
          <p14:tracePt t="40520" x="1231900" y="3683000"/>
          <p14:tracePt t="40536" x="1212850" y="3708400"/>
          <p14:tracePt t="40550" x="1187450" y="3727450"/>
          <p14:tracePt t="40567" x="1143000" y="3765550"/>
          <p14:tracePt t="40583" x="1111250" y="3803650"/>
          <p14:tracePt t="40600" x="1085850" y="3822700"/>
          <p14:tracePt t="40618" x="1022350" y="3892550"/>
          <p14:tracePt t="40633" x="996950" y="3911600"/>
          <p14:tracePt t="40650" x="984250" y="3924300"/>
          <p14:tracePt t="40667" x="965200" y="3943350"/>
          <p14:tracePt t="40683" x="952500" y="3956050"/>
          <p14:tracePt t="40700" x="946150" y="3962400"/>
          <p14:tracePt t="40717" x="946150" y="3968750"/>
          <p14:tracePt t="40799" x="946150" y="3962400"/>
          <p14:tracePt t="40813" x="946150" y="3956050"/>
          <p14:tracePt t="40821" x="946150" y="3943350"/>
          <p14:tracePt t="40836" x="939800" y="3943350"/>
          <p14:tracePt t="40850" x="933450" y="3924300"/>
          <p14:tracePt t="40866" x="927100" y="3905250"/>
          <p14:tracePt t="40883" x="920750" y="3879850"/>
          <p14:tracePt t="40899" x="895350" y="3829050"/>
          <p14:tracePt t="40916" x="876300" y="3778250"/>
          <p14:tracePt t="40933" x="857250" y="3746500"/>
          <p14:tracePt t="40949" x="844550" y="3689350"/>
          <p14:tracePt t="40966" x="844550" y="3638550"/>
          <p14:tracePt t="40984" x="844550" y="3581400"/>
          <p14:tracePt t="40999" x="850900" y="3549650"/>
          <p14:tracePt t="41016" x="889000" y="3479800"/>
          <p14:tracePt t="41032" x="927100" y="3390900"/>
          <p14:tracePt t="41049" x="952500" y="3365500"/>
          <p14:tracePt t="41065" x="984250" y="3314700"/>
          <p14:tracePt t="41083" x="1003300" y="3289300"/>
          <p14:tracePt t="41099" x="1016000" y="3282950"/>
          <p14:tracePt t="41117" x="1035050" y="3270250"/>
          <p14:tracePt t="41132" x="1060450" y="3257550"/>
          <p14:tracePt t="41149" x="1066800" y="3251200"/>
          <p14:tracePt t="41166" x="1085850" y="3251200"/>
          <p14:tracePt t="41182" x="1104900" y="3251200"/>
          <p14:tracePt t="41200" x="1155700" y="3263900"/>
          <p14:tracePt t="41215" x="1174750" y="3282950"/>
          <p14:tracePt t="41231" x="1206500" y="3302000"/>
          <p14:tracePt t="41248" x="1257300" y="3371850"/>
          <p14:tracePt t="41265" x="1289050" y="3454400"/>
          <p14:tracePt t="41281" x="1301750" y="3486150"/>
          <p14:tracePt t="41298" x="1314450" y="3543300"/>
          <p14:tracePt t="41314" x="1314450" y="3600450"/>
          <p14:tracePt t="41331" x="1308100" y="3632200"/>
          <p14:tracePt t="41348" x="1282700" y="3714750"/>
          <p14:tracePt t="41365" x="1238250" y="3803650"/>
          <p14:tracePt t="41382" x="1206500" y="3848100"/>
          <p14:tracePt t="41398" x="1143000" y="3905250"/>
          <p14:tracePt t="41414" x="1085850" y="3962400"/>
          <p14:tracePt t="41431" x="1066800" y="3968750"/>
          <p14:tracePt t="41447" x="1022350" y="3987800"/>
          <p14:tracePt t="41464" x="1003300" y="3994150"/>
          <p14:tracePt t="41481" x="958850" y="3994150"/>
          <p14:tracePt t="41497" x="933450" y="3962400"/>
          <p14:tracePt t="41514" x="914400" y="3943350"/>
          <p14:tracePt t="41530" x="876300" y="3892550"/>
          <p14:tracePt t="41547" x="850900" y="3829050"/>
          <p14:tracePt t="41564" x="844550" y="3797300"/>
          <p14:tracePt t="41567" x="831850" y="3759200"/>
          <p14:tracePt t="41580" x="831850" y="3727450"/>
          <p14:tracePt t="41597" x="831850" y="3683000"/>
          <p14:tracePt t="41614" x="844550" y="3638550"/>
          <p14:tracePt t="41630" x="857250" y="3606800"/>
          <p14:tracePt t="41646" x="895350" y="3562350"/>
          <p14:tracePt t="41664" x="939800" y="3511550"/>
          <p14:tracePt t="41680" x="965200" y="3479800"/>
          <p14:tracePt t="41696" x="1028700" y="3435350"/>
          <p14:tracePt t="41713" x="1092200" y="3403600"/>
          <p14:tracePt t="41730" x="1123950" y="3397250"/>
          <p14:tracePt t="41746" x="1143000" y="3397250"/>
          <p14:tracePt t="41763" x="1219200" y="3409950"/>
          <p14:tracePt t="41779" x="1244600" y="3429000"/>
          <p14:tracePt t="41797" x="1276350" y="3467100"/>
          <p14:tracePt t="41813" x="1295400" y="3492500"/>
          <p14:tracePt t="41829" x="1320800" y="3543300"/>
          <p14:tracePt t="41846" x="1339850" y="3600450"/>
          <p14:tracePt t="41863" x="1339850" y="3632200"/>
          <p14:tracePt t="41879" x="1339850" y="3689350"/>
          <p14:tracePt t="41896" x="1327150" y="3759200"/>
          <p14:tracePt t="41913" x="1314450" y="3790950"/>
          <p14:tracePt t="41929" x="1270000" y="3854450"/>
          <p14:tracePt t="41946" x="1212850" y="3911600"/>
          <p14:tracePt t="41962" x="1193800" y="3924300"/>
          <p14:tracePt t="41979" x="1136650" y="3949700"/>
          <p14:tracePt t="41995" x="1092200" y="3949700"/>
          <p14:tracePt t="42012" x="1073150" y="3949700"/>
          <p14:tracePt t="42029" x="1035050" y="3917950"/>
          <p14:tracePt t="42045" x="1003300" y="3879850"/>
          <p14:tracePt t="42063" x="984250" y="3848100"/>
          <p14:tracePt t="42065" x="971550" y="3816350"/>
          <p14:tracePt t="42079" x="952500" y="3784600"/>
          <p14:tracePt t="42095" x="946150" y="3740150"/>
          <p14:tracePt t="42112" x="939800" y="3651250"/>
          <p14:tracePt t="42128" x="939800" y="3613150"/>
          <p14:tracePt t="42145" x="939800" y="3575050"/>
          <p14:tracePt t="42162" x="946150" y="3492500"/>
          <p14:tracePt t="42178" x="990600" y="3416300"/>
          <p14:tracePt t="42195" x="1009650" y="3384550"/>
          <p14:tracePt t="42211" x="1041400" y="3346450"/>
          <p14:tracePt t="42228" x="1085850" y="3314700"/>
          <p14:tracePt t="42246" x="1136650" y="3302000"/>
          <p14:tracePt t="42261" x="1168400" y="3302000"/>
          <p14:tracePt t="42278" x="1212850" y="3302000"/>
          <p14:tracePt t="42295" x="1263650" y="3314700"/>
          <p14:tracePt t="42311" x="1276350" y="3321050"/>
          <p14:tracePt t="42328" x="1308100" y="3365500"/>
          <p14:tracePt t="42344" x="1320800" y="3422650"/>
          <p14:tracePt t="42361" x="1320800" y="3460750"/>
          <p14:tracePt t="42378" x="1320800" y="3498850"/>
          <p14:tracePt t="42394" x="1295400" y="3625850"/>
          <p14:tracePt t="42411" x="1276350" y="3657600"/>
          <p14:tracePt t="42428" x="1238250" y="3733800"/>
          <p14:tracePt t="42444" x="1200150" y="3778250"/>
          <p14:tracePt t="42461" x="1130300" y="3860800"/>
          <p14:tracePt t="42477" x="1054100" y="3905250"/>
          <p14:tracePt t="42494" x="1022350" y="3917950"/>
          <p14:tracePt t="42510" x="958850" y="3930650"/>
          <p14:tracePt t="42527" x="920750" y="3930650"/>
          <p14:tracePt t="42543" x="901700" y="3930650"/>
          <p14:tracePt t="42560" x="857250" y="3911600"/>
          <p14:tracePt t="42577" x="812800" y="3867150"/>
          <p14:tracePt t="42593" x="800100" y="3835400"/>
          <p14:tracePt t="42610" x="762000" y="3784600"/>
          <p14:tracePt t="42626" x="736600" y="3733800"/>
          <p14:tracePt t="42643" x="736600" y="3714750"/>
          <p14:tracePt t="42660" x="723900" y="3670300"/>
          <p14:tracePt t="42676" x="711200" y="3619500"/>
          <p14:tracePt t="42693" x="711200" y="3600450"/>
          <p14:tracePt t="42710" x="717550" y="3536950"/>
          <p14:tracePt t="42726" x="730250" y="3498850"/>
          <p14:tracePt t="42743" x="774700" y="3416300"/>
          <p14:tracePt t="42759" x="787400" y="3384550"/>
          <p14:tracePt t="42776" x="812800" y="3352800"/>
          <p14:tracePt t="42793" x="869950" y="3314700"/>
          <p14:tracePt t="42809" x="920750" y="3302000"/>
          <p14:tracePt t="42826" x="946150" y="3282950"/>
          <p14:tracePt t="42842" x="1003300" y="3282950"/>
          <p14:tracePt t="42859" x="1066800" y="3289300"/>
          <p14:tracePt t="42876" x="1085850" y="3289300"/>
          <p14:tracePt t="42892" x="1111250" y="3308350"/>
          <p14:tracePt t="42909" x="1130300" y="3333750"/>
          <p14:tracePt t="42926" x="1155700" y="3371850"/>
          <p14:tracePt t="42942" x="1168400" y="3416300"/>
          <p14:tracePt t="42959" x="1187450" y="3498850"/>
          <p14:tracePt t="42976" x="1193800" y="3581400"/>
          <p14:tracePt t="42992" x="1200150" y="3619500"/>
          <p14:tracePt t="43009" x="1200150" y="3657600"/>
          <p14:tracePt t="43025" x="1187450" y="3759200"/>
          <p14:tracePt t="43042" x="1168400" y="3790950"/>
          <p14:tracePt t="43059" x="1143000" y="3822700"/>
          <p14:tracePt t="43075" x="1098550" y="3879850"/>
          <p14:tracePt t="43091" x="1047750" y="3898900"/>
          <p14:tracePt t="43109" x="1016000" y="3898900"/>
          <p14:tracePt t="43125" x="971550" y="3898900"/>
          <p14:tracePt t="43141" x="920750" y="3886200"/>
          <p14:tracePt t="43158" x="876300" y="3848100"/>
          <p14:tracePt t="43175" x="850900" y="3822700"/>
          <p14:tracePt t="43192" x="812800" y="3771900"/>
          <p14:tracePt t="43208" x="800100" y="3740150"/>
          <p14:tracePt t="43224" x="793750" y="3714750"/>
          <p14:tracePt t="43242" x="787400" y="3676650"/>
          <p14:tracePt t="43257" x="793750" y="3651250"/>
          <p14:tracePt t="43274" x="793750" y="3632200"/>
          <p14:tracePt t="43291" x="812800" y="3613150"/>
          <p14:tracePt t="43308" x="850900" y="3581400"/>
          <p14:tracePt t="43324" x="863600" y="3568700"/>
          <p14:tracePt t="43341" x="914400" y="3543300"/>
          <p14:tracePt t="43357" x="946150" y="3530600"/>
          <p14:tracePt t="43374" x="1003300" y="3517900"/>
          <p14:tracePt t="43390" x="1060450" y="3517900"/>
          <p14:tracePt t="43407" x="1085850" y="3517900"/>
          <p14:tracePt t="43424" x="1130300" y="3517900"/>
          <p14:tracePt t="43440" x="1162050" y="3536950"/>
          <p14:tracePt t="43457" x="1174750" y="3543300"/>
          <p14:tracePt t="43474" x="1200150" y="3581400"/>
          <p14:tracePt t="43491" x="1219200" y="3638550"/>
          <p14:tracePt t="43509" x="1219200" y="3708400"/>
          <p14:tracePt t="43524" x="1225550" y="3746500"/>
          <p14:tracePt t="43540" x="1225550" y="3816350"/>
          <p14:tracePt t="43557" x="1225550" y="3854450"/>
          <p14:tracePt t="43560" x="1225550" y="3905250"/>
          <p14:tracePt t="43573" x="1206500" y="3949700"/>
          <p14:tracePt t="43590" x="1162050" y="4013200"/>
          <p14:tracePt t="43607" x="1111250" y="4057650"/>
          <p14:tracePt t="43623" x="1092200" y="4070350"/>
          <p14:tracePt t="43640" x="1066800" y="4076700"/>
          <p14:tracePt t="43656" x="990600" y="4057650"/>
          <p14:tracePt t="43673" x="971550" y="4044950"/>
          <p14:tracePt t="43690" x="952500" y="4032250"/>
          <p14:tracePt t="43706" x="908050" y="3994150"/>
          <p14:tracePt t="43723" x="876300" y="3930650"/>
          <p14:tracePt t="43740" x="850900" y="3873500"/>
          <p14:tracePt t="43756" x="844550" y="3829050"/>
          <p14:tracePt t="43772" x="838200" y="3771900"/>
          <p14:tracePt t="43790" x="838200" y="3733800"/>
          <p14:tracePt t="43806" x="838200" y="3721100"/>
          <p14:tracePt t="43822" x="844550" y="3702050"/>
          <p14:tracePt t="43839" x="850900" y="3689350"/>
          <p14:tracePt t="43856" x="857250" y="3683000"/>
          <p14:tracePt t="43873" x="863600" y="3670300"/>
          <p14:tracePt t="43909" x="882650" y="3657600"/>
          <p14:tracePt t="44431" x="882650" y="3663950"/>
          <p14:tracePt t="44474" x="882650" y="3670300"/>
          <p14:tracePt t="44551" x="882650" y="3676650"/>
          <p14:tracePt t="44579" x="882650" y="3683000"/>
          <p14:tracePt t="44600" x="882650" y="3689350"/>
          <p14:tracePt t="44621" x="889000" y="3689350"/>
          <p14:tracePt t="44628" x="895350" y="3695700"/>
          <p14:tracePt t="44642" x="895350" y="3702050"/>
          <p14:tracePt t="44653" x="908050" y="3708400"/>
          <p14:tracePt t="44671" x="920750" y="3714750"/>
          <p14:tracePt t="44686" x="933450" y="3721100"/>
          <p14:tracePt t="44703" x="958850" y="3733800"/>
          <p14:tracePt t="44720" x="984250" y="3746500"/>
          <p14:tracePt t="44736" x="1003300" y="3746500"/>
          <p14:tracePt t="44752" x="1022350" y="3746500"/>
          <p14:tracePt t="44769" x="1092200" y="3746500"/>
          <p14:tracePt t="44786" x="1111250" y="3746500"/>
          <p14:tracePt t="44803" x="1143000" y="3752850"/>
          <p14:tracePt t="44819" x="1193800" y="3759200"/>
          <p14:tracePt t="44835" x="1231900" y="3771900"/>
          <p14:tracePt t="44853" x="1250950" y="3778250"/>
          <p14:tracePt t="44869" x="1263650" y="3778250"/>
          <p14:tracePt t="44885" x="1270000" y="3784600"/>
          <p14:tracePt t="44951" x="1276350" y="3784600"/>
          <p14:tracePt t="45042" x="1276350" y="3778250"/>
          <p14:tracePt t="45584" x="1282700" y="3778250"/>
          <p14:tracePt t="45591" x="1289050" y="3778250"/>
          <p14:tracePt t="45605" x="1295400" y="3778250"/>
          <p14:tracePt t="45616" x="1301750" y="3778250"/>
          <p14:tracePt t="45633" x="1314450" y="3778250"/>
          <p14:tracePt t="45666" x="1320800" y="3778250"/>
          <p14:tracePt t="45683" x="1333500" y="3778250"/>
          <p14:tracePt t="45699" x="1339850" y="3778250"/>
          <p14:tracePt t="45716" x="1365250" y="3778250"/>
          <p14:tracePt t="45732" x="1409700" y="3778250"/>
          <p14:tracePt t="45749" x="1447800" y="3778250"/>
          <p14:tracePt t="45766" x="1485900" y="3778250"/>
          <p14:tracePt t="45782" x="1657350" y="3784600"/>
          <p14:tracePt t="45799" x="1733550" y="3784600"/>
          <p14:tracePt t="45816" x="1854200" y="3778250"/>
          <p14:tracePt t="45832" x="1905000" y="3778250"/>
          <p14:tracePt t="45849" x="1968500" y="3778250"/>
          <p14:tracePt t="45866" x="2019300" y="3778250"/>
          <p14:tracePt t="45882" x="2032000" y="3778250"/>
          <p14:tracePt t="45899" x="2044700" y="3778250"/>
          <p14:tracePt t="45931" x="2051050" y="3778250"/>
          <p14:tracePt t="46082" x="2044700" y="3778250"/>
          <p14:tracePt t="46104" x="2032000" y="3778250"/>
          <p14:tracePt t="46124" x="2019300" y="3778250"/>
          <p14:tracePt t="46132" x="2006600" y="3778250"/>
          <p14:tracePt t="46145" x="1987550" y="3778250"/>
          <p14:tracePt t="46153" x="1962150" y="3778250"/>
          <p14:tracePt t="46168" x="1924050" y="3778250"/>
          <p14:tracePt t="46181" x="1854200" y="3778250"/>
          <p14:tracePt t="46197" x="1714500" y="3778250"/>
          <p14:tracePt t="46214" x="1638300" y="3784600"/>
          <p14:tracePt t="46231" x="1473200" y="3784600"/>
          <p14:tracePt t="46247" x="1371600" y="3790950"/>
          <p14:tracePt t="46264" x="1327150" y="3790950"/>
          <p14:tracePt t="46281" x="1282700" y="3790950"/>
          <p14:tracePt t="46297" x="1263650" y="3790950"/>
          <p14:tracePt t="46314" x="1250950" y="3790950"/>
          <p14:tracePt t="46347" x="1244600" y="3790950"/>
          <p14:tracePt t="46858" x="1238250" y="3790950"/>
          <p14:tracePt t="46865" x="1231900" y="3790950"/>
          <p14:tracePt t="46900" x="1200150" y="3790950"/>
          <p14:tracePt t="46907" x="1187450" y="3790950"/>
          <p14:tracePt t="46915" x="1181100" y="3790950"/>
          <p14:tracePt t="46931" x="1174750" y="3790950"/>
          <p14:tracePt t="46945" x="1162050" y="3790950"/>
          <p14:tracePt t="46962" x="1143000" y="3790950"/>
          <p14:tracePt t="46978" x="1117600" y="3790950"/>
          <p14:tracePt t="46995" x="1098550" y="3790950"/>
          <p14:tracePt t="47011" x="1073150" y="3790950"/>
          <p14:tracePt t="47028" x="1054100" y="3790950"/>
          <p14:tracePt t="47045" x="1041400" y="3797300"/>
          <p14:tracePt t="47062" x="1028700" y="3797300"/>
          <p14:tracePt t="47078" x="1028700" y="3803650"/>
          <p14:tracePt t="47094" x="1022350" y="3803650"/>
          <p14:tracePt t="47118" x="1016000" y="3803650"/>
          <p14:tracePt t="48507" x="1022350" y="3803650"/>
          <p14:tracePt t="48731" x="1028700" y="3803650"/>
          <p14:tracePt t="48739" x="1041400" y="3803650"/>
          <p14:tracePt t="48752" x="1054100" y="3803650"/>
          <p14:tracePt t="48759" x="1066800" y="3803650"/>
          <p14:tracePt t="48775" x="1092200" y="3803650"/>
          <p14:tracePt t="48789" x="1143000" y="3803650"/>
          <p14:tracePt t="48805" x="1174750" y="3803650"/>
          <p14:tracePt t="48823" x="1231900" y="3803650"/>
          <p14:tracePt t="48839" x="1250950" y="3803650"/>
          <p14:tracePt t="48855" x="1308100" y="3803650"/>
          <p14:tracePt t="48872" x="1346200" y="3803650"/>
          <p14:tracePt t="48888" x="1371600" y="3803650"/>
          <p14:tracePt t="48905" x="1409700" y="3803650"/>
          <p14:tracePt t="48922" x="1460500" y="3803650"/>
          <p14:tracePt t="48938" x="1479550" y="3803650"/>
          <p14:tracePt t="48955" x="1536700" y="3797300"/>
          <p14:tracePt t="48971" x="1587500" y="3784600"/>
          <p14:tracePt t="48988" x="1612900" y="3778250"/>
          <p14:tracePt t="49005" x="1663700" y="3759200"/>
          <p14:tracePt t="49021" x="1708150" y="3746500"/>
          <p14:tracePt t="49038" x="1720850" y="3740150"/>
          <p14:tracePt t="49055" x="1739900" y="3733800"/>
          <p14:tracePt t="49071" x="1752600" y="3727450"/>
          <p14:tracePt t="49131" x="1758950" y="3727450"/>
          <p14:tracePt t="49173" x="1758950" y="3733800"/>
          <p14:tracePt t="49843" x="1765300" y="3733800"/>
          <p14:tracePt t="49850" x="1771650" y="3733800"/>
          <p14:tracePt t="49871" x="1784350" y="3727450"/>
          <p14:tracePt t="49886" x="1790700" y="3727450"/>
          <p14:tracePt t="49892" x="1790700" y="3721100"/>
          <p14:tracePt t="49901" x="1797050" y="3721100"/>
          <p14:tracePt t="49918" x="1797050" y="3714750"/>
          <p14:tracePt t="49935" x="1803400" y="3702050"/>
          <p14:tracePt t="49951" x="1809750" y="3702050"/>
          <p14:tracePt t="49968" x="1822450" y="3689350"/>
          <p14:tracePt t="49985" x="1835150" y="3676650"/>
          <p14:tracePt t="50001" x="1841500" y="3663950"/>
          <p14:tracePt t="50019" x="1860550" y="3638550"/>
          <p14:tracePt t="50034" x="1879600" y="3613150"/>
          <p14:tracePt t="50051" x="1892300" y="3600450"/>
          <p14:tracePt t="50068" x="1930400" y="3549650"/>
          <p14:tracePt t="50084" x="1974850" y="3460750"/>
          <p14:tracePt t="50101" x="2000250" y="3390900"/>
          <p14:tracePt t="50117" x="2082800" y="3232150"/>
          <p14:tracePt t="50134" x="2146300" y="3035300"/>
          <p14:tracePt t="50151" x="2178050" y="2946400"/>
          <p14:tracePt t="50154" x="2197100" y="2825750"/>
          <p14:tracePt t="50168" x="2216150" y="2711450"/>
          <p14:tracePt t="50184" x="2241550" y="2584450"/>
          <p14:tracePt t="50201" x="2279650" y="2279650"/>
          <p14:tracePt t="50217" x="2279650" y="2197100"/>
          <p14:tracePt t="50234" x="2279650" y="2133600"/>
          <p14:tracePt t="50250" x="2279650" y="2019300"/>
          <p14:tracePt t="50267" x="2279650" y="1917700"/>
          <p14:tracePt t="50284" x="2279650" y="1885950"/>
          <p14:tracePt t="50300" x="2266950" y="1828800"/>
          <p14:tracePt t="50317" x="2266950" y="1797050"/>
          <p14:tracePt t="50333" x="2260600" y="1784350"/>
          <p14:tracePt t="50350" x="2260600" y="1771650"/>
          <p14:tracePt t="50367" x="2247900" y="1758950"/>
          <p14:tracePt t="50384" x="2241550" y="1758950"/>
          <p14:tracePt t="50400" x="2222500" y="1752600"/>
          <p14:tracePt t="50416" x="2209800" y="1746250"/>
          <p14:tracePt t="50433" x="2171700" y="1739900"/>
          <p14:tracePt t="50449" x="2152650" y="1739900"/>
          <p14:tracePt t="50466" x="2133600" y="1739900"/>
          <p14:tracePt t="50483" x="2095500" y="1733550"/>
          <p14:tracePt t="50499" x="2082800" y="1727200"/>
          <p14:tracePt t="50517" x="2051050" y="1714500"/>
          <p14:tracePt t="50532" x="2025650" y="1708150"/>
          <p14:tracePt t="50549" x="1987550" y="1695450"/>
          <p14:tracePt t="50566" x="1968500" y="1689100"/>
          <p14:tracePt t="50582" x="1924050" y="1689100"/>
          <p14:tracePt t="50599" x="1873250" y="1689100"/>
          <p14:tracePt t="50616" x="1835150" y="1695450"/>
          <p14:tracePt t="50632" x="1809750" y="1701800"/>
          <p14:tracePt t="50649" x="1765300" y="1714500"/>
          <p14:tracePt t="50665" x="1720850" y="1739900"/>
          <p14:tracePt t="50682" x="1689100" y="1746250"/>
          <p14:tracePt t="50699" x="1644650" y="1752600"/>
          <p14:tracePt t="50715" x="1619250" y="1758950"/>
          <p14:tracePt t="50732" x="1612900" y="1758950"/>
          <p14:tracePt t="50749" x="1600200" y="1758950"/>
          <p14:tracePt t="50765" x="1593850" y="1758950"/>
          <p14:tracePt t="50818" x="1606550" y="1758950"/>
          <p14:tracePt t="50825" x="1612900" y="1758950"/>
          <p14:tracePt t="50834" x="1619250" y="1752600"/>
          <p14:tracePt t="50848" x="1631950" y="1752600"/>
          <p14:tracePt t="50865" x="1657350" y="1746250"/>
          <p14:tracePt t="50882" x="1765300" y="1739900"/>
          <p14:tracePt t="50898" x="1803400" y="1739900"/>
          <p14:tracePt t="50915" x="1866900" y="1739900"/>
          <p14:tracePt t="50931" x="1974850" y="1733550"/>
          <p14:tracePt t="50948" x="2127250" y="1720850"/>
          <p14:tracePt t="50964" x="2190750" y="1714500"/>
          <p14:tracePt t="50981" x="2311400" y="1701800"/>
          <p14:tracePt t="50997" x="2406650" y="1689100"/>
          <p14:tracePt t="51015" x="2432050" y="1676400"/>
          <p14:tracePt t="51031" x="2482850" y="1670050"/>
          <p14:tracePt t="51047" x="2508250" y="1657350"/>
          <p14:tracePt t="51064" x="2520950" y="1657350"/>
          <p14:tracePt t="51081" x="2546350" y="1657350"/>
          <p14:tracePt t="51097" x="2552700" y="1657350"/>
          <p14:tracePt t="51114" x="2571750" y="1651000"/>
          <p14:tracePt t="51148" x="2578100" y="1651000"/>
          <p14:tracePt t="51164" x="2584450" y="1651000"/>
          <p14:tracePt t="51180" x="2590800" y="1651000"/>
          <p14:tracePt t="51218" x="2597150" y="1651000"/>
          <p14:tracePt t="51246" x="2603500" y="1651000"/>
          <p14:tracePt t="51267" x="2609850" y="1644650"/>
          <p14:tracePt t="51275" x="2622550" y="1644650"/>
          <p14:tracePt t="51289" x="2635250" y="1644650"/>
          <p14:tracePt t="51297" x="2654300" y="1644650"/>
          <p14:tracePt t="51313" x="2673350" y="1644650"/>
          <p14:tracePt t="51330" x="2736850" y="1638300"/>
          <p14:tracePt t="51346" x="2813050" y="1638300"/>
          <p14:tracePt t="51363" x="2838450" y="1638300"/>
          <p14:tracePt t="51380" x="2908300" y="1644650"/>
          <p14:tracePt t="51396" x="2946400" y="1644650"/>
          <p14:tracePt t="51413" x="2965450" y="1651000"/>
          <p14:tracePt t="51430" x="2978150" y="1651000"/>
          <p14:tracePt t="51447" x="2984500" y="1651000"/>
          <p14:tracePt t="51462" x="2990850" y="1651000"/>
          <p14:tracePt t="51499" x="2997200" y="1651000"/>
          <p14:tracePt t="51569" x="3003550" y="1651000"/>
          <p14:tracePt t="51619" x="3009900" y="1651000"/>
          <p14:tracePt t="51689" x="3016250" y="1651000"/>
          <p14:tracePt t="51696" x="3022600" y="1651000"/>
          <p14:tracePt t="51710" x="3035300" y="1651000"/>
          <p14:tracePt t="51717" x="3041650" y="1651000"/>
          <p14:tracePt t="51731" x="3048000" y="1651000"/>
          <p14:tracePt t="51745" x="3060700" y="1651000"/>
          <p14:tracePt t="51761" x="3073400" y="1651000"/>
          <p14:tracePt t="51778" x="3086100" y="1651000"/>
          <p14:tracePt t="51796" x="3111500" y="1651000"/>
          <p14:tracePt t="51811" x="3130550" y="1651000"/>
          <p14:tracePt t="51829" x="3136900" y="1651000"/>
          <p14:tracePt t="51844" x="3143250" y="1651000"/>
          <p14:tracePt t="51871" x="3149600" y="1651000"/>
          <p14:tracePt t="51927" x="3149600" y="1657350"/>
          <p14:tracePt t="51941" x="3143250" y="1663700"/>
          <p14:tracePt t="51948" x="3143250" y="1676400"/>
          <p14:tracePt t="51964" x="3124200" y="1695450"/>
          <p14:tracePt t="51978" x="3073400" y="1797050"/>
          <p14:tracePt t="51995" x="3022600" y="1879600"/>
          <p14:tracePt t="52012" x="2870200" y="2152650"/>
          <p14:tracePt t="52027" x="2647950" y="2597150"/>
          <p14:tracePt t="52044" x="2514600" y="2870200"/>
          <p14:tracePt t="52061" x="2260600" y="3416300"/>
          <p14:tracePt t="52077" x="2165350" y="3676650"/>
          <p14:tracePt t="52095" x="2019300" y="4057650"/>
          <p14:tracePt t="52110" x="1936750" y="4241800"/>
          <p14:tracePt t="52127" x="1917700" y="4298950"/>
          <p14:tracePt t="52144" x="1892300" y="4362450"/>
          <p14:tracePt t="52160" x="1885950" y="4381500"/>
          <p14:tracePt t="52222" x="1892300" y="4381500"/>
          <p14:tracePt t="52229" x="1898650" y="4381500"/>
          <p14:tracePt t="52244" x="1911350" y="4381500"/>
          <p14:tracePt t="52260" x="1936750" y="4356100"/>
          <p14:tracePt t="52277" x="1949450" y="4343400"/>
          <p14:tracePt t="52293" x="2006600" y="4279900"/>
          <p14:tracePt t="52310" x="2095500" y="4152900"/>
          <p14:tracePt t="52328" x="2209800" y="3949700"/>
          <p14:tracePt t="52343" x="2266950" y="3835400"/>
          <p14:tracePt t="52360" x="2305050" y="3714750"/>
          <p14:tracePt t="52377" x="2470150" y="3282950"/>
          <p14:tracePt t="52393" x="2501900" y="3168650"/>
          <p14:tracePt t="52409" x="2533650" y="3060700"/>
          <p14:tracePt t="52426" x="2597150" y="2889250"/>
          <p14:tracePt t="52443" x="2635250" y="2755900"/>
          <p14:tracePt t="52459" x="2660650" y="2686050"/>
          <p14:tracePt t="52476" x="2692400" y="2546350"/>
          <p14:tracePt t="52493" x="2730500" y="2400300"/>
          <p14:tracePt t="52510" x="2774950" y="2273300"/>
          <p14:tracePt t="52527" x="2794000" y="2222500"/>
          <p14:tracePt t="52543" x="2832100" y="2165350"/>
          <p14:tracePt t="52559" x="2857500" y="2114550"/>
          <p14:tracePt t="52576" x="2870200" y="2101850"/>
          <p14:tracePt t="52592" x="2889250" y="2070100"/>
          <p14:tracePt t="52609" x="2908300" y="2044700"/>
          <p14:tracePt t="52625" x="2914650" y="2025650"/>
          <p14:tracePt t="52643" x="2927350" y="2012950"/>
          <p14:tracePt t="52658" x="2940050" y="1974850"/>
          <p14:tracePt t="52675" x="2940050" y="1968500"/>
          <p14:tracePt t="52692" x="2946400" y="1968500"/>
          <p14:tracePt t="52720" x="2946400" y="1981200"/>
          <p14:tracePt t="52728" x="2946400" y="1987550"/>
          <p14:tracePt t="52744" x="2933700" y="2012950"/>
          <p14:tracePt t="52758" x="2921000" y="2044700"/>
          <p14:tracePt t="52776" x="2863850" y="2190750"/>
          <p14:tracePt t="52791" x="2774950" y="2425700"/>
          <p14:tracePt t="52808" x="2730500" y="2578100"/>
          <p14:tracePt t="52825" x="2578100" y="2978150"/>
          <p14:tracePt t="52841" x="2425700" y="3359150"/>
          <p14:tracePt t="52858" x="2362200" y="3524250"/>
          <p14:tracePt t="52875" x="2279650" y="3746500"/>
          <p14:tracePt t="52891" x="2209800" y="3905250"/>
          <p14:tracePt t="52908" x="2178050" y="3962400"/>
          <p14:tracePt t="52924" x="2152650" y="4025900"/>
          <p14:tracePt t="52941" x="2127250" y="4064000"/>
          <p14:tracePt t="52958" x="2120900" y="4076700"/>
          <p14:tracePt t="52974" x="2114550" y="4095750"/>
          <p14:tracePt t="52990" x="2108200" y="4102100"/>
          <p14:tracePt t="53008" x="2101850" y="4114800"/>
          <p14:tracePt t="53204" x="2070100" y="4108450"/>
          <p14:tracePt t="53211" x="2051050" y="4102100"/>
          <p14:tracePt t="53222" x="2012950" y="4083050"/>
          <p14:tracePt t="53240" x="1892300" y="4051300"/>
          <p14:tracePt t="53256" x="1822450" y="4032250"/>
          <p14:tracePt t="53273" x="1765300" y="4013200"/>
          <p14:tracePt t="53290" x="1606550" y="3962400"/>
          <p14:tracePt t="53306" x="1574800" y="3956050"/>
          <p14:tracePt t="53323" x="1524000" y="3949700"/>
          <p14:tracePt t="53340" x="1517650" y="3949700"/>
          <p14:tracePt t="53356" x="1511300" y="3943350"/>
          <p14:tracePt t="53373" x="1492250" y="3943350"/>
          <p14:tracePt t="53389" x="1479550" y="3943350"/>
          <p14:tracePt t="53406" x="1485900" y="3943350"/>
          <p14:tracePt t="53903" x="1492250" y="3937000"/>
          <p14:tracePt t="53911" x="1498600" y="3924300"/>
          <p14:tracePt t="53925" x="1517650" y="3905250"/>
          <p14:tracePt t="53937" x="1530350" y="3886200"/>
          <p14:tracePt t="53954" x="1587500" y="3835400"/>
          <p14:tracePt t="53971" x="1631950" y="3803650"/>
          <p14:tracePt t="53988" x="1701800" y="3721100"/>
          <p14:tracePt t="54004" x="1778000" y="3676650"/>
          <p14:tracePt t="54020" x="1803400" y="3657600"/>
          <p14:tracePt t="54037" x="1828800" y="3638550"/>
          <p14:tracePt t="54054" x="1841500" y="3625850"/>
          <p14:tracePt t="54070" x="1847850" y="3625850"/>
          <p14:tracePt t="54087" x="1847850" y="3619500"/>
          <p14:tracePt t="54135" x="1854200" y="3619500"/>
          <p14:tracePt t="54163" x="1860550" y="3619500"/>
          <p14:tracePt t="54185" x="1873250" y="3619500"/>
          <p14:tracePt t="54191" x="1885950" y="3619500"/>
          <p14:tracePt t="54206" x="1892300" y="3613150"/>
          <p14:tracePt t="54220" x="1911350" y="3613150"/>
          <p14:tracePt t="54236" x="1962150" y="3606800"/>
          <p14:tracePt t="54253" x="1987550" y="3600450"/>
          <p14:tracePt t="54270" x="2057400" y="3594100"/>
          <p14:tracePt t="54286" x="2108200" y="3587750"/>
          <p14:tracePt t="54303" x="2120900" y="3581400"/>
          <p14:tracePt t="54319" x="2146300" y="3581400"/>
          <p14:tracePt t="54336" x="2159000" y="3581400"/>
          <p14:tracePt t="54381" x="2152650" y="3581400"/>
          <p14:tracePt t="54395" x="2146300" y="3587750"/>
          <p14:tracePt t="54403" x="2133600" y="3594100"/>
          <p14:tracePt t="54419" x="2120900" y="3594100"/>
          <p14:tracePt t="54436" x="2101850" y="3600450"/>
          <p14:tracePt t="54452" x="1974850" y="3625850"/>
          <p14:tracePt t="54469" x="1924050" y="3644900"/>
          <p14:tracePt t="54486" x="1765300" y="3663950"/>
          <p14:tracePt t="54502" x="1689100" y="3683000"/>
          <p14:tracePt t="54519" x="1530350" y="3727450"/>
          <p14:tracePt t="54536" x="1397000" y="3765550"/>
          <p14:tracePt t="54552" x="1352550" y="3771900"/>
          <p14:tracePt t="54569" x="1314450" y="3778250"/>
          <p14:tracePt t="54585" x="1295400" y="3784600"/>
          <p14:tracePt t="54602" x="1289050" y="3784600"/>
          <p14:tracePt t="54682" x="1295400" y="3784600"/>
          <p14:tracePt t="54689" x="1295400" y="3778250"/>
          <p14:tracePt t="55336" x="1289050" y="3778250"/>
          <p14:tracePt t="55343" x="1282700" y="3778250"/>
          <p14:tracePt t="55357" x="1276350" y="3778250"/>
          <p14:tracePt t="55365" x="1263650" y="3778250"/>
          <p14:tracePt t="55386" x="1257300" y="3778250"/>
          <p14:tracePt t="55402" x="1250950" y="3778250"/>
          <p14:tracePt t="55416" x="1231900" y="3778250"/>
          <p14:tracePt t="55432" x="1225550" y="3778250"/>
          <p14:tracePt t="55449" x="1219200" y="3778250"/>
          <p14:tracePt t="55465" x="1212850" y="3778250"/>
          <p14:tracePt t="55482" x="1200150" y="3778250"/>
          <p14:tracePt t="55516" x="1193800" y="3778250"/>
          <p14:tracePt t="55546" x="1187450" y="3771900"/>
          <p14:tracePt t="55575" x="1181100" y="3771900"/>
          <p14:tracePt t="55595" x="1181100" y="3765550"/>
          <p14:tracePt t="55694" x="1174750" y="3759200"/>
          <p14:tracePt t="55757" x="1168400" y="3759200"/>
          <p14:tracePt t="55820" x="1168400" y="3752850"/>
          <p14:tracePt t="55834" x="1168400" y="3746500"/>
          <p14:tracePt t="55849" x="1168400" y="3740150"/>
          <p14:tracePt t="55855" x="1168400" y="3733800"/>
          <p14:tracePt t="55876" x="1168400" y="3727450"/>
          <p14:tracePt t="55890" x="1174750" y="3721100"/>
          <p14:tracePt t="55904" x="1174750" y="3714750"/>
          <p14:tracePt t="55918" x="1174750" y="3708400"/>
          <p14:tracePt t="55930" x="1174750" y="3702050"/>
          <p14:tracePt t="55947" x="1187450" y="3695700"/>
          <p14:tracePt t="55981" x="1193800" y="3683000"/>
          <p14:tracePt t="55996" x="1206500" y="3676650"/>
          <p14:tracePt t="56014" x="1212850" y="3670300"/>
          <p14:tracePt t="56031" x="1238250" y="3657600"/>
          <p14:tracePt t="56047" x="1270000" y="3638550"/>
          <p14:tracePt t="56065" x="1289050" y="3625850"/>
          <p14:tracePt t="56080" x="1333500" y="3613150"/>
          <p14:tracePt t="56096" x="1358900" y="3600450"/>
          <p14:tracePt t="56114" x="1416050" y="3581400"/>
          <p14:tracePt t="56129" x="1473200" y="3575050"/>
          <p14:tracePt t="56147" x="1511300" y="3556000"/>
          <p14:tracePt t="56163" x="1581150" y="3549650"/>
          <p14:tracePt t="56180" x="1663700" y="3549650"/>
          <p14:tracePt t="56197" x="1689100" y="3549650"/>
          <p14:tracePt t="56199" x="1727200" y="3549650"/>
          <p14:tracePt t="56213" x="1746250" y="3549650"/>
          <p14:tracePt t="56230" x="1809750" y="3562350"/>
          <p14:tracePt t="56247" x="1828800" y="3575050"/>
          <p14:tracePt t="56263" x="1873250" y="3594100"/>
          <p14:tracePt t="56279" x="1905000" y="3613150"/>
          <p14:tracePt t="56296" x="1917700" y="3625850"/>
          <p14:tracePt t="56312" x="1936750" y="3644900"/>
          <p14:tracePt t="56329" x="1943100" y="3657600"/>
          <p14:tracePt t="56346" x="1943100" y="3663950"/>
          <p14:tracePt t="56379" x="1943100" y="3670300"/>
          <p14:tracePt t="56396" x="1917700" y="3708400"/>
          <p14:tracePt t="56412" x="1905000" y="3727450"/>
          <p14:tracePt t="56429" x="1885950" y="3752850"/>
          <p14:tracePt t="56445" x="1828800" y="3797300"/>
          <p14:tracePt t="56462" x="1727200" y="3841750"/>
          <p14:tracePt t="56479" x="1606550" y="3867150"/>
          <p14:tracePt t="56495" x="1530350" y="3879850"/>
          <p14:tracePt t="56512" x="1390650" y="3879850"/>
          <p14:tracePt t="56529" x="1263650" y="3879850"/>
          <p14:tracePt t="56545" x="1193800" y="3867150"/>
          <p14:tracePt t="56562" x="1104900" y="3822700"/>
          <p14:tracePt t="56579" x="1066800" y="3810000"/>
          <p14:tracePt t="56595" x="1047750" y="3797300"/>
          <p14:tracePt t="56612" x="1022350" y="3771900"/>
          <p14:tracePt t="56628" x="1016000" y="3746500"/>
          <p14:tracePt t="56645" x="1009650" y="3733800"/>
          <p14:tracePt t="56662" x="1003300" y="3708400"/>
          <p14:tracePt t="56678" x="1009650" y="3676650"/>
          <p14:tracePt t="56694" x="1016000" y="3663950"/>
          <p14:tracePt t="56712" x="1054100" y="3625850"/>
          <p14:tracePt t="56728" x="1073150" y="3606800"/>
          <p14:tracePt t="56747" x="1193800" y="3549650"/>
          <p14:tracePt t="56761" x="1238250" y="3530600"/>
          <p14:tracePt t="56778" x="1295400" y="3511550"/>
          <p14:tracePt t="56795" x="1422400" y="3492500"/>
          <p14:tracePt t="56811" x="1498600" y="3492500"/>
          <p14:tracePt t="56828" x="1574800" y="3479800"/>
          <p14:tracePt t="56845" x="1733550" y="3486150"/>
          <p14:tracePt t="56861" x="1797050" y="3492500"/>
          <p14:tracePt t="56877" x="1905000" y="3524250"/>
          <p14:tracePt t="56894" x="1949450" y="3536950"/>
          <p14:tracePt t="56910" x="1968500" y="3543300"/>
          <p14:tracePt t="56927" x="1974850" y="3549650"/>
          <p14:tracePt t="56944" x="1974850" y="3556000"/>
          <p14:tracePt t="56960" x="1974850" y="3568700"/>
          <p14:tracePt t="56978" x="1962150" y="3594100"/>
          <p14:tracePt t="56994" x="1943100" y="3619500"/>
          <p14:tracePt t="57010" x="1924050" y="3638550"/>
          <p14:tracePt t="57027" x="1790700" y="3727450"/>
          <p14:tracePt t="57043" x="1733550" y="3752850"/>
          <p14:tracePt t="57060" x="1663700" y="3771900"/>
          <p14:tracePt t="57076" x="1511300" y="3803650"/>
          <p14:tracePt t="57094" x="1377950" y="3803650"/>
          <p14:tracePt t="57110" x="1327150" y="3803650"/>
          <p14:tracePt t="57126" x="1244600" y="3778250"/>
          <p14:tracePt t="57143" x="1206500" y="3746500"/>
          <p14:tracePt t="57160" x="1181100" y="3721100"/>
          <p14:tracePt t="57176" x="1174750" y="3708400"/>
          <p14:tracePt t="57193" x="1168400" y="3689350"/>
          <p14:tracePt t="57210" x="1162050" y="3670300"/>
          <p14:tracePt t="57226" x="1162050" y="3657600"/>
          <p14:tracePt t="57229" x="1168400" y="3644900"/>
          <p14:tracePt t="57243" x="1174750" y="3632200"/>
          <p14:tracePt t="57259" x="1200150" y="3606800"/>
          <p14:tracePt t="57276" x="1212850" y="3587750"/>
          <p14:tracePt t="57293" x="1231900" y="3575050"/>
          <p14:tracePt t="57309" x="1295400" y="3556000"/>
          <p14:tracePt t="57326" x="1327150" y="3549650"/>
          <p14:tracePt t="57343" x="1403350" y="3543300"/>
          <p14:tracePt t="57359" x="1447800" y="3543300"/>
          <p14:tracePt t="57375" x="1492250" y="3543300"/>
          <p14:tracePt t="57392" x="1517650" y="3543300"/>
          <p14:tracePt t="57409" x="1524000" y="3543300"/>
          <p14:tracePt t="57426" x="1536700" y="3543300"/>
          <p14:tracePt t="57442" x="1536700" y="3549650"/>
          <p14:tracePt t="57476" x="1536700" y="3556000"/>
          <p14:tracePt t="57518" x="1543050" y="3556000"/>
          <p14:tracePt t="57539" x="1543050" y="3562350"/>
          <p14:tracePt t="57553" x="1543050" y="3568700"/>
          <p14:tracePt t="57561" x="1549400" y="3568700"/>
          <p14:tracePt t="57576" x="1549400" y="3575050"/>
          <p14:tracePt t="57592" x="1549400" y="3581400"/>
          <p14:tracePt t="57623" x="1555750" y="3581400"/>
          <p14:tracePt t="57651" x="1562100" y="3587750"/>
          <p14:tracePt t="57659" x="1562100" y="3594100"/>
          <p14:tracePt t="57679" x="1568450" y="3594100"/>
          <p14:tracePt t="57700" x="1568450" y="3600450"/>
          <p14:tracePt t="57742" x="1574800" y="3600450"/>
          <p14:tracePt t="57784" x="1581150" y="3600450"/>
          <p14:tracePt t="58228" x="1574800" y="3613150"/>
          <p14:tracePt t="58242" x="1562100" y="3619500"/>
          <p14:tracePt t="58249" x="1562100" y="3638550"/>
          <p14:tracePt t="58700" x="1562100" y="3625850"/>
          <p14:tracePt t="58714" x="1574800" y="3606800"/>
          <p14:tracePt t="58723" x="1587500" y="3581400"/>
          <p14:tracePt t="58738" x="1612900" y="3549650"/>
          <p14:tracePt t="58754" x="1631950" y="3530600"/>
          <p14:tracePt t="58771" x="1701800" y="3492500"/>
          <p14:tracePt t="58787" x="1758950" y="3467100"/>
          <p14:tracePt t="58804" x="1790700" y="3467100"/>
          <p14:tracePt t="58821" x="1854200" y="3467100"/>
          <p14:tracePt t="58837" x="1917700" y="3492500"/>
          <p14:tracePt t="58854" x="1949450" y="3505200"/>
          <p14:tracePt t="58871" x="1993900" y="3536950"/>
          <p14:tracePt t="58887" x="2032000" y="3568700"/>
          <p14:tracePt t="58904" x="2051050" y="3587750"/>
          <p14:tracePt t="58920" x="2057400" y="3594100"/>
          <p14:tracePt t="58937" x="2057400" y="3606800"/>
          <p14:tracePt t="58954" x="2057400" y="3625850"/>
          <p14:tracePt t="58970" x="2044700" y="3632200"/>
          <p14:tracePt t="58987" x="2012950" y="3657600"/>
          <p14:tracePt t="59003" x="1949450" y="3695700"/>
          <p14:tracePt t="59020" x="1905000" y="3721100"/>
          <p14:tracePt t="59038" x="1803400" y="3759200"/>
          <p14:tracePt t="59053" x="1701800" y="3765550"/>
          <p14:tracePt t="59069" x="1663700" y="3765550"/>
          <p14:tracePt t="59087" x="1568450" y="3746500"/>
          <p14:tracePt t="59103" x="1498600" y="3721100"/>
          <p14:tracePt t="59120" x="1485900" y="3708400"/>
          <p14:tracePt t="59136" x="1454150" y="3695700"/>
          <p14:tracePt t="59153" x="1447800" y="3683000"/>
          <p14:tracePt t="59169" x="1435100" y="3657600"/>
          <p14:tracePt t="59186" x="1441450" y="3625850"/>
          <p14:tracePt t="59202" x="1454150" y="3594100"/>
          <p14:tracePt t="59219" x="1511300" y="3517900"/>
          <p14:tracePt t="59236" x="1600200" y="3441700"/>
          <p14:tracePt t="59253" x="1644650" y="3416300"/>
          <p14:tracePt t="59256" x="1701800" y="3397250"/>
          <p14:tracePt t="59269" x="1765300" y="3390900"/>
          <p14:tracePt t="59286" x="1873250" y="3397250"/>
          <p14:tracePt t="59302" x="1930400" y="3429000"/>
          <p14:tracePt t="59319" x="2025650" y="3473450"/>
          <p14:tracePt t="59335" x="2108200" y="3536950"/>
          <p14:tracePt t="59353" x="2152650" y="3587750"/>
          <p14:tracePt t="59368" x="2159000" y="3613150"/>
          <p14:tracePt t="59385" x="2165350" y="3632200"/>
          <p14:tracePt t="59403" x="2152650" y="3695700"/>
          <p14:tracePt t="59419" x="2139950" y="3714750"/>
          <p14:tracePt t="59435" x="2114550" y="3740150"/>
          <p14:tracePt t="59451" x="2051050" y="3765550"/>
          <p14:tracePt t="59468" x="1981200" y="3803650"/>
          <p14:tracePt t="59486" x="1924050" y="3810000"/>
          <p14:tracePt t="59501" x="1841500" y="3829050"/>
          <p14:tracePt t="59518" x="1758950" y="3816350"/>
          <p14:tracePt t="59536" x="1676400" y="3790950"/>
          <p14:tracePt t="59552" x="1644650" y="3765550"/>
          <p14:tracePt t="59568" x="1574800" y="3727450"/>
          <p14:tracePt t="59585" x="1562100" y="3708400"/>
          <p14:tracePt t="59601" x="1555750" y="3702050"/>
          <p14:tracePt t="59618" x="1549400" y="3695700"/>
          <p14:tracePt t="59651" x="1543050" y="3689350"/>
          <p14:tracePt t="60320" x="1543050" y="3695700"/>
          <p14:tracePt t="60327" x="1543050" y="3702050"/>
          <p14:tracePt t="60335" x="1543050" y="3708400"/>
          <p14:tracePt t="60351" x="1543050" y="3714750"/>
          <p14:tracePt t="60404" x="1543050" y="3721100"/>
          <p14:tracePt t="60488" x="1555750" y="3714750"/>
          <p14:tracePt t="60516" x="1574800" y="3714750"/>
          <p14:tracePt t="60530" x="1581150" y="3708400"/>
          <p14:tracePt t="60538" x="1593850" y="3708400"/>
          <p14:tracePt t="60548" x="1606550" y="3708400"/>
          <p14:tracePt t="60564" x="1619250" y="3702050"/>
          <p14:tracePt t="60581" x="1631950" y="3702050"/>
          <p14:tracePt t="60598" x="1644650" y="3702050"/>
          <p14:tracePt t="60615" x="1663700" y="3702050"/>
          <p14:tracePt t="60647" x="1670050" y="3702050"/>
          <p14:tracePt t="60671" x="1676400" y="3702050"/>
          <p14:tracePt t="60699" x="1676400" y="3695700"/>
          <p14:tracePt t="60706" x="1682750" y="3695700"/>
          <p14:tracePt t="60727" x="1689100" y="3689350"/>
          <p14:tracePt t="60741" x="1701800" y="3689350"/>
          <p14:tracePt t="60750" x="1714500" y="3689350"/>
          <p14:tracePt t="60764" x="1733550" y="3676650"/>
          <p14:tracePt t="60780" x="1809750" y="3625850"/>
          <p14:tracePt t="60797" x="1854200" y="3587750"/>
          <p14:tracePt t="60800" x="1936750" y="3530600"/>
          <p14:tracePt t="60813" x="2012950" y="3467100"/>
          <p14:tracePt t="60830" x="2190750" y="3276600"/>
          <p14:tracePt t="60847" x="2400300" y="2984500"/>
          <p14:tracePt t="60864" x="2508250" y="2825750"/>
          <p14:tracePt t="60880" x="2622550" y="2622550"/>
          <p14:tracePt t="60896" x="2863850" y="2159000"/>
          <p14:tracePt t="60913" x="2914650" y="2051050"/>
          <p14:tracePt t="60931" x="2997200" y="1905000"/>
          <p14:tracePt t="60946" x="3022600" y="1847850"/>
          <p14:tracePt t="60963" x="3067050" y="1771650"/>
          <p14:tracePt t="60980" x="3086100" y="1733550"/>
          <p14:tracePt t="60996" x="3092450" y="1720850"/>
          <p14:tracePt t="61013" x="3098800" y="1720850"/>
          <p14:tracePt t="61046" x="3105150" y="1714500"/>
          <p14:tracePt t="61147" x="3111500" y="1714500"/>
          <p14:tracePt t="61260" x="3111500" y="1708150"/>
          <p14:tracePt t="61302" x="3117850" y="1701800"/>
          <p14:tracePt t="61979" x="3117850" y="1708150"/>
          <p14:tracePt t="61994" x="3117850" y="1714500"/>
          <p14:tracePt t="62000" x="3117850" y="1720850"/>
          <p14:tracePt t="62014" x="3111500" y="1727200"/>
          <p14:tracePt t="62027" x="3105150" y="1739900"/>
          <p14:tracePt t="62043" x="3098800" y="1752600"/>
          <p14:tracePt t="62059" x="3092450" y="1752600"/>
          <p14:tracePt t="62077" x="3086100" y="1758950"/>
          <p14:tracePt t="62092" x="3079750" y="1758950"/>
          <p14:tracePt t="62155" x="3079750" y="1765300"/>
          <p14:tracePt t="62189" x="3079750" y="1771650"/>
          <p14:tracePt t="62210" x="3067050" y="1771650"/>
          <p14:tracePt t="62225" x="3060700" y="1771650"/>
          <p14:tracePt t="62232" x="3054350" y="1771650"/>
          <p14:tracePt t="62242" x="3048000" y="1778000"/>
          <p14:tracePt t="62259" x="3035300" y="1784350"/>
          <p14:tracePt t="62276" x="2997200" y="1790700"/>
          <p14:tracePt t="62292" x="2965450" y="1797050"/>
          <p14:tracePt t="62310" x="2895600" y="1809750"/>
          <p14:tracePt t="62325" x="2876550" y="1809750"/>
          <p14:tracePt t="62342" x="2857500" y="1822450"/>
          <p14:tracePt t="62359" x="2819400" y="1822450"/>
          <p14:tracePt t="62375" x="2806700" y="1822450"/>
          <p14:tracePt t="62392" x="2800350" y="1822450"/>
          <p14:tracePt t="62408" x="2794000" y="1822450"/>
          <p14:tracePt t="62435" x="2787650" y="1822450"/>
          <p14:tracePt t="62470" x="2800350" y="1816100"/>
          <p14:tracePt t="62484" x="2806700" y="1809750"/>
          <p14:tracePt t="62494" x="2825750" y="1803400"/>
          <p14:tracePt t="62507" x="2844800" y="1797050"/>
          <p14:tracePt t="62525" x="2927350" y="1771650"/>
          <p14:tracePt t="62541" x="3060700" y="1746250"/>
          <p14:tracePt t="62558" x="3111500" y="1733550"/>
          <p14:tracePt t="62576" x="3219450" y="1714500"/>
          <p14:tracePt t="62591" x="3276600" y="1701800"/>
          <p14:tracePt t="62607" x="3295650" y="1701800"/>
          <p14:tracePt t="62625" x="3314700" y="1695450"/>
          <p14:tracePt t="62640" x="3321050" y="1689100"/>
          <p14:tracePt t="62657" x="3314700" y="1689100"/>
          <p14:tracePt t="62674" x="3263900" y="1689100"/>
          <p14:tracePt t="62690" x="3225800" y="1701800"/>
          <p14:tracePt t="62707" x="3092450" y="1727200"/>
          <p14:tracePt t="62724" x="2882900" y="1778000"/>
          <p14:tracePt t="62740" x="2781300" y="1790700"/>
          <p14:tracePt t="62757" x="2603500" y="1822450"/>
          <p14:tracePt t="62773" x="2470150" y="1841500"/>
          <p14:tracePt t="62790" x="2444750" y="1841500"/>
          <p14:tracePt t="62807" x="2413000" y="1841500"/>
          <p14:tracePt t="62823" x="2400300" y="1847850"/>
          <p14:tracePt t="62839" x="2393950" y="1847850"/>
          <p14:tracePt t="62862" x="2400300" y="1854200"/>
          <p14:tracePt t="62873" x="2425700" y="1854200"/>
          <p14:tracePt t="62890" x="2463800" y="1860550"/>
          <p14:tracePt t="62906" x="2552700" y="1860550"/>
          <p14:tracePt t="62923" x="2628900" y="1860550"/>
          <p14:tracePt t="62940" x="2870200" y="1860550"/>
          <p14:tracePt t="62956" x="2959100" y="1860550"/>
          <p14:tracePt t="62973" x="3035300" y="1860550"/>
          <p14:tracePt t="62990" x="3130550" y="1860550"/>
          <p14:tracePt t="63006" x="3162300" y="1860550"/>
          <p14:tracePt t="63039" x="3168650" y="1860550"/>
          <p14:tracePt t="63074" x="3168650" y="1854200"/>
          <p14:tracePt t="63080" x="3162300" y="1854200"/>
          <p14:tracePt t="63094" x="3149600" y="1847850"/>
          <p14:tracePt t="63106" x="3130550" y="1847850"/>
          <p14:tracePt t="63124" x="3073400" y="1841500"/>
          <p14:tracePt t="63139" x="3035300" y="1835150"/>
          <p14:tracePt t="63156" x="2933700" y="1809750"/>
          <p14:tracePt t="63172" x="2838450" y="1778000"/>
          <p14:tracePt t="63189" x="2787650" y="1771650"/>
          <p14:tracePt t="63205" x="2755900" y="1765300"/>
          <p14:tracePt t="63222" x="2711450" y="1758950"/>
          <p14:tracePt t="63239" x="2705100" y="1758950"/>
          <p14:tracePt t="63271" x="2717800" y="1758950"/>
          <p14:tracePt t="63288" x="2762250" y="1765300"/>
          <p14:tracePt t="63306" x="2851150" y="1771650"/>
          <p14:tracePt t="63322" x="2901950" y="1771650"/>
          <p14:tracePt t="63338" x="3003550" y="1771650"/>
          <p14:tracePt t="63355" x="3086100" y="1771650"/>
          <p14:tracePt t="63371" x="3098800" y="1765300"/>
          <p14:tracePt t="63388" x="3124200" y="1758950"/>
          <p14:tracePt t="63405" x="3136900" y="1758950"/>
          <p14:tracePt t="63438" x="3136900" y="1746250"/>
          <p14:tracePt t="63454" x="3098800" y="1739900"/>
          <p14:tracePt t="63471" x="3067050" y="1739900"/>
          <p14:tracePt t="63488" x="2978150" y="1739900"/>
          <p14:tracePt t="63504" x="2863850" y="1733550"/>
          <p14:tracePt t="63521" x="2806700" y="1720850"/>
          <p14:tracePt t="63538" x="2724150" y="1714500"/>
          <p14:tracePt t="63554" x="2705100" y="1714500"/>
          <p14:tracePt t="63571" x="2686050" y="1708150"/>
          <p14:tracePt t="63587" x="2679700" y="1708150"/>
          <p14:tracePt t="63604" x="2686050" y="1708150"/>
          <p14:tracePt t="63621" x="2736850" y="1714500"/>
          <p14:tracePt t="63637" x="2870200" y="1733550"/>
          <p14:tracePt t="63654" x="2946400" y="1739900"/>
          <p14:tracePt t="63670" x="3111500" y="1758950"/>
          <p14:tracePt t="63686" x="3225800" y="1758950"/>
          <p14:tracePt t="63704" x="3270250" y="1758950"/>
          <p14:tracePt t="63720" x="3295650" y="1758950"/>
          <p14:tracePt t="63737" x="3302000" y="1758950"/>
          <p14:tracePt t="63754" x="3263900" y="1758950"/>
          <p14:tracePt t="63770" x="3238500" y="1771650"/>
          <p14:tracePt t="63787" x="3092450" y="1809750"/>
          <p14:tracePt t="63804" x="2921000" y="1847850"/>
          <p14:tracePt t="63820" x="2832100" y="1866900"/>
          <p14:tracePt t="63837" x="2755900" y="1879600"/>
          <p14:tracePt t="63840" x="2698750" y="1898650"/>
          <p14:tracePt t="63853" x="2635250" y="1905000"/>
          <p14:tracePt t="63886" x="2622550" y="1905000"/>
          <p14:tracePt t="63903" x="2616200" y="1905000"/>
          <p14:tracePt t="63937" x="2622550" y="1905000"/>
          <p14:tracePt t="63943" x="2641600" y="1905000"/>
          <p14:tracePt t="63958" x="2673350" y="1905000"/>
          <p14:tracePt t="63969" x="2698750" y="1905000"/>
          <p14:tracePt t="63986" x="2794000" y="1879600"/>
          <p14:tracePt t="64003" x="2857500" y="1866900"/>
          <p14:tracePt t="64019" x="2984500" y="1860550"/>
          <p14:tracePt t="64036" x="3105150" y="1847850"/>
          <p14:tracePt t="64052" x="3130550" y="1847850"/>
          <p14:tracePt t="64069" x="3168650" y="1847850"/>
          <p14:tracePt t="64086" x="3168650" y="1841500"/>
          <p14:tracePt t="64102" x="3155950" y="1841500"/>
          <p14:tracePt t="64119" x="3117850" y="1828800"/>
          <p14:tracePt t="64136" x="2870200" y="1803400"/>
          <p14:tracePt t="64153" x="2755900" y="1803400"/>
          <p14:tracePt t="64169" x="2565400" y="1803400"/>
          <p14:tracePt t="64185" x="2476500" y="1816100"/>
          <p14:tracePt t="64202" x="2381250" y="1822450"/>
          <p14:tracePt t="64218" x="2349500" y="1828800"/>
          <p14:tracePt t="64235" x="2343150" y="1828800"/>
          <p14:tracePt t="64252" x="2362200" y="1828800"/>
          <p14:tracePt t="64268" x="2438400" y="1822450"/>
          <p14:tracePt t="64285" x="2501900" y="1822450"/>
          <p14:tracePt t="64302" x="2660650" y="1835150"/>
          <p14:tracePt t="64318" x="2838450" y="1841500"/>
          <p14:tracePt t="64335" x="2940050" y="1854200"/>
          <p14:tracePt t="64338" x="3028950" y="1854200"/>
          <p14:tracePt t="64351" x="3105150" y="1854200"/>
          <p14:tracePt t="64368" x="3181350" y="1854200"/>
          <p14:tracePt t="64385" x="3194050" y="1847850"/>
          <p14:tracePt t="64401" x="3206750" y="1847850"/>
          <p14:tracePt t="64418" x="3206750" y="1841500"/>
          <p14:tracePt t="64436" x="3213100" y="1828800"/>
          <p14:tracePt t="64540" x="3206750" y="1835150"/>
          <p14:tracePt t="64547" x="3194050" y="1841500"/>
          <p14:tracePt t="64554" x="3168650" y="1854200"/>
          <p14:tracePt t="64571" x="3149600" y="1873250"/>
          <p14:tracePt t="64585" x="3105150" y="1911350"/>
          <p14:tracePt t="64601" x="2959100" y="2057400"/>
          <p14:tracePt t="64618" x="2730500" y="2311400"/>
          <p14:tracePt t="64634" x="2584450" y="2495550"/>
          <p14:tracePt t="64650" x="2298700" y="2940050"/>
          <p14:tracePt t="64667" x="2076450" y="3384550"/>
          <p14:tracePt t="64684" x="2000250" y="3619500"/>
          <p14:tracePt t="64701" x="1930400" y="3829050"/>
          <p14:tracePt t="64717" x="1835150" y="4495800"/>
          <p14:tracePt t="64734" x="1835150" y="4635500"/>
          <p14:tracePt t="64750" x="1835150" y="4749800"/>
          <p14:tracePt t="64767" x="1835150" y="4927600"/>
          <p14:tracePt t="64783" x="1835150" y="4940300"/>
          <p14:tracePt t="64800" x="1835150" y="4959350"/>
          <p14:tracePt t="64905" x="1841500" y="4953000"/>
          <p14:tracePt t="64919" x="1854200" y="4940300"/>
          <p14:tracePt t="64926" x="1866900" y="4933950"/>
          <p14:tracePt t="64940" x="1892300" y="4921250"/>
          <p14:tracePt t="64950" x="1905000" y="4908550"/>
          <p14:tracePt t="64965" x="1924050" y="4889500"/>
          <p14:tracePt t="64982" x="1968500" y="4851400"/>
          <p14:tracePt t="64999" x="2038350" y="4794250"/>
          <p14:tracePt t="65016" x="2082800" y="4756150"/>
          <p14:tracePt t="65032" x="2159000" y="4686300"/>
          <p14:tracePt t="65049" x="2254250" y="4591050"/>
          <p14:tracePt t="65066" x="2336800" y="4508500"/>
          <p14:tracePt t="65082" x="2374900" y="4451350"/>
          <p14:tracePt t="65099" x="2419350" y="4406900"/>
          <p14:tracePt t="65116" x="2533650" y="4267200"/>
          <p14:tracePt t="65132" x="2552700" y="4248150"/>
          <p14:tracePt t="65149" x="2571750" y="4222750"/>
          <p14:tracePt t="65166" x="2609850" y="4184650"/>
          <p14:tracePt t="65182" x="2628900" y="4165600"/>
          <p14:tracePt t="65215" x="2635250" y="4159250"/>
          <p14:tracePt t="65232" x="2641600" y="4152900"/>
          <p14:tracePt t="65249" x="2647950" y="4140200"/>
          <p14:tracePt t="65265" x="2654300" y="4127500"/>
          <p14:tracePt t="65281" x="2667000" y="4089400"/>
          <p14:tracePt t="65298" x="2679700" y="4032250"/>
          <p14:tracePt t="65315" x="2698750" y="3987800"/>
          <p14:tracePt t="65331" x="2730500" y="3911600"/>
          <p14:tracePt t="65348" x="2749550" y="3860800"/>
          <p14:tracePt t="65365" x="2755900" y="3848100"/>
          <p14:tracePt t="65382" x="2762250" y="3835400"/>
          <p14:tracePt t="65397" x="2768600" y="3829050"/>
          <p14:tracePt t="65452" x="2768600" y="3822700"/>
          <p14:tracePt t="65501" x="2774950" y="3822700"/>
          <p14:tracePt t="65522" x="2781300" y="3822700"/>
          <p14:tracePt t="65530" x="2794000" y="3822700"/>
          <p14:tracePt t="65551" x="2806700" y="3816350"/>
          <p14:tracePt t="65557" x="2819400" y="3816350"/>
          <p14:tracePt t="65572" x="2851150" y="3816350"/>
          <p14:tracePt t="65580" x="2876550" y="3816350"/>
          <p14:tracePt t="65597" x="2908300" y="3816350"/>
          <p14:tracePt t="65614" x="2984500" y="3816350"/>
          <p14:tracePt t="65630" x="3054350" y="3810000"/>
          <p14:tracePt t="65647" x="3079750" y="3810000"/>
          <p14:tracePt t="65664" x="3111500" y="3810000"/>
          <p14:tracePt t="65680" x="3124200" y="3810000"/>
          <p14:tracePt t="65713" x="3098800" y="3810000"/>
          <p14:tracePt t="65730" x="3073400" y="3810000"/>
          <p14:tracePt t="65747" x="2876550" y="3829050"/>
          <p14:tracePt t="65763" x="2787650" y="3829050"/>
          <p14:tracePt t="65780" x="2698750" y="3841750"/>
          <p14:tracePt t="65796" x="2565400" y="3848100"/>
          <p14:tracePt t="65813" x="2508250" y="3848100"/>
          <p14:tracePt t="65830" x="2501900" y="3848100"/>
          <p14:tracePt t="65846" x="2489200" y="3848100"/>
          <p14:tracePt t="65863" x="2495550" y="3848100"/>
          <p14:tracePt t="65879" x="2520950" y="3841750"/>
          <p14:tracePt t="65896" x="2597150" y="3841750"/>
          <p14:tracePt t="65912" x="2749550" y="3835400"/>
          <p14:tracePt t="65930" x="2927350" y="3835400"/>
          <p14:tracePt t="65946" x="3016250" y="3835400"/>
          <p14:tracePt t="65962" x="3124200" y="3816350"/>
          <p14:tracePt t="65979" x="3162300" y="3810000"/>
          <p14:tracePt t="65996" x="3175000" y="3803650"/>
          <p14:tracePt t="66013" x="3181350" y="3803650"/>
          <p14:tracePt t="66029" x="3175000" y="3803650"/>
          <p14:tracePt t="66045" x="3155950" y="3803650"/>
          <p14:tracePt t="66063" x="3105150" y="3810000"/>
          <p14:tracePt t="66079" x="3067050" y="3810000"/>
          <p14:tracePt t="66095" x="2984500" y="3829050"/>
          <p14:tracePt t="66112" x="2946400" y="3835400"/>
          <p14:tracePt t="66129" x="2933700" y="3835400"/>
          <p14:tracePt t="66145" x="2914650" y="3835400"/>
          <p14:tracePt t="66162" x="2908300" y="3835400"/>
          <p14:tracePt t="66196" x="2908300" y="3829050"/>
          <p14:tracePt t="66211" x="2921000" y="3816350"/>
          <p14:tracePt t="66228" x="2927350" y="3816350"/>
          <p14:tracePt t="66245" x="2940050" y="3810000"/>
          <p14:tracePt t="66262" x="2952750" y="3810000"/>
          <p14:tracePt t="66490" x="2952750" y="3752850"/>
          <p14:tracePt t="66497" x="2933700" y="3638550"/>
          <p14:tracePt t="66512" x="2908300" y="3517900"/>
          <p14:tracePt t="66527" x="2838450" y="3181350"/>
          <p14:tracePt t="66544" x="2781300" y="3035300"/>
          <p14:tracePt t="66561" x="2628900" y="2711450"/>
          <p14:tracePt t="66577" x="2578100" y="2628900"/>
          <p14:tracePt t="66594" x="2546350" y="2559050"/>
          <p14:tracePt t="66610" x="2451100" y="2413000"/>
          <p14:tracePt t="66627" x="2432050" y="2381250"/>
          <p14:tracePt t="66645" x="2406650" y="2330450"/>
          <p14:tracePt t="66660" x="2406650" y="2324100"/>
          <p14:tracePt t="66677" x="2406650" y="2317750"/>
          <p14:tracePt t="66749" x="2406650" y="2311400"/>
          <p14:tracePt t="66771" x="2413000" y="2298700"/>
          <p14:tracePt t="66785" x="2425700" y="2273300"/>
          <p14:tracePt t="66791" x="2432050" y="2247900"/>
          <p14:tracePt t="66806" x="2457450" y="2216150"/>
          <p14:tracePt t="66813" x="2476500" y="2171700"/>
          <p14:tracePt t="66827" x="2501900" y="2127250"/>
          <p14:tracePt t="66843" x="2578100" y="2025650"/>
          <p14:tracePt t="66859" x="2609850" y="1968500"/>
          <p14:tracePt t="66876" x="2660650" y="1866900"/>
          <p14:tracePt t="66893" x="2705100" y="1778000"/>
          <p14:tracePt t="66910" x="2717800" y="1758950"/>
          <p14:tracePt t="66926" x="2730500" y="1720850"/>
          <p14:tracePt t="66942" x="2743200" y="1695450"/>
          <p14:tracePt t="66960" x="2743200" y="1657350"/>
          <p14:tracePt t="66975" x="2743200" y="1644650"/>
          <p14:tracePt t="66992" x="2736850" y="1638300"/>
          <p14:tracePt t="67009" x="2724150" y="1625600"/>
          <p14:tracePt t="67025" x="2705100" y="1625600"/>
          <p14:tracePt t="67042" x="2698750" y="1625600"/>
          <p14:tracePt t="67059" x="2686050" y="1625600"/>
          <p14:tracePt t="67075" x="2679700" y="1625600"/>
          <p14:tracePt t="67092" x="2673350" y="1625600"/>
          <p14:tracePt t="67114" x="2686050" y="1631950"/>
          <p14:tracePt t="67125" x="2698750" y="1631950"/>
          <p14:tracePt t="67143" x="2800350" y="1657350"/>
          <p14:tracePt t="67158" x="2882900" y="1682750"/>
          <p14:tracePt t="67175" x="3098800" y="1720850"/>
          <p14:tracePt t="67192" x="3340100" y="1752600"/>
          <p14:tracePt t="67208" x="3441700" y="1765300"/>
          <p14:tracePt t="67225" x="3543300" y="1771650"/>
          <p14:tracePt t="67242" x="3702050" y="1771650"/>
          <p14:tracePt t="67258" x="3714750" y="1771650"/>
          <p14:tracePt t="67275" x="3733800" y="1765300"/>
          <p14:tracePt t="67291" x="3740150" y="1765300"/>
          <p14:tracePt t="67308" x="3708400" y="1758950"/>
          <p14:tracePt t="67325" x="3613150" y="1739900"/>
          <p14:tracePt t="67341" x="3524250" y="1739900"/>
          <p14:tracePt t="67358" x="3308350" y="1720850"/>
          <p14:tracePt t="67375" x="3079750" y="1708150"/>
          <p14:tracePt t="67391" x="2978150" y="1708150"/>
          <p14:tracePt t="67407" x="2832100" y="1720850"/>
          <p14:tracePt t="67424" x="2774950" y="1727200"/>
          <p14:tracePt t="67441" x="2762250" y="1727200"/>
          <p14:tracePt t="67458" x="2743200" y="1733550"/>
          <p14:tracePt t="67494" x="2749550" y="1733550"/>
          <p14:tracePt t="67510" x="2768600" y="1733550"/>
          <p14:tracePt t="67524" x="2813050" y="1733550"/>
          <p14:tracePt t="67540" x="2857500" y="1727200"/>
          <p14:tracePt t="67557" x="2959100" y="1720850"/>
          <p14:tracePt t="67574" x="3028950" y="1720850"/>
          <p14:tracePt t="67590" x="3130550" y="1701800"/>
          <p14:tracePt t="67607" x="3194050" y="1689100"/>
          <p14:tracePt t="67623" x="3206750" y="1689100"/>
          <p14:tracePt t="67641" x="3219450" y="1682750"/>
          <p14:tracePt t="67673" x="3200400" y="1676400"/>
          <p14:tracePt t="67690" x="3130550" y="1676400"/>
          <p14:tracePt t="67706" x="3003550" y="1695450"/>
          <p14:tracePt t="67723" x="2921000" y="1714500"/>
          <p14:tracePt t="67740" x="2787650" y="1739900"/>
          <p14:tracePt t="67756" x="2692400" y="1758950"/>
          <p14:tracePt t="67774" x="2673350" y="1765300"/>
          <p14:tracePt t="67789" x="2654300" y="1771650"/>
          <p14:tracePt t="67806" x="2647950" y="1771650"/>
          <p14:tracePt t="67824" x="2647950" y="1778000"/>
          <p14:tracePt t="67840" x="2654300" y="1778000"/>
          <p14:tracePt t="67856" x="2667000" y="1778000"/>
          <p14:tracePt t="67873" x="2755900" y="1790700"/>
          <p14:tracePt t="67890" x="2794000" y="1790700"/>
          <p14:tracePt t="67906" x="2832100" y="1790700"/>
          <p14:tracePt t="67922" x="2863850" y="1790700"/>
          <p14:tracePt t="67939" x="2895600" y="1784350"/>
          <p14:tracePt t="67972" x="2882900" y="1803400"/>
          <p14:tracePt t="67988" x="2813050" y="1892300"/>
          <p14:tracePt t="68006" x="2749550" y="1987550"/>
          <p14:tracePt t="68022" x="2597150" y="2203450"/>
          <p14:tracePt t="68039" x="2406650" y="2552700"/>
          <p14:tracePt t="68055" x="2266950" y="2952750"/>
          <p14:tracePt t="68072" x="2222500" y="3111500"/>
          <p14:tracePt t="68089" x="2190750" y="3371850"/>
          <p14:tracePt t="68105" x="2190750" y="3587750"/>
          <p14:tracePt t="68122" x="2190750" y="3651250"/>
          <p14:tracePt t="68139" x="2197100" y="3733800"/>
          <p14:tracePt t="68155" x="2203450" y="3752850"/>
          <p14:tracePt t="68172" x="2209800" y="3759200"/>
          <p14:tracePt t="68205" x="2216150" y="3759200"/>
          <p14:tracePt t="68265" x="2222500" y="3759200"/>
          <p14:tracePt t="68293" x="2228850" y="3765550"/>
          <p14:tracePt t="68307" x="2235200" y="3765550"/>
          <p14:tracePt t="68314" x="2254250" y="3771900"/>
          <p14:tracePt t="68328" x="2273300" y="3778250"/>
          <p14:tracePt t="68342" x="2292350" y="3797300"/>
          <p14:tracePt t="68355" x="2324100" y="3803650"/>
          <p14:tracePt t="68372" x="2406650" y="3816350"/>
          <p14:tracePt t="68388" x="2444750" y="3816350"/>
          <p14:tracePt t="68405" x="2559050" y="3816350"/>
          <p14:tracePt t="68421" x="2628900" y="3810000"/>
          <p14:tracePt t="68437" x="2730500" y="3771900"/>
          <p14:tracePt t="68454" x="2774950" y="3759200"/>
          <p14:tracePt t="68470" x="2851150" y="3708400"/>
          <p14:tracePt t="68487" x="2882900" y="3683000"/>
          <p14:tracePt t="68504" x="2921000" y="3657600"/>
          <p14:tracePt t="68560" x="2927350" y="3657600"/>
          <p14:tracePt t="68616" x="2921000" y="3657600"/>
          <p14:tracePt t="68630" x="2914650" y="3657600"/>
          <p14:tracePt t="68644" x="2914650" y="3663950"/>
          <p14:tracePt t="68658" x="2908300" y="3663950"/>
          <p14:tracePt t="68669" x="2901950" y="3663950"/>
          <p14:tracePt t="68707" x="2895600" y="3670300"/>
          <p14:tracePt t="68749" x="2895600" y="3676650"/>
          <p14:tracePt t="68756" x="2908300" y="3676650"/>
          <p14:tracePt t="68777" x="2921000" y="3676650"/>
          <p14:tracePt t="68787" x="2927350" y="3683000"/>
          <p14:tracePt t="68802" x="2940050" y="3683000"/>
          <p14:tracePt t="68820" x="2965450" y="3683000"/>
          <p14:tracePt t="68836" x="2978150" y="3689350"/>
          <p14:tracePt t="68852" x="2997200" y="3689350"/>
          <p14:tracePt t="68869" x="3003550" y="3689350"/>
          <p14:tracePt t="68910" x="2990850" y="3689350"/>
          <p14:tracePt t="68919" x="2959100" y="3689350"/>
          <p14:tracePt t="68925" x="2933700" y="3689350"/>
          <p14:tracePt t="68939" x="2882900" y="3689350"/>
          <p14:tracePt t="68953" x="2800350" y="3702050"/>
          <p14:tracePt t="68969" x="2609850" y="3721100"/>
          <p14:tracePt t="68986" x="2495550" y="3721100"/>
          <p14:tracePt t="69002" x="2241550" y="3740150"/>
          <p14:tracePt t="69019" x="1974850" y="3759200"/>
          <p14:tracePt t="69035" x="1847850" y="3771900"/>
          <p14:tracePt t="69052" x="1670050" y="3790950"/>
          <p14:tracePt t="69068" x="1568450" y="3803650"/>
          <p14:tracePt t="69085" x="1543050" y="3810000"/>
          <p14:tracePt t="69101" x="1517650" y="3810000"/>
          <p14:tracePt t="69118" x="1511300" y="3810000"/>
          <p14:tracePt t="69178" x="1511300" y="3816350"/>
          <p14:tracePt t="69191" x="1504950" y="3816350"/>
          <p14:tracePt t="69198" x="1498600" y="3816350"/>
          <p14:tracePt t="69205" x="1492250" y="3816350"/>
          <p14:tracePt t="69221" x="1479550" y="3822700"/>
          <p14:tracePt t="69235" x="1466850" y="3822700"/>
          <p14:tracePt t="69251" x="1441450" y="3822700"/>
          <p14:tracePt t="69268" x="1409700" y="3835400"/>
          <p14:tracePt t="69285" x="1390650" y="3841750"/>
          <p14:tracePt t="69301" x="1346200" y="3860800"/>
          <p14:tracePt t="69318" x="1301750" y="3873500"/>
          <p14:tracePt t="69334" x="1282700" y="3879850"/>
          <p14:tracePt t="69351" x="1250950" y="3905250"/>
          <p14:tracePt t="69367" x="1231900" y="3917950"/>
          <p14:tracePt t="69384" x="1225550" y="3917950"/>
          <p14:tracePt t="69387" x="1219200" y="3917950"/>
          <p14:tracePt t="69408" x="1219200" y="3924300"/>
          <p14:tracePt t="69417" x="1212850" y="3924300"/>
          <p14:tracePt t="69458" x="1206500" y="3924300"/>
          <p14:tracePt t="69977" x="1212850" y="3924300"/>
          <p14:tracePt t="69998" x="1212850" y="3917950"/>
          <p14:tracePt t="70005" x="1219200" y="3911600"/>
          <p14:tracePt t="70019" x="1219200" y="3905250"/>
          <p14:tracePt t="70031" x="1219200" y="3898900"/>
          <p14:tracePt t="70454" x="1219200" y="3905250"/>
          <p14:tracePt t="70461" x="1219200" y="3930650"/>
          <p14:tracePt t="70468" x="1219200" y="3956050"/>
          <p14:tracePt t="70483" x="1219200" y="3981450"/>
          <p14:tracePt t="70497" x="1219200" y="4000500"/>
          <p14:tracePt t="70513" x="1212850" y="4044950"/>
          <p14:tracePt t="70530" x="1212850" y="4070350"/>
          <p14:tracePt t="70546" x="1212850" y="4102100"/>
          <p14:tracePt t="70563" x="1212850" y="4127500"/>
          <p14:tracePt t="70580" x="1212850" y="4133850"/>
          <p14:tracePt t="70770" x="1212850" y="4127500"/>
          <p14:tracePt t="70820" x="1212850" y="4121150"/>
          <p14:tracePt t="70827" x="1212850" y="4108450"/>
          <p14:tracePt t="70841" x="1212850" y="4102100"/>
          <p14:tracePt t="70848" x="1212850" y="4089400"/>
          <p14:tracePt t="70863" x="1206500" y="4070350"/>
          <p14:tracePt t="70879" x="1193800" y="4000500"/>
          <p14:tracePt t="70896" x="1187450" y="3962400"/>
          <p14:tracePt t="70898" x="1181100" y="3917950"/>
          <p14:tracePt t="70914" x="1174750" y="3892550"/>
          <p14:tracePt t="70928" x="1162050" y="3835400"/>
          <p14:tracePt t="70945" x="1162050" y="3810000"/>
          <p14:tracePt t="70962" x="1155700" y="3771900"/>
          <p14:tracePt t="70978" x="1149350" y="3759200"/>
          <p14:tracePt t="70996" x="1149350" y="3740150"/>
          <p14:tracePt t="71012" x="1143000" y="3733800"/>
          <p14:tracePt t="71080" x="1143000" y="3740150"/>
          <p14:tracePt t="71087" x="1136650" y="3746500"/>
          <p14:tracePt t="71101" x="1136650" y="3752850"/>
          <p14:tracePt t="71111" x="1136650" y="3759200"/>
          <p14:tracePt t="71129" x="1136650" y="3771900"/>
          <p14:tracePt t="71144" x="1130300" y="3797300"/>
          <p14:tracePt t="71161" x="1117600" y="3835400"/>
          <p14:tracePt t="71178" x="1111250" y="3879850"/>
          <p14:tracePt t="71195" x="1104900" y="3898900"/>
          <p14:tracePt t="71211" x="1092200" y="3943350"/>
          <p14:tracePt t="71228" x="1079500" y="3968750"/>
          <p14:tracePt t="71244" x="1079500" y="3981450"/>
          <p14:tracePt t="71261" x="1073150" y="3981450"/>
          <p14:tracePt t="71277" x="1073150" y="3987800"/>
          <p14:tracePt t="71318" x="1073150" y="3994150"/>
          <p14:tracePt t="71409" x="1073150" y="4000500"/>
          <p14:tracePt t="71431" x="1073150" y="4006850"/>
          <p14:tracePt t="71438" x="1066800" y="4013200"/>
          <p14:tracePt t="71452" x="1066800" y="4019550"/>
          <p14:tracePt t="71487" x="1066800" y="4025900"/>
          <p14:tracePt t="71507" x="1066800" y="4032250"/>
          <p14:tracePt t="71528" x="1066800" y="4038600"/>
          <p14:tracePt t="71557" x="1066800" y="4044950"/>
          <p14:tracePt t="71592" x="1060450" y="4051300"/>
          <p14:tracePt t="71613" x="1060450" y="4057650"/>
          <p14:tracePt t="71648" x="1060450" y="4064000"/>
          <p14:tracePt t="71669" x="1060450" y="4070350"/>
          <p14:tracePt t="71809" x="1066800" y="4070350"/>
          <p14:tracePt t="71901" x="1073150" y="4070350"/>
          <p14:tracePt t="71999" x="1079500" y="4070350"/>
          <p14:tracePt t="73048" x="1085850" y="4070350"/>
          <p14:tracePt t="73062" x="1092200" y="4070350"/>
          <p14:tracePt t="73069" x="1111250" y="4070350"/>
          <p14:tracePt t="73076" x="1130300" y="4064000"/>
          <p14:tracePt t="73091" x="1143000" y="4051300"/>
          <p14:tracePt t="73105" x="1155700" y="4044950"/>
          <p14:tracePt t="73121" x="1187450" y="4025900"/>
          <p14:tracePt t="73138" x="1193800" y="4019550"/>
          <p14:tracePt t="73155" x="1212850" y="4006850"/>
          <p14:tracePt t="73171" x="1219200" y="4006850"/>
          <p14:tracePt t="73204" x="1225550" y="4000500"/>
          <p14:tracePt t="73308" x="1231900" y="3994150"/>
          <p14:tracePt t="73371" x="1231900" y="3987800"/>
          <p14:tracePt t="73700" x="1231900" y="3968750"/>
          <p14:tracePt t="73708" x="1231900" y="3943350"/>
          <p14:tracePt t="73722" x="1225550" y="3924300"/>
          <p14:tracePt t="73736" x="1225550" y="3892550"/>
          <p14:tracePt t="73752" x="1219200" y="3854450"/>
          <p14:tracePt t="73769" x="1212850" y="3841750"/>
          <p14:tracePt t="73786" x="1212850" y="3816350"/>
          <p14:tracePt t="73802" x="1212850" y="3803650"/>
          <p14:tracePt t="73819" x="1206500" y="3797300"/>
          <p14:tracePt t="73852" x="1206500" y="3790950"/>
          <p14:tracePt t="74051" x="1206500" y="3784600"/>
          <p14:tracePt t="74065" x="1212850" y="3784600"/>
          <p14:tracePt t="74072" x="1225550" y="3784600"/>
          <p14:tracePt t="74084" x="1231900" y="3778250"/>
          <p14:tracePt t="74101" x="1263650" y="3765550"/>
          <p14:tracePt t="74117" x="1295400" y="3759200"/>
          <p14:tracePt t="74134" x="1346200" y="3746500"/>
          <p14:tracePt t="74150" x="1555750" y="3721100"/>
          <p14:tracePt t="74168" x="1631950" y="3721100"/>
          <p14:tracePt t="74185" x="1822450" y="3702050"/>
          <p14:tracePt t="74201" x="1911350" y="3702050"/>
          <p14:tracePt t="74218" x="2070100" y="3689350"/>
          <p14:tracePt t="74234" x="2184400" y="3670300"/>
          <p14:tracePt t="74250" x="2241550" y="3663950"/>
          <p14:tracePt t="74267" x="2286000" y="3657600"/>
          <p14:tracePt t="74284" x="2305050" y="3657600"/>
          <p14:tracePt t="74300" x="2311400" y="3651250"/>
          <p14:tracePt t="74374" x="2305050" y="3651250"/>
          <p14:tracePt t="74381" x="2286000" y="3657600"/>
          <p14:tracePt t="74395" x="2279650" y="3657600"/>
          <p14:tracePt t="74403" x="2254250" y="3663950"/>
          <p14:tracePt t="74419" x="2216150" y="3663950"/>
          <p14:tracePt t="74434" x="2108200" y="3676650"/>
          <p14:tracePt t="74450" x="2032000" y="3676650"/>
          <p14:tracePt t="74467" x="1866900" y="3689350"/>
          <p14:tracePt t="74483" x="1778000" y="3689350"/>
          <p14:tracePt t="74501" x="1562100" y="3676650"/>
          <p14:tracePt t="74517" x="1517650" y="3670300"/>
          <p14:tracePt t="74533" x="1485900" y="3663950"/>
          <p14:tracePt t="74550" x="1454150" y="3663950"/>
          <p14:tracePt t="74566" x="1447800" y="3657600"/>
          <p14:tracePt t="74612" x="1454150" y="3657600"/>
          <p14:tracePt t="74627" x="1460500" y="3657600"/>
          <p14:tracePt t="74635" x="1485900" y="3657600"/>
          <p14:tracePt t="74649" x="1504950" y="3657600"/>
          <p14:tracePt t="74666" x="1581150" y="3657600"/>
          <p14:tracePt t="74684" x="1720850" y="3663950"/>
          <p14:tracePt t="74700" x="1809750" y="3663950"/>
          <p14:tracePt t="74716" x="2000250" y="3663950"/>
          <p14:tracePt t="74732" x="2190750" y="3663950"/>
          <p14:tracePt t="74749" x="2266950" y="3663950"/>
          <p14:tracePt t="74767" x="2387600" y="3663950"/>
          <p14:tracePt t="74782" x="2425700" y="3663950"/>
          <p14:tracePt t="74799" x="2438400" y="3663950"/>
          <p14:tracePt t="74816" x="2444750" y="3663950"/>
          <p14:tracePt t="74837" x="2438400" y="3663950"/>
          <p14:tracePt t="74848" x="2425700" y="3657600"/>
          <p14:tracePt t="74866" x="2368550" y="3657600"/>
          <p14:tracePt t="74882" x="2311400" y="3657600"/>
          <p14:tracePt t="74898" x="2159000" y="3657600"/>
          <p14:tracePt t="74915" x="1936750" y="3676650"/>
          <p14:tracePt t="74931" x="1809750" y="3689350"/>
          <p14:tracePt t="74934" x="1695450" y="3702050"/>
          <p14:tracePt t="74949" x="1593850" y="3702050"/>
          <p14:tracePt t="74965" x="1428750" y="3708400"/>
          <p14:tracePt t="74981" x="1377950" y="3708400"/>
          <p14:tracePt t="74998" x="1327150" y="3708400"/>
          <p14:tracePt t="75015" x="1314450" y="3708400"/>
          <p14:tracePt t="75062" x="1320800" y="3708400"/>
          <p14:tracePt t="75075" x="1339850" y="3708400"/>
          <p14:tracePt t="75084" x="1384300" y="3702050"/>
          <p14:tracePt t="75098" x="1422400" y="3702050"/>
          <p14:tracePt t="75114" x="1460500" y="3689350"/>
          <p14:tracePt t="75131" x="1682750" y="3663950"/>
          <p14:tracePt t="75147" x="1771650" y="3651250"/>
          <p14:tracePt t="75164" x="1847850" y="3651250"/>
          <p14:tracePt t="75181" x="2006600" y="3644900"/>
          <p14:tracePt t="75197" x="2108200" y="3644900"/>
          <p14:tracePt t="75214" x="2133600" y="3644900"/>
          <p14:tracePt t="75230" x="2152650" y="3644900"/>
          <p14:tracePt t="75247" x="2159000" y="3644900"/>
          <p14:tracePt t="75280" x="2159000" y="3638550"/>
          <p14:tracePt t="75297" x="2127250" y="3638550"/>
          <p14:tracePt t="75315" x="2057400" y="3632200"/>
          <p14:tracePt t="75330" x="2006600" y="3619500"/>
          <p14:tracePt t="75347" x="1892300" y="3619500"/>
          <p14:tracePt t="75364" x="1765300" y="3619500"/>
          <p14:tracePt t="75380" x="1689100" y="3619500"/>
          <p14:tracePt t="75396" x="1619250" y="3625850"/>
          <p14:tracePt t="75413" x="1517650" y="3638550"/>
          <p14:tracePt t="75430" x="1504950" y="3638550"/>
          <p14:tracePt t="75447" x="1498600" y="3638550"/>
          <p14:tracePt t="75450" x="1492250" y="3644900"/>
          <p14:tracePt t="75482" x="1498600" y="3644900"/>
          <p14:tracePt t="75497" x="1524000" y="3651250"/>
          <p14:tracePt t="75504" x="1549400" y="3663950"/>
          <p14:tracePt t="75517" x="1581150" y="3670300"/>
          <p14:tracePt t="75529" x="1619250" y="3670300"/>
          <p14:tracePt t="75546" x="1758950" y="3676650"/>
          <p14:tracePt t="75562" x="1847850" y="3689350"/>
          <p14:tracePt t="75579" x="2025650" y="3689350"/>
          <p14:tracePt t="75596" x="2197100" y="3683000"/>
          <p14:tracePt t="75612" x="2260600" y="3683000"/>
          <p14:tracePt t="75630" x="2374900" y="3683000"/>
          <p14:tracePt t="75646" x="2432050" y="3683000"/>
          <p14:tracePt t="75662" x="2444750" y="3683000"/>
          <p14:tracePt t="75679" x="2463800" y="3676650"/>
          <p14:tracePt t="75735" x="2470150" y="3676650"/>
          <p14:tracePt t="75784" x="2476500" y="3676650"/>
          <p14:tracePt t="75805" x="2482850" y="3670300"/>
          <p14:tracePt t="75813" x="2482850" y="3663950"/>
          <p14:tracePt t="77000" x="2482850" y="3695700"/>
          <p14:tracePt t="77009" x="2463800" y="3752850"/>
          <p14:tracePt t="77021" x="2444750" y="3803650"/>
          <p14:tracePt t="77028" x="2419350" y="3848100"/>
          <p14:tracePt t="77044" x="2400300" y="3892550"/>
          <p14:tracePt t="77058" x="2349500" y="3968750"/>
          <p14:tracePt t="77075" x="2336800" y="3994150"/>
          <p14:tracePt t="77092" x="2298700" y="4044950"/>
          <p14:tracePt t="77107" x="2279650" y="4064000"/>
          <p14:tracePt t="77124" x="2260600" y="4102100"/>
          <p14:tracePt t="77141" x="2247900" y="4114800"/>
          <p14:tracePt t="77157" x="2235200" y="4121150"/>
          <p14:tracePt t="77197" x="2228850" y="4127500"/>
          <p14:tracePt t="77239" x="2228850" y="4133850"/>
          <p14:tracePt t="77260" x="2222500" y="4140200"/>
          <p14:tracePt t="77267" x="2216150" y="4140200"/>
          <p14:tracePt t="77281" x="2209800" y="4140200"/>
          <p14:tracePt t="77290" x="2209800" y="4146550"/>
          <p14:tracePt t="77306" x="2203450" y="4146550"/>
          <p14:tracePt t="77324" x="2197100" y="4152900"/>
          <p14:tracePt t="77340" x="2197100" y="4159250"/>
          <p14:tracePt t="77373" x="2184400" y="4159250"/>
          <p14:tracePt t="77390" x="2178050" y="4159250"/>
          <p14:tracePt t="77423" x="2171700" y="4159250"/>
          <p14:tracePt t="77761" x="2127250" y="4159250"/>
          <p14:tracePt t="77768" x="2063750" y="4165600"/>
          <p14:tracePt t="77782" x="2012950" y="4171950"/>
          <p14:tracePt t="77791" x="1968500" y="4184650"/>
          <p14:tracePt t="77805" x="1917700" y="4191000"/>
          <p14:tracePt t="77822" x="1885950" y="4191000"/>
          <p14:tracePt t="77839" x="1828800" y="4197350"/>
          <p14:tracePt t="77855" x="1822450" y="4197350"/>
          <p14:tracePt t="77871" x="1816100" y="4197350"/>
          <p14:tracePt t="77888" x="1809750" y="4197350"/>
          <p14:tracePt t="77923" x="1803400" y="4197350"/>
          <p14:tracePt t="78021" x="1797050" y="4197350"/>
          <p14:tracePt t="78035" x="1790700" y="4197350"/>
          <p14:tracePt t="78049" x="1784350" y="4191000"/>
          <p14:tracePt t="78063" x="1778000" y="4191000"/>
          <p14:tracePt t="78071" x="1778000" y="4184650"/>
          <p14:tracePt t="78087" x="1771650" y="4178300"/>
          <p14:tracePt t="78104" x="1765300" y="4178300"/>
          <p14:tracePt t="78120" x="1758950" y="4171950"/>
          <p14:tracePt t="78138" x="1752600" y="4171950"/>
          <p14:tracePt t="78154" x="1752600" y="4165600"/>
          <p14:tracePt t="78170" x="1746250" y="4165600"/>
          <p14:tracePt t="78210" x="1746250" y="4152900"/>
          <p14:tracePt t="78224" x="1752600" y="4146550"/>
          <p14:tracePt t="78245" x="1758950" y="4146550"/>
          <p14:tracePt t="78252" x="1771650" y="4146550"/>
          <p14:tracePt t="78259" x="1790700" y="4146550"/>
          <p14:tracePt t="78273" x="1816100" y="4146550"/>
          <p14:tracePt t="78287" x="1854200" y="4152900"/>
          <p14:tracePt t="78303" x="1949450" y="4171950"/>
          <p14:tracePt t="78320" x="2012950" y="4191000"/>
          <p14:tracePt t="78337" x="2159000" y="4216400"/>
          <p14:tracePt t="78353" x="2292350" y="4267200"/>
          <p14:tracePt t="78369" x="2374900" y="4298950"/>
          <p14:tracePt t="78386" x="2482850" y="4337050"/>
          <p14:tracePt t="78403" x="2559050" y="4368800"/>
          <p14:tracePt t="78419" x="2578100" y="4368800"/>
          <p14:tracePt t="78436" x="2603500" y="4381500"/>
          <p14:tracePt t="78453" x="2609850" y="4381500"/>
          <p14:tracePt t="78471" x="2622550" y="4381500"/>
          <p14:tracePt t="78526" x="2628900" y="4381500"/>
          <p14:tracePt t="78680" x="2628900" y="4375150"/>
          <p14:tracePt t="78814" x="2628900" y="4368800"/>
          <p14:tracePt t="78821" x="2628900" y="4362450"/>
          <p14:tracePt t="79716" x="2628900" y="4368800"/>
          <p14:tracePt t="79723" x="2616200" y="4400550"/>
          <p14:tracePt t="79737" x="2603500" y="4419600"/>
          <p14:tracePt t="79748" x="2584450" y="4445000"/>
          <p14:tracePt t="79766" x="2546350" y="4495800"/>
          <p14:tracePt t="79781" x="2520950" y="4521200"/>
          <p14:tracePt t="79798" x="2489200" y="4559300"/>
          <p14:tracePt t="79815" x="2457450" y="4591050"/>
          <p14:tracePt t="79831" x="2451100" y="4591050"/>
          <p14:tracePt t="79848" x="2451100" y="4597400"/>
          <p14:tracePt t="79864" x="2444750" y="4610100"/>
          <p14:tracePt t="79900" x="2438400" y="4616450"/>
          <p14:tracePt t="79915" x="2432050" y="4622800"/>
          <p14:tracePt t="79931" x="2425700" y="4635500"/>
          <p14:tracePt t="79948" x="2406650" y="4660900"/>
          <p14:tracePt t="79964" x="2400300" y="4667250"/>
          <p14:tracePt t="79981" x="2374900" y="4699000"/>
          <p14:tracePt t="79997" x="2336800" y="4737100"/>
          <p14:tracePt t="80014" x="2317750" y="4756150"/>
          <p14:tracePt t="80031" x="2292350" y="4775200"/>
          <p14:tracePt t="80047" x="2273300" y="4794250"/>
          <p14:tracePt t="80064" x="2266950" y="4794250"/>
          <p14:tracePt t="80137" x="2266950" y="4787900"/>
          <p14:tracePt t="81149" x="2203450" y="4787900"/>
          <p14:tracePt t="81156" x="2165350" y="4787900"/>
          <p14:tracePt t="81170" x="2114550" y="4787900"/>
          <p14:tracePt t="81179" x="2063750" y="4787900"/>
          <p14:tracePt t="81193" x="2019300" y="4787900"/>
          <p14:tracePt t="81210" x="1968500" y="4787900"/>
          <p14:tracePt t="81227" x="1860550" y="4787900"/>
          <p14:tracePt t="81243" x="1841500" y="4787900"/>
          <p14:tracePt t="81260" x="1809750" y="4787900"/>
          <p14:tracePt t="81276" x="1758950" y="4775200"/>
          <p14:tracePt t="81293" x="1746250" y="4768850"/>
          <p14:tracePt t="81310" x="1733550" y="4768850"/>
          <p14:tracePt t="81326" x="1714500" y="4762500"/>
          <p14:tracePt t="81342" x="1708150" y="4762500"/>
          <p14:tracePt t="81360" x="1708150" y="4756150"/>
          <p14:tracePt t="81458" x="1701800" y="4756150"/>
          <p14:tracePt t="81479" x="1695450" y="4756150"/>
          <p14:tracePt t="81500" x="1682750" y="4756150"/>
          <p14:tracePt t="81507" x="1676400" y="4756150"/>
          <p14:tracePt t="81521" x="1670050" y="4756150"/>
          <p14:tracePt t="81528" x="1663700" y="4756150"/>
          <p14:tracePt t="81544" x="1644650" y="4756150"/>
          <p14:tracePt t="81559" x="1638300" y="4756150"/>
          <p14:tracePt t="81575" x="1587500" y="4762500"/>
          <p14:tracePt t="81592" x="1536700" y="4762500"/>
          <p14:tracePt t="81608" x="1485900" y="4762500"/>
          <p14:tracePt t="81626" x="1473200" y="4762500"/>
          <p14:tracePt t="81642" x="1435100" y="4762500"/>
          <p14:tracePt t="81675" x="1435100" y="4768850"/>
          <p14:tracePt t="82775" x="1435100" y="4756150"/>
          <p14:tracePt t="82782" x="1441450" y="4724400"/>
          <p14:tracePt t="82796" x="1460500" y="4699000"/>
          <p14:tracePt t="82804" x="1473200" y="4654550"/>
          <p14:tracePt t="82821" x="1485900" y="4622800"/>
          <p14:tracePt t="82838" x="1504950" y="4552950"/>
          <p14:tracePt t="82854" x="1543050" y="4476750"/>
          <p14:tracePt t="82871" x="1549400" y="4432300"/>
          <p14:tracePt t="82888" x="1581150" y="4362450"/>
          <p14:tracePt t="82904" x="1606550" y="4298950"/>
          <p14:tracePt t="82920" x="1625600" y="4254500"/>
          <p14:tracePt t="82937" x="1663700" y="4178300"/>
          <p14:tracePt t="82954" x="1708150" y="4102100"/>
          <p14:tracePt t="82971" x="1746250" y="4025900"/>
          <p14:tracePt t="82987" x="1765300" y="4006850"/>
          <p14:tracePt t="83004" x="1778000" y="3987800"/>
          <p14:tracePt t="83021" x="1803400" y="3949700"/>
          <p14:tracePt t="83037" x="1809750" y="3943350"/>
          <p14:tracePt t="83056" x="1816100" y="3937000"/>
          <p14:tracePt t="83070" x="1822450" y="3937000"/>
          <p14:tracePt t="83104" x="1822450" y="3930650"/>
          <p14:tracePt t="83203" x="1828800" y="3924300"/>
          <p14:tracePt t="83273" x="1828800" y="3930650"/>
          <p14:tracePt t="83772" x="1828800" y="3937000"/>
          <p14:tracePt t="83793" x="1828800" y="3943350"/>
          <p14:tracePt t="83828" x="1822450" y="3943350"/>
          <p14:tracePt t="83842" x="1822450" y="3949700"/>
          <p14:tracePt t="83856" x="1822450" y="3956050"/>
          <p14:tracePt t="83863" x="1822450" y="3968750"/>
          <p14:tracePt t="83877" x="1822450" y="3981450"/>
          <p14:tracePt t="83886" x="1828800" y="4000500"/>
          <p14:tracePt t="83900" x="1828800" y="4019550"/>
          <p14:tracePt t="83917" x="1835150" y="4057650"/>
          <p14:tracePt t="83934" x="1854200" y="4089400"/>
          <p14:tracePt t="83950" x="1866900" y="4108450"/>
          <p14:tracePt t="83967" x="1885950" y="4133850"/>
          <p14:tracePt t="83983" x="1930400" y="4184650"/>
          <p14:tracePt t="84000" x="1955800" y="4184650"/>
          <p14:tracePt t="84018" x="1993900" y="4197350"/>
          <p14:tracePt t="84033" x="2025650" y="4197350"/>
          <p14:tracePt t="84049" x="2095500" y="4178300"/>
          <p14:tracePt t="84067" x="2159000" y="4140200"/>
          <p14:tracePt t="84083" x="2190750" y="4114800"/>
          <p14:tracePt t="84100" x="2228850" y="4057650"/>
          <p14:tracePt t="84116" x="2247900" y="4000500"/>
          <p14:tracePt t="84133" x="2247900" y="3962400"/>
          <p14:tracePt t="84150" x="2235200" y="3905250"/>
          <p14:tracePt t="84166" x="2190750" y="3867150"/>
          <p14:tracePt t="84183" x="2159000" y="3841750"/>
          <p14:tracePt t="84200" x="2063750" y="3803650"/>
          <p14:tracePt t="84216" x="1943100" y="3790950"/>
          <p14:tracePt t="84233" x="1866900" y="3790950"/>
          <p14:tracePt t="84249" x="1708150" y="3810000"/>
          <p14:tracePt t="84266" x="1562100" y="3860800"/>
          <p14:tracePt t="84282" x="1511300" y="3879850"/>
          <p14:tracePt t="84299" x="1403350" y="3943350"/>
          <p14:tracePt t="84316" x="1358900" y="4006850"/>
          <p14:tracePt t="84334" x="1339850" y="4057650"/>
          <p14:tracePt t="84349" x="1339850" y="4089400"/>
          <p14:tracePt t="84366" x="1339850" y="4114800"/>
          <p14:tracePt t="84382" x="1365250" y="4178300"/>
          <p14:tracePt t="84399" x="1428750" y="4254500"/>
          <p14:tracePt t="84415" x="1454150" y="4292600"/>
          <p14:tracePt t="84432" x="1543050" y="4375150"/>
          <p14:tracePt t="84448" x="1651000" y="4457700"/>
          <p14:tracePt t="84466" x="1708150" y="4489450"/>
          <p14:tracePt t="84482" x="1803400" y="4533900"/>
          <p14:tracePt t="84498" x="1924050" y="4540250"/>
          <p14:tracePt t="84516" x="2025650" y="4540250"/>
          <p14:tracePt t="84531" x="2082800" y="4521200"/>
          <p14:tracePt t="84548" x="2165350" y="4445000"/>
          <p14:tracePt t="84565" x="2209800" y="4362450"/>
          <p14:tracePt t="84581" x="2216150" y="4305300"/>
          <p14:tracePt t="84598" x="2228850" y="4241800"/>
          <p14:tracePt t="84615" x="2184400" y="4076700"/>
          <p14:tracePt t="84631" x="2159000" y="4032250"/>
          <p14:tracePt t="84648" x="2101850" y="3956050"/>
          <p14:tracePt t="84665" x="2063750" y="3917950"/>
          <p14:tracePt t="84681" x="1962150" y="3867150"/>
          <p14:tracePt t="84699" x="1854200" y="3810000"/>
          <p14:tracePt t="84714" x="1809750" y="3803650"/>
          <p14:tracePt t="84731" x="1727200" y="3790950"/>
          <p14:tracePt t="84748" x="1663700" y="3790950"/>
          <p14:tracePt t="84764" x="1619250" y="3810000"/>
          <p14:tracePt t="84781" x="1543050" y="3841750"/>
          <p14:tracePt t="84798" x="1492250" y="3879850"/>
          <p14:tracePt t="84814" x="1473200" y="3905250"/>
          <p14:tracePt t="84831" x="1428750" y="3968750"/>
          <p14:tracePt t="84848" x="1403350" y="4025900"/>
          <p14:tracePt t="84864" x="1390650" y="4057650"/>
          <p14:tracePt t="84881" x="1384300" y="4140200"/>
          <p14:tracePt t="84897" x="1397000" y="4210050"/>
          <p14:tracePt t="84914" x="1409700" y="4248150"/>
          <p14:tracePt t="84930" x="1473200" y="4343400"/>
          <p14:tracePt t="84947" x="1524000" y="4387850"/>
          <p14:tracePt t="84964" x="1651000" y="4464050"/>
          <p14:tracePt t="84980" x="1790700" y="4483100"/>
          <p14:tracePt t="84996" x="1854200" y="4483100"/>
          <p14:tracePt t="85014" x="2000250" y="4451350"/>
          <p14:tracePt t="85030" x="2095500" y="4387850"/>
          <p14:tracePt t="85047" x="2127250" y="4343400"/>
          <p14:tracePt t="85050" x="2146300" y="4286250"/>
          <p14:tracePt t="85064" x="2159000" y="4159250"/>
          <p14:tracePt t="85080" x="2165350" y="4089400"/>
          <p14:tracePt t="85096" x="2178050" y="4013200"/>
          <p14:tracePt t="85869" x="2159000" y="4019550"/>
          <p14:tracePt t="85878" x="2120900" y="4038600"/>
          <p14:tracePt t="85891" x="2095500" y="4057650"/>
          <p14:tracePt t="85898" x="2051050" y="4089400"/>
          <p14:tracePt t="85913" x="2006600" y="4114800"/>
          <p14:tracePt t="85927" x="1962150" y="4140200"/>
          <p14:tracePt t="85943" x="1898650" y="4191000"/>
          <p14:tracePt t="85960" x="1866900" y="4203700"/>
          <p14:tracePt t="85976" x="1822450" y="4248150"/>
          <p14:tracePt t="85993" x="1778000" y="4305300"/>
          <p14:tracePt t="86010" x="1752600" y="4337050"/>
          <p14:tracePt t="86026" x="1714500" y="4425950"/>
          <p14:tracePt t="86043" x="1701800" y="4495800"/>
          <p14:tracePt t="86060" x="1695450" y="4533900"/>
          <p14:tracePt t="86076" x="1695450" y="4546600"/>
          <p14:tracePt t="86093" x="1701800" y="4572000"/>
          <p14:tracePt t="86109" x="1720850" y="4584700"/>
          <p14:tracePt t="86126" x="1733550" y="4584700"/>
          <p14:tracePt t="86143" x="1765300" y="4591050"/>
          <p14:tracePt t="86159" x="1816100" y="4591050"/>
          <p14:tracePt t="86176" x="1841500" y="4591050"/>
          <p14:tracePt t="86193" x="1924050" y="4578350"/>
          <p14:tracePt t="86209" x="1968500" y="4546600"/>
          <p14:tracePt t="86226" x="2057400" y="4495800"/>
          <p14:tracePt t="86242" x="2120900" y="4419600"/>
          <p14:tracePt t="86259" x="2139950" y="4349750"/>
          <p14:tracePt t="86276" x="2146300" y="4222750"/>
          <p14:tracePt t="86292" x="2127250" y="4089400"/>
          <p14:tracePt t="86309" x="2095500" y="4032250"/>
          <p14:tracePt t="86326" x="2012950" y="3937000"/>
          <p14:tracePt t="86342" x="1905000" y="3886200"/>
          <p14:tracePt t="86358" x="1835150" y="3867150"/>
          <p14:tracePt t="86375" x="1714500" y="3848100"/>
          <p14:tracePt t="86392" x="1587500" y="3860800"/>
          <p14:tracePt t="86409" x="1530350" y="3867150"/>
          <p14:tracePt t="86425" x="1435100" y="3905250"/>
          <p14:tracePt t="86442" x="1352550" y="3975100"/>
          <p14:tracePt t="86459" x="1276350" y="4044950"/>
          <p14:tracePt t="86475" x="1244600" y="4089400"/>
          <p14:tracePt t="86491" x="1219200" y="4133850"/>
          <p14:tracePt t="86509" x="1193800" y="4305300"/>
          <p14:tracePt t="86525" x="1193800" y="4368800"/>
          <p14:tracePt t="86541" x="1206500" y="4425950"/>
          <p14:tracePt t="86558" x="1257300" y="4514850"/>
          <p14:tracePt t="86575" x="1333500" y="4597400"/>
          <p14:tracePt t="86578" x="1358900" y="4629150"/>
          <p14:tracePt t="86594" x="1390650" y="4660900"/>
          <p14:tracePt t="86608" x="1422400" y="4686300"/>
          <p14:tracePt t="86624" x="1485900" y="4730750"/>
          <p14:tracePt t="86641" x="1511300" y="4743450"/>
          <p14:tracePt t="86657" x="1543050" y="4762500"/>
          <p14:tracePt t="86674" x="1574800" y="4775200"/>
          <p14:tracePt t="86691" x="1600200" y="4775200"/>
          <p14:tracePt t="86708" x="1625600" y="4775200"/>
          <p14:tracePt t="86724" x="1663700" y="4756150"/>
          <p14:tracePt t="86740" x="1708150" y="4718050"/>
          <p14:tracePt t="86757" x="1739900" y="4692650"/>
          <p14:tracePt t="86774" x="1822450" y="4603750"/>
          <p14:tracePt t="86790" x="1905000" y="4489450"/>
          <p14:tracePt t="86807" x="1943100" y="4419600"/>
          <p14:tracePt t="86824" x="1987550" y="4273550"/>
          <p14:tracePt t="86840" x="2012950" y="4191000"/>
          <p14:tracePt t="86857" x="2025650" y="4083050"/>
          <p14:tracePt t="86874" x="2025650" y="4013200"/>
          <p14:tracePt t="86890" x="2019300" y="4000500"/>
          <p14:tracePt t="86907" x="2006600" y="3975100"/>
          <p14:tracePt t="86923" x="1987550" y="3956050"/>
          <p14:tracePt t="86940" x="1981200" y="3949700"/>
          <p14:tracePt t="86958" x="1968500" y="3949700"/>
          <p14:tracePt t="86974" x="1949450" y="3937000"/>
          <p14:tracePt t="86990" x="1936750" y="3937000"/>
          <p14:tracePt t="87007" x="1930400" y="3937000"/>
          <p14:tracePt t="87023" x="1917700" y="3937000"/>
          <p14:tracePt t="87040" x="1911350" y="3937000"/>
          <p14:tracePt t="87133" x="1905000" y="3937000"/>
          <p14:tracePt t="87252" x="1911350" y="3937000"/>
          <p14:tracePt t="87266" x="1924050" y="3937000"/>
          <p14:tracePt t="87280" x="1943100" y="3930650"/>
          <p14:tracePt t="87293" x="1974850" y="3930650"/>
          <p14:tracePt t="87305" x="2000250" y="3924300"/>
          <p14:tracePt t="87322" x="2120900" y="3911600"/>
          <p14:tracePt t="87338" x="2197100" y="3905250"/>
          <p14:tracePt t="87356" x="2286000" y="3892550"/>
          <p14:tracePt t="87371" x="2609850" y="3873500"/>
          <p14:tracePt t="87388" x="2692400" y="3873500"/>
          <p14:tracePt t="87405" x="2794000" y="3873500"/>
          <p14:tracePt t="87422" x="3003550" y="3886200"/>
          <p14:tracePt t="87438" x="3035300" y="3886200"/>
          <p14:tracePt t="87457" x="3079750" y="3886200"/>
          <p14:tracePt t="87472" x="3086100" y="3886200"/>
          <p14:tracePt t="87488" x="3098800" y="3892550"/>
          <p14:tracePt t="87575" x="3092450" y="3898900"/>
          <p14:tracePt t="87581" x="3073400" y="3898900"/>
          <p14:tracePt t="87596" x="3054350" y="3905250"/>
          <p14:tracePt t="87605" x="3016250" y="3905250"/>
          <p14:tracePt t="87621" x="2965450" y="3911600"/>
          <p14:tracePt t="87638" x="2819400" y="3930650"/>
          <p14:tracePt t="87654" x="2616200" y="3949700"/>
          <p14:tracePt t="87671" x="2501900" y="3962400"/>
          <p14:tracePt t="87688" x="2286000" y="3981450"/>
          <p14:tracePt t="87704" x="2101850" y="3994150"/>
          <p14:tracePt t="87721" x="2025650" y="4006850"/>
          <p14:tracePt t="87737" x="1936750" y="4006850"/>
          <p14:tracePt t="87754" x="1917700" y="4006850"/>
          <p14:tracePt t="87771" x="1892300" y="4006850"/>
          <p14:tracePt t="87807" x="1898650" y="4006850"/>
          <p14:tracePt t="87820" x="1917700" y="4006850"/>
          <p14:tracePt t="87837" x="1962150" y="4006850"/>
          <p14:tracePt t="87854" x="2000250" y="4006850"/>
          <p14:tracePt t="87870" x="2133600" y="4006850"/>
          <p14:tracePt t="87887" x="2317750" y="4006850"/>
          <p14:tracePt t="87903" x="2432050" y="4006850"/>
          <p14:tracePt t="87920" x="2660650" y="3987800"/>
          <p14:tracePt t="87936" x="2844800" y="3956050"/>
          <p14:tracePt t="87954" x="2965450" y="3930650"/>
          <p14:tracePt t="87970" x="2997200" y="3924300"/>
          <p14:tracePt t="87986" x="3022600" y="3917950"/>
          <p14:tracePt t="88003" x="3028950" y="3917950"/>
          <p14:tracePt t="88473" x="2997200" y="3917950"/>
          <p14:tracePt t="88487" x="2933700" y="3917950"/>
          <p14:tracePt t="88494" x="2844800" y="3905250"/>
          <p14:tracePt t="88508" x="2743200" y="3905250"/>
          <p14:tracePt t="88518" x="2628900" y="3905250"/>
          <p14:tracePt t="88535" x="2501900" y="3905250"/>
          <p14:tracePt t="88551" x="2235200" y="3886200"/>
          <p14:tracePt t="88568" x="2000250" y="3873500"/>
          <p14:tracePt t="88585" x="1885950" y="3867150"/>
          <p14:tracePt t="88601" x="1714500" y="3848100"/>
          <p14:tracePt t="88617" x="1612900" y="3848100"/>
          <p14:tracePt t="88635" x="1562100" y="3835400"/>
          <p14:tracePt t="88651" x="1555750" y="3835400"/>
          <p14:tracePt t="88667" x="1549400" y="3835400"/>
          <p14:tracePt t="88810" x="1543050" y="3835400"/>
          <p14:tracePt t="88818" x="1536700" y="3835400"/>
          <p14:tracePt t="88823" x="1530350" y="3829050"/>
          <p14:tracePt t="88838" x="1524000" y="3829050"/>
          <p14:tracePt t="88850" x="1517650" y="3822700"/>
          <p14:tracePt t="88867" x="1504950" y="3816350"/>
          <p14:tracePt t="88883" x="1498600" y="3803650"/>
          <p14:tracePt t="88901" x="1460500" y="3790950"/>
          <p14:tracePt t="88916" x="1435100" y="3771900"/>
          <p14:tracePt t="88933" x="1416050" y="3765550"/>
          <p14:tracePt t="88950" x="1390650" y="3752850"/>
          <p14:tracePt t="88966" x="1377950" y="3740150"/>
          <p14:tracePt t="88983" x="1371600" y="3733800"/>
          <p14:tracePt t="89016" x="1371600" y="3727450"/>
          <p14:tracePt t="89033" x="1390650" y="3721100"/>
          <p14:tracePt t="89049" x="1409700" y="3721100"/>
          <p14:tracePt t="89066" x="1428750" y="3708400"/>
          <p14:tracePt t="89083" x="1498600" y="3708400"/>
          <p14:tracePt t="89099" x="1600200" y="3714750"/>
          <p14:tracePt t="89116" x="1670050" y="3714750"/>
          <p14:tracePt t="89119" x="1733550" y="3721100"/>
          <p14:tracePt t="89133" x="1797050" y="3733800"/>
          <p14:tracePt t="89149" x="1892300" y="3733800"/>
          <p14:tracePt t="89165" x="1930400" y="3733800"/>
          <p14:tracePt t="89182" x="1968500" y="3733800"/>
          <p14:tracePt t="89199" x="1987550" y="3733800"/>
          <p14:tracePt t="89216" x="1993900" y="3733800"/>
          <p14:tracePt t="89232" x="2000250" y="3733800"/>
          <p14:tracePt t="89350" x="2006600" y="3733800"/>
          <p14:tracePt t="89560" x="2006600" y="3765550"/>
          <p14:tracePt t="89567" x="2000250" y="3797300"/>
          <p14:tracePt t="89583" x="1981200" y="3841750"/>
          <p14:tracePt t="89597" x="1981200" y="3917950"/>
          <p14:tracePt t="89614" x="1981200" y="3956050"/>
          <p14:tracePt t="89631" x="1993900" y="4013200"/>
          <p14:tracePt t="89647" x="2019300" y="4051300"/>
          <p14:tracePt t="89664" x="2063750" y="4083050"/>
          <p14:tracePt t="89681" x="2139950" y="4095750"/>
          <p14:tracePt t="89697" x="2178050" y="4102100"/>
          <p14:tracePt t="89714" x="2298700" y="4095750"/>
          <p14:tracePt t="89730" x="2432050" y="4057650"/>
          <p14:tracePt t="89747" x="2501900" y="4019550"/>
          <p14:tracePt t="89764" x="2641600" y="3930650"/>
          <p14:tracePt t="89780" x="2762250" y="3790950"/>
          <p14:tracePt t="89797" x="2813050" y="3708400"/>
          <p14:tracePt t="89814" x="2876550" y="3511550"/>
          <p14:tracePt t="89830" x="2882900" y="3295650"/>
          <p14:tracePt t="89848" x="2851150" y="3092450"/>
          <p14:tracePt t="89863" x="2806700" y="2971800"/>
          <p14:tracePt t="89880" x="2692400" y="2774950"/>
          <p14:tracePt t="89897" x="2628900" y="2679700"/>
          <p14:tracePt t="89913" x="2495550" y="2514600"/>
          <p14:tracePt t="89929" x="2419350" y="2425700"/>
          <p14:tracePt t="89947" x="2311400" y="2273300"/>
          <p14:tracePt t="89963" x="2178050" y="2165350"/>
          <p14:tracePt t="89980" x="2120900" y="2108200"/>
          <p14:tracePt t="89996" x="1993900" y="2019300"/>
          <p14:tracePt t="90013" x="1892300" y="1943100"/>
          <p14:tracePt t="90029" x="1860550" y="1930400"/>
          <p14:tracePt t="90046" x="1816100" y="1885950"/>
          <p14:tracePt t="90062" x="1803400" y="1873250"/>
          <p14:tracePt t="90080" x="1803400" y="1866900"/>
          <p14:tracePt t="90422" x="1797050" y="1955800"/>
          <p14:tracePt t="90429" x="1771650" y="2095500"/>
          <p14:tracePt t="90442" x="1752600" y="2222500"/>
          <p14:tracePt t="90450" x="1727200" y="2368550"/>
          <p14:tracePt t="90464" x="1720850" y="2508250"/>
          <p14:tracePt t="90478" x="1708150" y="2736850"/>
          <p14:tracePt t="90494" x="1708150" y="2838450"/>
          <p14:tracePt t="90511" x="1708150" y="2927350"/>
          <p14:tracePt t="90527" x="1714500" y="3092450"/>
          <p14:tracePt t="90544" x="1714500" y="3244850"/>
          <p14:tracePt t="90561" x="1720850" y="3295650"/>
          <p14:tracePt t="90577" x="1720850" y="3390900"/>
          <p14:tracePt t="90594" x="1720850" y="3460750"/>
          <p14:tracePt t="90612" x="1720850" y="3505200"/>
          <p14:tracePt t="90627" x="1720850" y="3536950"/>
          <p14:tracePt t="90644" x="1720850" y="3568700"/>
          <p14:tracePt t="90661" x="1720850" y="3581400"/>
          <p14:tracePt t="90694" x="1720850" y="3587750"/>
          <p14:tracePt t="90758" x="1720850" y="3594100"/>
          <p14:tracePt t="90772" x="1727200" y="3606800"/>
          <p14:tracePt t="90780" x="1733550" y="3619500"/>
          <p14:tracePt t="90796" x="1746250" y="3638550"/>
          <p14:tracePt t="90810" x="1758950" y="3663950"/>
          <p14:tracePt t="90826" x="1771650" y="3714750"/>
          <p14:tracePt t="90843" x="1809750" y="3765550"/>
          <p14:tracePt t="90860" x="1828800" y="3784600"/>
          <p14:tracePt t="90876" x="1847850" y="3829050"/>
          <p14:tracePt t="90893" x="1860550" y="3848100"/>
          <p14:tracePt t="90927" x="1866900" y="3854450"/>
          <p14:tracePt t="90943" x="1866900" y="3860800"/>
          <p14:tracePt t="90977" x="1873250" y="3873500"/>
          <p14:tracePt t="90993" x="1885950" y="3898900"/>
          <p14:tracePt t="91009" x="1898650" y="3917950"/>
          <p14:tracePt t="91026" x="1924050" y="3968750"/>
          <p14:tracePt t="91042" x="1987550" y="4032250"/>
          <p14:tracePt t="91061" x="2057400" y="4114800"/>
          <p14:tracePt t="91076" x="2101850" y="4152900"/>
          <p14:tracePt t="91092" x="2127250" y="4171950"/>
          <p14:tracePt t="91109" x="2190750" y="4222750"/>
          <p14:tracePt t="91125" x="2228850" y="4260850"/>
          <p14:tracePt t="91142" x="2235200" y="4273550"/>
          <p14:tracePt t="91159" x="2254250" y="4292600"/>
          <p14:tracePt t="91176" x="2273300" y="4318000"/>
          <p14:tracePt t="91193" x="2273300" y="4324350"/>
          <p14:tracePt t="91209" x="2286000" y="4343400"/>
          <p14:tracePt t="91225" x="2292350" y="4349750"/>
          <p14:tracePt t="91258" x="2298700" y="4356100"/>
          <p14:tracePt t="91886" x="2298700" y="4394200"/>
          <p14:tracePt t="91893" x="2279650" y="4432300"/>
          <p14:tracePt t="91909" x="2254250" y="4476750"/>
          <p14:tracePt t="91922" x="2190750" y="4572000"/>
          <p14:tracePt t="91939" x="2165350" y="4616450"/>
          <p14:tracePt t="91957" x="2101850" y="4718050"/>
          <p14:tracePt t="91973" x="2076450" y="4749800"/>
          <p14:tracePt t="91989" x="2025650" y="4813300"/>
          <p14:tracePt t="92006" x="1968500" y="4883150"/>
          <p14:tracePt t="92022" x="1936750" y="4914900"/>
          <p14:tracePt t="92039" x="1892300" y="4959350"/>
          <p14:tracePt t="92056" x="1860550" y="4991100"/>
          <p14:tracePt t="92072" x="1847850" y="4997450"/>
          <p14:tracePt t="92089" x="1828800" y="5010150"/>
          <p14:tracePt t="92105" x="1822450" y="5016500"/>
          <p14:tracePt t="92230" x="1822450" y="5003800"/>
          <p14:tracePt t="92244" x="1822450" y="4991100"/>
          <p14:tracePt t="92251" x="1822450" y="4984750"/>
          <p14:tracePt t="92871" x="1765300" y="4984750"/>
          <p14:tracePt t="92888" x="1695450" y="4991100"/>
          <p14:tracePt t="92903" x="1651000" y="5003800"/>
          <p14:tracePt t="92919" x="1555750" y="5016500"/>
          <p14:tracePt t="92936" x="1485900" y="5029200"/>
          <p14:tracePt t="92952" x="1447800" y="5035550"/>
          <p14:tracePt t="92969" x="1390650" y="5048250"/>
          <p14:tracePt t="92986" x="1352550" y="5060950"/>
          <p14:tracePt t="93002" x="1339850" y="5067300"/>
          <p14:tracePt t="93020" x="1314450" y="5092700"/>
          <p14:tracePt t="93036" x="1295400" y="5099050"/>
          <p14:tracePt t="93052" x="1295400" y="5105400"/>
          <p14:tracePt t="93069" x="1289050" y="5105400"/>
          <p14:tracePt t="93085" x="1289050" y="5111750"/>
          <p14:tracePt t="93101" x="1282700" y="5118100"/>
          <p14:tracePt t="93146" x="1276350" y="5124450"/>
          <p14:tracePt t="93167" x="1270000" y="5124450"/>
          <p14:tracePt t="93195" x="1263650" y="5124450"/>
          <p14:tracePt t="93230" x="1257300" y="5124450"/>
          <p14:tracePt t="93258" x="1250950" y="5124450"/>
          <p14:tracePt t="93328" x="1257300" y="5118100"/>
          <p14:tracePt t="93336" x="1263650" y="5118100"/>
          <p14:tracePt t="93349" x="1276350" y="5111750"/>
          <p14:tracePt t="93356" x="1282700" y="5111750"/>
          <p14:tracePt t="93371" x="1301750" y="5105400"/>
          <p14:tracePt t="93385" x="1358900" y="5092700"/>
          <p14:tracePt t="93401" x="1397000" y="5086350"/>
          <p14:tracePt t="93418" x="1454150" y="5073650"/>
          <p14:tracePt t="93434" x="1574800" y="5054600"/>
          <p14:tracePt t="93451" x="1701800" y="5048250"/>
          <p14:tracePt t="93468" x="1765300" y="5035550"/>
          <p14:tracePt t="93484" x="1879600" y="5035550"/>
          <p14:tracePt t="93501" x="1962150" y="5041900"/>
          <p14:tracePt t="93518" x="2032000" y="5048250"/>
          <p14:tracePt t="93534" x="2063750" y="5048250"/>
          <p14:tracePt t="93550" x="2101850" y="5054600"/>
          <p14:tracePt t="93567" x="2127250" y="5054600"/>
          <p14:tracePt t="93584" x="2133600" y="5054600"/>
          <p14:tracePt t="93600" x="2146300" y="5054600"/>
          <p14:tracePt t="93617" x="2152650" y="5054600"/>
          <p14:tracePt t="93875" x="2152650" y="5060950"/>
          <p14:tracePt t="93889" x="2146300" y="5067300"/>
          <p14:tracePt t="93897" x="2139950" y="5067300"/>
          <p14:tracePt t="93911" x="2133600" y="5067300"/>
          <p14:tracePt t="93919" x="2120900" y="5073650"/>
          <p14:tracePt t="93933" x="2114550" y="5086350"/>
          <p14:tracePt t="93949" x="2082800" y="5111750"/>
          <p14:tracePt t="93966" x="2057400" y="5130800"/>
          <p14:tracePt t="93982" x="1993900" y="5181600"/>
          <p14:tracePt t="93999" x="1930400" y="5232400"/>
          <p14:tracePt t="94016" x="1866900" y="5283200"/>
          <p14:tracePt t="94032" x="1835150" y="5302250"/>
          <p14:tracePt t="94049" x="1822450" y="5321300"/>
          <p14:tracePt t="94065" x="1790700" y="5346700"/>
          <p14:tracePt t="94082" x="1784350" y="5346700"/>
          <p14:tracePt t="94098" x="1778000" y="5346700"/>
          <p14:tracePt t="94131" x="1778000" y="5353050"/>
          <p14:tracePt t="94156" x="1778000" y="5359400"/>
          <p14:tracePt t="94177" x="1784350" y="5365750"/>
          <p14:tracePt t="94191" x="1797050" y="5372100"/>
          <p14:tracePt t="94201" x="1803400" y="5372100"/>
          <p14:tracePt t="94215" x="1816100" y="5378450"/>
          <p14:tracePt t="94232" x="1854200" y="5384800"/>
          <p14:tracePt t="94248" x="1911350" y="5391150"/>
          <p14:tracePt t="94265" x="1955800" y="5397500"/>
          <p14:tracePt t="94281" x="1993900" y="5397500"/>
          <p14:tracePt t="94298" x="2139950" y="5403850"/>
          <p14:tracePt t="94314" x="2178050" y="5403850"/>
          <p14:tracePt t="94332" x="2260600" y="5397500"/>
          <p14:tracePt t="94348" x="2292350" y="5397500"/>
          <p14:tracePt t="94365" x="2349500" y="5391150"/>
          <p14:tracePt t="94381" x="2406650" y="5391150"/>
          <p14:tracePt t="94397" x="2425700" y="5391150"/>
          <p14:tracePt t="94414" x="2463800" y="5391150"/>
          <p14:tracePt t="94431" x="2495550" y="5384800"/>
          <p14:tracePt t="94447" x="2508250" y="5384800"/>
          <p14:tracePt t="94464" x="2520950" y="5378450"/>
          <p14:tracePt t="94481" x="2527300" y="5378450"/>
          <p14:tracePt t="94570" x="2520950" y="5378450"/>
          <p14:tracePt t="94577" x="2514600" y="5378450"/>
          <p14:tracePt t="94598" x="2508250" y="5378450"/>
          <p14:tracePt t="94612" x="2495550" y="5378450"/>
          <p14:tracePt t="94626" x="2489200" y="5372100"/>
          <p14:tracePt t="94640" x="2482850" y="5365750"/>
          <p14:tracePt t="95002" x="2495550" y="5365750"/>
          <p14:tracePt t="95009" x="2533650" y="5372100"/>
          <p14:tracePt t="95023" x="2571750" y="5372100"/>
          <p14:tracePt t="95031" x="2616200" y="5372100"/>
          <p14:tracePt t="95046" x="2667000" y="5372100"/>
          <p14:tracePt t="95062" x="2768600" y="5365750"/>
          <p14:tracePt t="95079" x="2908300" y="5365750"/>
          <p14:tracePt t="95095" x="2978150" y="5359400"/>
          <p14:tracePt t="95112" x="3054350" y="5346700"/>
          <p14:tracePt t="95129" x="3238500" y="5321300"/>
          <p14:tracePt t="95145" x="3270250" y="5314950"/>
          <p14:tracePt t="95161" x="3289300" y="5308600"/>
          <p14:tracePt t="95178" x="3308350" y="5308600"/>
          <p14:tracePt t="95195" x="3314700" y="5308600"/>
          <p14:tracePt t="95228" x="3314700" y="5302250"/>
          <p14:tracePt t="95325" x="3321050" y="5302250"/>
          <p14:tracePt t="95339" x="3327400" y="5302250"/>
          <p14:tracePt t="95353" x="3340100" y="5302250"/>
          <p14:tracePt t="95361" x="3352800" y="5302250"/>
          <p14:tracePt t="95377" x="3365500" y="5302250"/>
          <p14:tracePt t="95394" x="3378200" y="5295900"/>
          <p14:tracePt t="95411" x="3479800" y="5289550"/>
          <p14:tracePt t="95427" x="3517900" y="5283200"/>
          <p14:tracePt t="95444" x="3581400" y="5270500"/>
          <p14:tracePt t="95460" x="3714750" y="5251450"/>
          <p14:tracePt t="95477" x="3841750" y="5245100"/>
          <p14:tracePt t="95494" x="3949700" y="5245100"/>
          <p14:tracePt t="95510" x="4000500" y="5245100"/>
          <p14:tracePt t="95527" x="4089400" y="5245100"/>
          <p14:tracePt t="95544" x="4184650" y="5264150"/>
          <p14:tracePt t="95560" x="4241800" y="5264150"/>
          <p14:tracePt t="95578" x="4343400" y="5283200"/>
          <p14:tracePt t="95594" x="4476750" y="5289550"/>
          <p14:tracePt t="95610" x="4552950" y="5289550"/>
          <p14:tracePt t="95627" x="4692650" y="5289550"/>
          <p14:tracePt t="95643" x="4794250" y="5289550"/>
          <p14:tracePt t="95660" x="4845050" y="5289550"/>
          <p14:tracePt t="95677" x="4940300" y="5289550"/>
          <p14:tracePt t="95693" x="4972050" y="5283200"/>
          <p14:tracePt t="95710" x="4997450" y="5276850"/>
          <p14:tracePt t="95726" x="5048250" y="5276850"/>
          <p14:tracePt t="95743" x="5060950" y="5270500"/>
          <p14:tracePt t="95760" x="5073650" y="5270500"/>
          <p14:tracePt t="95929" x="5073650" y="5276850"/>
          <p14:tracePt t="96020" x="5073650" y="5283200"/>
          <p14:tracePt t="96118" x="5073650" y="5289550"/>
          <p14:tracePt t="96294" x="5073650" y="5283200"/>
          <p14:tracePt t="96399" x="5080000" y="5276850"/>
          <p14:tracePt t="96413" x="5086350" y="5276850"/>
          <p14:tracePt t="96427" x="5092700" y="5276850"/>
          <p14:tracePt t="96434" x="5105400" y="5270500"/>
          <p14:tracePt t="96448" x="5111750" y="5270500"/>
          <p14:tracePt t="96457" x="5118100" y="5270500"/>
          <p14:tracePt t="96474" x="5124450" y="5270500"/>
          <p14:tracePt t="96491" x="5162550" y="5264150"/>
          <p14:tracePt t="96508" x="5187950" y="5257800"/>
          <p14:tracePt t="96525" x="5200650" y="5257800"/>
          <p14:tracePt t="96540" x="5226050" y="5251450"/>
          <p14:tracePt t="96556" x="5238750" y="5245100"/>
          <p14:tracePt t="96574" x="5245100" y="5245100"/>
          <p14:tracePt t="96590" x="5251450" y="5245100"/>
          <p14:tracePt t="96673" x="5257800" y="5245100"/>
          <p14:tracePt t="97085" x="5245100" y="5245100"/>
          <p14:tracePt t="97099" x="5207000" y="5245100"/>
          <p14:tracePt t="97107" x="5168900" y="5245100"/>
          <p14:tracePt t="97121" x="5130800" y="5245100"/>
          <p14:tracePt t="97138" x="5003800" y="5245100"/>
          <p14:tracePt t="97155" x="4845050" y="5245100"/>
          <p14:tracePt t="97171" x="4756150" y="5245100"/>
          <p14:tracePt t="97188" x="4667250" y="5245100"/>
          <p14:tracePt t="97205" x="4413250" y="5245100"/>
          <p14:tracePt t="97221" x="4349750" y="5245100"/>
          <p14:tracePt t="97238" x="4273550" y="5245100"/>
          <p14:tracePt t="97241" x="4210050" y="5238750"/>
          <p14:tracePt t="97254" x="4159250" y="5238750"/>
          <p14:tracePt t="97271" x="4076700" y="5238750"/>
          <p14:tracePt t="97288" x="4051300" y="5232400"/>
          <p14:tracePt t="97304" x="4038600" y="5226050"/>
          <p14:tracePt t="97320" x="4032250" y="5226050"/>
          <p14:tracePt t="97436" x="4038600" y="5226050"/>
          <p14:tracePt t="97450" x="4051300" y="5226050"/>
          <p14:tracePt t="97457" x="4070350" y="5226050"/>
          <p14:tracePt t="97473" x="4095750" y="5226050"/>
          <p14:tracePt t="97487" x="4178300" y="5226050"/>
          <p14:tracePt t="97503" x="4241800" y="5226050"/>
          <p14:tracePt t="97521" x="4438650" y="5194300"/>
          <p14:tracePt t="97537" x="4552950" y="5181600"/>
          <p14:tracePt t="97554" x="4794250" y="5175250"/>
          <p14:tracePt t="97570" x="5010150" y="5162550"/>
          <p14:tracePt t="97587" x="5111750" y="5162550"/>
          <p14:tracePt t="97604" x="5276850" y="5168900"/>
          <p14:tracePt t="97620" x="5397500" y="5181600"/>
          <p14:tracePt t="97636" x="5422900" y="5194300"/>
          <p14:tracePt t="97653" x="5486400" y="5207000"/>
          <p14:tracePt t="97670" x="5511800" y="5213350"/>
          <p14:tracePt t="97686" x="5518150" y="5213350"/>
          <p14:tracePt t="97703" x="5524500" y="5213350"/>
          <p14:tracePt t="97752" x="5530850" y="5219700"/>
          <p14:tracePt t="97871" x="5530850" y="5213350"/>
          <p14:tracePt t="97892" x="5530850" y="5207000"/>
          <p14:tracePt t="97899" x="5530850" y="5200650"/>
          <p14:tracePt t="97913" x="5524500" y="5194300"/>
          <p14:tracePt t="97927" x="5511800" y="5187950"/>
          <p14:tracePt t="97941" x="5492750" y="5175250"/>
          <p14:tracePt t="97952" x="5467350" y="5156200"/>
          <p14:tracePt t="97969" x="5334000" y="5105400"/>
          <p14:tracePt t="97985" x="5149850" y="5048250"/>
          <p14:tracePt t="98002" x="5035550" y="5022850"/>
          <p14:tracePt t="98019" x="4654550" y="4972050"/>
          <p14:tracePt t="98035" x="4540250" y="4972050"/>
          <p14:tracePt t="98052" x="4413250" y="4972050"/>
          <p14:tracePt t="98069" x="4108450" y="4997450"/>
          <p14:tracePt t="98085" x="4000500" y="5029200"/>
          <p14:tracePt t="98101" x="3911600" y="5048250"/>
          <p14:tracePt t="98118" x="3746500" y="5111750"/>
          <p14:tracePt t="98135" x="3714750" y="5118100"/>
          <p14:tracePt t="98152" x="3689350" y="5137150"/>
          <p14:tracePt t="98168" x="3676650" y="5137150"/>
          <p14:tracePt t="98184" x="3670300" y="5143500"/>
          <p14:tracePt t="98218" x="3670300" y="5149850"/>
          <p14:tracePt t="98383" x="3676650" y="5143500"/>
          <p14:tracePt t="98418" x="3683000" y="5143500"/>
          <p14:tracePt t="98453" x="3689350" y="5143500"/>
          <p14:tracePt t="98460" x="3695700" y="5137150"/>
          <p14:tracePt t="98474" x="3702050" y="5137150"/>
          <p14:tracePt t="98483" x="3721100" y="5130800"/>
          <p14:tracePt t="98500" x="3740150" y="5124450"/>
          <p14:tracePt t="98517" x="3816350" y="5099050"/>
          <p14:tracePt t="98534" x="3937000" y="5060950"/>
          <p14:tracePt t="98550" x="4000500" y="5029200"/>
          <p14:tracePt t="98566" x="4152900" y="4959350"/>
          <p14:tracePt t="98583" x="4273550" y="4902200"/>
          <p14:tracePt t="98601" x="4343400" y="4870450"/>
          <p14:tracePt t="98616" x="4362450" y="4851400"/>
          <p14:tracePt t="98633" x="4368800" y="4806950"/>
          <p14:tracePt t="98650" x="4330700" y="4743450"/>
          <p14:tracePt t="98666" x="4267200" y="4699000"/>
          <p14:tracePt t="98683" x="4114800" y="4597400"/>
          <p14:tracePt t="98700" x="3905250" y="4502150"/>
          <p14:tracePt t="98716" x="3778250" y="4470400"/>
          <p14:tracePt t="98733" x="3663950" y="4425950"/>
          <p14:tracePt t="98750" x="3314700" y="4349750"/>
          <p14:tracePt t="98766" x="3213100" y="4343400"/>
          <p14:tracePt t="98787" x="3041650" y="4324350"/>
          <p14:tracePt t="98799" x="2978150" y="4311650"/>
          <p14:tracePt t="98816" x="2863850" y="4318000"/>
          <p14:tracePt t="98833" x="2800350" y="4337050"/>
          <p14:tracePt t="98849" x="2781300" y="4337050"/>
          <p14:tracePt t="98865" x="2749550" y="4349750"/>
          <p14:tracePt t="98882" x="2730500" y="4362450"/>
          <p14:tracePt t="98899" x="2730500" y="4368800"/>
          <p14:tracePt t="98916" x="2724150" y="4368800"/>
          <p14:tracePt t="98948" x="2717800" y="4375150"/>
          <p14:tracePt t="99190" x="2711450" y="4375150"/>
          <p14:tracePt t="99204" x="2705100" y="4375150"/>
          <p14:tracePt t="99225" x="2698750" y="4368800"/>
          <p14:tracePt t="99233" x="2679700" y="4368800"/>
          <p14:tracePt t="99239" x="2667000" y="4362450"/>
          <p14:tracePt t="99254" x="2654300" y="4356100"/>
          <p14:tracePt t="99264" x="2622550" y="4349750"/>
          <p14:tracePt t="99281" x="2603500" y="4343400"/>
          <p14:tracePt t="99297" x="2520950" y="4337050"/>
          <p14:tracePt t="99314" x="2444750" y="4324350"/>
          <p14:tracePt t="99331" x="2400300" y="4318000"/>
          <p14:tracePt t="99347" x="2311400" y="4318000"/>
          <p14:tracePt t="99364" x="2273300" y="4318000"/>
          <p14:tracePt t="99381" x="2152650" y="4330700"/>
          <p14:tracePt t="99397" x="2127250" y="4337050"/>
          <p14:tracePt t="99413" x="2095500" y="4349750"/>
          <p14:tracePt t="99430" x="2057400" y="4368800"/>
          <p14:tracePt t="99447" x="2025650" y="4406900"/>
          <p14:tracePt t="99465" x="2006600" y="4451350"/>
          <p14:tracePt t="99480" x="2000250" y="4476750"/>
          <p14:tracePt t="99496" x="1993900" y="4572000"/>
          <p14:tracePt t="99514" x="1993900" y="4673600"/>
          <p14:tracePt t="99530" x="1993900" y="4730750"/>
          <p14:tracePt t="99546" x="2000250" y="4819650"/>
          <p14:tracePt t="99563" x="2006600" y="4870450"/>
          <p14:tracePt t="99579" x="2019300" y="4889500"/>
          <p14:tracePt t="99596" x="2025650" y="4914900"/>
          <p14:tracePt t="99613" x="2032000" y="4933950"/>
          <p14:tracePt t="99630" x="2032000" y="4940300"/>
          <p14:tracePt t="99646" x="2038350" y="4946650"/>
          <p14:tracePt t="99675" x="2038350" y="4953000"/>
          <p14:tracePt t="99752" x="2044700" y="4959350"/>
          <p14:tracePt t="100025" x="2076450" y="4959350"/>
          <p14:tracePt t="100032" x="2139950" y="4959350"/>
          <p14:tracePt t="100047" x="2203450" y="4959350"/>
          <p14:tracePt t="100061" x="2305050" y="4959350"/>
          <p14:tracePt t="100078" x="2527300" y="4984750"/>
          <p14:tracePt t="100095" x="2641600" y="4997450"/>
          <p14:tracePt t="100111" x="2870200" y="5041900"/>
          <p14:tracePt t="100128" x="3041650" y="5092700"/>
          <p14:tracePt t="100145" x="3175000" y="5137150"/>
          <p14:tracePt t="100161" x="3232150" y="5168900"/>
          <p14:tracePt t="100178" x="3295650" y="5207000"/>
          <p14:tracePt t="100195" x="3327400" y="5245100"/>
          <p14:tracePt t="100211" x="3333750" y="5245100"/>
          <p14:tracePt t="100227" x="3333750" y="5257800"/>
          <p14:tracePt t="100244" x="3340100" y="5264150"/>
          <p14:tracePt t="100285" x="3340100" y="5270500"/>
          <p14:tracePt t="100313" x="3346450" y="5270500"/>
          <p14:tracePt t="100334" x="3352800" y="5270500"/>
          <p14:tracePt t="100348" x="3359150" y="5270500"/>
          <p14:tracePt t="100356" x="3371850" y="5270500"/>
          <p14:tracePt t="100363" x="3384550" y="5270500"/>
          <p14:tracePt t="100379" x="3403600" y="5270500"/>
          <p14:tracePt t="100393" x="3422650" y="5276850"/>
          <p14:tracePt t="100410" x="3498850" y="5276850"/>
          <p14:tracePt t="100427" x="3600450" y="5276850"/>
          <p14:tracePt t="100443" x="3670300" y="5270500"/>
          <p14:tracePt t="100460" x="3797300" y="5264150"/>
          <p14:tracePt t="100476" x="3917950" y="5257800"/>
          <p14:tracePt t="100493" x="3968750" y="5245100"/>
          <p14:tracePt t="100510" x="4051300" y="5232400"/>
          <p14:tracePt t="100526" x="4108450" y="5213350"/>
          <p14:tracePt t="100543" x="4133850" y="5213350"/>
          <p14:tracePt t="100559" x="4171950" y="5207000"/>
          <p14:tracePt t="100576" x="4222750" y="5200650"/>
          <p14:tracePt t="100593" x="4248150" y="5200650"/>
          <p14:tracePt t="100609" x="4337050" y="5200650"/>
          <p14:tracePt t="100626" x="4387850" y="5207000"/>
          <p14:tracePt t="100644" x="4584700" y="5232400"/>
          <p14:tracePt t="100659" x="4654550" y="5238750"/>
          <p14:tracePt t="100675" x="4718050" y="5251450"/>
          <p14:tracePt t="100693" x="4838700" y="5270500"/>
          <p14:tracePt t="100709" x="4927600" y="5270500"/>
          <p14:tracePt t="100726" x="4959350" y="5276850"/>
          <p14:tracePt t="100742" x="4984750" y="5276850"/>
          <p14:tracePt t="100759" x="4997450" y="5276850"/>
          <p14:tracePt t="100776" x="5003800" y="5276850"/>
          <p14:tracePt t="100792" x="5010150" y="5283200"/>
          <p14:tracePt t="100896" x="5010150" y="5276850"/>
          <p14:tracePt t="100910" x="5003800" y="5276850"/>
          <p14:tracePt t="100917" x="4997450" y="5270500"/>
          <p14:tracePt t="100925" x="4984750" y="5264150"/>
          <p14:tracePt t="100941" x="4959350" y="5251450"/>
          <p14:tracePt t="100959" x="4889500" y="5200650"/>
          <p14:tracePt t="100975" x="4819650" y="5149850"/>
          <p14:tracePt t="100991" x="4616450" y="5022850"/>
          <p14:tracePt t="101009" x="4362450" y="4794250"/>
          <p14:tracePt t="101025" x="4184650" y="4622800"/>
          <p14:tracePt t="101042" x="3835400" y="4191000"/>
          <p14:tracePt t="101058" x="3409950" y="3613150"/>
          <p14:tracePt t="101075" x="3200400" y="3276600"/>
          <p14:tracePt t="101091" x="2800350" y="2641600"/>
          <p14:tracePt t="101108" x="2470150" y="2171700"/>
          <p14:tracePt t="101124" x="2330450" y="1981200"/>
          <p14:tracePt t="101141" x="2127250" y="1733550"/>
          <p14:tracePt t="101157" x="1968500" y="1574800"/>
          <p14:tracePt t="101174" x="1911350" y="1524000"/>
          <p14:tracePt t="101191" x="1816100" y="1435100"/>
          <p14:tracePt t="101207" x="1771650" y="1384300"/>
          <p14:tracePt t="101224" x="1758950" y="1371600"/>
          <p14:tracePt t="101241" x="1746250" y="1365250"/>
          <p14:tracePt t="101338" x="1746250" y="1358900"/>
          <p14:tracePt t="101414" x="1739900" y="1358900"/>
          <p14:tracePt t="101435" x="1733550" y="1365250"/>
          <p14:tracePt t="101442" x="1733550" y="1371600"/>
          <p14:tracePt t="101459" x="1733550" y="1390650"/>
          <p14:tracePt t="101473" x="1733550" y="1409700"/>
          <p14:tracePt t="101490" x="1758950" y="1492250"/>
          <p14:tracePt t="101507" x="1797050" y="1606550"/>
          <p14:tracePt t="101523" x="1822450" y="1670050"/>
          <p14:tracePt t="101539" x="1854200" y="1727200"/>
          <p14:tracePt t="101556" x="1949450" y="1930400"/>
          <p14:tracePt t="101573" x="1981200" y="1987550"/>
          <p14:tracePt t="101590" x="2006600" y="2032000"/>
          <p14:tracePt t="101606" x="2044700" y="2089150"/>
          <p14:tracePt t="101622" x="2057400" y="2114550"/>
          <p14:tracePt t="101640" x="2063750" y="2120900"/>
          <p14:tracePt t="101656" x="2063750" y="2127250"/>
          <p14:tracePt t="101691" x="2063750" y="2133600"/>
          <p14:tracePt t="101906" x="2095500" y="2184400"/>
          <p14:tracePt t="101921" x="2133600" y="2266950"/>
          <p14:tracePt t="101928" x="2184400" y="2355850"/>
          <p14:tracePt t="101941" x="2247900" y="2438400"/>
          <p14:tracePt t="101955" x="2330450" y="2540000"/>
          <p14:tracePt t="101971" x="2520950" y="2743200"/>
          <p14:tracePt t="101988" x="2616200" y="2825750"/>
          <p14:tracePt t="102005" x="2844800" y="3035300"/>
          <p14:tracePt t="102021" x="2978150" y="3130550"/>
          <p14:tracePt t="102038" x="3244850" y="3327400"/>
          <p14:tracePt t="102055" x="3568700" y="3568700"/>
          <p14:tracePt t="102071" x="3867150" y="3803650"/>
          <p14:tracePt t="102088" x="3994150" y="3886200"/>
          <p14:tracePt t="102104" x="4248150" y="4089400"/>
          <p14:tracePt t="102121" x="4457700" y="4254500"/>
          <p14:tracePt t="102138" x="4546600" y="4318000"/>
          <p14:tracePt t="102154" x="4724400" y="4419600"/>
          <p14:tracePt t="102171" x="4806950" y="4457700"/>
          <p14:tracePt t="102188" x="4940300" y="4527550"/>
          <p14:tracePt t="102204" x="4997450" y="4552950"/>
          <p14:tracePt t="102221" x="5086350" y="4610100"/>
          <p14:tracePt t="102237" x="5130800" y="4648200"/>
          <p14:tracePt t="102254" x="5143500" y="4660900"/>
          <p14:tracePt t="102271" x="5187950" y="4692650"/>
          <p14:tracePt t="102287" x="5207000" y="4724400"/>
          <p14:tracePt t="102304" x="5232400" y="4762500"/>
          <p14:tracePt t="102321" x="5257800" y="4806950"/>
          <p14:tracePt t="102337" x="5264150" y="4838700"/>
          <p14:tracePt t="102354" x="5289550" y="4889500"/>
          <p14:tracePt t="102370" x="5302250" y="4927600"/>
          <p14:tracePt t="102386" x="5302250" y="4946650"/>
          <p14:tracePt t="102403" x="5302250" y="4997450"/>
          <p14:tracePt t="102420" x="5308600" y="5054600"/>
          <p14:tracePt t="102436" x="5308600" y="5092700"/>
          <p14:tracePt t="102454" x="5308600" y="5149850"/>
          <p14:tracePt t="102469" x="5308600" y="5213350"/>
          <p14:tracePt t="102486" x="5308600" y="5232400"/>
          <p14:tracePt t="102504" x="5308600" y="5257800"/>
          <p14:tracePt t="102536" x="5308600" y="5264150"/>
          <p14:tracePt t="102573" x="5308600" y="5270500"/>
          <p14:tracePt t="102601" x="5302250" y="5270500"/>
          <p14:tracePt t="102609" x="5295900" y="5270500"/>
          <p14:tracePt t="102619" x="5289550" y="5270500"/>
          <p14:tracePt t="102636" x="5289550" y="5257800"/>
          <p14:tracePt t="103277" x="5194300" y="5257800"/>
          <p14:tracePt t="103285" x="5054600" y="5251450"/>
          <p14:tracePt t="103298" x="4902200" y="5251450"/>
          <p14:tracePt t="103305" x="4692650" y="5251450"/>
          <p14:tracePt t="103317" x="4476750" y="5257800"/>
          <p14:tracePt t="103334" x="4057650" y="5257800"/>
          <p14:tracePt t="103350" x="3854450" y="5257800"/>
          <p14:tracePt t="103367" x="3422650" y="5283200"/>
          <p14:tracePt t="103383" x="3041650" y="5308600"/>
          <p14:tracePt t="103399" x="2908300" y="5321300"/>
          <p14:tracePt t="103416" x="2647950" y="5353050"/>
          <p14:tracePt t="103433" x="2457450" y="5372100"/>
          <p14:tracePt t="103449" x="2362200" y="5391150"/>
          <p14:tracePt t="103467" x="2273300" y="5403850"/>
          <p14:tracePt t="103483" x="2228850" y="5403850"/>
          <p14:tracePt t="103499" x="2222500" y="5403850"/>
          <p14:tracePt t="103586" x="2216150" y="5441950"/>
          <p14:tracePt t="103593" x="2203450" y="5473700"/>
          <p14:tracePt t="103607" x="2184400" y="5505450"/>
          <p14:tracePt t="103616" x="2171700" y="5549900"/>
          <p14:tracePt t="103633" x="2171700" y="5575300"/>
          <p14:tracePt t="104636" x="2209800" y="5575300"/>
          <p14:tracePt t="104643" x="2254250" y="5581650"/>
          <p14:tracePt t="104657" x="2292350" y="5581650"/>
          <p14:tracePt t="104665" x="2343150" y="5594350"/>
          <p14:tracePt t="104681" x="2368550" y="5594350"/>
          <p14:tracePt t="104696" x="2406650" y="5600700"/>
          <p14:tracePt t="104712" x="2457450" y="5619750"/>
          <p14:tracePt t="104729" x="2508250" y="5645150"/>
          <p14:tracePt t="104745" x="2527300" y="5664200"/>
          <p14:tracePt t="104762" x="2571750" y="5702300"/>
          <p14:tracePt t="104778" x="2616200" y="5740400"/>
          <p14:tracePt t="104795" x="2635250" y="5753100"/>
          <p14:tracePt t="104812" x="2673350" y="5778500"/>
          <p14:tracePt t="104828" x="2698750" y="5797550"/>
          <p14:tracePt t="104844" x="2705100" y="5797550"/>
          <p14:tracePt t="104862" x="2717800" y="5797550"/>
          <p14:tracePt t="104878" x="2730500" y="5791200"/>
          <p14:tracePt t="105619" x="2711450" y="5791200"/>
          <p14:tracePt t="105627" x="2673350" y="5772150"/>
          <p14:tracePt t="105640" x="2641600" y="5772150"/>
          <p14:tracePt t="105646" x="2603500" y="5765800"/>
          <p14:tracePt t="105662" x="2571750" y="5759450"/>
          <p14:tracePt t="105675" x="2546350" y="5753100"/>
          <p14:tracePt t="105692" x="2489200" y="5740400"/>
          <p14:tracePt t="105708" x="2457450" y="5740400"/>
          <p14:tracePt t="105725" x="2406650" y="5734050"/>
          <p14:tracePt t="105741" x="2374900" y="5727700"/>
          <p14:tracePt t="105759" x="2355850" y="5727700"/>
          <p14:tracePt t="105775" x="2330450" y="5727700"/>
          <p14:tracePt t="105791" x="2317750" y="5727700"/>
          <p14:tracePt t="105809" x="2311400" y="5727700"/>
          <p14:tracePt t="105928" x="2305050" y="5727700"/>
          <p14:tracePt t="105949" x="2298700" y="5727700"/>
          <p14:tracePt t="105970" x="2292350" y="5727700"/>
          <p14:tracePt t="105976" x="2286000" y="5727700"/>
          <p14:tracePt t="105993" x="2279650" y="5727700"/>
          <p14:tracePt t="106012" x="2273300" y="5727700"/>
          <p14:tracePt t="106032" x="2266950" y="5727700"/>
          <p14:tracePt t="106041" x="2254250" y="5727700"/>
          <p14:tracePt t="106057" x="2241550" y="5727700"/>
          <p14:tracePt t="106074" x="2190750" y="5740400"/>
          <p14:tracePt t="106090" x="2127250" y="5765800"/>
          <p14:tracePt t="106107" x="2089150" y="5778500"/>
          <p14:tracePt t="106124" x="1987550" y="5822950"/>
          <p14:tracePt t="106140" x="1873250" y="5886450"/>
          <p14:tracePt t="106157" x="1816100" y="5924550"/>
          <p14:tracePt t="106174" x="1714500" y="6013450"/>
          <p14:tracePt t="106190" x="1638300" y="6070600"/>
          <p14:tracePt t="106207" x="1600200" y="6108700"/>
          <p14:tracePt t="106223" x="1562100" y="6159500"/>
          <p14:tracePt t="106240" x="1536700" y="6184900"/>
          <p14:tracePt t="106257" x="1530350" y="6191250"/>
          <p14:tracePt t="106273" x="1524000" y="6210300"/>
          <p14:tracePt t="106290" x="1517650" y="6210300"/>
          <p14:tracePt t="106307" x="1511300" y="6223000"/>
          <p14:tracePt t="106419" x="1511300" y="6216650"/>
          <p14:tracePt t="106433" x="1504950" y="6210300"/>
          <p14:tracePt t="106441" x="1498600" y="6197600"/>
          <p14:tracePt t="106456" x="1492250" y="6172200"/>
          <p14:tracePt t="106472" x="1447800" y="6070600"/>
          <p14:tracePt t="106489" x="1358900" y="5861050"/>
          <p14:tracePt t="106506" x="1301750" y="5727700"/>
          <p14:tracePt t="106523" x="1231900" y="5581650"/>
          <p14:tracePt t="106539" x="933450" y="4781550"/>
          <p14:tracePt t="106556" x="819150" y="4464050"/>
          <p14:tracePt t="106572" x="698500" y="4127500"/>
          <p14:tracePt t="106588" x="412750" y="3340100"/>
          <p14:tracePt t="106605" x="88900" y="2546350"/>
          <p14:tracePt t="107201" x="146050" y="1416050"/>
          <p14:tracePt t="107215" x="298450" y="1581150"/>
          <p14:tracePt t="107223" x="463550" y="1771650"/>
          <p14:tracePt t="107237" x="641350" y="1968500"/>
          <p14:tracePt t="107254" x="927100" y="2279650"/>
          <p14:tracePt t="107270" x="1047750" y="2406650"/>
          <p14:tracePt t="107286" x="1244600" y="2597150"/>
          <p14:tracePt t="107303" x="1314450" y="2679700"/>
          <p14:tracePt t="107320" x="1473200" y="2838450"/>
          <p14:tracePt t="107336" x="1581150" y="2952750"/>
          <p14:tracePt t="107352" x="1625600" y="2990850"/>
          <p14:tracePt t="107356" x="1651000" y="3035300"/>
          <p14:tracePt t="107370" x="1670050" y="3048000"/>
          <p14:tracePt t="107386" x="1695450" y="3067050"/>
          <p14:tracePt t="107402" x="1714500" y="3073400"/>
          <p14:tracePt t="107453" x="1720850" y="3073400"/>
          <p14:tracePt t="107481" x="1720850" y="3060700"/>
          <p14:tracePt t="107496" x="1727200" y="3054350"/>
          <p14:tracePt t="107503" x="1727200" y="3041650"/>
          <p14:tracePt t="107509" x="1739900" y="3028950"/>
          <p14:tracePt t="107524" x="1739900" y="30099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from </a:t>
            </a:r>
            <a:r>
              <a:rPr lang="en-US" altLang="en-US" sz="2400" dirty="0">
                <a:latin typeface="Lucida Console" panose="020B0609040504020204" pitchFamily="49" charset="0"/>
              </a:rPr>
              <a:t>decorators import 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print(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"Hello "+name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400" dirty="0" smtClean="0">
                <a:solidFill>
                  <a:srgbClr val="00B050"/>
                </a:solidFill>
                <a:latin typeface="+mn-lt"/>
              </a:rPr>
              <a:t>#problem </a:t>
            </a:r>
            <a:r>
              <a:rPr lang="en-US" altLang="en-US" sz="2400" dirty="0">
                <a:solidFill>
                  <a:srgbClr val="00B050"/>
                </a:solidFill>
                <a:latin typeface="+mn-lt"/>
              </a:rPr>
              <a:t>is </a:t>
            </a:r>
            <a:r>
              <a:rPr lang="en-US" altLang="en-US" sz="2400" dirty="0" smtClean="0">
                <a:solidFill>
                  <a:srgbClr val="00B050"/>
                </a:solidFill>
                <a:latin typeface="+mn-lt"/>
              </a:rPr>
              <a:t>wra</a:t>
            </a:r>
            <a:r>
              <a:rPr lang="en-US" altLang="en-US" sz="2400" spc="-250" dirty="0">
                <a:solidFill>
                  <a:srgbClr val="00B050"/>
                </a:solidFill>
                <a:latin typeface="+mn-lt"/>
              </a:rPr>
              <a:t>p</a:t>
            </a:r>
            <a:r>
              <a:rPr lang="en-US" altLang="en-US" sz="2400" spc="-250" dirty="0">
                <a:solidFill>
                  <a:srgbClr val="00B050"/>
                </a:solidFill>
                <a:latin typeface="Arial Narrow" panose="020B0606020202030204" pitchFamily="34" charset="0"/>
              </a:rPr>
              <a:t>_</a:t>
            </a:r>
            <a:r>
              <a:rPr lang="en-US" altLang="en-US" sz="2400" spc="-10" dirty="0">
                <a:solidFill>
                  <a:srgbClr val="00B050"/>
                </a:solidFill>
                <a:latin typeface="+mn-lt"/>
              </a:rPr>
              <a:t>d</a:t>
            </a:r>
            <a:r>
              <a:rPr lang="en-US" altLang="en-US" sz="2400" spc="-10" dirty="0" smtClean="0">
                <a:solidFill>
                  <a:srgbClr val="00B050"/>
                </a:solidFill>
                <a:latin typeface="+mn-lt"/>
              </a:rPr>
              <a:t>o2x</a:t>
            </a:r>
            <a:r>
              <a:rPr lang="en-US" altLang="en-US" sz="2400" dirty="0" smtClean="0">
                <a:solidFill>
                  <a:srgbClr val="00B050"/>
                </a:solidFill>
                <a:latin typeface="+mn-lt"/>
              </a:rPr>
              <a:t>() allows no </a:t>
            </a:r>
            <a:r>
              <a:rPr lang="en-US" altLang="en-US" sz="2400" dirty="0" err="1" smtClean="0">
                <a:solidFill>
                  <a:srgbClr val="00B050"/>
                </a:solidFill>
                <a:latin typeface="+mn-lt"/>
              </a:rPr>
              <a:t>args</a:t>
            </a:r>
            <a:endParaRPr lang="en-US" altLang="en-US" sz="2400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685800"/>
            <a:ext cx="838200" cy="5715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endParaRPr lang="en-US" altLang="en-US" sz="2400" spc="-100" dirty="0">
              <a:solidFill>
                <a:srgbClr val="E06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endParaRPr lang="en-US" altLang="en-US" sz="2400" spc="-100" dirty="0">
              <a:solidFill>
                <a:srgbClr val="E06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endParaRPr lang="en-US" altLang="en-US" sz="2400" spc="-150" dirty="0" smtClean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175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8968"/>
    </mc:Choice>
    <mc:Fallback>
      <p:transition spd="slow" advTm="1389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48" x="2686050" y="1143000"/>
          <p14:tracePt t="714" x="2527300" y="1136650"/>
          <p14:tracePt t="764" x="2387600" y="1111250"/>
          <p14:tracePt t="797" x="2279650" y="1079500"/>
          <p14:tracePt t="830" x="2108200" y="1028700"/>
          <p14:tracePt t="863" x="2019300" y="1003300"/>
          <p14:tracePt t="897" x="1917700" y="977900"/>
          <p14:tracePt t="917" x="1873250" y="965200"/>
          <p14:tracePt t="980" x="1828800" y="958850"/>
          <p14:tracePt t="1029" x="1828800" y="952500"/>
          <p14:tracePt t="1096" x="1828800" y="946150"/>
          <p14:tracePt t="1761" x="1841500" y="939800"/>
          <p14:tracePt t="1794" x="1860550" y="939800"/>
          <p14:tracePt t="1827" x="1911350" y="933450"/>
          <p14:tracePt t="1860" x="2063750" y="901700"/>
          <p14:tracePt t="1893" x="2273300" y="863600"/>
          <p14:tracePt t="1927" x="2533650" y="800100"/>
          <p14:tracePt t="1947" x="2717800" y="781050"/>
          <p14:tracePt t="1980" x="3022600" y="762000"/>
          <p14:tracePt t="2014" x="3244850" y="762000"/>
          <p14:tracePt t="2047" x="3498850" y="774700"/>
          <p14:tracePt t="2092" x="3708400" y="793750"/>
          <p14:tracePt t="2126" x="3829050" y="787400"/>
          <p14:tracePt t="2160" x="3911600" y="787400"/>
          <p14:tracePt t="2212" x="3981450" y="787400"/>
          <p14:tracePt t="2230" x="4006850" y="787400"/>
          <p14:tracePt t="2260" x="4025900" y="787400"/>
          <p14:tracePt t="2292" x="4095750" y="787400"/>
          <p14:tracePt t="2325" x="4229100" y="787400"/>
          <p14:tracePt t="2358" x="4476750" y="825500"/>
          <p14:tracePt t="2392" x="4864100" y="876300"/>
          <p14:tracePt t="2425" x="5080000" y="901700"/>
          <p14:tracePt t="2458" x="5397500" y="908050"/>
          <p14:tracePt t="2479" x="5530850" y="895350"/>
          <p14:tracePt t="2512" x="5715000" y="825500"/>
          <p14:tracePt t="2545" x="5778500" y="806450"/>
          <p14:tracePt t="2576" x="5822950" y="800100"/>
          <p14:tracePt t="2608" x="5861050" y="806450"/>
          <p14:tracePt t="2641" x="5899150" y="806450"/>
          <p14:tracePt t="2674" x="5956300" y="812800"/>
          <p14:tracePt t="2709" x="6000750" y="806450"/>
          <p14:tracePt t="2740" x="6045200" y="793750"/>
          <p14:tracePt t="2761" x="6083300" y="787400"/>
          <p14:tracePt t="2823" x="6197600" y="774700"/>
          <p14:tracePt t="2890" x="6286500" y="774700"/>
          <p14:tracePt t="2956" x="6305550" y="774700"/>
          <p14:tracePt t="3023" x="6311900" y="781050"/>
          <p14:tracePt t="4717" x="6235700" y="806450"/>
          <p14:tracePt t="4750" x="5892800" y="933450"/>
          <p14:tracePt t="4783" x="5511800" y="1079500"/>
          <p14:tracePt t="4816" x="5054600" y="1238250"/>
          <p14:tracePt t="4849" x="4425950" y="1390650"/>
          <p14:tracePt t="4871" x="4191000" y="1460500"/>
          <p14:tracePt t="4933" x="3854450" y="1568450"/>
          <p14:tracePt t="4999" x="3771900" y="1581150"/>
          <p14:tracePt t="5066" x="3727450" y="1593850"/>
          <p14:tracePt t="5099" x="3619500" y="1593850"/>
          <p14:tracePt t="5132" x="3498850" y="1600200"/>
          <p14:tracePt t="5186" x="3333750" y="1619250"/>
          <p14:tracePt t="5232" x="3200400" y="1644650"/>
          <p14:tracePt t="7208" x="2971800" y="1606550"/>
          <p14:tracePt t="7229" x="2730500" y="1562100"/>
          <p14:tracePt t="7262" x="2235200" y="1511300"/>
          <p14:tracePt t="7296" x="1898650" y="1524000"/>
          <p14:tracePt t="7329" x="1657350" y="1562100"/>
          <p14:tracePt t="7360" x="1511300" y="1612900"/>
          <p14:tracePt t="7391" x="1473200" y="1638300"/>
          <p14:tracePt t="7573" x="1479550" y="1638300"/>
          <p14:tracePt t="7640" x="1492250" y="1593850"/>
          <p14:tracePt t="9636" x="1492250" y="1606550"/>
          <p14:tracePt t="9668" x="1485900" y="1644650"/>
          <p14:tracePt t="9733" x="1473200" y="1695450"/>
          <p14:tracePt t="9799" x="1454150" y="1727200"/>
          <p14:tracePt t="9818" x="1454150" y="1733550"/>
          <p14:tracePt t="9849" x="1441450" y="1739900"/>
          <p14:tracePt t="9870" x="1416050" y="1746250"/>
          <p14:tracePt t="9932" x="1384300" y="1752600"/>
          <p14:tracePt t="9999" x="1365250" y="1752600"/>
          <p14:tracePt t="10032" x="1358900" y="1758950"/>
          <p14:tracePt t="10065" x="1352550" y="1758950"/>
          <p14:tracePt t="10098" x="1365250" y="1746250"/>
          <p14:tracePt t="10131" x="1422400" y="1714500"/>
          <p14:tracePt t="10165" x="1530350" y="1651000"/>
          <p14:tracePt t="10231" x="1917700" y="1524000"/>
          <p14:tracePt t="10281" x="2108200" y="1485900"/>
          <p14:tracePt t="10314" x="2184400" y="1485900"/>
          <p14:tracePt t="10349" x="2273300" y="1492250"/>
          <p14:tracePt t="10381" x="2292350" y="1492250"/>
          <p14:tracePt t="10401" x="2305050" y="1492250"/>
          <p14:tracePt t="10546" x="2311400" y="1492250"/>
          <p14:tracePt t="10962" x="2578100" y="1530350"/>
          <p14:tracePt t="10995" x="2781300" y="1530350"/>
          <p14:tracePt t="11028" x="2978150" y="1543050"/>
          <p14:tracePt t="11062" x="3111500" y="1549400"/>
          <p14:tracePt t="11095" x="3200400" y="1555750"/>
          <p14:tracePt t="11128" x="3232150" y="1562100"/>
          <p14:tracePt t="11161" x="3251200" y="1562100"/>
          <p14:tracePt t="11182" x="3263900" y="1562100"/>
          <p14:tracePt t="11244" x="3346450" y="1581150"/>
          <p14:tracePt t="11311" x="3448050" y="1593850"/>
          <p14:tracePt t="11345" x="3479800" y="1593850"/>
          <p14:tracePt t="11379" x="3498850" y="1593850"/>
          <p14:tracePt t="11410" x="3511550" y="1593850"/>
          <p14:tracePt t="11479" x="3517900" y="1593850"/>
          <p14:tracePt t="11529" x="3524250" y="1593850"/>
          <p14:tracePt t="12656" x="3473450" y="1612900"/>
          <p14:tracePt t="12706" x="3244850" y="1644650"/>
          <p14:tracePt t="12727" x="3105150" y="1651000"/>
          <p14:tracePt t="12760" x="2863850" y="1651000"/>
          <p14:tracePt t="12805" x="2514600" y="1651000"/>
          <p14:tracePt t="12839" x="2362200" y="1651000"/>
          <p14:tracePt t="12905" x="2165350" y="1593850"/>
          <p14:tracePt t="12971" x="2165350" y="1581150"/>
          <p14:tracePt t="13785" x="2152650" y="1612900"/>
          <p14:tracePt t="13819" x="2114550" y="1644650"/>
          <p14:tracePt t="13840" x="2095500" y="1657350"/>
          <p14:tracePt t="13871" x="2076450" y="1676400"/>
          <p14:tracePt t="13935" x="2038350" y="1695450"/>
          <p14:tracePt t="13985" x="2025650" y="1701800"/>
          <p14:tracePt t="14051" x="2044700" y="1701800"/>
          <p14:tracePt t="14085" x="2070100" y="1695450"/>
          <p14:tracePt t="14106" x="2120900" y="1676400"/>
          <p14:tracePt t="14167" x="2235200" y="1644650"/>
          <p14:tracePt t="14218" x="2324100" y="1612900"/>
          <p14:tracePt t="14284" x="2330450" y="1612900"/>
          <p14:tracePt t="14367" x="2336800" y="1612900"/>
          <p14:tracePt t="14450" x="2343150" y="1606550"/>
          <p14:tracePt t="14849" x="2273300" y="1625600"/>
          <p14:tracePt t="14882" x="2222500" y="1638300"/>
          <p14:tracePt t="14915" x="2108200" y="1663700"/>
          <p14:tracePt t="14965" x="1936750" y="1689100"/>
          <p14:tracePt t="15001" x="1841500" y="1708150"/>
          <p14:tracePt t="15033" x="1739900" y="1708150"/>
          <p14:tracePt t="15064" x="1708150" y="1708150"/>
          <p14:tracePt t="15100" x="1689100" y="1708150"/>
          <p14:tracePt t="15133" x="1670050" y="1708150"/>
          <p14:tracePt t="15167" x="1651000" y="1708150"/>
          <p14:tracePt t="15199" x="1638300" y="1708150"/>
          <p14:tracePt t="15280" x="1631950" y="1708150"/>
          <p14:tracePt t="15380" x="1631950" y="1701800"/>
          <p14:tracePt t="15399" x="1631950" y="1689100"/>
          <p14:tracePt t="15446" x="1638300" y="1682750"/>
          <p14:tracePt t="15512" x="1657350" y="1670050"/>
          <p14:tracePt t="15579" x="1676400" y="1651000"/>
          <p14:tracePt t="15645" x="1752600" y="1625600"/>
          <p14:tracePt t="15679" x="1797050" y="1612900"/>
          <p14:tracePt t="15715" x="1854200" y="1593850"/>
          <p14:tracePt t="15747" x="1860550" y="1587500"/>
          <p14:tracePt t="15778" x="1866900" y="1587500"/>
          <p14:tracePt t="15828" x="1879600" y="1587500"/>
          <p14:tracePt t="15862" x="1892300" y="1587500"/>
          <p14:tracePt t="15895" x="1949450" y="1587500"/>
          <p14:tracePt t="15928" x="2038350" y="1587500"/>
          <p14:tracePt t="15978" x="2165350" y="1606550"/>
          <p14:tracePt t="16011" x="2203450" y="1606550"/>
          <p14:tracePt t="16045" x="2222500" y="1612900"/>
          <p14:tracePt t="16194" x="2228850" y="1612900"/>
          <p14:tracePt t="16216" x="2235200" y="1612900"/>
          <p14:tracePt t="16642" x="2260600" y="1479550"/>
          <p14:tracePt t="16692" x="2292350" y="1377950"/>
          <p14:tracePt t="16725" x="2311400" y="1308100"/>
          <p14:tracePt t="16746" x="2317750" y="1263650"/>
          <p14:tracePt t="16808" x="2355850" y="1143000"/>
          <p14:tracePt t="16875" x="2368550" y="1117600"/>
          <p14:tracePt t="17190" x="2368550" y="1193800"/>
          <p14:tracePt t="17223" x="2381250" y="1377950"/>
          <p14:tracePt t="17257" x="2387600" y="1543050"/>
          <p14:tracePt t="17307" x="2419350" y="1644650"/>
          <p14:tracePt t="17373" x="2425700" y="1657350"/>
          <p14:tracePt t="17490" x="2432050" y="1657350"/>
          <p14:tracePt t="17522" x="2444750" y="1644650"/>
          <p14:tracePt t="17558" x="2463800" y="1638300"/>
          <p14:tracePt t="17655" x="2482850" y="1625600"/>
          <p14:tracePt t="17722" x="2559050" y="1625600"/>
          <p14:tracePt t="17755" x="2647950" y="1631950"/>
          <p14:tracePt t="17788" x="2781300" y="1631950"/>
          <p14:tracePt t="17824" x="2863850" y="1651000"/>
          <p14:tracePt t="17857" x="2946400" y="1651000"/>
          <p14:tracePt t="17888" x="2965450" y="1644650"/>
          <p14:tracePt t="17907" x="2997200" y="1644650"/>
          <p14:tracePt t="17988" x="3003550" y="1644650"/>
          <p14:tracePt t="18040" x="3009900" y="1638300"/>
          <p14:tracePt t="21625" x="3035300" y="1651000"/>
          <p14:tracePt t="21658" x="3098800" y="1695450"/>
          <p14:tracePt t="21692" x="3136900" y="1720850"/>
          <p14:tracePt t="21741" x="3263900" y="1727200"/>
          <p14:tracePt t="21777" x="3308350" y="1727200"/>
          <p14:tracePt t="21812" x="3321050" y="1720850"/>
          <p14:tracePt t="21857" x="3327400" y="1720850"/>
          <p14:tracePt t="21924" x="3333750" y="1714500"/>
          <p14:tracePt t="21958" x="3327400" y="1714500"/>
          <p14:tracePt t="21990" x="3308350" y="1720850"/>
          <p14:tracePt t="22024" x="3263900" y="1714500"/>
          <p14:tracePt t="22090" x="3105150" y="1657350"/>
          <p14:tracePt t="22156" x="2965450" y="1600200"/>
          <p14:tracePt t="22207" x="2908300" y="1568450"/>
          <p14:tracePt t="22240" x="2863850" y="1543050"/>
          <p14:tracePt t="22276" x="2838450" y="1517650"/>
          <p14:tracePt t="22308" x="2813050" y="1498600"/>
          <p14:tracePt t="22339" x="2800350" y="1479550"/>
          <p14:tracePt t="22372" x="2787650" y="1479550"/>
          <p14:tracePt t="22405" x="2781300" y="1479550"/>
          <p14:tracePt t="22439" x="2774950" y="1479550"/>
          <p14:tracePt t="22458" x="2768600" y="1473200"/>
          <p14:tracePt t="22490" x="2762250" y="1473200"/>
          <p14:tracePt t="22510" x="2755900" y="1473200"/>
          <p14:tracePt t="22543" x="2743200" y="1473200"/>
          <p14:tracePt t="22605" x="2711450" y="1485900"/>
          <p14:tracePt t="22638" x="2673350" y="1504950"/>
          <p14:tracePt t="22671" x="2641600" y="1517650"/>
          <p14:tracePt t="22705" x="2609850" y="1530350"/>
          <p14:tracePt t="22754" x="2597150" y="1530350"/>
          <p14:tracePt t="22804" x="2571750" y="1511300"/>
          <p14:tracePt t="22854" x="2533650" y="1473200"/>
          <p14:tracePt t="22920" x="2451100" y="1409700"/>
          <p14:tracePt t="22987" x="2425700" y="1397000"/>
          <p14:tracePt t="23053" x="2425700" y="1390650"/>
          <p14:tracePt t="23153" x="2413000" y="1403350"/>
          <p14:tracePt t="23203" x="2425700" y="1422400"/>
          <p14:tracePt t="23236" x="2438400" y="1435100"/>
          <p14:tracePt t="23269" x="2571750" y="1479550"/>
          <p14:tracePt t="23291" x="2622550" y="1498600"/>
          <p14:tracePt t="23336" x="2908300" y="1581150"/>
          <p14:tracePt t="23354" x="2940050" y="1581150"/>
          <p14:tracePt t="23419" x="3022600" y="1600200"/>
          <p14:tracePt t="23452" x="3028950" y="1600200"/>
          <p14:tracePt t="23503" x="3035300" y="1606550"/>
          <p14:tracePt t="23834" x="3009900" y="1631950"/>
          <p14:tracePt t="23852" x="2997200" y="1638300"/>
          <p14:tracePt t="23884" x="2952750" y="1689100"/>
          <p14:tracePt t="23917" x="2908300" y="1752600"/>
          <p14:tracePt t="23950" x="2882900" y="1809750"/>
          <p14:tracePt t="23969" x="2882900" y="1828800"/>
          <p14:tracePt t="24000" x="2889250" y="1835150"/>
          <p14:tracePt t="24033" x="2895600" y="1835150"/>
          <p14:tracePt t="27372" x="2870200" y="1873250"/>
          <p14:tracePt t="27405" x="2813050" y="1943100"/>
          <p14:tracePt t="27438" x="2705100" y="2057400"/>
          <p14:tracePt t="27471" x="2616200" y="2108200"/>
          <p14:tracePt t="27505" x="2470150" y="2159000"/>
          <p14:tracePt t="27524" x="2362200" y="2190750"/>
          <p14:tracePt t="27543" x="2235200" y="2209800"/>
          <p14:tracePt t="27604" x="1879600" y="2254250"/>
          <p14:tracePt t="27671" x="1701800" y="2247900"/>
          <p14:tracePt t="27737" x="1619250" y="2228850"/>
          <p14:tracePt t="27804" x="1543050" y="2216150"/>
          <p14:tracePt t="27839" x="1504950" y="2209800"/>
          <p14:tracePt t="27870" x="1498600" y="2209800"/>
          <p14:tracePt t="29666" x="1504950" y="2209800"/>
          <p14:tracePt t="29846" x="1511300" y="2209800"/>
          <p14:tracePt t="29880" x="1530350" y="2209800"/>
          <p14:tracePt t="29901" x="1536700" y="2209800"/>
          <p14:tracePt t="29934" x="1543050" y="2209800"/>
          <p14:tracePt t="29996" x="1555750" y="2209800"/>
          <p14:tracePt t="30062" x="1568450" y="2209800"/>
          <p14:tracePt t="30096" x="1574800" y="2203450"/>
          <p14:tracePt t="30145" x="1587500" y="2197100"/>
          <p14:tracePt t="30198" x="1593850" y="2197100"/>
          <p14:tracePt t="30295" x="1606550" y="2190750"/>
          <p14:tracePt t="30328" x="1612900" y="2184400"/>
          <p14:tracePt t="30361" x="1625600" y="2184400"/>
          <p14:tracePt t="30394" x="1631950" y="2178050"/>
          <p14:tracePt t="30428" x="1644650" y="2178050"/>
          <p14:tracePt t="30461" x="1651000" y="2171700"/>
          <p14:tracePt t="30528" x="1689100" y="2165350"/>
          <p14:tracePt t="30547" x="1708150" y="2159000"/>
          <p14:tracePt t="30575" x="1765300" y="2146300"/>
          <p14:tracePt t="30610" x="1828800" y="2139950"/>
          <p14:tracePt t="30644" x="1866900" y="2133600"/>
          <p14:tracePt t="30678" x="1879600" y="2127250"/>
          <p14:tracePt t="30743" x="1885950" y="2127250"/>
          <p14:tracePt t="30810" x="1892300" y="2127250"/>
          <p14:tracePt t="31175" x="1841500" y="2127250"/>
          <p14:tracePt t="31209" x="1765300" y="2139950"/>
          <p14:tracePt t="31229" x="1714500" y="2152650"/>
          <p14:tracePt t="31275" x="1638300" y="2159000"/>
          <p14:tracePt t="31341" x="1619250" y="2159000"/>
          <p14:tracePt t="31544" x="1644650" y="2159000"/>
          <p14:tracePt t="31563" x="1676400" y="2159000"/>
          <p14:tracePt t="31595" x="1727200" y="2152650"/>
          <p14:tracePt t="31628" x="1784350" y="2139950"/>
          <p14:tracePt t="31661" x="1841500" y="2133600"/>
          <p14:tracePt t="31707" x="1885950" y="2127250"/>
          <p14:tracePt t="31740" x="1911350" y="2120900"/>
          <p14:tracePt t="31761" x="1924050" y="2120900"/>
          <p14:tracePt t="31823" x="1968500" y="2114550"/>
          <p14:tracePt t="31873" x="1974850" y="2114550"/>
          <p14:tracePt t="31939" x="1987550" y="2114550"/>
          <p14:tracePt t="32022" x="1993900" y="2114550"/>
          <p14:tracePt t="32073" x="2000250" y="2114550"/>
          <p14:tracePt t="32195" x="2006600" y="2114550"/>
          <p14:tracePt t="32573" x="1955800" y="2108200"/>
          <p14:tracePt t="32637" x="1714500" y="2012950"/>
          <p14:tracePt t="32703" x="1543050" y="1962150"/>
          <p14:tracePt t="32736" x="1466850" y="1949450"/>
          <p14:tracePt t="32770" x="1428750" y="1949450"/>
          <p14:tracePt t="32820" x="1416050" y="1949450"/>
          <p14:tracePt t="32855" x="1409700" y="1949450"/>
          <p14:tracePt t="32938" x="1409700" y="1955800"/>
          <p14:tracePt t="33038" x="1409700" y="1962150"/>
          <p14:tracePt t="33238" x="1524000" y="1885950"/>
          <p14:tracePt t="33252" x="1568450" y="1860550"/>
          <p14:tracePt t="33285" x="1689100" y="1771650"/>
          <p14:tracePt t="33318" x="1803400" y="1676400"/>
          <p14:tracePt t="33339" x="1828800" y="1631950"/>
          <p14:tracePt t="33370" x="1860550" y="1606550"/>
          <p14:tracePt t="33418" x="1879600" y="1593850"/>
          <p14:tracePt t="33451" x="1879600" y="1587500"/>
          <p14:tracePt t="33783" x="1841500" y="1638300"/>
          <p14:tracePt t="33816" x="1778000" y="1714500"/>
          <p14:tracePt t="33838" x="1708150" y="1784350"/>
          <p14:tracePt t="33870" x="1600200" y="1911350"/>
          <p14:tracePt t="33916" x="1555750" y="1962150"/>
          <p14:tracePt t="33982" x="1543050" y="1981200"/>
          <p14:tracePt t="34115" x="1631950" y="1879600"/>
          <p14:tracePt t="34148" x="1784350" y="1701800"/>
          <p14:tracePt t="34182" x="2012950" y="1479550"/>
          <p14:tracePt t="34248" x="2146300" y="1339850"/>
          <p14:tracePt t="34367" x="2038350" y="1454150"/>
          <p14:tracePt t="34386" x="1968500" y="1549400"/>
          <p14:tracePt t="34418" x="1778000" y="1720850"/>
          <p14:tracePt t="34449" x="1708150" y="1790700"/>
          <p14:tracePt t="34481" x="1644650" y="1866900"/>
          <p14:tracePt t="34502" x="1631950" y="1879600"/>
          <p14:tracePt t="34535" x="1631950" y="1885950"/>
          <p14:tracePt t="34615" x="1651000" y="1866900"/>
          <p14:tracePt t="34648" x="1727200" y="1790700"/>
          <p14:tracePt t="34682" x="1892300" y="1644650"/>
          <p14:tracePt t="34715" x="2082800" y="1466850"/>
          <p14:tracePt t="34746" x="2159000" y="1403350"/>
          <p14:tracePt t="34813" x="2171700" y="1390650"/>
          <p14:tracePt t="34879" x="2070100" y="1498600"/>
          <p14:tracePt t="34913" x="1898650" y="1676400"/>
          <p14:tracePt t="34963" x="1708150" y="1854200"/>
          <p14:tracePt t="35029" x="1581150" y="1987550"/>
          <p14:tracePt t="35078" x="1581150" y="1993900"/>
          <p14:tracePt t="35113" x="1606550" y="1955800"/>
          <p14:tracePt t="35145" x="1695450" y="1866900"/>
          <p14:tracePt t="35178" x="1860550" y="1720850"/>
          <p14:tracePt t="35214" x="2095500" y="1504950"/>
          <p14:tracePt t="35278" x="2190750" y="1435100"/>
          <p14:tracePt t="35344" x="2120900" y="1492250"/>
          <p14:tracePt t="35377" x="2012950" y="1619250"/>
          <p14:tracePt t="35427" x="1752600" y="1866900"/>
          <p14:tracePt t="35448" x="1676400" y="1936750"/>
          <p14:tracePt t="35494" x="1619250" y="1993900"/>
          <p14:tracePt t="35577" x="1644650" y="1962150"/>
          <p14:tracePt t="35626" x="1790700" y="1841500"/>
          <p14:tracePt t="35661" x="1930400" y="1733550"/>
          <p14:tracePt t="35693" x="2025650" y="1657350"/>
          <p14:tracePt t="35714" x="2044700" y="1644650"/>
          <p14:tracePt t="35745" x="2051050" y="1638300"/>
          <p14:tracePt t="35842" x="1987550" y="1695450"/>
          <p14:tracePt t="35909" x="1689100" y="1930400"/>
          <p14:tracePt t="35942" x="1625600" y="1974850"/>
          <p14:tracePt t="35975" x="1600200" y="1987550"/>
          <p14:tracePt t="36108" x="1593850" y="1987550"/>
          <p14:tracePt t="36526" x="1562100" y="2012950"/>
          <p14:tracePt t="36590" x="1422400" y="2095500"/>
          <p14:tracePt t="36624" x="1352550" y="2127250"/>
          <p14:tracePt t="36689" x="1263650" y="2139950"/>
          <p14:tracePt t="36723" x="1257300" y="2139950"/>
          <p14:tracePt t="36972" x="1282700" y="2089150"/>
          <p14:tracePt t="37005" x="1333500" y="2044700"/>
          <p14:tracePt t="37026" x="1352550" y="2006600"/>
          <p14:tracePt t="37059" x="1377950" y="1987550"/>
          <p14:tracePt t="37122" x="1384300" y="1981200"/>
          <p14:tracePt t="37373" x="1384300" y="1974850"/>
          <p14:tracePt t="37473" x="1403350" y="1962150"/>
          <p14:tracePt t="37506" x="1422400" y="1936750"/>
          <p14:tracePt t="37540" x="1498600" y="1885950"/>
          <p14:tracePt t="37559" x="1549400" y="1847850"/>
          <p14:tracePt t="37588" x="1638300" y="1797050"/>
          <p14:tracePt t="37653" x="1778000" y="1663700"/>
          <p14:tracePt t="37691" x="1803400" y="1651000"/>
          <p14:tracePt t="37736" x="1809750" y="1651000"/>
          <p14:tracePt t="38035" x="1644650" y="1670050"/>
          <p14:tracePt t="38057" x="1517650" y="1689100"/>
          <p14:tracePt t="38091" x="1384300" y="1695450"/>
          <p14:tracePt t="38120" x="1365250" y="1695450"/>
          <p14:tracePt t="38137" x="1358900" y="1695450"/>
          <p14:tracePt t="38268" x="1543050" y="1619250"/>
          <p14:tracePt t="38317" x="2006600" y="1568450"/>
          <p14:tracePt t="38339" x="2197100" y="1562100"/>
          <p14:tracePt t="38401" x="2419350" y="1543050"/>
          <p14:tracePt t="38500" x="2089150" y="1606550"/>
          <p14:tracePt t="38534" x="1739900" y="1676400"/>
          <p14:tracePt t="38600" x="1308100" y="1638300"/>
          <p14:tracePt t="38621" x="1206500" y="1593850"/>
          <p14:tracePt t="38667" x="1155700" y="1574800"/>
          <p14:tracePt t="38716" x="1212850" y="1581150"/>
          <p14:tracePt t="38782" x="1549400" y="1593850"/>
          <p14:tracePt t="38816" x="1866900" y="1593850"/>
          <p14:tracePt t="38849" x="2076450" y="1574800"/>
          <p14:tracePt t="38882" x="2152650" y="1574800"/>
          <p14:tracePt t="38916" x="2165350" y="1574800"/>
          <p14:tracePt t="39264" x="2133600" y="1574800"/>
          <p14:tracePt t="39294" x="2108200" y="1581150"/>
          <p14:tracePt t="39331" x="2025650" y="1587500"/>
          <p14:tracePt t="39364" x="1936750" y="1600200"/>
          <p14:tracePt t="39385" x="1879600" y="1606550"/>
          <p14:tracePt t="39418" x="1765300" y="1619250"/>
          <p14:tracePt t="39480" x="1638300" y="1612900"/>
          <p14:tracePt t="39530" x="1625600" y="1606550"/>
          <p14:tracePt t="39596" x="1625600" y="1593850"/>
          <p14:tracePt t="39630" x="1670050" y="1574800"/>
          <p14:tracePt t="39649" x="1682750" y="1568450"/>
          <p14:tracePt t="39668" x="1714500" y="1555750"/>
          <p14:tracePt t="39700" x="1771650" y="1543050"/>
          <p14:tracePt t="39762" x="1790700" y="1536700"/>
          <p14:tracePt t="39829" x="1797050" y="1536700"/>
          <p14:tracePt t="39879" x="1797050" y="1524000"/>
          <p14:tracePt t="39912" x="1758950" y="1511300"/>
          <p14:tracePt t="39933" x="1727200" y="1479550"/>
          <p14:tracePt t="39995" x="1422400" y="1308100"/>
          <p14:tracePt t="40061" x="1162050" y="1117600"/>
          <p14:tracePt t="40097" x="1136650" y="1104900"/>
          <p14:tracePt t="40164" x="1136650" y="1098550"/>
          <p14:tracePt t="40244" x="1155700" y="1123950"/>
          <p14:tracePt t="40311" x="1536700" y="1365250"/>
          <p14:tracePt t="40347" x="1790700" y="1485900"/>
          <p14:tracePt t="40382" x="2006600" y="1600200"/>
          <p14:tracePt t="40412" x="2044700" y="1619250"/>
          <p14:tracePt t="40446" x="2051050" y="1625600"/>
          <p14:tracePt t="40513" x="2025650" y="1619250"/>
          <p14:tracePt t="40549" x="1847850" y="1562100"/>
          <p14:tracePt t="40593" x="1587500" y="1479550"/>
          <p14:tracePt t="40626" x="1435100" y="1416050"/>
          <p14:tracePt t="40659" x="1377950" y="1384300"/>
          <p14:tracePt t="40681" x="1371600" y="1377950"/>
          <p14:tracePt t="40826" x="1454150" y="1390650"/>
          <p14:tracePt t="40859" x="1644650" y="1428750"/>
          <p14:tracePt t="40892" x="1892300" y="1479550"/>
          <p14:tracePt t="40925" x="2095500" y="1524000"/>
          <p14:tracePt t="40958" x="2146300" y="1536700"/>
          <p14:tracePt t="40992" x="2159000" y="1536700"/>
          <p14:tracePt t="41124" x="2146300" y="1536700"/>
          <p14:tracePt t="41191" x="1949450" y="1498600"/>
          <p14:tracePt t="41226" x="1701800" y="1435100"/>
          <p14:tracePt t="41260" x="1587500" y="1390650"/>
          <p14:tracePt t="41293" x="1543050" y="1377950"/>
          <p14:tracePt t="41340" x="1524000" y="1371600"/>
          <p14:tracePt t="41772" x="1524000" y="1428750"/>
          <p14:tracePt t="41794" x="1517650" y="1587500"/>
          <p14:tracePt t="41824" x="1524000" y="1720850"/>
          <p14:tracePt t="41872" x="1568450" y="1993900"/>
          <p14:tracePt t="41922" x="1587500" y="2089150"/>
          <p14:tracePt t="41955" x="1587500" y="2095500"/>
          <p14:tracePt t="42257" x="1612900" y="2095500"/>
          <p14:tracePt t="42289" x="1638300" y="2082800"/>
          <p14:tracePt t="42324" x="1676400" y="2076450"/>
          <p14:tracePt t="42356" x="1752600" y="2051050"/>
          <p14:tracePt t="42390" x="1835150" y="2038350"/>
          <p14:tracePt t="42422" x="1905000" y="2025650"/>
          <p14:tracePt t="42453" x="1949450" y="2019300"/>
          <p14:tracePt t="42486" x="1962150" y="2019300"/>
          <p14:tracePt t="42553" x="1968500" y="2012950"/>
          <p14:tracePt t="44164" x="2044700" y="2038350"/>
          <p14:tracePt t="44199" x="2222500" y="2044700"/>
          <p14:tracePt t="44232" x="2514600" y="2038350"/>
          <p14:tracePt t="44297" x="3486150" y="2089150"/>
          <p14:tracePt t="44330" x="3790950" y="2139950"/>
          <p14:tracePt t="44396" x="4133850" y="2146300"/>
          <p14:tracePt t="44417" x="4165600" y="2146300"/>
          <p14:tracePt t="44465" x="4171950" y="2146300"/>
          <p14:tracePt t="44529" x="4146550" y="2146300"/>
          <p14:tracePt t="45044" x="4349750" y="2146300"/>
          <p14:tracePt t="45077" x="4540250" y="2146300"/>
          <p14:tracePt t="45110" x="4984750" y="2114550"/>
          <p14:tracePt t="45143" x="5264150" y="2101850"/>
          <p14:tracePt t="45177" x="5530850" y="2095500"/>
          <p14:tracePt t="45198" x="5626100" y="2095500"/>
          <p14:tracePt t="45229" x="5676900" y="2095500"/>
          <p14:tracePt t="45293" x="5715000" y="2095500"/>
          <p14:tracePt t="46024" x="5822950" y="2120900"/>
          <p14:tracePt t="46058" x="5969000" y="2127250"/>
          <p14:tracePt t="46091" x="6191250" y="2108200"/>
          <p14:tracePt t="46124" x="6305550" y="2089150"/>
          <p14:tracePt t="46157" x="6350000" y="2082800"/>
          <p14:tracePt t="46190" x="6369050" y="2082800"/>
          <p14:tracePt t="46458" x="6419850" y="2082800"/>
          <p14:tracePt t="46491" x="6508750" y="2082800"/>
          <p14:tracePt t="46525" x="6559550" y="2082800"/>
          <p14:tracePt t="46572" x="6604000" y="2082800"/>
          <p14:tracePt t="46605" x="6610350" y="2082800"/>
          <p14:tracePt t="46771" x="6616700" y="2082800"/>
          <p14:tracePt t="46807" x="6629400" y="2082800"/>
          <p14:tracePt t="46839" x="6654800" y="2089150"/>
          <p14:tracePt t="46871" x="6718300" y="2101850"/>
          <p14:tracePt t="46937" x="6858000" y="2127250"/>
          <p14:tracePt t="47004" x="6953250" y="2146300"/>
          <p14:tracePt t="47037" x="6965950" y="2152650"/>
          <p14:tracePt t="47070" x="6972300" y="2152650"/>
          <p14:tracePt t="47120" x="6978650" y="2165350"/>
          <p14:tracePt t="47518" x="6997700" y="2165350"/>
          <p14:tracePt t="47552" x="7061200" y="2159000"/>
          <p14:tracePt t="47573" x="7150100" y="2152650"/>
          <p14:tracePt t="47621" x="7251700" y="2133600"/>
          <p14:tracePt t="47653" x="7321550" y="2127250"/>
          <p14:tracePt t="47718" x="7435850" y="2127250"/>
          <p14:tracePt t="47752" x="7493000" y="2127250"/>
          <p14:tracePt t="47818" x="7696200" y="2114550"/>
          <p14:tracePt t="47839" x="7753350" y="2108200"/>
          <p14:tracePt t="47872" x="7848600" y="2089150"/>
          <p14:tracePt t="47889" x="7886700" y="2089150"/>
          <p14:tracePt t="47919" x="7988300" y="2076450"/>
          <p14:tracePt t="47951" x="8089900" y="2076450"/>
          <p14:tracePt t="47984" x="8159750" y="2076450"/>
          <p14:tracePt t="48017" x="8229600" y="2070100"/>
          <p14:tracePt t="48051" x="8261350" y="2070100"/>
          <p14:tracePt t="48084" x="8312150" y="2070100"/>
          <p14:tracePt t="48105" x="8337550" y="2070100"/>
          <p14:tracePt t="48168" x="8420100" y="2082800"/>
          <p14:tracePt t="48185" x="8439150" y="2082800"/>
          <p14:tracePt t="48217" x="8496300" y="2095500"/>
          <p14:tracePt t="48235" x="8502650" y="2095500"/>
          <p14:tracePt t="48268" x="8515350" y="2095500"/>
          <p14:tracePt t="49329" x="8420100" y="2095500"/>
          <p14:tracePt t="49362" x="8051800" y="2082800"/>
          <p14:tracePt t="49396" x="7493000" y="2057400"/>
          <p14:tracePt t="49417" x="6991350" y="2025650"/>
          <p14:tracePt t="49450" x="6273800" y="1987550"/>
          <p14:tracePt t="49512" x="4946650" y="1898650"/>
          <p14:tracePt t="49578" x="4260850" y="1816100"/>
          <p14:tracePt t="49611" x="3848100" y="1644650"/>
          <p14:tracePt t="49645" x="3644900" y="1536700"/>
          <p14:tracePt t="49666" x="3606800" y="1511300"/>
          <p14:tracePt t="50064" x="3048000" y="1276350"/>
          <p14:tracePt t="50077" x="2940050" y="1244600"/>
          <p14:tracePt t="50110" x="2679700" y="1193800"/>
          <p14:tracePt t="50143" x="2489200" y="1162050"/>
          <p14:tracePt t="50176" x="2419350" y="1149350"/>
          <p14:tracePt t="50213" x="2362200" y="1143000"/>
          <p14:tracePt t="50247" x="2336800" y="1143000"/>
          <p14:tracePt t="50278" x="2317750" y="1143000"/>
          <p14:tracePt t="50309" x="2305050" y="1143000"/>
          <p14:tracePt t="50957" x="2330450" y="1162050"/>
          <p14:tracePt t="50990" x="2349500" y="1174750"/>
          <p14:tracePt t="51011" x="2374900" y="1181100"/>
          <p14:tracePt t="51073" x="2413000" y="1193800"/>
          <p14:tracePt t="51173" x="2438400" y="1193800"/>
          <p14:tracePt t="51206" x="2457450" y="1193800"/>
          <p14:tracePt t="51239" x="2520950" y="1174750"/>
          <p14:tracePt t="51273" x="2578100" y="1155700"/>
          <p14:tracePt t="51339" x="2628900" y="1136650"/>
          <p14:tracePt t="51389" x="2635250" y="1136650"/>
          <p14:tracePt t="51871" x="2641600" y="1136650"/>
          <p14:tracePt t="52568" x="2647950" y="1155700"/>
          <p14:tracePt t="52601" x="2654300" y="1168400"/>
          <p14:tracePt t="52637" x="2660650" y="1181100"/>
          <p14:tracePt t="52670" x="2692400" y="1200150"/>
          <p14:tracePt t="52717" x="2724150" y="1212850"/>
          <p14:tracePt t="52751" x="2755900" y="1212850"/>
          <p14:tracePt t="52784" x="2762250" y="1212850"/>
          <p14:tracePt t="52886" x="2768600" y="1212850"/>
          <p14:tracePt t="52950" x="2774950" y="1212850"/>
          <p14:tracePt t="52983" x="2787650" y="1212850"/>
          <p14:tracePt t="53069" x="2774950" y="1187450"/>
          <p14:tracePt t="53101" x="2768600" y="1174750"/>
          <p14:tracePt t="53136" x="2762250" y="1162050"/>
          <p14:tracePt t="53171" x="2755900" y="1149350"/>
          <p14:tracePt t="53205" x="2755900" y="1143000"/>
          <p14:tracePt t="53238" x="2755900" y="1136650"/>
          <p14:tracePt t="53270" x="2762250" y="1136650"/>
          <p14:tracePt t="53304" x="2768600" y="1136650"/>
          <p14:tracePt t="53348" x="2774950" y="1130300"/>
          <p14:tracePt t="53370" x="2781300" y="1123950"/>
          <p14:tracePt t="53403" x="2787650" y="1117600"/>
          <p14:tracePt t="53498" x="2794000" y="1130300"/>
          <p14:tracePt t="53531" x="2813050" y="1143000"/>
          <p14:tracePt t="53564" x="2844800" y="1187450"/>
          <p14:tracePt t="53598" x="2882900" y="1225550"/>
          <p14:tracePt t="53619" x="2901950" y="1238250"/>
          <p14:tracePt t="53652" x="2921000" y="1257300"/>
          <p14:tracePt t="53747" x="2933700" y="1263650"/>
          <p14:tracePt t="53815" x="2908300" y="1250950"/>
          <p14:tracePt t="53847" x="2851150" y="1231900"/>
          <p14:tracePt t="53880" x="2755900" y="1187450"/>
          <p14:tracePt t="53913" x="2660650" y="1149350"/>
          <p14:tracePt t="53949" x="2628900" y="1136650"/>
          <p14:tracePt t="53996" x="2616200" y="1136650"/>
          <p14:tracePt t="54112" x="2616200" y="1123950"/>
          <p14:tracePt t="54179" x="2616200" y="1117600"/>
          <p14:tracePt t="54245" x="2609850" y="1117600"/>
          <p14:tracePt t="54313" x="2609850" y="1123950"/>
          <p14:tracePt t="54362" x="2641600" y="1136650"/>
          <p14:tracePt t="54395" x="2686050" y="1136650"/>
          <p14:tracePt t="54428" x="2762250" y="1117600"/>
          <p14:tracePt t="54449" x="2787650" y="1111250"/>
          <p14:tracePt t="54512" x="2813050" y="1104900"/>
          <p14:tracePt t="54544" x="2819400" y="1104900"/>
          <p14:tracePt t="54627" x="2800350" y="1117600"/>
          <p14:tracePt t="54661" x="2787650" y="1123950"/>
          <p14:tracePt t="55491" x="3575050" y="1314450"/>
          <p14:tracePt t="55514" x="3829050" y="1346200"/>
          <p14:tracePt t="55543" x="4070350" y="1352550"/>
          <p14:tracePt t="55574" x="4254500" y="1333500"/>
          <p14:tracePt t="55607" x="4343400" y="1308100"/>
          <p14:tracePt t="55641" x="4464050" y="1270000"/>
          <p14:tracePt t="55674" x="4489450" y="1270000"/>
          <p14:tracePt t="55707" x="4495800" y="1270000"/>
          <p14:tracePt t="55773" x="4508500" y="1282700"/>
          <p14:tracePt t="55823" x="4692650" y="1409700"/>
          <p14:tracePt t="55857" x="4895850" y="1536700"/>
          <p14:tracePt t="55923" x="5384800" y="1758950"/>
          <p14:tracePt t="55959" x="5562600" y="1847850"/>
          <p14:tracePt t="55991" x="5651500" y="1892300"/>
          <p14:tracePt t="56026" x="5670550" y="1911350"/>
          <p14:tracePt t="56073" x="5734050" y="1936750"/>
          <p14:tracePt t="56106" x="5746750" y="1936750"/>
          <p14:tracePt t="56488" x="6070600" y="2032000"/>
          <p14:tracePt t="56521" x="6229350" y="2057400"/>
          <p14:tracePt t="56554" x="6273800" y="2051050"/>
          <p14:tracePt t="56588" x="6280150" y="2051050"/>
          <p14:tracePt t="56637" x="6292850" y="2044700"/>
          <p14:tracePt t="56671" x="6337300" y="2044700"/>
          <p14:tracePt t="56704" x="6388100" y="2044700"/>
          <p14:tracePt t="56737" x="6451600" y="2051050"/>
          <p14:tracePt t="56770" x="6508750" y="2051050"/>
          <p14:tracePt t="56792" x="6521450" y="2051050"/>
          <p14:tracePt t="56853" x="6534150" y="2051050"/>
          <p14:tracePt t="56919" x="6604000" y="2063750"/>
          <p14:tracePt t="56970" x="6756400" y="2070100"/>
          <p14:tracePt t="56988" x="6781800" y="2076450"/>
          <p14:tracePt t="57019" x="6800850" y="2076450"/>
          <p14:tracePt t="57085" x="6737350" y="2082800"/>
          <p14:tracePt t="57152" x="6635750" y="2120900"/>
          <p14:tracePt t="57185" x="6623050" y="2127250"/>
          <p14:tracePt t="57219" x="6616700" y="2133600"/>
          <p14:tracePt t="57252" x="6610350" y="2133600"/>
          <p14:tracePt t="57418" x="6604000" y="2139950"/>
          <p14:tracePt t="57886" x="6496050" y="2159000"/>
          <p14:tracePt t="57920" x="6286500" y="2184400"/>
          <p14:tracePt t="57954" x="6000750" y="2203450"/>
          <p14:tracePt t="57966" x="5937250" y="2203450"/>
          <p14:tracePt t="57999" x="5829300" y="2216150"/>
          <p14:tracePt t="58032" x="5784850" y="2216150"/>
          <p14:tracePt t="58066" x="5772150" y="2216150"/>
          <p14:tracePt t="58298" x="5981700" y="2216150"/>
          <p14:tracePt t="58331" x="6197600" y="2216150"/>
          <p14:tracePt t="58365" x="6356350" y="2216150"/>
          <p14:tracePt t="58399" x="6413500" y="2209800"/>
          <p14:tracePt t="58434" x="6426200" y="2203450"/>
          <p14:tracePt t="58664" x="6178550" y="2184400"/>
          <p14:tracePt t="58697" x="6000750" y="2190750"/>
          <p14:tracePt t="58730" x="5899150" y="2197100"/>
          <p14:tracePt t="58780" x="5854700" y="2197100"/>
          <p14:tracePt t="58830" x="5905500" y="2197100"/>
          <p14:tracePt t="58863" x="6007100" y="2190750"/>
          <p14:tracePt t="58885" x="6121400" y="2178050"/>
          <p14:tracePt t="58932" x="6356350" y="2165350"/>
          <p14:tracePt t="58964" x="6394450" y="2152650"/>
          <p14:tracePt t="58996" x="6400800" y="2152650"/>
          <p14:tracePt t="59095" x="6350000" y="2171700"/>
          <p14:tracePt t="59162" x="5949950" y="2241550"/>
          <p14:tracePt t="59195" x="5715000" y="2266950"/>
          <p14:tracePt t="59261" x="5638800" y="2266950"/>
          <p14:tracePt t="59311" x="5632450" y="2266950"/>
          <p14:tracePt t="59345" x="5715000" y="2254250"/>
          <p14:tracePt t="59394" x="5962650" y="2228850"/>
          <p14:tracePt t="59429" x="6254750" y="2209800"/>
          <p14:tracePt t="59464" x="6407150" y="2190750"/>
          <p14:tracePt t="59527" x="6464300" y="2171700"/>
          <p14:tracePt t="59627" x="6470650" y="2171700"/>
          <p14:tracePt t="59677" x="6407150" y="2184400"/>
          <p14:tracePt t="59698" x="6337300" y="2190750"/>
          <p14:tracePt t="59760" x="5949950" y="2209800"/>
          <p14:tracePt t="59826" x="5873750" y="2216150"/>
          <p14:tracePt t="59876" x="5943600" y="2228850"/>
          <p14:tracePt t="59895" x="5981700" y="2235200"/>
          <p14:tracePt t="59926" x="6191250" y="2247900"/>
          <p14:tracePt t="59959" x="6432550" y="2254250"/>
          <p14:tracePt t="59992" x="6578600" y="2266950"/>
          <p14:tracePt t="60059" x="6623050" y="2266950"/>
          <p14:tracePt t="60158" x="6629400" y="2260600"/>
          <p14:tracePt t="61091" x="6559550" y="2260600"/>
          <p14:tracePt t="61126" x="6299200" y="2298700"/>
          <p14:tracePt t="61159" x="5937250" y="2317750"/>
          <p14:tracePt t="61193" x="5156200" y="2381250"/>
          <p14:tracePt t="61226" x="4445000" y="2393950"/>
          <p14:tracePt t="61259" x="3765550" y="2330450"/>
          <p14:tracePt t="61307" x="3117850" y="2203450"/>
          <p14:tracePt t="61339" x="3022600" y="2184400"/>
          <p14:tracePt t="61703" x="2578100" y="2159000"/>
          <p14:tracePt t="61769" x="2260600" y="2095500"/>
          <p14:tracePt t="61803" x="2222500" y="2082800"/>
          <p14:tracePt t="61824" x="2222500" y="2076450"/>
          <p14:tracePt t="61857" x="2216150" y="2076450"/>
          <p14:tracePt t="61969" x="2216150" y="2082800"/>
          <p14:tracePt t="62021" x="2260600" y="2082800"/>
          <p14:tracePt t="62056" x="2425700" y="2051050"/>
          <p14:tracePt t="62090" x="2635250" y="2032000"/>
          <p14:tracePt t="62123" x="2863850" y="1993900"/>
          <p14:tracePt t="62168" x="2921000" y="1981200"/>
          <p14:tracePt t="62201" x="2927350" y="1981200"/>
          <p14:tracePt t="62235" x="2901950" y="2000250"/>
          <p14:tracePt t="62268" x="2832100" y="2032000"/>
          <p14:tracePt t="62301" x="2705100" y="2070100"/>
          <p14:tracePt t="62334" x="2514600" y="2095500"/>
          <p14:tracePt t="62367" x="2463800" y="2108200"/>
          <p14:tracePt t="62434" x="2444750" y="2108200"/>
          <p14:tracePt t="62633" x="2463800" y="2101850"/>
          <p14:tracePt t="62654" x="2489200" y="2082800"/>
          <p14:tracePt t="62700" x="2540000" y="2051050"/>
          <p14:tracePt t="62799" x="2552700" y="2051050"/>
          <p14:tracePt t="62833" x="2559050" y="2044700"/>
          <p14:tracePt t="62882" x="2546350" y="2044700"/>
          <p14:tracePt t="62965" x="2540000" y="2044700"/>
          <p14:tracePt t="63015" x="2527300" y="2051050"/>
          <p14:tracePt t="63081" x="2514600" y="2057400"/>
          <p14:tracePt t="64478" x="2514600" y="2076450"/>
          <p14:tracePt t="64543" x="2451100" y="2222500"/>
          <p14:tracePt t="64593" x="2413000" y="2324100"/>
          <p14:tracePt t="64627" x="2349500" y="2508250"/>
          <p14:tracePt t="64659" x="2317750" y="2609850"/>
          <p14:tracePt t="64693" x="2286000" y="2679700"/>
          <p14:tracePt t="64714" x="2286000" y="2730500"/>
          <p14:tracePt t="64776" x="2266950" y="2863850"/>
          <p14:tracePt t="64842" x="2241550" y="3009900"/>
          <p14:tracePt t="64908" x="2203450" y="3092450"/>
          <p14:tracePt t="64942" x="2190750" y="3098800"/>
          <p14:tracePt t="64995" x="2184400" y="3073400"/>
          <p14:tracePt t="65029" x="2184400" y="3067050"/>
          <p14:tracePt t="67616" x="2197100" y="3086100"/>
          <p14:tracePt t="67637" x="2247900" y="3092450"/>
          <p14:tracePt t="67682" x="2432050" y="3079750"/>
          <p14:tracePt t="67716" x="2571750" y="3016250"/>
          <p14:tracePt t="67749" x="2730500" y="2908300"/>
          <p14:tracePt t="67767" x="2743200" y="2889250"/>
          <p14:tracePt t="67799" x="2762250" y="2882900"/>
          <p14:tracePt t="67832" x="2762250" y="2876550"/>
          <p14:tracePt t="67857" x="2743200" y="2876550"/>
          <p14:tracePt t="67886" x="2711450" y="2876550"/>
          <p14:tracePt t="67948" x="2673350" y="2876550"/>
          <p14:tracePt t="68014" x="2660650" y="2876550"/>
          <p14:tracePt t="68048" x="2667000" y="2882900"/>
          <p14:tracePt t="68114" x="2800350" y="2921000"/>
          <p14:tracePt t="68136" x="3035300" y="2959100"/>
          <p14:tracePt t="68168" x="3340100" y="2984500"/>
          <p14:tracePt t="68202" x="3619500" y="2965450"/>
          <p14:tracePt t="68235" x="3867150" y="2959100"/>
          <p14:tracePt t="68280" x="3949700" y="2952750"/>
          <p14:tracePt t="68314" x="3962400" y="2952750"/>
          <p14:tracePt t="68347" x="3968750" y="2952750"/>
          <p14:tracePt t="68380" x="3981450" y="2952750"/>
          <p14:tracePt t="68812" x="4178300" y="2952750"/>
          <p14:tracePt t="68845" x="4292600" y="2952750"/>
          <p14:tracePt t="68881" x="4368800" y="2933700"/>
          <p14:tracePt t="68916" x="4451350" y="2914650"/>
          <p14:tracePt t="68981" x="4470400" y="2908300"/>
          <p14:tracePt t="69028" x="4476750" y="2908300"/>
          <p14:tracePt t="69081" x="4502150" y="2901950"/>
          <p14:tracePt t="69113" x="4546600" y="2895600"/>
          <p14:tracePt t="69147" x="4673600" y="2882900"/>
          <p14:tracePt t="69179" x="4749800" y="2870200"/>
          <p14:tracePt t="69215" x="4845050" y="2863850"/>
          <p14:tracePt t="69248" x="4933950" y="2863850"/>
          <p14:tracePt t="69282" x="5048250" y="2876550"/>
          <p14:tracePt t="69315" x="5213350" y="2901950"/>
          <p14:tracePt t="69360" x="5562600" y="2940050"/>
          <p14:tracePt t="69393" x="5886450" y="2940050"/>
          <p14:tracePt t="69426" x="6216650" y="2946400"/>
          <p14:tracePt t="69447" x="6432550" y="2946400"/>
          <p14:tracePt t="69481" x="6813550" y="2978150"/>
          <p14:tracePt t="69514" x="7086600" y="2990850"/>
          <p14:tracePt t="69547" x="7251700" y="2978150"/>
          <p14:tracePt t="69594" x="7289800" y="2971800"/>
          <p14:tracePt t="69625" x="7283450" y="2946400"/>
          <p14:tracePt t="69958" x="7372350" y="2952750"/>
          <p14:tracePt t="69980" x="7486650" y="2971800"/>
          <p14:tracePt t="70013" x="7785100" y="2959100"/>
          <p14:tracePt t="70074" x="8134350" y="2901950"/>
          <p14:tracePt t="70141" x="8204200" y="2889250"/>
          <p14:tracePt t="70174" x="8235950" y="2889250"/>
          <p14:tracePt t="70207" x="8261350" y="2895600"/>
          <p14:tracePt t="70240" x="8274050" y="2908300"/>
          <p14:tracePt t="70273" x="8305800" y="2914650"/>
          <p14:tracePt t="70340" x="8337550" y="2921000"/>
          <p14:tracePt t="70390" x="8356600" y="2927350"/>
          <p14:tracePt t="70423" x="8369300" y="2927350"/>
          <p14:tracePt t="70473" x="8375650" y="2927350"/>
          <p14:tracePt t="70525" x="8382000" y="2927350"/>
          <p14:tracePt t="70589" x="8388350" y="2927350"/>
          <p14:tracePt t="71669" x="8299450" y="2965450"/>
          <p14:tracePt t="71702" x="7893050" y="3086100"/>
          <p14:tracePt t="71735" x="7416800" y="3225800"/>
          <p14:tracePt t="71768" x="7042150" y="3308350"/>
          <p14:tracePt t="71801" x="6642100" y="3384550"/>
          <p14:tracePt t="71823" x="6394450" y="3448050"/>
          <p14:tracePt t="71884" x="5600700" y="3721100"/>
          <p14:tracePt t="71951" x="5283200" y="3771900"/>
          <p14:tracePt t="72366" x="4781550" y="3568700"/>
          <p14:tracePt t="72416" x="3778250" y="3257550"/>
          <p14:tracePt t="72482" x="2882900" y="3016250"/>
          <p14:tracePt t="72532" x="2508250" y="2984500"/>
          <p14:tracePt t="72566" x="2432050" y="2984500"/>
          <p14:tracePt t="72599" x="2393950" y="3009900"/>
          <p14:tracePt t="72621" x="2393950" y="3003550"/>
          <p14:tracePt t="72668" x="2400300" y="2971800"/>
          <p14:tracePt t="72981" x="2444750" y="3048000"/>
          <p14:tracePt t="73014" x="2495550" y="3162300"/>
          <p14:tracePt t="73050" x="2578100" y="3384550"/>
          <p14:tracePt t="73083" x="2628900" y="3530600"/>
          <p14:tracePt t="73100" x="2717800" y="3759200"/>
          <p14:tracePt t="73131" x="2794000" y="3937000"/>
          <p14:tracePt t="73151" x="2832100" y="4025900"/>
          <p14:tracePt t="73213" x="2870200" y="4102100"/>
          <p14:tracePt t="73296" x="2876550" y="4108450"/>
          <p14:tracePt t="73430" x="2876550" y="4133850"/>
          <p14:tracePt t="73479" x="2908300" y="4286250"/>
          <p14:tracePt t="73515" x="2959100" y="4533900"/>
          <p14:tracePt t="73547" x="3041650" y="4838700"/>
          <p14:tracePt t="73579" x="3111500" y="5073650"/>
          <p14:tracePt t="73599" x="3143250" y="5168900"/>
          <p14:tracePt t="73630" x="3149600" y="5175250"/>
          <p14:tracePt t="73662" x="3162300" y="5162550"/>
          <p14:tracePt t="73695" x="3168650" y="5130800"/>
          <p14:tracePt t="73731" x="3149600" y="5022850"/>
          <p14:tracePt t="73763" x="3130550" y="4762500"/>
          <p14:tracePt t="73828" x="3105150" y="4083050"/>
          <p14:tracePt t="73894" x="3136900" y="3670300"/>
          <p14:tracePt t="73927" x="3136900" y="3651250"/>
          <p14:tracePt t="74127" x="3136900" y="3663950"/>
          <p14:tracePt t="74160" x="3143250" y="3676650"/>
          <p14:tracePt t="74182" x="3155950" y="3708400"/>
          <p14:tracePt t="74215" x="3168650" y="3733800"/>
          <p14:tracePt t="74260" x="3213100" y="3848100"/>
          <p14:tracePt t="74326" x="3251200" y="4064000"/>
          <p14:tracePt t="74359" x="3257550" y="4127500"/>
          <p14:tracePt t="74426" x="3263900" y="4146550"/>
          <p14:tracePt t="74675" x="3257550" y="4140200"/>
          <p14:tracePt t="74708" x="3244850" y="4133850"/>
          <p14:tracePt t="74741" x="3232150" y="4076700"/>
          <p14:tracePt t="74775" x="3200400" y="3962400"/>
          <p14:tracePt t="74808" x="3117850" y="3746500"/>
          <p14:tracePt t="74874" x="3060700" y="3543300"/>
          <p14:tracePt t="74941" x="3048000" y="3517900"/>
          <p14:tracePt t="75027" x="3048000" y="3511550"/>
          <p14:tracePt t="75093" x="3048000" y="3498850"/>
          <p14:tracePt t="75108" x="3054350" y="3486150"/>
          <p14:tracePt t="75140" x="3067050" y="3454400"/>
          <p14:tracePt t="75173" x="3092450" y="3403600"/>
          <p14:tracePt t="75207" x="3175000" y="3321050"/>
          <p14:tracePt t="75228" x="3251200" y="3276600"/>
          <p14:tracePt t="75273" x="3467100" y="3213100"/>
          <p14:tracePt t="75339" x="3898900" y="3187700"/>
          <p14:tracePt t="75373" x="4038600" y="3187700"/>
          <p14:tracePt t="75439" x="4114800" y="3187700"/>
          <p14:tracePt t="75705" x="3962400" y="3187700"/>
          <p14:tracePt t="75738" x="3822700" y="3187700"/>
          <p14:tracePt t="75771" x="3587750" y="3187700"/>
          <p14:tracePt t="75804" x="3530600" y="3187700"/>
          <p14:tracePt t="75854" x="3511550" y="3187700"/>
          <p14:tracePt t="75921" x="3740150" y="3200400"/>
          <p14:tracePt t="75954" x="4019550" y="3200400"/>
          <p14:tracePt t="75987" x="4324350" y="3168650"/>
          <p14:tracePt t="76020" x="4559300" y="3117850"/>
          <p14:tracePt t="76053" x="4679950" y="3092450"/>
          <p14:tracePt t="76087" x="4705350" y="3086100"/>
          <p14:tracePt t="76121" x="4711700" y="3086100"/>
          <p14:tracePt t="76203" x="4718050" y="3086100"/>
          <p14:tracePt t="76236" x="4699000" y="3079750"/>
          <p14:tracePt t="76269" x="4692650" y="3079750"/>
          <p14:tracePt t="76554" x="4362450" y="3105150"/>
          <p14:tracePt t="76574" x="4146550" y="3117850"/>
          <p14:tracePt t="76606" x="3892550" y="3149600"/>
          <p14:tracePt t="76624" x="3797300" y="3149600"/>
          <p14:tracePt t="76656" x="3759200" y="3136900"/>
          <p14:tracePt t="76689" x="3752850" y="3136900"/>
          <p14:tracePt t="76887" x="3917950" y="3060700"/>
          <p14:tracePt t="76922" x="4210050" y="2882900"/>
          <p14:tracePt t="76955" x="4375150" y="2717800"/>
          <p14:tracePt t="76988" x="4368800" y="2660650"/>
          <p14:tracePt t="77022" x="4254500" y="2559050"/>
          <p14:tracePt t="77033" x="4210050" y="2520950"/>
          <p14:tracePt t="77100" x="3886200" y="2330450"/>
          <p14:tracePt t="77133" x="3810000" y="2292350"/>
          <p14:tracePt t="77137" x="3778250" y="2286000"/>
          <p14:tracePt t="77166" x="3721100" y="2254250"/>
          <p14:tracePt t="77233" x="3689350" y="2241550"/>
          <p14:tracePt t="77316" x="3689350" y="2254250"/>
          <p14:tracePt t="77649" x="3683000" y="2247900"/>
          <p14:tracePt t="77685" x="3587750" y="2139950"/>
          <p14:tracePt t="77731" x="3416300" y="2006600"/>
          <p14:tracePt t="77797" x="3098800" y="1676400"/>
          <p14:tracePt t="77847" x="3022600" y="1587500"/>
          <p14:tracePt t="77870" x="3016250" y="1581150"/>
          <p14:tracePt t="77916" x="2997200" y="1562100"/>
          <p14:tracePt t="77949" x="2990850" y="1555750"/>
          <p14:tracePt t="78066" x="2990850" y="1562100"/>
          <p14:tracePt t="78098" x="3003550" y="1587500"/>
          <p14:tracePt t="78130" x="3028950" y="1638300"/>
          <p14:tracePt t="78149" x="3086100" y="1727200"/>
          <p14:tracePt t="78168" x="3149600" y="1854200"/>
          <p14:tracePt t="78213" x="3321050" y="2152650"/>
          <p14:tracePt t="78246" x="3454400" y="2393950"/>
          <p14:tracePt t="78279" x="3511550" y="2470150"/>
          <p14:tracePt t="78312" x="3517900" y="2489200"/>
          <p14:tracePt t="78365" x="3524250" y="2495550"/>
          <p14:tracePt t="78529" x="3549650" y="2438400"/>
          <p14:tracePt t="78594" x="3587750" y="2216150"/>
          <p14:tracePt t="78628" x="3606800" y="1987550"/>
          <p14:tracePt t="78661" x="3613150" y="1917700"/>
          <p14:tracePt t="78696" x="3613150" y="1892300"/>
          <p14:tracePt t="78827" x="3613150" y="1879600"/>
          <p14:tracePt t="78860" x="3606800" y="1847850"/>
          <p14:tracePt t="78893" x="3600450" y="1797050"/>
          <p14:tracePt t="78927" x="3600450" y="1714500"/>
          <p14:tracePt t="78948" x="3594100" y="1689100"/>
          <p14:tracePt t="79010" x="3587750" y="1663700"/>
          <p14:tracePt t="79076" x="3587750" y="1657350"/>
          <p14:tracePt t="79176" x="3587750" y="1720850"/>
          <p14:tracePt t="79229" x="3638550" y="2178050"/>
          <p14:tracePt t="79261" x="3683000" y="2520950"/>
          <p14:tracePt t="79292" x="3746500" y="2806700"/>
          <p14:tracePt t="79326" x="3810000" y="3009900"/>
          <p14:tracePt t="79359" x="3860800" y="3105150"/>
          <p14:tracePt t="79392" x="3905250" y="3149600"/>
          <p14:tracePt t="79425" x="3930650" y="3175000"/>
          <p14:tracePt t="79458" x="3981450" y="3213100"/>
          <p14:tracePt t="79479" x="4013200" y="3238500"/>
          <p14:tracePt t="79541" x="4114800" y="3346450"/>
          <p14:tracePt t="79608" x="4178300" y="3346450"/>
          <p14:tracePt t="79674" x="4337050" y="3327400"/>
          <p14:tracePt t="79709" x="4413250" y="3308350"/>
          <p14:tracePt t="79760" x="4527550" y="3270250"/>
          <p14:tracePt t="79795" x="4578350" y="3251200"/>
          <p14:tracePt t="79828" x="4616450" y="3238500"/>
          <p14:tracePt t="79862" x="4660900" y="3225800"/>
          <p14:tracePt t="79907" x="4711700" y="3206750"/>
          <p14:tracePt t="79940" x="4730750" y="3200400"/>
          <p14:tracePt t="79974" x="4737100" y="3200400"/>
          <p14:tracePt t="80023" x="4737100" y="3194050"/>
          <p14:tracePt t="80073" x="4737100" y="3187700"/>
          <p14:tracePt t="80840" x="4762500" y="3187700"/>
          <p14:tracePt t="80903" x="4927600" y="3187700"/>
          <p14:tracePt t="80970" x="5016500" y="3187700"/>
          <p14:tracePt t="81020" x="5016500" y="3194050"/>
          <p14:tracePt t="81203" x="5022850" y="3194050"/>
          <p14:tracePt t="81252" x="5187950" y="3187700"/>
          <p14:tracePt t="81285" x="5359400" y="3168650"/>
          <p14:tracePt t="81307" x="5403850" y="3162300"/>
          <p14:tracePt t="81340" x="5435600" y="3155950"/>
          <p14:tracePt t="81402" x="5441950" y="3149600"/>
          <p14:tracePt t="81468" x="5435600" y="3162300"/>
          <p14:tracePt t="81518" x="5353050" y="3175000"/>
          <p14:tracePt t="81551" x="5245100" y="3187700"/>
          <p14:tracePt t="81573" x="5149850" y="3200400"/>
          <p14:tracePt t="81605" x="5041900" y="3219450"/>
          <p14:tracePt t="81639" x="4984750" y="3238500"/>
          <p14:tracePt t="81673" x="4965700" y="3238500"/>
          <p14:tracePt t="81750" x="5029200" y="3238500"/>
          <p14:tracePt t="81784" x="5194300" y="3238500"/>
          <p14:tracePt t="81817" x="5441950" y="3206750"/>
          <p14:tracePt t="81835" x="5473700" y="3200400"/>
          <p14:tracePt t="81870" x="5499100" y="3194050"/>
          <p14:tracePt t="81936" x="5448300" y="3194050"/>
          <p14:tracePt t="81971" x="5264150" y="3194050"/>
          <p14:tracePt t="82004" x="5048250" y="3206750"/>
          <p14:tracePt t="82037" x="4787900" y="3206750"/>
          <p14:tracePt t="82071" x="4660900" y="3213100"/>
          <p14:tracePt t="82088" x="4629150" y="3219450"/>
          <p14:tracePt t="82133" x="4591050" y="3232150"/>
          <p14:tracePt t="82199" x="4597400" y="3232150"/>
          <p14:tracePt t="82249" x="4699000" y="3232150"/>
          <p14:tracePt t="82282" x="4914900" y="3219450"/>
          <p14:tracePt t="82315" x="5194300" y="3213100"/>
          <p14:tracePt t="82348" x="5391150" y="3194050"/>
          <p14:tracePt t="82370" x="5422900" y="3181350"/>
          <p14:tracePt t="82403" x="5441950" y="3181350"/>
          <p14:tracePt t="82498" x="5416550" y="3175000"/>
          <p14:tracePt t="82531" x="5276850" y="3175000"/>
          <p14:tracePt t="82598" x="4743450" y="3181350"/>
          <p14:tracePt t="82619" x="4648200" y="3187700"/>
          <p14:tracePt t="82664" x="4578350" y="3194050"/>
          <p14:tracePt t="82731" x="4578350" y="3200400"/>
          <p14:tracePt t="82764" x="4648200" y="3194050"/>
          <p14:tracePt t="82797" x="4851400" y="3175000"/>
          <p14:tracePt t="82830" x="5168900" y="3149600"/>
          <p14:tracePt t="82864" x="5314950" y="3117850"/>
          <p14:tracePt t="82896" x="5416550" y="3098800"/>
          <p14:tracePt t="82932" x="5422900" y="3098800"/>
          <p14:tracePt t="83013" x="5422900" y="3105150"/>
          <p14:tracePt t="83065" x="5410200" y="3111500"/>
          <p14:tracePt t="83112" x="5403850" y="3117850"/>
          <p14:tracePt t="83146" x="5391150" y="3130550"/>
          <p14:tracePt t="83167" x="5384800" y="3136900"/>
          <p14:tracePt t="83217" x="5327650" y="3168650"/>
          <p14:tracePt t="83247" x="5245100" y="3206750"/>
          <p14:tracePt t="83279" x="5162550" y="3232150"/>
          <p14:tracePt t="83312" x="5118100" y="3244850"/>
          <p14:tracePt t="83345" x="5092700" y="3244850"/>
          <p14:tracePt t="83378" x="5086350" y="3244850"/>
          <p14:tracePt t="83447" x="5092700" y="3244850"/>
          <p14:tracePt t="83480" x="5105400" y="3244850"/>
          <p14:tracePt t="83511" x="5118100" y="3244850"/>
          <p14:tracePt t="83544" x="5130800" y="3244850"/>
          <p14:tracePt t="83577" x="5175250" y="3244850"/>
          <p14:tracePt t="83611" x="5245100" y="3238500"/>
          <p14:tracePt t="83644" x="5334000" y="3219450"/>
          <p14:tracePt t="83694" x="5441950" y="3206750"/>
          <p14:tracePt t="83714" x="5473700" y="3206750"/>
          <p14:tracePt t="83747" x="5492750" y="3200400"/>
          <p14:tracePt t="83779" x="5505450" y="3200400"/>
          <p14:tracePt t="83943" x="5511800" y="3194050"/>
          <p14:tracePt t="84042" x="5530850" y="3194050"/>
          <p14:tracePt t="84109" x="5588000" y="3187700"/>
          <p14:tracePt t="84175" x="5702300" y="3181350"/>
          <p14:tracePt t="84225" x="5810250" y="3175000"/>
          <p14:tracePt t="84275" x="5873750" y="3175000"/>
          <p14:tracePt t="84311" x="5886450" y="3175000"/>
          <p14:tracePt t="85109" x="5645150" y="3251200"/>
          <p14:tracePt t="85155" x="5238750" y="3378200"/>
          <p14:tracePt t="85189" x="4876800" y="3505200"/>
          <p14:tracePt t="85222" x="4381500" y="3708400"/>
          <p14:tracePt t="85244" x="4216400" y="3778250"/>
          <p14:tracePt t="85277" x="4102100" y="3873500"/>
          <p14:tracePt t="85307" x="4089400" y="3892550"/>
          <p14:tracePt t="85355" x="4102100" y="3898900"/>
          <p14:tracePt t="85803" x="3968750" y="3873500"/>
          <p14:tracePt t="85824" x="3898900" y="3867150"/>
          <p14:tracePt t="85870" x="3733800" y="3848100"/>
          <p14:tracePt t="85920" x="3663950" y="3835400"/>
          <p14:tracePt t="85969" x="3657600" y="3835400"/>
          <p14:tracePt t="86019" x="3651250" y="3835400"/>
          <p14:tracePt t="86252" x="3651250" y="3829050"/>
          <p14:tracePt t="86351" x="3638550" y="3816350"/>
          <p14:tracePt t="86385" x="3587750" y="3790950"/>
          <p14:tracePt t="86451" x="3289300" y="3708400"/>
          <p14:tracePt t="86517" x="2882900" y="3708400"/>
          <p14:tracePt t="86584" x="2717800" y="3790950"/>
          <p14:tracePt t="86605" x="2705100" y="3797300"/>
          <p14:tracePt t="86638" x="2686050" y="3810000"/>
          <p14:tracePt t="86671" x="2673350" y="3803650"/>
          <p14:tracePt t="87049" x="2501900" y="3841750"/>
          <p14:tracePt t="87082" x="2432050" y="3854450"/>
          <p14:tracePt t="87115" x="2368550" y="3867150"/>
          <p14:tracePt t="87148" x="2298700" y="3879850"/>
          <p14:tracePt t="87215" x="2273300" y="3879850"/>
          <p14:tracePt t="87381" x="2298700" y="3867150"/>
          <p14:tracePt t="87417" x="2317750" y="3854450"/>
          <p14:tracePt t="87481" x="2406650" y="3829050"/>
          <p14:tracePt t="87547" x="2616200" y="3810000"/>
          <p14:tracePt t="87613" x="2768600" y="3790950"/>
          <p14:tracePt t="87647" x="2806700" y="3784600"/>
          <p14:tracePt t="87748" x="2813050" y="3784600"/>
          <p14:tracePt t="87846" x="2819400" y="3784600"/>
          <p14:tracePt t="87879" x="2838450" y="3790950"/>
          <p14:tracePt t="87913" x="2863850" y="3790950"/>
          <p14:tracePt t="87934" x="2889250" y="3790950"/>
          <p14:tracePt t="87967" x="2933700" y="3797300"/>
          <p14:tracePt t="88000" x="2971800" y="3803650"/>
          <p14:tracePt t="88045" x="2984500" y="3803650"/>
          <p14:tracePt t="88112" x="2997200" y="3803650"/>
          <p14:tracePt t="88195" x="3003550" y="3803650"/>
          <p14:tracePt t="88231" x="3009900" y="3803650"/>
          <p14:tracePt t="88281" x="3016250" y="3803650"/>
          <p14:tracePt t="88328" x="3041650" y="3803650"/>
          <p14:tracePt t="88361" x="3067050" y="3803650"/>
          <p14:tracePt t="88394" x="3155950" y="3797300"/>
          <p14:tracePt t="88416" x="3232150" y="3797300"/>
          <p14:tracePt t="88449" x="3365500" y="3803650"/>
          <p14:tracePt t="88494" x="3562350" y="3803650"/>
          <p14:tracePt t="88543" x="3733800" y="3803650"/>
          <p14:tracePt t="88610" x="3752850" y="3803650"/>
          <p14:tracePt t="88676" x="3746500" y="3803650"/>
          <p14:tracePt t="89092" x="3898900" y="3803650"/>
          <p14:tracePt t="89125" x="4000500" y="3784600"/>
          <p14:tracePt t="89158" x="4083050" y="3746500"/>
          <p14:tracePt t="89192" x="4171950" y="3689350"/>
          <p14:tracePt t="89225" x="4191000" y="3657600"/>
          <p14:tracePt t="89243" x="4197350" y="3619500"/>
          <p14:tracePt t="89291" x="4165600" y="3587750"/>
          <p14:tracePt t="89358" x="3911600" y="3594100"/>
          <p14:tracePt t="89424" x="3625850" y="3714750"/>
          <p14:tracePt t="89490" x="3606800" y="3829050"/>
          <p14:tracePt t="89512" x="3644900" y="3879850"/>
          <p14:tracePt t="89542" x="3746500" y="3975100"/>
          <p14:tracePt t="89574" x="3822700" y="4013200"/>
          <p14:tracePt t="89607" x="3962400" y="4038600"/>
          <p14:tracePt t="89640" x="4064000" y="4006850"/>
          <p14:tracePt t="89673" x="4133850" y="3943350"/>
          <p14:tracePt t="89706" x="4165600" y="3898900"/>
          <p14:tracePt t="89740" x="4171950" y="3886200"/>
          <p14:tracePt t="89776" x="4178300" y="3879850"/>
          <p14:tracePt t="89942" x="4203700" y="3886200"/>
          <p14:tracePt t="89989" x="4324350" y="3892550"/>
          <p14:tracePt t="90022" x="4552950" y="3911600"/>
          <p14:tracePt t="90058" x="4895850" y="3924300"/>
          <p14:tracePt t="90122" x="5473700" y="3879850"/>
          <p14:tracePt t="90172" x="5543550" y="3860800"/>
          <p14:tracePt t="90238" x="5543550" y="3854450"/>
          <p14:tracePt t="90387" x="5543550" y="3860800"/>
          <p14:tracePt t="90421" x="5562600" y="3860800"/>
          <p14:tracePt t="90454" x="5588000" y="3860800"/>
          <p14:tracePt t="90487" x="5632450" y="3848100"/>
          <p14:tracePt t="90520" x="5664200" y="3797300"/>
          <p14:tracePt t="90542" x="5651500" y="3752850"/>
          <p14:tracePt t="90573" x="5556250" y="3695700"/>
          <p14:tracePt t="90636" x="5295900" y="3689350"/>
          <p14:tracePt t="90687" x="5207000" y="3765550"/>
          <p14:tracePt t="90753" x="5245100" y="3810000"/>
          <p14:tracePt t="90802" x="5511800" y="3854450"/>
          <p14:tracePt t="90821" x="5645150" y="3835400"/>
          <p14:tracePt t="90856" x="5810250" y="3765550"/>
          <p14:tracePt t="90919" x="5829300" y="3695700"/>
          <p14:tracePt t="90985" x="5664200" y="3530600"/>
          <p14:tracePt t="91035" x="5384800" y="3536950"/>
          <p14:tracePt t="91056" x="5270500" y="3600450"/>
          <p14:tracePt t="91090" x="5130800" y="3714750"/>
          <p14:tracePt t="91120" x="5086350" y="3771900"/>
          <p14:tracePt t="91185" x="5137150" y="3848100"/>
          <p14:tracePt t="91218" x="5245100" y="3898900"/>
          <p14:tracePt t="91284" x="5645150" y="3854450"/>
          <p14:tracePt t="91317" x="5721350" y="3822700"/>
          <p14:tracePt t="91337" x="5727700" y="3816350"/>
          <p14:tracePt t="91355" x="5734050" y="3810000"/>
          <p14:tracePt t="91417" x="5746750" y="3810000"/>
          <p14:tracePt t="91517" x="5740400" y="3803650"/>
          <p14:tracePt t="91833" x="5683250" y="3803650"/>
          <p14:tracePt t="91866" x="5213350" y="3829050"/>
          <p14:tracePt t="91899" x="4622800" y="3892550"/>
          <p14:tracePt t="91965" x="3708400" y="3994150"/>
          <p14:tracePt t="92032" x="3448050" y="4032250"/>
          <p14:tracePt t="92231" x="3403600" y="4044950"/>
          <p14:tracePt t="92281" x="3276600" y="4083050"/>
          <p14:tracePt t="92314" x="3219450" y="4102100"/>
          <p14:tracePt t="92347" x="3206750" y="4102100"/>
          <p14:tracePt t="92382" x="3244850" y="4076700"/>
          <p14:tracePt t="92399" x="3270250" y="4057650"/>
          <p14:tracePt t="92433" x="3397250" y="3968750"/>
          <p14:tracePt t="92497" x="3517900" y="3879850"/>
          <p14:tracePt t="92563" x="3530600" y="3873500"/>
          <p14:tracePt t="92682" x="3530600" y="3867150"/>
          <p14:tracePt t="92730" x="3505200" y="3854450"/>
          <p14:tracePt t="92763" x="3486150" y="3848100"/>
          <p14:tracePt t="92795" x="3473450" y="3848100"/>
          <p14:tracePt t="92846" x="3460750" y="3848100"/>
          <p14:tracePt t="92912" x="3467100" y="3835400"/>
          <p14:tracePt t="92933" x="3498850" y="3822700"/>
          <p14:tracePt t="92995" x="3822700" y="3632200"/>
          <p14:tracePt t="93028" x="3873500" y="3575050"/>
          <p14:tracePt t="93061" x="3822700" y="3549650"/>
          <p14:tracePt t="93095" x="3663950" y="3543300"/>
          <p14:tracePt t="93129" x="3416300" y="3625850"/>
          <p14:tracePt t="93162" x="3340100" y="3663950"/>
          <p14:tracePt t="93212" x="3314700" y="3695700"/>
          <p14:tracePt t="93245" x="3314700" y="3702050"/>
          <p14:tracePt t="93278" x="3365500" y="3714750"/>
          <p14:tracePt t="93311" x="3524250" y="3727450"/>
          <p14:tracePt t="93347" x="3848100" y="3746500"/>
          <p14:tracePt t="93382" x="3994150" y="3708400"/>
          <p14:tracePt t="93415" x="4057650" y="3683000"/>
          <p14:tracePt t="93480" x="4051300" y="3670300"/>
          <p14:tracePt t="93514" x="4006850" y="3657600"/>
          <p14:tracePt t="93548" x="3860800" y="3676650"/>
          <p14:tracePt t="93581" x="3708400" y="3740150"/>
          <p14:tracePt t="93614" x="3587750" y="3829050"/>
          <p14:tracePt t="93648" x="3517900" y="3886200"/>
          <p14:tracePt t="93693" x="3524250" y="3892550"/>
          <p14:tracePt t="93729" x="3587750" y="3911600"/>
          <p14:tracePt t="93762" x="3714750" y="3905250"/>
          <p14:tracePt t="93825" x="3867150" y="3873500"/>
          <p14:tracePt t="93892" x="3892550" y="3848100"/>
          <p14:tracePt t="93958" x="3911600" y="3841750"/>
          <p14:tracePt t="93992" x="3943350" y="3841750"/>
          <p14:tracePt t="94028" x="4089400" y="3848100"/>
          <p14:tracePt t="94091" x="4800600" y="3848100"/>
          <p14:tracePt t="94158" x="5359400" y="3771900"/>
          <p14:tracePt t="94224" x="5391150" y="3771900"/>
          <p14:tracePt t="94257" x="5397500" y="3765550"/>
          <p14:tracePt t="94291" x="5403850" y="3759200"/>
          <p14:tracePt t="94374" x="5391150" y="3746500"/>
          <p14:tracePt t="94409" x="5321300" y="3740150"/>
          <p14:tracePt t="94440" x="5099050" y="3740150"/>
          <p14:tracePt t="94473" x="4730750" y="3765550"/>
          <p14:tracePt t="94506" x="4210050" y="3829050"/>
          <p14:tracePt t="94528" x="4006850" y="3860800"/>
          <p14:tracePt t="94561" x="3778250" y="3898900"/>
          <p14:tracePt t="94607" x="3746500" y="3898900"/>
          <p14:tracePt t="94673" x="3740150" y="3898900"/>
          <p14:tracePt t="94890" x="3784600" y="3892550"/>
          <p14:tracePt t="94922" x="4070350" y="3848100"/>
          <p14:tracePt t="94955" x="4616450" y="3784600"/>
          <p14:tracePt t="94988" x="4921250" y="3752850"/>
          <p14:tracePt t="95021" x="5067300" y="3746500"/>
          <p14:tracePt t="95055" x="5099050" y="3733800"/>
          <p14:tracePt t="95288" x="4756150" y="3759200"/>
          <p14:tracePt t="95323" x="4286250" y="3803650"/>
          <p14:tracePt t="95370" x="3759200" y="3854450"/>
          <p14:tracePt t="95404" x="3651250" y="3854450"/>
          <p14:tracePt t="95470" x="3632200" y="3854450"/>
          <p14:tracePt t="95702" x="3638550" y="3854450"/>
          <p14:tracePt t="95769" x="3644900" y="3848100"/>
          <p14:tracePt t="95835" x="3651250" y="3848100"/>
          <p14:tracePt t="96284" x="3606800" y="3867150"/>
          <p14:tracePt t="96320" x="3479800" y="3930650"/>
          <p14:tracePt t="96352" x="3327400" y="3975100"/>
          <p14:tracePt t="96387" x="3136900" y="4019550"/>
          <p14:tracePt t="96419" x="2895600" y="4083050"/>
          <p14:tracePt t="96452" x="2787650" y="4108450"/>
          <p14:tracePt t="96486" x="2730500" y="4121150"/>
          <p14:tracePt t="96522" x="2705100" y="4127500"/>
          <p14:tracePt t="96585" x="2705100" y="4133850"/>
          <p14:tracePt t="96669" x="2705100" y="4140200"/>
          <p14:tracePt t="96701" x="2698750" y="4152900"/>
          <p14:tracePt t="96732" x="2698750" y="4165600"/>
          <p14:tracePt t="96765" x="2698750" y="4184650"/>
          <p14:tracePt t="96799" x="2698750" y="4248150"/>
          <p14:tracePt t="96832" x="2705100" y="4311650"/>
          <p14:tracePt t="96865" x="2724150" y="4349750"/>
          <p14:tracePt t="96886" x="2743200" y="4368800"/>
          <p14:tracePt t="96917" x="2774950" y="4368800"/>
          <p14:tracePt t="96948" x="2813050" y="4356100"/>
          <p14:tracePt t="96982" x="2882900" y="4279900"/>
          <p14:tracePt t="97015" x="2921000" y="4210050"/>
          <p14:tracePt t="97048" x="2959100" y="4108450"/>
          <p14:tracePt t="97081" x="2997200" y="3987800"/>
          <p14:tracePt t="97114" x="3016250" y="3937000"/>
          <p14:tracePt t="97135" x="3016250" y="3924300"/>
          <p14:tracePt t="97413" x="2921000" y="4051300"/>
          <p14:tracePt t="97432" x="2832100" y="4152900"/>
          <p14:tracePt t="97465" x="2736850" y="4267200"/>
          <p14:tracePt t="97499" x="2679700" y="4330700"/>
          <p14:tracePt t="97513" x="2679700" y="4337050"/>
          <p14:tracePt t="97531" x="2679700" y="4343400"/>
          <p14:tracePt t="97613" x="2749550" y="4343400"/>
          <p14:tracePt t="97645" x="2933700" y="4305300"/>
          <p14:tracePt t="97667" x="3168650" y="4235450"/>
          <p14:tracePt t="97684" x="3251200" y="4203700"/>
          <p14:tracePt t="97714" x="3479800" y="4114800"/>
          <p14:tracePt t="97745" x="3606800" y="4044950"/>
          <p14:tracePt t="97778" x="3638550" y="4019550"/>
          <p14:tracePt t="98410" x="3422650" y="3905250"/>
          <p14:tracePt t="98443" x="3130550" y="3746500"/>
          <p14:tracePt t="98464" x="2844800" y="3575050"/>
          <p14:tracePt t="98510" x="2032000" y="2940050"/>
          <p14:tracePt t="98543" x="1504950" y="2565400"/>
          <p14:tracePt t="98609" x="552450" y="1835150"/>
          <p14:tracePt t="98643" x="171450" y="1568450"/>
          <p14:tracePt t="98676" x="6350" y="1466850"/>
          <p14:tracePt t="101230" x="4546600" y="3797300"/>
          <p14:tracePt t="101248" x="4464050" y="3829050"/>
          <p14:tracePt t="101280" x="4070350" y="4006850"/>
          <p14:tracePt t="101299" x="3962400" y="4057650"/>
          <p14:tracePt t="101336" x="3479800" y="4222750"/>
          <p14:tracePt t="101375" x="3321050" y="4298950"/>
          <p14:tracePt t="101398" x="3276600" y="4324350"/>
          <p14:tracePt t="101429" x="3251200" y="4349750"/>
          <p14:tracePt t="101478" x="3244850" y="4349750"/>
          <p14:tracePt t="101545" x="3244850" y="4356100"/>
          <p14:tracePt t="101581" x="3238500" y="4356100"/>
          <p14:tracePt t="101645" x="3181350" y="4298950"/>
          <p14:tracePt t="101711" x="3105150" y="4241800"/>
          <p14:tracePt t="101745" x="3054350" y="4197350"/>
          <p14:tracePt t="101794" x="3022600" y="4191000"/>
          <p14:tracePt t="101847" x="3016250" y="4191000"/>
          <p14:tracePt t="101961" x="3035300" y="4171950"/>
          <p14:tracePt t="101994" x="3067050" y="4159250"/>
          <p14:tracePt t="102027" x="3251200" y="4083050"/>
          <p14:tracePt t="102060" x="3492500" y="3968750"/>
          <p14:tracePt t="102081" x="3651250" y="3911600"/>
          <p14:tracePt t="102143" x="3886200" y="3816350"/>
          <p14:tracePt t="102177" x="3898900" y="3810000"/>
          <p14:tracePt t="102243" x="3803650" y="3848100"/>
          <p14:tracePt t="102276" x="3651250" y="3898900"/>
          <p14:tracePt t="102309" x="3448050" y="3975100"/>
          <p14:tracePt t="102328" x="3314700" y="4025900"/>
          <p14:tracePt t="102347" x="3181350" y="4076700"/>
          <p14:tracePt t="102409" x="3048000" y="4127500"/>
          <p14:tracePt t="102459" x="3041650" y="4127500"/>
          <p14:tracePt t="102592" x="3060700" y="4114800"/>
          <p14:tracePt t="102625" x="3105150" y="4083050"/>
          <p14:tracePt t="102646" x="3162300" y="4057650"/>
          <p14:tracePt t="102679" x="3340100" y="3975100"/>
          <p14:tracePt t="102713" x="3467100" y="3924300"/>
          <p14:tracePt t="102746" x="3562350" y="3879850"/>
          <p14:tracePt t="102779" x="3600450" y="3854450"/>
          <p14:tracePt t="102812" x="3619500" y="3841750"/>
          <p14:tracePt t="102877" x="3594100" y="3841750"/>
          <p14:tracePt t="102912" x="3536950" y="3854450"/>
          <p14:tracePt t="102944" x="3397250" y="3898900"/>
          <p14:tracePt t="102978" x="3206750" y="3956050"/>
          <p14:tracePt t="103009" x="2952750" y="4013200"/>
          <p14:tracePt t="103043" x="2851150" y="4038600"/>
          <p14:tracePt t="103078" x="2832100" y="4038600"/>
          <p14:tracePt t="103159" x="2832100" y="4025900"/>
          <p14:tracePt t="103192" x="2832100" y="4006850"/>
          <p14:tracePt t="103605" x="2889250" y="4000500"/>
          <p14:tracePt t="103638" x="3048000" y="3962400"/>
          <p14:tracePt t="103672" x="3314700" y="3886200"/>
          <p14:tracePt t="103707" x="3505200" y="3848100"/>
          <p14:tracePt t="103754" x="3587750" y="3829050"/>
          <p14:tracePt t="103855" x="3568700" y="3829050"/>
          <p14:tracePt t="103887" x="3517900" y="3848100"/>
          <p14:tracePt t="103920" x="3390900" y="3879850"/>
          <p14:tracePt t="103941" x="3206750" y="3917950"/>
          <p14:tracePt t="104003" x="2819400" y="4006850"/>
          <p14:tracePt t="104070" x="2705100" y="4057650"/>
          <p14:tracePt t="104187" x="2705100" y="4064000"/>
          <p14:tracePt t="104319" x="2692400" y="4089400"/>
          <p14:tracePt t="104352" x="2686050" y="4102100"/>
          <p14:tracePt t="104372" x="2667000" y="4133850"/>
          <p14:tracePt t="104404" x="2647950" y="4197350"/>
          <p14:tracePt t="104435" x="2628900" y="4279900"/>
          <p14:tracePt t="104468" x="2654300" y="4381500"/>
          <p14:tracePt t="104518" x="2762250" y="4445000"/>
          <p14:tracePt t="104552" x="2997200" y="4476750"/>
          <p14:tracePt t="104586" x="3257550" y="4451350"/>
          <p14:tracePt t="104618" x="3486150" y="4381500"/>
          <p14:tracePt t="104651" x="3606800" y="4292600"/>
          <p14:tracePt t="104684" x="3657600" y="4197350"/>
          <p14:tracePt t="104706" x="3644900" y="4165600"/>
          <p14:tracePt t="104739" x="3568700" y="4102100"/>
          <p14:tracePt t="104772" x="3422650" y="4076700"/>
          <p14:tracePt t="104805" x="3200400" y="4083050"/>
          <p14:tracePt t="104838" x="2895600" y="4159250"/>
          <p14:tracePt t="104872" x="2743200" y="4222750"/>
          <p14:tracePt t="104905" x="2679700" y="4260850"/>
          <p14:tracePt t="104938" x="2679700" y="4298950"/>
          <p14:tracePt t="104971" x="2749550" y="4305300"/>
          <p14:tracePt t="105004" x="2914650" y="4305300"/>
          <p14:tracePt t="105037" x="3187700" y="4241800"/>
          <p14:tracePt t="105071" x="3397250" y="4089400"/>
          <p14:tracePt t="105102" x="3448050" y="4006850"/>
          <p14:tracePt t="105133" x="3390900" y="3956050"/>
          <p14:tracePt t="105166" x="3225800" y="3943350"/>
          <p14:tracePt t="105199" x="2914650" y="4000500"/>
          <p14:tracePt t="105232" x="2705100" y="4089400"/>
          <p14:tracePt t="105254" x="2647950" y="4140200"/>
          <p14:tracePt t="105316" x="2641600" y="4222750"/>
          <p14:tracePt t="105382" x="2921000" y="4292600"/>
          <p14:tracePt t="105448" x="3651250" y="4102100"/>
          <p14:tracePt t="105482" x="3702050" y="4070350"/>
          <p14:tracePt t="105515" x="3676650" y="4019550"/>
          <p14:tracePt t="105548" x="3467100" y="3975100"/>
          <p14:tracePt t="105614" x="2882900" y="4140200"/>
          <p14:tracePt t="105648" x="2819400" y="4184650"/>
          <p14:tracePt t="105681" x="2800350" y="4203700"/>
          <p14:tracePt t="105714" x="2819400" y="4210050"/>
          <p14:tracePt t="105747" x="2844800" y="4216400"/>
          <p14:tracePt t="105780" x="2857500" y="4216400"/>
          <p14:tracePt t="105880" x="2813050" y="4235450"/>
          <p14:tracePt t="105947" x="2514600" y="4279900"/>
          <p14:tracePt t="105996" x="2266950" y="4260850"/>
          <p14:tracePt t="106030" x="2171700" y="4229100"/>
          <p14:tracePt t="106051" x="2127250" y="4210050"/>
          <p14:tracePt t="106113" x="1993900" y="4146550"/>
          <p14:tracePt t="106163" x="1987550" y="4133850"/>
          <p14:tracePt t="106512" x="1866900" y="4114800"/>
          <p14:tracePt t="106545" x="1631950" y="4121150"/>
          <p14:tracePt t="106578" x="1428750" y="4127500"/>
          <p14:tracePt t="106644" x="1397000" y="4140200"/>
          <p14:tracePt t="106694" x="1422400" y="4159250"/>
          <p14:tracePt t="106728" x="1460500" y="4184650"/>
          <p14:tracePt t="106761" x="1504950" y="4210050"/>
          <p14:tracePt t="106794" x="1517650" y="4210050"/>
          <p14:tracePt t="106814" x="1536700" y="4216400"/>
          <p14:tracePt t="106848" x="1574800" y="4216400"/>
          <p14:tracePt t="106879" x="1587500" y="4203700"/>
          <p14:tracePt t="106944" x="1612900" y="4044950"/>
          <p14:tracePt t="106976" x="1593850" y="3981450"/>
          <p14:tracePt t="107010" x="1549400" y="3905250"/>
          <p14:tracePt t="107043" x="1536700" y="3898900"/>
          <p14:tracePt t="107109" x="1549400" y="3937000"/>
          <p14:tracePt t="107142" x="1631950" y="4089400"/>
          <p14:tracePt t="107192" x="1765300" y="4248150"/>
          <p14:tracePt t="107226" x="1803400" y="4273550"/>
          <p14:tracePt t="107259" x="1803400" y="4279900"/>
          <p14:tracePt t="107325" x="1809750" y="4279900"/>
          <p14:tracePt t="107378" x="1816100" y="4273550"/>
          <p14:tracePt t="107411" x="1816100" y="4260850"/>
          <p14:tracePt t="109119" x="1892300" y="4381500"/>
          <p14:tracePt t="109185" x="2012950" y="4514850"/>
          <p14:tracePt t="109219" x="2063750" y="4572000"/>
          <p14:tracePt t="109285" x="2089150" y="4679950"/>
          <p14:tracePt t="109335" x="2076450" y="4851400"/>
          <p14:tracePt t="109368" x="2057400" y="4914900"/>
          <p14:tracePt t="109402" x="2051050" y="4984750"/>
          <p14:tracePt t="109421" x="2051050" y="5010150"/>
          <p14:tracePt t="109456" x="2082800" y="5035550"/>
          <p14:tracePt t="109489" x="2120900" y="5048250"/>
          <p14:tracePt t="109506" x="2146300" y="5048250"/>
          <p14:tracePt t="109536" x="2330450" y="5073650"/>
          <p14:tracePt t="109567" x="2673350" y="5105400"/>
          <p14:tracePt t="109634" x="3625850" y="5162550"/>
          <p14:tracePt t="109667" x="3905250" y="5168900"/>
          <p14:tracePt t="109700" x="4387850" y="5149850"/>
          <p14:tracePt t="109722" x="4540250" y="5124450"/>
          <p14:tracePt t="109784" x="4762500" y="5073650"/>
          <p14:tracePt t="109817" x="4826000" y="5048250"/>
          <p14:tracePt t="109850" x="4851400" y="5041900"/>
          <p14:tracePt t="109883" x="4864100" y="5035550"/>
          <p14:tracePt t="109934" x="4870450" y="5029200"/>
          <p14:tracePt t="110019" x="4876800" y="5029200"/>
          <p14:tracePt t="110082" x="4883150" y="5029200"/>
          <p14:tracePt t="110182" x="4883150" y="5035550"/>
          <p14:tracePt t="110215" x="4876800" y="5035550"/>
          <p14:tracePt t="110248" x="4876800" y="5029200"/>
          <p14:tracePt t="110997" x="4756150" y="4972050"/>
          <p14:tracePt t="111034" x="4375150" y="4826000"/>
          <p14:tracePt t="111099" x="3702050" y="4743450"/>
          <p14:tracePt t="111163" x="3098800" y="4927600"/>
          <p14:tracePt t="111228" x="2654300" y="5175250"/>
          <p14:tracePt t="111295" x="2476500" y="5327650"/>
          <p14:tracePt t="111328" x="2419350" y="5372100"/>
          <p14:tracePt t="111394" x="2241550" y="5454650"/>
          <p14:tracePt t="111429" x="2190750" y="5480050"/>
          <p14:tracePt t="111896" x="2146300" y="5511800"/>
          <p14:tracePt t="111928" x="2089150" y="5568950"/>
          <p14:tracePt t="111959" x="2057400" y="5619750"/>
          <p14:tracePt t="112009" x="2012950" y="5708650"/>
          <p14:tracePt t="112043" x="2006600" y="5734050"/>
          <p14:tracePt t="112075" x="2006600" y="5740400"/>
          <p14:tracePt t="112192" x="2025650" y="5746750"/>
          <p14:tracePt t="112258" x="2190750" y="5734050"/>
          <p14:tracePt t="112308" x="2482850" y="5689600"/>
          <p14:tracePt t="112341" x="2584450" y="5670550"/>
          <p14:tracePt t="112363" x="2609850" y="5657850"/>
          <p14:tracePt t="112457" x="2514600" y="5645150"/>
          <p14:tracePt t="112524" x="2324100" y="5594350"/>
          <p14:tracePt t="112557" x="2197100" y="5543550"/>
          <p14:tracePt t="112590" x="2127250" y="5511800"/>
          <p14:tracePt t="112623" x="2057400" y="5492750"/>
          <p14:tracePt t="112659" x="1943100" y="5454650"/>
          <p14:tracePt t="112723" x="1797050" y="5454650"/>
          <p14:tracePt t="112790" x="1727200" y="5461000"/>
          <p14:tracePt t="112823" x="1714500" y="5467350"/>
          <p14:tracePt t="112856" x="1701800" y="5473700"/>
          <p14:tracePt t="113072" x="1720850" y="5467350"/>
          <p14:tracePt t="113106" x="1758950" y="5467350"/>
          <p14:tracePt t="113139" x="1816100" y="5467350"/>
          <p14:tracePt t="113172" x="2070100" y="5467350"/>
          <p14:tracePt t="113238" x="2520950" y="5473700"/>
          <p14:tracePt t="113271" x="2597150" y="5486400"/>
          <p14:tracePt t="113338" x="2711450" y="5499100"/>
          <p14:tracePt t="113371" x="2724150" y="5499100"/>
          <p14:tracePt t="113404" x="2755900" y="5499100"/>
          <p14:tracePt t="113426" x="2774950" y="5499100"/>
          <p14:tracePt t="113457" x="2800350" y="5499100"/>
          <p14:tracePt t="113489" x="2819400" y="5492750"/>
          <p14:tracePt t="113523" x="2857500" y="5480050"/>
          <p14:tracePt t="113558" x="2908300" y="5461000"/>
          <p14:tracePt t="113589" x="2965450" y="5429250"/>
          <p14:tracePt t="113620" x="3003550" y="5410200"/>
          <p14:tracePt t="113654" x="3022600" y="5403850"/>
          <p14:tracePt t="113703" x="3028950" y="5403850"/>
          <p14:tracePt t="113786" x="3028950" y="5397500"/>
          <p14:tracePt t="114354" x="3105150" y="5213350"/>
          <p14:tracePt t="114388" x="3143250" y="4914900"/>
          <p14:tracePt t="114422" x="3168650" y="4451350"/>
          <p14:tracePt t="114457" x="3162300" y="3898900"/>
          <p14:tracePt t="114488" x="3060700" y="3441700"/>
          <p14:tracePt t="114521" x="2806700" y="2667000"/>
          <p14:tracePt t="114555" x="2647950" y="2387600"/>
          <p14:tracePt t="114588" x="2489200" y="2190750"/>
          <p14:tracePt t="114621" x="2349500" y="2070100"/>
          <p14:tracePt t="114652" x="2254250" y="1993900"/>
          <p14:tracePt t="114683" x="2235200" y="1981200"/>
          <p14:tracePt t="114833" x="2235200" y="1968500"/>
          <p14:tracePt t="115498" x="2165350" y="1866900"/>
          <p14:tracePt t="115532" x="2101850" y="1784350"/>
          <p14:tracePt t="115566" x="2038350" y="1676400"/>
          <p14:tracePt t="115630" x="1936750" y="1504950"/>
          <p14:tracePt t="115697" x="1885950" y="1346200"/>
          <p14:tracePt t="115730" x="1885950" y="1314450"/>
          <p14:tracePt t="115796" x="1885950" y="1308100"/>
          <p14:tracePt t="116078" x="1968500" y="1409700"/>
          <p14:tracePt t="116128" x="2057400" y="1606550"/>
          <p14:tracePt t="116195" x="2089150" y="1892300"/>
          <p14:tracePt t="116228" x="2089150" y="1911350"/>
          <p14:tracePt t="116261" x="2089150" y="1924050"/>
          <p14:tracePt t="116311" x="2095500" y="1930400"/>
          <p14:tracePt t="116460" x="2095500" y="1949450"/>
          <p14:tracePt t="116480" x="2101850" y="1955800"/>
          <p14:tracePt t="116512" x="2120900" y="2012950"/>
          <p14:tracePt t="116543" x="2190750" y="2184400"/>
          <p14:tracePt t="116576" x="2343150" y="2482850"/>
          <p14:tracePt t="116598" x="2533650" y="2774950"/>
          <p14:tracePt t="116660" x="3155950" y="3625850"/>
          <p14:tracePt t="116709" x="3390900" y="3860800"/>
          <p14:tracePt t="116743" x="3435350" y="3917950"/>
          <p14:tracePt t="116776" x="3448050" y="3956050"/>
          <p14:tracePt t="116809" x="3448050" y="4019550"/>
          <p14:tracePt t="116830" x="3435350" y="4108450"/>
          <p14:tracePt t="116863" x="3390900" y="4298950"/>
          <p14:tracePt t="116909" x="3270250" y="4641850"/>
          <p14:tracePt t="116942" x="3162300" y="4914900"/>
          <p14:tracePt t="116976" x="3086100" y="5092700"/>
          <p14:tracePt t="117008" x="3028950" y="5283200"/>
          <p14:tracePt t="117042" x="2952750" y="5505450"/>
          <p14:tracePt t="117075" x="2863850" y="5689600"/>
          <p14:tracePt t="117097" x="2838450" y="5740400"/>
          <p14:tracePt t="117158" x="2736850" y="5880100"/>
          <p14:tracePt t="117191" x="2692400" y="5930900"/>
          <p14:tracePt t="117224" x="2654300" y="5981700"/>
          <p14:tracePt t="117260" x="2673350" y="5994400"/>
          <p14:tracePt t="117675" x="2673350" y="5797550"/>
          <p14:tracePt t="117708" x="2609850" y="5359400"/>
          <p14:tracePt t="117739" x="2451100" y="4787900"/>
          <p14:tracePt t="117772" x="2139950" y="4127500"/>
          <p14:tracePt t="117806" x="1917700" y="3619500"/>
          <p14:tracePt t="117839" x="1778000" y="3397250"/>
          <p14:tracePt t="117872" x="1727200" y="3289300"/>
          <p14:tracePt t="117906" x="1720850" y="3257550"/>
          <p14:tracePt t="117972" x="1720850" y="3244850"/>
          <p14:tracePt t="117991" x="1714500" y="3213100"/>
          <p14:tracePt t="118021" x="1670050" y="3060700"/>
          <p14:tracePt t="118055" x="1593850" y="2870200"/>
          <p14:tracePt t="118088" x="1517650" y="2705100"/>
          <p14:tracePt t="118122" x="1466850" y="2616200"/>
          <p14:tracePt t="118142" x="1441450" y="2590800"/>
          <p14:tracePt t="118190" x="1435100" y="2565400"/>
          <p14:tracePt t="118274" x="1428750" y="2559050"/>
          <p14:tracePt t="118321" x="1428750" y="2552700"/>
          <p14:tracePt t="118371" x="1435100" y="2527300"/>
          <p14:tracePt t="118408" x="1454150" y="2489200"/>
          <p14:tracePt t="118441" x="1504950" y="2457450"/>
          <p14:tracePt t="118474" x="1606550" y="2406650"/>
          <p14:tracePt t="118490" x="1651000" y="2393950"/>
          <p14:tracePt t="118522" x="1898650" y="2305050"/>
          <p14:tracePt t="118541" x="1962150" y="2286000"/>
          <p14:tracePt t="118575" x="2101850" y="2254250"/>
          <p14:tracePt t="118607" x="2222500" y="2241550"/>
          <p14:tracePt t="118653" x="2286000" y="2228850"/>
          <p14:tracePt t="118674" x="2330450" y="2228850"/>
          <p14:tracePt t="118707" x="2425700" y="2228850"/>
          <p14:tracePt t="118740" x="2533650" y="2241550"/>
          <p14:tracePt t="118773" x="2603500" y="2235200"/>
          <p14:tracePt t="118806" x="2686050" y="2228850"/>
          <p14:tracePt t="118840" x="2743200" y="2222500"/>
          <p14:tracePt t="118874" x="2813050" y="2216150"/>
          <p14:tracePt t="118919" x="2844800" y="2216150"/>
          <p14:tracePt t="118952" x="2851150" y="2216150"/>
          <p14:tracePt t="119004" x="2851150" y="2241550"/>
          <p14:tracePt t="119068" x="2673350" y="2692400"/>
          <p14:tracePt t="119118" x="2578100" y="3295650"/>
          <p14:tracePt t="119151" x="2698750" y="3810000"/>
          <p14:tracePt t="119184" x="2940050" y="4273550"/>
          <p14:tracePt t="119205" x="3054350" y="4489450"/>
          <p14:tracePt t="119238" x="3181350" y="4679950"/>
          <p14:tracePt t="119300" x="3251200" y="4851400"/>
          <p14:tracePt t="125613" x="3276600" y="4826000"/>
          <p14:tracePt t="125679" x="3632200" y="4210050"/>
          <p14:tracePt t="125712" x="3752850" y="3994150"/>
          <p14:tracePt t="125745" x="3797300" y="3930650"/>
          <p14:tracePt t="125778" x="3803650" y="3930650"/>
          <p14:tracePt t="125800" x="3803650" y="3924300"/>
          <p14:tracePt t="126080" x="4000500" y="3917950"/>
          <p14:tracePt t="126112" x="4311650" y="3854450"/>
          <p14:tracePt t="126146" x="4533900" y="3784600"/>
          <p14:tracePt t="126179" x="4610100" y="3759200"/>
          <p14:tracePt t="126212" x="4629150" y="3752850"/>
          <p14:tracePt t="126293" x="4603750" y="3759200"/>
          <p14:tracePt t="126315" x="4584700" y="3765550"/>
          <p14:tracePt t="126347" x="4546600" y="3778250"/>
          <p14:tracePt t="126383" x="4489450" y="3790950"/>
          <p14:tracePt t="126414" x="4438650" y="3797300"/>
          <p14:tracePt t="126447" x="4298950" y="3835400"/>
          <p14:tracePt t="126480" x="4127500" y="3886200"/>
          <p14:tracePt t="126525" x="3994150" y="3930650"/>
          <p14:tracePt t="126559" x="3905250" y="3956050"/>
          <p14:tracePt t="126592" x="3822700" y="3968750"/>
          <p14:tracePt t="126625" x="3746500" y="3987800"/>
          <p14:tracePt t="126629" x="3714750" y="3987800"/>
          <p14:tracePt t="126660" x="3676650" y="3994150"/>
          <p14:tracePt t="126692" x="3594100" y="3994150"/>
          <p14:tracePt t="126725" x="3543300" y="3994150"/>
          <p14:tracePt t="126758" x="3492500" y="3981450"/>
          <p14:tracePt t="126792" x="3403600" y="3975100"/>
          <p14:tracePt t="126825" x="3327400" y="3956050"/>
          <p14:tracePt t="126847" x="3282950" y="3949700"/>
          <p14:tracePt t="126879" x="3238500" y="3943350"/>
          <p14:tracePt t="126941" x="3225800" y="3943350"/>
          <p14:tracePt t="126974" x="3225800" y="3937000"/>
          <p14:tracePt t="127057" x="3219450" y="3937000"/>
          <p14:tracePt t="127091" x="3225800" y="3930650"/>
          <p14:tracePt t="127112" x="3238500" y="3924300"/>
          <p14:tracePt t="127144" x="3270250" y="3911600"/>
          <p14:tracePt t="127175" x="3352800" y="3879850"/>
          <p14:tracePt t="127209" x="3403600" y="3848100"/>
          <p14:tracePt t="127244" x="3517900" y="3803650"/>
          <p14:tracePt t="127277" x="3600450" y="3771900"/>
          <p14:tracePt t="127311" x="3638550" y="3752850"/>
          <p14:tracePt t="127344" x="3651250" y="3752850"/>
          <p14:tracePt t="127375" x="3657600" y="3746500"/>
          <p14:tracePt t="127522" x="3619500" y="3771900"/>
          <p14:tracePt t="127572" x="3479800" y="3879850"/>
          <p14:tracePt t="127605" x="3270250" y="4025900"/>
          <p14:tracePt t="127638" x="3098800" y="4133850"/>
          <p14:tracePt t="127660" x="3009900" y="4184650"/>
          <p14:tracePt t="127690" x="2946400" y="4222750"/>
          <p14:tracePt t="127721" x="2940050" y="4229100"/>
          <p14:tracePt t="127755" x="2933700" y="4229100"/>
          <p14:tracePt t="127788" x="2927350" y="4229100"/>
          <p14:tracePt t="127987" x="2933700" y="4229100"/>
          <p14:tracePt t="128087" x="2940050" y="4229100"/>
          <p14:tracePt t="128701" x="2889250" y="4229100"/>
          <p14:tracePt t="128722" x="2857500" y="4222750"/>
          <p14:tracePt t="128784" x="2774950" y="4203700"/>
          <p14:tracePt t="128851" x="2736850" y="4184650"/>
          <p14:tracePt t="128917" x="2711450" y="4178300"/>
          <p14:tracePt t="128968" x="2698750" y="4178300"/>
          <p14:tracePt t="129019" x="2692400" y="4178300"/>
          <p14:tracePt t="129084" x="2660650" y="4178300"/>
          <p14:tracePt t="129133" x="2609850" y="4178300"/>
          <p14:tracePt t="129166" x="2552700" y="4178300"/>
          <p14:tracePt t="129199" x="2489200" y="4171950"/>
          <p14:tracePt t="129221" x="2470150" y="4165600"/>
          <p14:tracePt t="129254" x="2463800" y="4165600"/>
          <p14:tracePt t="129316" x="2457450" y="4165600"/>
          <p14:tracePt t="129382" x="2451100" y="4165600"/>
          <p14:tracePt t="129449" x="2444750" y="4178300"/>
          <p14:tracePt t="129467" x="2438400" y="4178300"/>
          <p14:tracePt t="129518" x="2438400" y="4191000"/>
          <p14:tracePt t="129582" x="2438400" y="4203700"/>
          <p14:tracePt t="129631" x="2432050" y="4203700"/>
          <p14:tracePt t="129681" x="2432050" y="4210050"/>
          <p14:tracePt t="130018" x="2444750" y="4210050"/>
          <p14:tracePt t="130080" x="2470150" y="4210050"/>
          <p14:tracePt t="130130" x="2616200" y="4197350"/>
          <p14:tracePt t="130148" x="2679700" y="4191000"/>
          <p14:tracePt t="130180" x="3003550" y="4140200"/>
          <p14:tracePt t="130213" x="3175000" y="4108450"/>
          <p14:tracePt t="130248" x="3467100" y="4013200"/>
          <p14:tracePt t="130280" x="3600450" y="3943350"/>
          <p14:tracePt t="130313" x="3676650" y="3873500"/>
          <p14:tracePt t="130348" x="3708400" y="3841750"/>
          <p14:tracePt t="130385" x="3721100" y="3822700"/>
          <p14:tracePt t="130565" x="3714750" y="3822700"/>
          <p14:tracePt t="130647" x="3708400" y="3829050"/>
          <p14:tracePt t="130728" x="3702050" y="3829050"/>
          <p14:tracePt t="130827" x="3708400" y="3829050"/>
          <p14:tracePt t="130849" x="3708400" y="3822700"/>
          <p14:tracePt t="130882" x="3746500" y="3810000"/>
          <p14:tracePt t="130927" x="3797300" y="3790950"/>
          <p14:tracePt t="130960" x="3911600" y="3752850"/>
          <p14:tracePt t="131027" x="4362450" y="3644900"/>
          <p14:tracePt t="131077" x="4597400" y="3638550"/>
          <p14:tracePt t="131098" x="4705350" y="3638550"/>
          <p14:tracePt t="131131" x="4806950" y="3638550"/>
          <p14:tracePt t="131164" x="4959350" y="3638550"/>
          <p14:tracePt t="131209" x="5060950" y="3638550"/>
          <p14:tracePt t="131231" x="5080000" y="3638550"/>
          <p14:tracePt t="131264" x="5130800" y="3651250"/>
          <p14:tracePt t="131297" x="5168900" y="3657600"/>
          <p14:tracePt t="131330" x="5226050" y="3670300"/>
          <p14:tracePt t="131363" x="5308600" y="3676650"/>
          <p14:tracePt t="131397" x="5378450" y="3683000"/>
          <p14:tracePt t="131430" x="5422900" y="3689350"/>
          <p14:tracePt t="131508" x="5429250" y="3689350"/>
          <p14:tracePt t="131608" x="5359400" y="3695700"/>
          <p14:tracePt t="131643" x="5099050" y="3708400"/>
          <p14:tracePt t="131708" x="4489450" y="3746500"/>
          <p14:tracePt t="131741" x="4305300" y="3765550"/>
          <p14:tracePt t="131807" x="4152900" y="3784600"/>
          <p14:tracePt t="131857" x="4114800" y="3784600"/>
          <p14:tracePt t="131909" x="4108450" y="3784600"/>
          <p14:tracePt t="131942" x="4114800" y="3778250"/>
          <p14:tracePt t="131959" x="4127500" y="3771900"/>
          <p14:tracePt t="131993" x="4210050" y="3759200"/>
          <p14:tracePt t="132028" x="4324350" y="3746500"/>
          <p14:tracePt t="132061" x="4552950" y="3727450"/>
          <p14:tracePt t="132094" x="4819650" y="3727450"/>
          <p14:tracePt t="132129" x="5105400" y="3708400"/>
          <p14:tracePt t="132161" x="5327650" y="3695700"/>
          <p14:tracePt t="132222" x="5473700" y="3689350"/>
          <p14:tracePt t="132257" x="5486400" y="3689350"/>
          <p14:tracePt t="132305" x="5492750" y="3689350"/>
          <p14:tracePt t="132338" x="5467350" y="3689350"/>
          <p14:tracePt t="132372" x="5365750" y="3689350"/>
          <p14:tracePt t="132393" x="5162550" y="3714750"/>
          <p14:tracePt t="132426" x="4711700" y="3771900"/>
          <p14:tracePt t="132457" x="4267200" y="3829050"/>
          <p14:tracePt t="132488" x="4000500" y="3848100"/>
          <p14:tracePt t="132521" x="3892550" y="3860800"/>
          <p14:tracePt t="132555" x="3879850" y="3860800"/>
          <p14:tracePt t="132688" x="3879850" y="3841750"/>
          <p14:tracePt t="133069" x="4140200" y="3778250"/>
          <p14:tracePt t="133103" x="4445000" y="3683000"/>
          <p14:tracePt t="133136" x="4718050" y="3613150"/>
          <p14:tracePt t="133155" x="4781550" y="3600450"/>
          <p14:tracePt t="133186" x="4953000" y="3587750"/>
          <p14:tracePt t="133236" x="5156200" y="3632200"/>
          <p14:tracePt t="133270" x="5276850" y="3657600"/>
          <p14:tracePt t="133335" x="5372100" y="3683000"/>
          <p14:tracePt t="133418" x="5238750" y="3702050"/>
          <p14:tracePt t="133452" x="5099050" y="3721100"/>
          <p14:tracePt t="133473" x="4895850" y="3733800"/>
          <p14:tracePt t="133503" x="4425950" y="3765550"/>
          <p14:tracePt t="133534" x="4229100" y="3784600"/>
          <p14:tracePt t="133601" x="3994150" y="3810000"/>
          <p14:tracePt t="133701" x="3994150" y="3803650"/>
          <p14:tracePt t="134332" x="3632200" y="3797300"/>
          <p14:tracePt t="134365" x="3365500" y="3797300"/>
          <p14:tracePt t="134398" x="3009900" y="3797300"/>
          <p14:tracePt t="134432" x="2762250" y="3778250"/>
          <p14:tracePt t="134465" x="2724150" y="3778250"/>
          <p14:tracePt t="134498" x="2647950" y="3778250"/>
          <p14:tracePt t="134531" x="2597150" y="3778250"/>
          <p14:tracePt t="134597" x="2533650" y="3778250"/>
          <p14:tracePt t="134664" x="2482850" y="3784600"/>
          <p14:tracePt t="134714" x="2463800" y="3784600"/>
          <p14:tracePt t="135029" x="2482850" y="3784600"/>
          <p14:tracePt t="135065" x="2495550" y="3771900"/>
          <p14:tracePt t="135129" x="2584450" y="3740150"/>
          <p14:tracePt t="135162" x="2635250" y="3721100"/>
          <p14:tracePt t="135195" x="2667000" y="3721100"/>
          <p14:tracePt t="135229" x="2686050" y="3714750"/>
          <p14:tracePt t="135332" x="2698750" y="3714750"/>
          <p14:tracePt t="135379" x="2768600" y="3714750"/>
          <p14:tracePt t="135397" x="2806700" y="3714750"/>
          <p14:tracePt t="135428" x="2952750" y="3727450"/>
          <p14:tracePt t="135461" x="3124200" y="3740150"/>
          <p14:tracePt t="135494" x="3244850" y="3746500"/>
          <p14:tracePt t="135528" x="3302000" y="3752850"/>
          <p14:tracePt t="135561" x="3314700" y="3752850"/>
          <p14:tracePt t="135594" x="3321050" y="3752850"/>
          <p14:tracePt t="135677" x="3333750" y="3752850"/>
          <p14:tracePt t="135744" x="3340100" y="3752850"/>
          <p14:tracePt t="136228" x="3333750" y="3797300"/>
          <p14:tracePt t="136260" x="3251200" y="4025900"/>
          <p14:tracePt t="136278" x="3219450" y="4095750"/>
          <p14:tracePt t="136310" x="3143250" y="4305300"/>
          <p14:tracePt t="136342" x="3098800" y="4457700"/>
          <p14:tracePt t="136381" x="3067050" y="4527550"/>
          <p14:tracePt t="136425" x="3067050" y="4540250"/>
          <p14:tracePt t="136541" x="3073400" y="4514850"/>
          <p14:tracePt t="136574" x="3086100" y="4451350"/>
          <p14:tracePt t="136607" x="3155950" y="4305300"/>
          <p14:tracePt t="136629" x="3225800" y="4178300"/>
          <p14:tracePt t="136661" x="3340100" y="4019550"/>
          <p14:tracePt t="136695" x="3422650" y="3898900"/>
          <p14:tracePt t="136728" x="3486150" y="3829050"/>
          <p14:tracePt t="136761" x="3511550" y="3803650"/>
          <p14:tracePt t="136794" x="3549650" y="3784600"/>
          <p14:tracePt t="136828" x="3562350" y="3778250"/>
          <p14:tracePt t="136957" x="3511550" y="3829050"/>
          <p14:tracePt t="136989" x="3422650" y="3917950"/>
          <p14:tracePt t="137023" x="3314700" y="4019550"/>
          <p14:tracePt t="137056" x="3213100" y="4114800"/>
          <p14:tracePt t="137089" x="3155950" y="4159250"/>
          <p14:tracePt t="137122" x="3143250" y="4171950"/>
          <p14:tracePt t="137239" x="3175000" y="4159250"/>
          <p14:tracePt t="137272" x="3263900" y="4114800"/>
          <p14:tracePt t="137291" x="3352800" y="4057650"/>
          <p14:tracePt t="137323" x="3568700" y="3962400"/>
          <p14:tracePt t="137355" x="3797300" y="3848100"/>
          <p14:tracePt t="137378" x="3898900" y="3797300"/>
          <p14:tracePt t="137424" x="3981450" y="3765550"/>
          <p14:tracePt t="137488" x="3987800" y="3765550"/>
          <p14:tracePt t="137853" x="3962400" y="3778250"/>
          <p14:tracePt t="137886" x="3937000" y="3797300"/>
          <p14:tracePt t="137919" x="3759200" y="3943350"/>
          <p14:tracePt t="137941" x="3625850" y="4064000"/>
          <p14:tracePt t="137988" x="3378200" y="4311650"/>
          <p14:tracePt t="138021" x="3295650" y="4413250"/>
          <p14:tracePt t="138086" x="3257550" y="44577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print(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"Hello "+name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</a:rPr>
              <a:t>#problem is wra</a:t>
            </a:r>
            <a:r>
              <a:rPr lang="en-US" altLang="en-US" sz="2400" spc="-250" dirty="0">
                <a:solidFill>
                  <a:srgbClr val="00B050"/>
                </a:solidFill>
              </a:rPr>
              <a:t>p</a:t>
            </a:r>
            <a:r>
              <a:rPr lang="en-US" altLang="en-US" sz="2400" spc="-250" dirty="0">
                <a:solidFill>
                  <a:srgbClr val="00B050"/>
                </a:solidFill>
                <a:latin typeface="Arial Narrow" panose="020B0606020202030204" pitchFamily="34" charset="0"/>
              </a:rPr>
              <a:t>_</a:t>
            </a:r>
            <a:r>
              <a:rPr lang="en-US" altLang="en-US" sz="2400" spc="-10" dirty="0">
                <a:solidFill>
                  <a:srgbClr val="00B050"/>
                </a:solidFill>
              </a:rPr>
              <a:t>do2x</a:t>
            </a:r>
            <a:r>
              <a:rPr lang="en-US" altLang="en-US" sz="2400" dirty="0">
                <a:solidFill>
                  <a:srgbClr val="00B050"/>
                </a:solidFill>
              </a:rPr>
              <a:t>() allows no </a:t>
            </a:r>
            <a:r>
              <a:rPr lang="en-US" altLang="en-US" sz="2400" dirty="0" err="1">
                <a:solidFill>
                  <a:srgbClr val="00B050"/>
                </a:solidFill>
              </a:rPr>
              <a:t>args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9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44"/>
    </mc:Choice>
    <mc:Fallback>
      <p:transition spd="slow" advTm="121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98" x="3543300" y="6261100"/>
          <p14:tracePt t="1246" x="3473450" y="6305550"/>
          <p14:tracePt t="1279" x="3435350" y="6318250"/>
          <p14:tracePt t="1312" x="3409950" y="6318250"/>
          <p14:tracePt t="1378" x="3390900" y="6324600"/>
          <p14:tracePt t="1611" x="3390900" y="6337300"/>
          <p14:tracePt t="1644" x="3384550" y="6356350"/>
          <p14:tracePt t="1677" x="3384550" y="6362700"/>
          <p14:tracePt t="1698" x="3378200" y="6369050"/>
          <p14:tracePt t="1760" x="3378200" y="6388100"/>
          <p14:tracePt t="1779" x="3371850" y="6400800"/>
          <p14:tracePt t="1827" x="3365500" y="6413500"/>
          <p14:tracePt t="1860" x="3359150" y="6426200"/>
          <p14:tracePt t="1894" x="3359150" y="6438900"/>
          <p14:tracePt t="1927" x="3352800" y="6445250"/>
          <p14:tracePt t="1993" x="3346450" y="6457950"/>
          <p14:tracePt t="2076" x="3346450" y="6477000"/>
          <p14:tracePt t="2176" x="3340100" y="6477000"/>
          <p14:tracePt t="2242" x="3340100" y="6483350"/>
          <p14:tracePt t="6095" x="3352800" y="6457950"/>
          <p14:tracePt t="6129" x="3365500" y="6445250"/>
          <p14:tracePt t="6162" x="3365500" y="6432550"/>
          <p14:tracePt t="6214" x="3371850" y="6426200"/>
          <p14:tracePt t="6278" x="3378200" y="6407150"/>
          <p14:tracePt t="6344" x="3390900" y="6356350"/>
          <p14:tracePt t="6411" x="3435350" y="6096000"/>
          <p14:tracePt t="6432" x="3441700" y="5981700"/>
          <p14:tracePt t="6465" x="3422650" y="5753100"/>
          <p14:tracePt t="6498" x="3365500" y="5613400"/>
          <p14:tracePt t="6529" x="3308350" y="5505450"/>
          <p14:tracePt t="6561" x="3270250" y="5422900"/>
          <p14:tracePt t="6594" x="3244850" y="5397500"/>
          <p14:tracePt t="6627" x="3219450" y="5372100"/>
          <p14:tracePt t="6660" x="3194050" y="5353050"/>
          <p14:tracePt t="6694" x="3168650" y="5334000"/>
          <p14:tracePt t="6715" x="3130550" y="5321300"/>
          <p14:tracePt t="6777" x="3041650" y="5295900"/>
          <p14:tracePt t="6843" x="2997200" y="5289550"/>
          <p14:tracePt t="6876" x="2971800" y="5289550"/>
          <p14:tracePt t="6943" x="2914650" y="5302250"/>
          <p14:tracePt t="6993" x="2825750" y="5314950"/>
          <p14:tracePt t="7011" x="2774950" y="5314950"/>
          <p14:tracePt t="7042" x="2711450" y="5308600"/>
          <p14:tracePt t="7076" x="2622550" y="5289550"/>
          <p14:tracePt t="7109" x="2584450" y="5283200"/>
          <p14:tracePt t="7142" x="2552700" y="5270500"/>
          <p14:tracePt t="7160" x="2546350" y="5270500"/>
          <p14:tracePt t="7192" x="2508250" y="5264150"/>
          <p14:tracePt t="7214" x="2489200" y="5264150"/>
          <p14:tracePt t="7246" x="2476500" y="5257800"/>
          <p14:tracePt t="7308" x="2444750" y="5257800"/>
          <p14:tracePt t="7491" x="2495550" y="5264150"/>
          <p14:tracePt t="7510" x="2552700" y="5270500"/>
          <p14:tracePt t="7574" x="2870200" y="5270500"/>
          <p14:tracePt t="7624" x="3079750" y="5276850"/>
          <p14:tracePt t="7673" x="3143250" y="5283200"/>
          <p14:tracePt t="7740" x="3143250" y="5289550"/>
          <p14:tracePt t="8341" x="3168650" y="5314950"/>
          <p14:tracePt t="8404" x="3295650" y="5448300"/>
          <p14:tracePt t="8471" x="3486150" y="5727700"/>
          <p14:tracePt t="8504" x="3556000" y="5835650"/>
          <p14:tracePt t="8523" x="3594100" y="5899150"/>
          <p14:tracePt t="8543" x="3619500" y="5949950"/>
          <p14:tracePt t="8575" x="3638550" y="6038850"/>
          <p14:tracePt t="8637" x="3625850" y="6197600"/>
          <p14:tracePt t="8670" x="3613150" y="6229350"/>
          <p14:tracePt t="8720" x="3606800" y="6248400"/>
          <p14:tracePt t="8786" x="3600450" y="6267450"/>
          <p14:tracePt t="8822" x="3594100" y="6267450"/>
          <p14:tracePt t="8919" x="3575050" y="6286500"/>
          <p14:tracePt t="8952" x="3568700" y="6292850"/>
          <p14:tracePt t="8986" x="3562350" y="6299200"/>
          <p14:tracePt t="9019" x="3556000" y="6305550"/>
          <p14:tracePt t="9052" x="3549650" y="6305550"/>
          <p14:tracePt t="9105" x="3536950" y="6318250"/>
          <p14:tracePt t="9140" x="3530600" y="6324600"/>
          <p14:tracePt t="9173" x="3524250" y="6337300"/>
          <p14:tracePt t="9204" x="3517900" y="6343650"/>
          <p14:tracePt t="9237" x="3505200" y="6350000"/>
          <p14:tracePt t="9273" x="3486150" y="6369050"/>
          <p14:tracePt t="9304" x="3473450" y="6388100"/>
          <p14:tracePt t="9351" x="3422650" y="6451600"/>
          <p14:tracePt t="9373" x="3384550" y="6515100"/>
          <p14:tracePt t="9403" x="3352800" y="6559550"/>
          <p14:tracePt t="9437" x="3340100" y="65913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print(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"Hello "+name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</a:rPr>
              <a:t>#problem is wra</a:t>
            </a:r>
            <a:r>
              <a:rPr lang="en-US" altLang="en-US" sz="2400" spc="-250" dirty="0">
                <a:solidFill>
                  <a:srgbClr val="00B050"/>
                </a:solidFill>
              </a:rPr>
              <a:t>p</a:t>
            </a:r>
            <a:r>
              <a:rPr lang="en-US" altLang="en-US" sz="2400" spc="-250" dirty="0">
                <a:solidFill>
                  <a:srgbClr val="00B050"/>
                </a:solidFill>
                <a:latin typeface="Arial Narrow" panose="020B0606020202030204" pitchFamily="34" charset="0"/>
              </a:rPr>
              <a:t>_</a:t>
            </a:r>
            <a:r>
              <a:rPr lang="en-US" altLang="en-US" sz="2400" spc="-10" dirty="0">
                <a:solidFill>
                  <a:srgbClr val="00B050"/>
                </a:solidFill>
              </a:rPr>
              <a:t>do2x</a:t>
            </a:r>
            <a:r>
              <a:rPr lang="en-US" altLang="en-US" sz="2400" dirty="0">
                <a:solidFill>
                  <a:srgbClr val="00B050"/>
                </a:solidFill>
              </a:rPr>
              <a:t>() allows no </a:t>
            </a:r>
            <a:r>
              <a:rPr lang="en-US" altLang="en-US" sz="2400" dirty="0" err="1">
                <a:solidFill>
                  <a:srgbClr val="00B050"/>
                </a:solidFill>
              </a:rPr>
              <a:t>args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77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6125"/>
    </mc:Choice>
    <mc:Fallback>
      <p:transition advTm="161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99" x="3359150" y="6565900"/>
          <p14:tracePt t="1033" x="3378200" y="6546850"/>
          <p14:tracePt t="1065" x="3390900" y="6508750"/>
          <p14:tracePt t="1098" x="3403600" y="6496050"/>
          <p14:tracePt t="1160" x="3422650" y="6470650"/>
          <p14:tracePt t="1182" x="3441700" y="6457950"/>
          <p14:tracePt t="1243" x="3454400" y="6451600"/>
          <p14:tracePt t="1293" x="3454400" y="6445250"/>
          <p14:tracePt t="1345" x="3460750" y="6438900"/>
          <p14:tracePt t="1393" x="3467100" y="6432550"/>
          <p14:tracePt t="1675" x="3460750" y="6438900"/>
          <p14:tracePt t="1696" x="3460750" y="6445250"/>
          <p14:tracePt t="1758" x="3441700" y="6451600"/>
          <p14:tracePt t="1825" x="3429000" y="6470650"/>
          <p14:tracePt t="1858" x="3422650" y="6483350"/>
          <p14:tracePt t="1941" x="3416300" y="6489700"/>
          <p14:tracePt t="1960" x="3409950" y="6496050"/>
          <p14:tracePt t="2007" x="3409950" y="6502400"/>
          <p14:tracePt t="2107" x="3409950" y="6489700"/>
          <p14:tracePt t="5512" x="3409950" y="6496050"/>
          <p14:tracePt t="5561" x="3403600" y="6508750"/>
          <p14:tracePt t="5615" x="3403600" y="6515100"/>
          <p14:tracePt t="5649" x="3397250" y="6521450"/>
          <p14:tracePt t="5694" x="3397250" y="6527800"/>
          <p14:tracePt t="5795" x="3390900" y="6534150"/>
          <p14:tracePt t="5877" x="3390900" y="6540500"/>
          <p14:tracePt t="5946" x="3384550" y="6546850"/>
          <p14:tracePt t="6212" x="3384550" y="6540500"/>
          <p14:tracePt t="6276" x="3441700" y="6248400"/>
          <p14:tracePt t="6325" x="3454400" y="6070600"/>
          <p14:tracePt t="6358" x="3448050" y="5962650"/>
          <p14:tracePt t="6392" x="3403600" y="5848350"/>
          <p14:tracePt t="6413" x="3384550" y="5816600"/>
          <p14:tracePt t="6447" x="3359150" y="5753100"/>
          <p14:tracePt t="6508" x="3276600" y="5664200"/>
          <p14:tracePt t="6558" x="3206750" y="5581650"/>
          <p14:tracePt t="6592" x="3181350" y="5549900"/>
          <p14:tracePt t="6625" x="3168650" y="5530850"/>
          <p14:tracePt t="6658" x="3149600" y="5486400"/>
          <p14:tracePt t="6681" x="3136900" y="5454650"/>
          <p14:tracePt t="6712" x="3105150" y="5384800"/>
          <p14:tracePt t="6774" x="3022600" y="5226050"/>
          <p14:tracePt t="6807" x="3003550" y="5181600"/>
          <p14:tracePt t="6841" x="2990850" y="5156200"/>
          <p14:tracePt t="6890" x="2984500" y="5149850"/>
          <p14:tracePt t="7090" x="2984500" y="5143500"/>
          <p14:tracePt t="7123" x="2971800" y="5124450"/>
          <p14:tracePt t="7156" x="2965450" y="5111750"/>
          <p14:tracePt t="7189" x="2959100" y="5092700"/>
          <p14:tracePt t="7222" x="2952750" y="5080000"/>
          <p14:tracePt t="7259" x="2946400" y="5073650"/>
          <p14:tracePt t="7291" x="2946400" y="5067300"/>
          <p14:tracePt t="7355" x="2940050" y="5035550"/>
          <p14:tracePt t="7422" x="2908300" y="4895850"/>
          <p14:tracePt t="7455" x="2882900" y="4832350"/>
          <p14:tracePt t="7488" x="2870200" y="4794250"/>
          <p14:tracePt t="7521" x="2870200" y="4781550"/>
          <p14:tracePt t="7654" x="2882900" y="4826000"/>
          <p14:tracePt t="7688" x="2921000" y="4883150"/>
          <p14:tracePt t="7721" x="2959100" y="4946650"/>
          <p14:tracePt t="7743" x="2984500" y="4972050"/>
          <p14:tracePt t="7759" x="2997200" y="4997450"/>
          <p14:tracePt t="7789" x="2997200" y="5016500"/>
          <p14:tracePt t="7854" x="3003550" y="5022850"/>
          <p14:tracePt t="8469" x="3022600" y="5035550"/>
          <p14:tracePt t="8502" x="3054350" y="5054600"/>
          <p14:tracePt t="8502" x="3073400" y="5073650"/>
          <p14:tracePt t="8523" x="3105150" y="5099050"/>
          <p14:tracePt t="8553" x="3187700" y="5187950"/>
          <p14:tracePt t="8587" x="3276600" y="5308600"/>
          <p14:tracePt t="8651" x="3429000" y="5626100"/>
          <p14:tracePt t="8701" x="3505200" y="5886450"/>
          <p14:tracePt t="8734" x="3511550" y="6076950"/>
          <p14:tracePt t="8787" x="3505200" y="6159500"/>
          <p14:tracePt t="8819" x="3473450" y="6235700"/>
          <p14:tracePt t="8853" x="3435350" y="6330950"/>
          <p14:tracePt t="8900" x="3416300" y="6394450"/>
          <p14:tracePt t="8934" x="3409950" y="6419850"/>
          <p14:tracePt t="8967" x="3409950" y="6432550"/>
          <p14:tracePt t="9000" x="3403600" y="6445250"/>
          <p14:tracePt t="9035" x="3397250" y="6445250"/>
          <p14:tracePt t="9066" x="3397250" y="6457950"/>
          <p14:tracePt t="9116" x="3390900" y="6464300"/>
          <p14:tracePt t="9365" x="3390900" y="6343650"/>
          <p14:tracePt t="9431" x="3378200" y="5892800"/>
          <p14:tracePt t="9498" x="3263900" y="5518150"/>
          <p14:tracePt t="9520" x="3206750" y="5384800"/>
          <p14:tracePt t="9550" x="3155950" y="5308600"/>
          <p14:tracePt t="9581" x="3105150" y="5257800"/>
          <p14:tracePt t="9614" x="3073400" y="5232400"/>
          <p14:tracePt t="9681" x="3054350" y="5213350"/>
          <p14:tracePt t="9763" x="3048000" y="5213350"/>
          <p14:tracePt t="9982" x="3028950" y="5200650"/>
          <p14:tracePt t="10019" x="3016250" y="5194300"/>
          <p14:tracePt t="10063" x="3003550" y="5194300"/>
          <p14:tracePt t="10096" x="2990850" y="5187950"/>
          <p14:tracePt t="10166" x="3009900" y="5175250"/>
          <p14:tracePt t="10184" x="3016250" y="5168900"/>
          <p14:tracePt t="10214" x="3041650" y="5162550"/>
          <p14:tracePt t="10245" x="3124200" y="5149850"/>
          <p14:tracePt t="10282" x="3251200" y="5130800"/>
          <p14:tracePt t="10314" x="3302000" y="5124450"/>
          <p14:tracePt t="10345" x="3327400" y="5118100"/>
          <p14:tracePt t="10398" x="3333750" y="5118100"/>
          <p14:tracePt t="10494" x="3276600" y="5124450"/>
          <p14:tracePt t="10528" x="3175000" y="5137150"/>
          <p14:tracePt t="10594" x="2794000" y="5130800"/>
          <p14:tracePt t="10644" x="2717800" y="5118100"/>
          <p14:tracePt t="10697" x="2736850" y="5092700"/>
          <p14:tracePt t="10760" x="2800350" y="5086350"/>
          <p14:tracePt t="10779" x="2825750" y="5086350"/>
          <p14:tracePt t="10811" x="2895600" y="5092700"/>
          <p14:tracePt t="10844" x="3048000" y="5168900"/>
          <p14:tracePt t="10876" x="3175000" y="5295900"/>
          <p14:tracePt t="10910" x="3302000" y="5581650"/>
          <p14:tracePt t="10946" x="3371850" y="5867400"/>
          <p14:tracePt t="10981" x="3435350" y="6350000"/>
          <p14:tracePt t="11026" x="3460750" y="6724650"/>
          <p14:tracePt t="11061" x="3460750" y="6819900"/>
          <p14:tracePt t="11092" x="3460750" y="6832600"/>
          <p14:tracePt t="11195" x="3460750" y="6826250"/>
          <p14:tracePt t="11227" x="3467100" y="6807200"/>
          <p14:tracePt t="11258" x="3467100" y="6781800"/>
          <p14:tracePt t="11325" x="3473450" y="6724650"/>
          <p14:tracePt t="11358" x="3473450" y="6699250"/>
          <p14:tracePt t="11391" x="3479800" y="6667500"/>
          <p14:tracePt t="11425" x="3479800" y="6629400"/>
          <p14:tracePt t="11446" x="3479800" y="6610350"/>
          <p14:tracePt t="11491" x="3479800" y="6584950"/>
          <p14:tracePt t="11557" x="3479800" y="6572250"/>
          <p14:tracePt t="11657" x="3479800" y="6565900"/>
          <p14:tracePt t="11939" x="3479800" y="6553200"/>
          <p14:tracePt t="11962" x="3486150" y="6546850"/>
          <p14:tracePt t="12671" x="3575050" y="6546850"/>
          <p14:tracePt t="12703" x="3733800" y="6546850"/>
          <p14:tracePt t="12737" x="4102100" y="6502400"/>
          <p14:tracePt t="12758" x="4349750" y="6438900"/>
          <p14:tracePt t="12820" x="4940300" y="6305550"/>
          <p14:tracePt t="12870" x="5378450" y="6305550"/>
          <p14:tracePt t="12888" x="5543550" y="6318250"/>
          <p14:tracePt t="12920" x="5740400" y="6299200"/>
          <p14:tracePt t="12953" x="5822950" y="6299200"/>
          <p14:tracePt t="12986" x="5905500" y="6299200"/>
          <p14:tracePt t="13020" x="5988050" y="6305550"/>
          <p14:tracePt t="13055" x="6013450" y="6311900"/>
          <p14:tracePt t="13119" x="6019800" y="6292850"/>
          <p14:tracePt t="13168" x="6013450" y="6286500"/>
          <p14:tracePt t="13451" x="6038850" y="6311900"/>
          <p14:tracePt t="13485" x="6064250" y="6324600"/>
          <p14:tracePt t="13518" x="6102350" y="6337300"/>
          <p14:tracePt t="13551" x="6172200" y="6362700"/>
          <p14:tracePt t="13585" x="6254750" y="6407150"/>
          <p14:tracePt t="13634" x="6407150" y="6496050"/>
          <p14:tracePt t="13667" x="6457950" y="6527800"/>
          <p14:tracePt t="13700" x="6464300" y="6534150"/>
          <p14:tracePt t="13733" x="6477000" y="6540500"/>
          <p14:tracePt t="14185" x="6502400" y="6540500"/>
          <p14:tracePt t="14219" x="6521450" y="6540500"/>
          <p14:tracePt t="14253" x="6572250" y="6540500"/>
          <p14:tracePt t="14286" x="6635750" y="6553200"/>
          <p14:tracePt t="14320" x="6737350" y="6572250"/>
          <p14:tracePt t="14352" x="6813550" y="6578600"/>
          <p14:tracePt t="14386" x="6908800" y="6578600"/>
          <p14:tracePt t="14419" x="7029450" y="6584950"/>
          <p14:tracePt t="14452" x="7181850" y="6584950"/>
          <p14:tracePt t="14485" x="7391400" y="6565900"/>
          <p14:tracePt t="14519" x="7524750" y="6559550"/>
          <p14:tracePt t="14564" x="7556500" y="6559550"/>
          <p14:tracePt t="14680" x="7562850" y="6559550"/>
          <p14:tracePt t="14962" x="7404100" y="6540500"/>
          <p14:tracePt t="15029" x="6864350" y="6438900"/>
          <p14:tracePt t="15079" x="6648450" y="6388100"/>
          <p14:tracePt t="15114" x="6572250" y="6362700"/>
          <p14:tracePt t="15149" x="6515100" y="6350000"/>
          <p14:tracePt t="15195" x="6419850" y="6343650"/>
          <p14:tracePt t="15261" x="6324600" y="6330950"/>
          <p14:tracePt t="15328" x="6311900" y="63246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</a:rPr>
              <a:t>#problem is wra</a:t>
            </a:r>
            <a:r>
              <a:rPr lang="en-US" altLang="en-US" sz="2400" spc="-250" dirty="0">
                <a:solidFill>
                  <a:srgbClr val="00B050"/>
                </a:solidFill>
              </a:rPr>
              <a:t>p</a:t>
            </a:r>
            <a:r>
              <a:rPr lang="en-US" altLang="en-US" sz="2400" spc="-250" dirty="0">
                <a:solidFill>
                  <a:srgbClr val="00B050"/>
                </a:solidFill>
                <a:latin typeface="Arial Narrow" panose="020B0606020202030204" pitchFamily="34" charset="0"/>
              </a:rPr>
              <a:t>_</a:t>
            </a:r>
            <a:r>
              <a:rPr lang="en-US" altLang="en-US" sz="2400" spc="-10" dirty="0">
                <a:solidFill>
                  <a:srgbClr val="00B050"/>
                </a:solidFill>
              </a:rPr>
              <a:t>do2x</a:t>
            </a:r>
            <a:r>
              <a:rPr lang="en-US" altLang="en-US" sz="2400" dirty="0">
                <a:solidFill>
                  <a:srgbClr val="00B050"/>
                </a:solidFill>
              </a:rPr>
              <a:t>() allows no </a:t>
            </a:r>
            <a:r>
              <a:rPr lang="en-US" altLang="en-US" sz="2400" dirty="0" err="1">
                <a:solidFill>
                  <a:srgbClr val="00B050"/>
                </a:solidFill>
              </a:rPr>
              <a:t>args</a:t>
            </a:r>
            <a:endParaRPr lang="en-US" altLang="en-US" sz="24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44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347"/>
    </mc:Choice>
    <mc:Fallback>
      <p:transition advTm="13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96" x="1504950" y="6032500"/>
          <p14:tracePt t="1262" x="1504950" y="6064250"/>
          <p14:tracePt t="1329" x="1498600" y="60642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7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6061"/>
    </mc:Choice>
    <mc:Fallback>
      <p:transition advTm="6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2" x="1498600" y="6070600"/>
          <p14:tracePt t="566" x="1485900" y="6083300"/>
          <p14:tracePt t="584" x="1479550" y="6089650"/>
          <p14:tracePt t="599" x="1454150" y="6121400"/>
          <p14:tracePt t="631" x="1422400" y="6159500"/>
          <p14:tracePt t="663" x="1384300" y="6197600"/>
          <p14:tracePt t="696" x="1371600" y="6210300"/>
          <p14:tracePt t="763" x="1365250" y="6216650"/>
          <p14:tracePt t="815" x="1358900" y="6216650"/>
          <p14:tracePt t="862" x="1346200" y="6216650"/>
          <p14:tracePt t="895" x="1333500" y="6223000"/>
          <p14:tracePt t="928" x="1282700" y="6229350"/>
          <p14:tracePt t="962" x="1219200" y="6229350"/>
          <p14:tracePt t="995" x="1143000" y="6235700"/>
          <p14:tracePt t="1017" x="1123950" y="6235700"/>
          <p14:tracePt t="1050" x="1104900" y="6242050"/>
          <p14:tracePt t="1082" x="1098550" y="6242050"/>
          <p14:tracePt t="1114" x="1085850" y="6248400"/>
          <p14:tracePt t="1178" x="1060450" y="6254750"/>
          <p14:tracePt t="1211" x="1047750" y="6261100"/>
          <p14:tracePt t="1244" x="1035050" y="6261100"/>
          <p14:tracePt t="1277" x="1016000" y="6273800"/>
          <p14:tracePt t="1311" x="996950" y="6280150"/>
          <p14:tracePt t="1347" x="977900" y="6286500"/>
          <p14:tracePt t="1410" x="965200" y="6292850"/>
          <p14:tracePt t="1444" x="952500" y="6299200"/>
          <p14:tracePt t="1493" x="946150" y="6299200"/>
          <p14:tracePt t="1526" x="939800" y="6299200"/>
          <p14:tracePt t="1549" x="933450" y="6299200"/>
          <p14:tracePt t="5662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Traceback</a:t>
            </a:r>
            <a:r>
              <a:rPr lang="en-US" altLang="en-US" sz="2400" spc="-100" dirty="0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(most recent call last):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File 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35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343"/>
    </mc:Choice>
    <mc:Fallback>
      <p:transition advTm="2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00" dirty="0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File 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"&lt;</a:t>
            </a:r>
            <a:r>
              <a:rPr lang="en-US" altLang="en-US" sz="2400" spc="-10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stdin</a:t>
            </a:r>
            <a:r>
              <a:rPr lang="en-US" altLang="en-US" sz="2400" spc="-10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&gt;", line 1, in &lt;module&gt;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5814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00"/>
    </mc:Choice>
    <mc:Fallback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TypeE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</a:t>
            </a:r>
            <a:r>
              <a:rPr lang="en-US" altLang="en-US" sz="2400" spc="-50" dirty="0" err="1" smtClean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</a:t>
            </a:r>
            <a:r>
              <a:rPr lang="en-US" altLang="en-US" sz="2400" spc="-150" dirty="0">
                <a:solidFill>
                  <a:srgbClr val="E06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: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wrap_do2x takes </a:t>
            </a:r>
            <a:r>
              <a:rPr lang="en-US" altLang="en-US" sz="2400" spc="-15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 positional arguments but 1 was 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given</a:t>
            </a: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0371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0"/>
    </mc:Choice>
    <mc:Fallback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name</a:t>
            </a:r>
            <a:r>
              <a:rPr lang="en-US" altLang="en-US" sz="24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"+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400" dirty="0">
                <a:latin typeface="Lucida Console" panose="020B0609040504020204" pitchFamily="49" charset="0"/>
              </a:rPr>
              <a:t>"World"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Hello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World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:print("</a:t>
            </a: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</a:t>
            </a:r>
            <a:r>
              <a:rPr lang="en-US" altLang="en-US" sz="2400" spc="-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  <a:r>
              <a:rPr lang="en-US" altLang="en-US" sz="2400" spc="-100" dirty="0" smtClean="0">
                <a:latin typeface="Lucida Console" panose="020B0609040504020204" pitchFamily="49" charset="0"/>
              </a:rPr>
              <a:t>")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args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problem</a:t>
            </a:r>
            <a:endParaRPr lang="en-US" altLang="en-US" sz="2400" spc="-10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6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say_whee</a:t>
            </a:r>
            <a:r>
              <a:rPr lang="en-US" altLang="en-US" sz="24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</a:p>
          <a:p>
            <a:pPr lvl="0">
              <a:lnSpc>
                <a:spcPct val="85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Whee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!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Passing arguments to a decorator</a:t>
            </a:r>
            <a:endParaRPr lang="en-US" b="1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8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075"/>
    </mc:Choice>
    <mc:Fallback>
      <p:transition spd="slow" advTm="320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13" x="1441450" y="6146800"/>
          <p14:tracePt t="727" x="1447800" y="6159500"/>
          <p14:tracePt t="735" x="1454150" y="6172200"/>
          <p14:tracePt t="749" x="1454150" y="6178550"/>
          <p14:tracePt t="766" x="1466850" y="6203950"/>
          <p14:tracePt t="783" x="1466850" y="6216650"/>
          <p14:tracePt t="799" x="1466850" y="6223000"/>
          <p14:tracePt t="816" x="1460500" y="6248400"/>
          <p14:tracePt t="833" x="1447800" y="6267450"/>
          <p14:tracePt t="849" x="1447800" y="6273800"/>
          <p14:tracePt t="865" x="1441450" y="6280150"/>
          <p14:tracePt t="882" x="1409700" y="6311900"/>
          <p14:tracePt t="899" x="1397000" y="6324600"/>
          <p14:tracePt t="916" x="1377950" y="6343650"/>
          <p14:tracePt t="932" x="1371600" y="6350000"/>
          <p14:tracePt t="948" x="1365250" y="6356350"/>
          <p14:tracePt t="965" x="1358900" y="6356350"/>
          <p14:tracePt t="986" x="1358900" y="6362700"/>
          <p14:tracePt t="1064" x="1358900" y="6369050"/>
          <p14:tracePt t="1127" x="1365250" y="6369050"/>
          <p14:tracePt t="1134" x="1377950" y="6369050"/>
          <p14:tracePt t="1150" x="1384300" y="6369050"/>
          <p14:tracePt t="1164" x="1397000" y="6375400"/>
          <p14:tracePt t="1181" x="1416050" y="6375400"/>
          <p14:tracePt t="1198" x="1454150" y="6375400"/>
          <p14:tracePt t="1214" x="1479550" y="6375400"/>
          <p14:tracePt t="1231" x="1549400" y="6362700"/>
          <p14:tracePt t="1234" x="1574800" y="6356350"/>
          <p14:tracePt t="1248" x="1606550" y="6350000"/>
          <p14:tracePt t="1264" x="1651000" y="6343650"/>
          <p14:tracePt t="1281" x="1695450" y="6330950"/>
          <p14:tracePt t="1297" x="1746250" y="6311900"/>
          <p14:tracePt t="1314" x="1771650" y="6305550"/>
          <p14:tracePt t="1330" x="1803400" y="6299200"/>
          <p14:tracePt t="1347" x="1816100" y="6292850"/>
          <p14:tracePt t="1380" x="1822450" y="6286500"/>
          <p14:tracePt t="1456" x="1828800" y="6286500"/>
          <p14:tracePt t="1492" x="1828800" y="6280150"/>
          <p14:tracePt t="1506" x="1835150" y="6280150"/>
          <p14:tracePt t="4174" x="1841500" y="6267450"/>
          <p14:tracePt t="4188" x="1854200" y="6254750"/>
          <p14:tracePt t="4204" x="1873250" y="6210300"/>
          <p14:tracePt t="4220" x="1885950" y="6191250"/>
          <p14:tracePt t="4237" x="1911350" y="6127750"/>
          <p14:tracePt t="4254" x="1968500" y="6051550"/>
          <p14:tracePt t="4270" x="2012950" y="5994400"/>
          <p14:tracePt t="4287" x="2095500" y="5829300"/>
          <p14:tracePt t="4303" x="2241550" y="5524500"/>
          <p14:tracePt t="4320" x="2305050" y="5359400"/>
          <p14:tracePt t="4337" x="2457450" y="4978400"/>
          <p14:tracePt t="4353" x="2520950" y="4787900"/>
          <p14:tracePt t="4371" x="2667000" y="4248150"/>
          <p14:tracePt t="4387" x="2705100" y="4070350"/>
          <p14:tracePt t="4403" x="2736850" y="3917950"/>
          <p14:tracePt t="4420" x="2749550" y="3683000"/>
          <p14:tracePt t="4436" x="2755900" y="3562350"/>
          <p14:tracePt t="4453" x="2768600" y="3371850"/>
          <p14:tracePt t="4470" x="2774950" y="3168650"/>
          <p14:tracePt t="4486" x="2755900" y="2990850"/>
          <p14:tracePt t="4503" x="2743200" y="2889250"/>
          <p14:tracePt t="4519" x="2724150" y="2705100"/>
          <p14:tracePt t="4536" x="2705100" y="2514600"/>
          <p14:tracePt t="4553" x="2673350" y="2324100"/>
          <p14:tracePt t="4569" x="2660650" y="2222500"/>
          <p14:tracePt t="4586" x="2641600" y="2038350"/>
          <p14:tracePt t="4603" x="2609850" y="1847850"/>
          <p14:tracePt t="4619" x="2590800" y="1739900"/>
          <p14:tracePt t="4636" x="2571750" y="1651000"/>
          <p14:tracePt t="4652" x="2489200" y="1403350"/>
          <p14:tracePt t="4669" x="2463800" y="1346200"/>
          <p14:tracePt t="4686" x="2425700" y="1244600"/>
          <p14:tracePt t="4702" x="2400300" y="1212850"/>
          <p14:tracePt t="4719" x="2355850" y="1155700"/>
          <p14:tracePt t="4736" x="2305050" y="1136650"/>
          <p14:tracePt t="4752" x="2286000" y="1130300"/>
          <p14:tracePt t="4768" x="2241550" y="1130300"/>
          <p14:tracePt t="4785" x="2216150" y="1168400"/>
          <p14:tracePt t="4801" x="2190750" y="1193800"/>
          <p14:tracePt t="4819" x="2159000" y="1238250"/>
          <p14:tracePt t="4835" x="2133600" y="1289050"/>
          <p14:tracePt t="4852" x="2133600" y="1314450"/>
          <p14:tracePt t="4869" x="2133600" y="1352550"/>
          <p14:tracePt t="4885" x="2133600" y="1403350"/>
          <p14:tracePt t="4901" x="2133600" y="1422400"/>
          <p14:tracePt t="4918" x="2146300" y="1473200"/>
          <p14:tracePt t="4935" x="2171700" y="1524000"/>
          <p14:tracePt t="4951" x="2184400" y="1555750"/>
          <p14:tracePt t="4968" x="2216150" y="1619250"/>
          <p14:tracePt t="4984" x="2241550" y="1651000"/>
          <p14:tracePt t="5001" x="2292350" y="1714500"/>
          <p14:tracePt t="5018" x="2355850" y="1797050"/>
          <p14:tracePt t="5034" x="2374900" y="1828800"/>
          <p14:tracePt t="5051" x="2457450" y="1911350"/>
          <p14:tracePt t="5068" x="2540000" y="1981200"/>
          <p14:tracePt t="5084" x="2571750" y="2006600"/>
          <p14:tracePt t="5101" x="2647950" y="2051050"/>
          <p14:tracePt t="5118" x="2698750" y="2070100"/>
          <p14:tracePt t="5134" x="2717800" y="2070100"/>
          <p14:tracePt t="5151" x="2762250" y="2070100"/>
          <p14:tracePt t="5168" x="2819400" y="2044700"/>
          <p14:tracePt t="5184" x="2876550" y="2000250"/>
          <p14:tracePt t="5200" x="2908300" y="1968500"/>
          <p14:tracePt t="5217" x="2971800" y="1898650"/>
          <p14:tracePt t="5234" x="3035300" y="1809750"/>
          <p14:tracePt t="5250" x="3067050" y="1771650"/>
          <p14:tracePt t="5267" x="3092450" y="1727200"/>
          <p14:tracePt t="5284" x="3143250" y="1676400"/>
          <p14:tracePt t="5300" x="3155950" y="1670050"/>
          <p14:tracePt t="5317" x="3162300" y="1670050"/>
          <p14:tracePt t="5334" x="3175000" y="1657350"/>
          <p14:tracePt t="5350" x="3187700" y="1644650"/>
          <p14:tracePt t="5388" x="3187700" y="1638300"/>
          <p14:tracePt t="5494" x="3187700" y="1631950"/>
          <p14:tracePt t="5528" x="3181350" y="1631950"/>
          <p14:tracePt t="5535" x="3168650" y="1631950"/>
          <p14:tracePt t="5551" x="3162300" y="1631950"/>
          <p14:tracePt t="5566" x="3143250" y="1638300"/>
          <p14:tracePt t="5582" x="3130550" y="1638300"/>
          <p14:tracePt t="5599" x="3092450" y="1657350"/>
          <p14:tracePt t="5616" x="3067050" y="1670050"/>
          <p14:tracePt t="5632" x="3009900" y="1701800"/>
          <p14:tracePt t="5649" x="2965450" y="1727200"/>
          <p14:tracePt t="5665" x="2933700" y="1752600"/>
          <p14:tracePt t="5683" x="2889250" y="1797050"/>
          <p14:tracePt t="5699" x="2851150" y="1847850"/>
          <p14:tracePt t="5715" x="2844800" y="1879600"/>
          <p14:tracePt t="5732" x="2825750" y="1911350"/>
          <p14:tracePt t="5749" x="2819400" y="1924050"/>
          <p14:tracePt t="5765" x="2819400" y="1930400"/>
          <p14:tracePt t="5798" x="2825750" y="1943100"/>
          <p14:tracePt t="5814" x="2832100" y="1949450"/>
          <p14:tracePt t="5831" x="2876550" y="1974850"/>
          <p14:tracePt t="5848" x="2946400" y="2006600"/>
          <p14:tracePt t="5866" x="3060700" y="2063750"/>
          <p14:tracePt t="5881" x="3124200" y="2089150"/>
          <p14:tracePt t="5898" x="3194050" y="2120900"/>
          <p14:tracePt t="5915" x="3371850" y="2178050"/>
          <p14:tracePt t="5931" x="3409950" y="2184400"/>
          <p14:tracePt t="5948" x="3454400" y="2184400"/>
          <p14:tracePt t="5964" x="3498850" y="2184400"/>
          <p14:tracePt t="5981" x="3543300" y="2171700"/>
          <p14:tracePt t="5998" x="3562350" y="2165350"/>
          <p14:tracePt t="6014" x="3600450" y="2133600"/>
          <p14:tracePt t="6031" x="3632200" y="2114550"/>
          <p14:tracePt t="6048" x="3651250" y="2082800"/>
          <p14:tracePt t="6064" x="3670300" y="2057400"/>
          <p14:tracePt t="6080" x="3676650" y="2038350"/>
          <p14:tracePt t="6098" x="3683000" y="2038350"/>
          <p14:tracePt t="6130" x="3689350" y="2032000"/>
          <p14:tracePt t="6160" x="3695700" y="2032000"/>
          <p14:tracePt t="6196" x="3695700" y="2025650"/>
          <p14:tracePt t="6210" x="3702050" y="2019300"/>
          <p14:tracePt t="6216" x="3702050" y="2012950"/>
          <p14:tracePt t="7141" x="3695700" y="2012950"/>
          <p14:tracePt t="7148" x="3676650" y="2019300"/>
          <p14:tracePt t="7163" x="3663950" y="2032000"/>
          <p14:tracePt t="7177" x="3638550" y="2038350"/>
          <p14:tracePt t="7194" x="3606800" y="2070100"/>
          <p14:tracePt t="7210" x="3581400" y="2082800"/>
          <p14:tracePt t="7227" x="3549650" y="2108200"/>
          <p14:tracePt t="7243" x="3511550" y="2139950"/>
          <p14:tracePt t="7261" x="3473450" y="2165350"/>
          <p14:tracePt t="7277" x="3448050" y="2184400"/>
          <p14:tracePt t="7294" x="3416300" y="2203450"/>
          <p14:tracePt t="7310" x="3390900" y="2222500"/>
          <p14:tracePt t="7326" x="3378200" y="2235200"/>
          <p14:tracePt t="7344" x="3359150" y="2247900"/>
          <p14:tracePt t="7360" x="3346450" y="2273300"/>
          <p14:tracePt t="7376" x="3340100" y="2286000"/>
          <p14:tracePt t="7395" x="3321050" y="2298700"/>
          <p14:tracePt t="7409" x="3314700" y="2298700"/>
          <p14:tracePt t="7426" x="3302000" y="2298700"/>
          <p14:tracePt t="7443" x="3295650" y="2311400"/>
          <p14:tracePt t="7475" x="3289300" y="2317750"/>
          <p14:tracePt t="8262" x="3276600" y="2317750"/>
          <p14:tracePt t="8276" x="3270250" y="2305050"/>
          <p14:tracePt t="8282" x="3251200" y="2292350"/>
          <p14:tracePt t="8297" x="3232150" y="2286000"/>
          <p14:tracePt t="8306" x="3213100" y="2273300"/>
          <p14:tracePt t="8323" x="3181350" y="2254250"/>
          <p14:tracePt t="8340" x="3117850" y="2222500"/>
          <p14:tracePt t="8356" x="3054350" y="2184400"/>
          <p14:tracePt t="8373" x="3009900" y="2165350"/>
          <p14:tracePt t="8389" x="2940050" y="2133600"/>
          <p14:tracePt t="8406" x="2851150" y="2101850"/>
          <p14:tracePt t="8424" x="2768600" y="2070100"/>
          <p14:tracePt t="8440" x="2711450" y="2063750"/>
          <p14:tracePt t="8456" x="2628900" y="2038350"/>
          <p14:tracePt t="8473" x="2565400" y="2025650"/>
          <p14:tracePt t="8489" x="2540000" y="2025650"/>
          <p14:tracePt t="8505" x="2520950" y="2025650"/>
          <p14:tracePt t="8522" x="2476500" y="2019300"/>
          <p14:tracePt t="8539" x="2463800" y="2019300"/>
          <p14:tracePt t="8556" x="2457450" y="2019300"/>
          <p14:tracePt t="8572" x="2451100" y="2019300"/>
          <p14:tracePt t="8608" x="2444750" y="2019300"/>
          <p14:tracePt t="8732" x="2451100" y="2019300"/>
          <p14:tracePt t="8746" x="2457450" y="2019300"/>
          <p14:tracePt t="8753" x="2457450" y="2012950"/>
          <p14:tracePt t="8767" x="2463800" y="2012950"/>
          <p14:tracePt t="8775" x="2470150" y="2012950"/>
          <p14:tracePt t="8791" x="2470150" y="2006600"/>
          <p14:tracePt t="8804" x="2482850" y="2006600"/>
          <p14:tracePt t="8821" x="2489200" y="2000250"/>
          <p14:tracePt t="8838" x="2495550" y="2000250"/>
          <p14:tracePt t="8854" x="2501900" y="2000250"/>
          <p14:tracePt t="8872" x="2514600" y="1987550"/>
          <p14:tracePt t="8888" x="2520950" y="1987550"/>
          <p14:tracePt t="8904" x="2533650" y="1981200"/>
          <p14:tracePt t="8921" x="2565400" y="1962150"/>
          <p14:tracePt t="8937" x="2616200" y="1943100"/>
          <p14:tracePt t="8954" x="2641600" y="1924050"/>
          <p14:tracePt t="8971" x="2679700" y="1905000"/>
          <p14:tracePt t="8987" x="2711450" y="1885950"/>
          <p14:tracePt t="9003" x="2724150" y="1879600"/>
          <p14:tracePt t="9021" x="2724150" y="1873250"/>
          <p14:tracePt t="9037" x="2724150" y="1860550"/>
          <p14:tracePt t="9053" x="2724150" y="1854200"/>
          <p14:tracePt t="9070" x="2698750" y="1847850"/>
          <p14:tracePt t="9087" x="2667000" y="1847850"/>
          <p14:tracePt t="9104" x="2616200" y="1841500"/>
          <p14:tracePt t="9120" x="2584450" y="1841500"/>
          <p14:tracePt t="9137" x="2565400" y="1841500"/>
          <p14:tracePt t="9154" x="2476500" y="1860550"/>
          <p14:tracePt t="9170" x="2451100" y="1866900"/>
          <p14:tracePt t="9187" x="2419350" y="1873250"/>
          <p14:tracePt t="9203" x="2368550" y="1892300"/>
          <p14:tracePt t="9220" x="2324100" y="1917700"/>
          <p14:tracePt t="9237" x="2311400" y="1924050"/>
          <p14:tracePt t="9253" x="2279650" y="1936750"/>
          <p14:tracePt t="9269" x="2254250" y="1943100"/>
          <p14:tracePt t="9287" x="2228850" y="1943100"/>
          <p14:tracePt t="9303" x="2216150" y="1943100"/>
          <p14:tracePt t="9320" x="2184400" y="1943100"/>
          <p14:tracePt t="9337" x="2146300" y="1936750"/>
          <p14:tracePt t="9353" x="2120900" y="1930400"/>
          <p14:tracePt t="9356" x="2095500" y="1917700"/>
          <p14:tracePt t="9369" x="2063750" y="1911350"/>
          <p14:tracePt t="9386" x="2006600" y="1911350"/>
          <p14:tracePt t="9403" x="1974850" y="1905000"/>
          <p14:tracePt t="9420" x="1911350" y="1898650"/>
          <p14:tracePt t="9435" x="1854200" y="1898650"/>
          <p14:tracePt t="9452" x="1822450" y="1898650"/>
          <p14:tracePt t="9470" x="1765300" y="1892300"/>
          <p14:tracePt t="9486" x="1714500" y="1879600"/>
          <p14:tracePt t="9502" x="1695450" y="1860550"/>
          <p14:tracePt t="9519" x="1651000" y="1835150"/>
          <p14:tracePt t="9536" x="1638300" y="1822450"/>
          <p14:tracePt t="9552" x="1600200" y="1784350"/>
          <p14:tracePt t="9569" x="1568450" y="1752600"/>
          <p14:tracePt t="9585" x="1543050" y="1727200"/>
          <p14:tracePt t="9602" x="1498600" y="1682750"/>
          <p14:tracePt t="9618" x="1454150" y="1638300"/>
          <p14:tracePt t="9635" x="1435100" y="1619250"/>
          <p14:tracePt t="9652" x="1390650" y="1574800"/>
          <p14:tracePt t="9668" x="1358900" y="1524000"/>
          <p14:tracePt t="9685" x="1346200" y="1511300"/>
          <p14:tracePt t="9702" x="1339850" y="1498600"/>
          <p14:tracePt t="9718" x="1333500" y="1492250"/>
          <p14:tracePt t="9757" x="1333500" y="1485900"/>
          <p14:tracePt t="9820" x="1339850" y="1485900"/>
          <p14:tracePt t="9827" x="1346200" y="1485900"/>
          <p14:tracePt t="9836" x="1358900" y="1485900"/>
          <p14:tracePt t="9851" x="1358900" y="1479550"/>
          <p14:tracePt t="9868" x="1371600" y="1479550"/>
          <p14:tracePt t="9884" x="1416050" y="1466850"/>
          <p14:tracePt t="9901" x="1466850" y="1441450"/>
          <p14:tracePt t="9918" x="1517650" y="1428750"/>
          <p14:tracePt t="9934" x="1543050" y="1428750"/>
          <p14:tracePt t="9951" x="1581150" y="1416050"/>
          <p14:tracePt t="9968" x="1606550" y="1409700"/>
          <p14:tracePt t="9984" x="1606550" y="1403350"/>
          <p14:tracePt t="10000" x="1612900" y="1403350"/>
          <p14:tracePt t="10017" x="1625600" y="1403350"/>
          <p14:tracePt t="10053" x="1631950" y="1403350"/>
          <p14:tracePt t="10185" x="1625600" y="1403350"/>
          <p14:tracePt t="10200" x="1619250" y="1416050"/>
          <p14:tracePt t="10206" x="1606550" y="1422400"/>
          <p14:tracePt t="10220" x="1593850" y="1435100"/>
          <p14:tracePt t="10235" x="1574800" y="1454150"/>
          <p14:tracePt t="10250" x="1517650" y="1492250"/>
          <p14:tracePt t="10267" x="1473200" y="1530350"/>
          <p14:tracePt t="10284" x="1397000" y="1581150"/>
          <p14:tracePt t="10300" x="1320800" y="1631950"/>
          <p14:tracePt t="10316" x="1295400" y="1651000"/>
          <p14:tracePt t="10333" x="1250950" y="1676400"/>
          <p14:tracePt t="10349" x="1238250" y="1689100"/>
          <p14:tracePt t="10366" x="1231900" y="1695450"/>
          <p14:tracePt t="10369" x="1225550" y="1695450"/>
          <p14:tracePt t="10383" x="1219200" y="1695450"/>
          <p14:tracePt t="10410" x="1206500" y="1701800"/>
          <p14:tracePt t="10419" x="1200150" y="1701800"/>
          <p14:tracePt t="10433" x="1200150" y="1708150"/>
          <p14:tracePt t="10449" x="1193800" y="1708150"/>
          <p14:tracePt t="10466" x="1174750" y="1708150"/>
          <p14:tracePt t="10483" x="1162050" y="1708150"/>
          <p14:tracePt t="10500" x="1155700" y="1708150"/>
          <p14:tracePt t="10532" x="1149350" y="1714500"/>
          <p14:tracePt t="10592" x="1143000" y="1714500"/>
          <p14:tracePt t="10719" x="1149350" y="1714500"/>
          <p14:tracePt t="10740" x="1155700" y="1708150"/>
          <p14:tracePt t="10754" x="1162050" y="1708150"/>
          <p14:tracePt t="10761" x="1162050" y="1701800"/>
          <p14:tracePt t="10768" x="1168400" y="1701800"/>
          <p14:tracePt t="10784" x="1168400" y="1695450"/>
          <p14:tracePt t="10798" x="1174750" y="1695450"/>
          <p14:tracePt t="10814" x="1181100" y="1689100"/>
          <p14:tracePt t="10833" x="1187450" y="1682750"/>
          <p14:tracePt t="10852" x="1193800" y="1682750"/>
          <p14:tracePt t="10873" x="1200150" y="1676400"/>
          <p14:tracePt t="10881" x="1212850" y="1676400"/>
          <p14:tracePt t="10898" x="1219200" y="1670050"/>
          <p14:tracePt t="10915" x="1250950" y="1657350"/>
          <p14:tracePt t="10930" x="1276350" y="1644650"/>
          <p14:tracePt t="10947" x="1295400" y="1638300"/>
          <p14:tracePt t="10965" x="1320800" y="1625600"/>
          <p14:tracePt t="10980" x="1358900" y="1606550"/>
          <p14:tracePt t="10997" x="1371600" y="1600200"/>
          <p14:tracePt t="11014" x="1390650" y="1593850"/>
          <p14:tracePt t="11030" x="1403350" y="1587500"/>
          <p14:tracePt t="11047" x="1409700" y="1581150"/>
          <p14:tracePt t="11063" x="1422400" y="1574800"/>
          <p14:tracePt t="11080" x="1428750" y="1574800"/>
          <p14:tracePt t="11097" x="1441450" y="1568450"/>
          <p14:tracePt t="11113" x="1447800" y="1562100"/>
          <p14:tracePt t="11130" x="1460500" y="1555750"/>
          <p14:tracePt t="11147" x="1479550" y="1543050"/>
          <p14:tracePt t="11163" x="1511300" y="1536700"/>
          <p14:tracePt t="11180" x="1524000" y="1530350"/>
          <p14:tracePt t="11196" x="1555750" y="1524000"/>
          <p14:tracePt t="11213" x="1593850" y="1517650"/>
          <p14:tracePt t="11230" x="1606550" y="1517650"/>
          <p14:tracePt t="11246" x="1625600" y="1517650"/>
          <p14:tracePt t="11263" x="1644650" y="1517650"/>
          <p14:tracePt t="11280" x="1651000" y="1517650"/>
          <p14:tracePt t="11296" x="1657350" y="1517650"/>
          <p14:tracePt t="11312" x="1663700" y="1517650"/>
          <p14:tracePt t="11392" x="1670050" y="1517650"/>
          <p14:tracePt t="11399" x="1676400" y="1517650"/>
          <p14:tracePt t="11415" x="1682750" y="1517650"/>
          <p14:tracePt t="11429" x="1689100" y="1517650"/>
          <p14:tracePt t="11445" x="1708150" y="1517650"/>
          <p14:tracePt t="11463" x="1714500" y="1524000"/>
          <p14:tracePt t="11479" x="1733550" y="1524000"/>
          <p14:tracePt t="11496" x="1752600" y="1530350"/>
          <p14:tracePt t="11529" x="1771650" y="1536700"/>
          <p14:tracePt t="11562" x="1778000" y="1543050"/>
          <p14:tracePt t="11603" x="1784350" y="1543050"/>
          <p14:tracePt t="11645" x="1790700" y="1543050"/>
          <p14:tracePt t="11673" x="1797050" y="1543050"/>
          <p14:tracePt t="11701" x="1803400" y="1543050"/>
          <p14:tracePt t="11785" x="1809750" y="1543050"/>
          <p14:tracePt t="11891" x="1816100" y="1543050"/>
          <p14:tracePt t="11905" x="1822450" y="1543050"/>
          <p14:tracePt t="11913" x="1828800" y="1536700"/>
          <p14:tracePt t="11928" x="1841500" y="1536700"/>
          <p14:tracePt t="11943" x="1860550" y="1530350"/>
          <p14:tracePt t="12950" x="1866900" y="1530350"/>
          <p14:tracePt t="12958" x="1873250" y="1530350"/>
          <p14:tracePt t="12964" x="1885950" y="1530350"/>
          <p14:tracePt t="12978" x="1898650" y="1530350"/>
          <p14:tracePt t="12990" x="1911350" y="1530350"/>
          <p14:tracePt t="13007" x="1949450" y="1524000"/>
          <p14:tracePt t="13023" x="1974850" y="1517650"/>
          <p14:tracePt t="13040" x="2012950" y="1511300"/>
          <p14:tracePt t="13057" x="2057400" y="1504950"/>
          <p14:tracePt t="13073" x="2076450" y="1504950"/>
          <p14:tracePt t="13090" x="2114550" y="1492250"/>
          <p14:tracePt t="13107" x="2159000" y="1492250"/>
          <p14:tracePt t="13123" x="2178050" y="1492250"/>
          <p14:tracePt t="13140" x="2228850" y="1485900"/>
          <p14:tracePt t="13156" x="2247900" y="1485900"/>
          <p14:tracePt t="13173" x="2286000" y="1479550"/>
          <p14:tracePt t="13189" x="2317750" y="1479550"/>
          <p14:tracePt t="13206" x="2330450" y="1479550"/>
          <p14:tracePt t="13223" x="2343150" y="1479550"/>
          <p14:tracePt t="13239" x="2349500" y="1479550"/>
          <p14:tracePt t="13272" x="2355850" y="1473200"/>
          <p14:tracePt t="13315" x="2362200" y="1473200"/>
          <p14:tracePt t="13335" x="2368550" y="1473200"/>
          <p14:tracePt t="13350" x="2374900" y="1473200"/>
          <p14:tracePt t="13358" x="2381250" y="1473200"/>
          <p14:tracePt t="13372" x="2393950" y="1466850"/>
          <p14:tracePt t="13389" x="2413000" y="1460500"/>
          <p14:tracePt t="13406" x="2451100" y="1454150"/>
          <p14:tracePt t="13422" x="2476500" y="1447800"/>
          <p14:tracePt t="13438" x="2501900" y="1441450"/>
          <p14:tracePt t="13455" x="2590800" y="1422400"/>
          <p14:tracePt t="13472" x="2609850" y="1416050"/>
          <p14:tracePt t="13488" x="2641600" y="1403350"/>
          <p14:tracePt t="13505" x="2692400" y="1384300"/>
          <p14:tracePt t="13522" x="2736850" y="1371600"/>
          <p14:tracePt t="13539" x="2762250" y="1365250"/>
          <p14:tracePt t="13554" x="2768600" y="1365250"/>
          <p14:tracePt t="13571" x="2781300" y="1358900"/>
          <p14:tracePt t="13588" x="2787650" y="1358900"/>
          <p14:tracePt t="13622" x="2794000" y="1358900"/>
          <p14:tracePt t="13638" x="2800350" y="1358900"/>
          <p14:tracePt t="13654" x="2806700" y="1358900"/>
          <p14:tracePt t="14182" x="2806700" y="1365250"/>
          <p14:tracePt t="14204" x="2806700" y="1377950"/>
          <p14:tracePt t="14210" x="2813050" y="1390650"/>
          <p14:tracePt t="14219" x="2813050" y="1403350"/>
          <p14:tracePt t="14235" x="2819400" y="1416050"/>
          <p14:tracePt t="14253" x="2832100" y="1441450"/>
          <p14:tracePt t="14269" x="2838450" y="1454150"/>
          <p14:tracePt t="14286" x="2857500" y="1492250"/>
          <p14:tracePt t="14302" x="2876550" y="1536700"/>
          <p14:tracePt t="14319" x="2901950" y="1555750"/>
          <p14:tracePt t="14336" x="2940050" y="1619250"/>
          <p14:tracePt t="14352" x="2997200" y="1670050"/>
          <p14:tracePt t="14368" x="3028950" y="1682750"/>
          <p14:tracePt t="14386" x="3067050" y="1701800"/>
          <p14:tracePt t="14402" x="3105150" y="1708150"/>
          <p14:tracePt t="14418" x="3124200" y="1720850"/>
          <p14:tracePt t="14435" x="3143250" y="1720850"/>
          <p14:tracePt t="14452" x="3155950" y="1720850"/>
          <p14:tracePt t="14469" x="3168650" y="1714500"/>
          <p14:tracePt t="14485" x="3194050" y="1708150"/>
          <p14:tracePt t="14501" x="3225800" y="1701800"/>
          <p14:tracePt t="14519" x="3238500" y="1701800"/>
          <p14:tracePt t="14535" x="3257550" y="1695450"/>
          <p14:tracePt t="14551" x="3263900" y="1689100"/>
          <p14:tracePt t="14568" x="3276600" y="1682750"/>
          <p14:tracePt t="14601" x="3282950" y="1682750"/>
          <p14:tracePt t="14631" x="3282950" y="1676400"/>
          <p14:tracePt t="14729" x="3282950" y="1670050"/>
          <p14:tracePt t="14814" x="3289300" y="1670050"/>
          <p14:tracePt t="15151" x="3295650" y="1670050"/>
          <p14:tracePt t="15165" x="3302000" y="1670050"/>
          <p14:tracePt t="15171" x="3314700" y="1663700"/>
          <p14:tracePt t="15186" x="3321050" y="1657350"/>
          <p14:tracePt t="15200" x="3346450" y="1651000"/>
          <p14:tracePt t="15216" x="3359150" y="1644650"/>
          <p14:tracePt t="15232" x="3378200" y="1638300"/>
          <p14:tracePt t="15249" x="3409950" y="1612900"/>
          <p14:tracePt t="15265" x="3448050" y="1600200"/>
          <p14:tracePt t="15282" x="3454400" y="1593850"/>
          <p14:tracePt t="15299" x="3467100" y="1593850"/>
          <p14:tracePt t="15315" x="3473450" y="1587500"/>
          <p14:tracePt t="15348" x="3479800" y="1587500"/>
          <p14:tracePt t="15375" x="3486150" y="1587500"/>
          <p14:tracePt t="15965" x="3486150" y="1593850"/>
          <p14:tracePt t="15993" x="3479800" y="1600200"/>
          <p14:tracePt t="16006" x="3473450" y="1606550"/>
          <p14:tracePt t="16015" x="3473450" y="1612900"/>
          <p14:tracePt t="16029" x="3467100" y="1612900"/>
          <p14:tracePt t="16046" x="3460750" y="1625600"/>
          <p14:tracePt t="16063" x="3460750" y="1631950"/>
          <p14:tracePt t="16079" x="3448050" y="1638300"/>
          <p14:tracePt t="16096" x="3441700" y="1644650"/>
          <p14:tracePt t="16113" x="3416300" y="1676400"/>
          <p14:tracePt t="16129" x="3403600" y="1701800"/>
          <p14:tracePt t="16146" x="3390900" y="1708150"/>
          <p14:tracePt t="16162" x="3359150" y="1733550"/>
          <p14:tracePt t="16179" x="3333750" y="1752600"/>
          <p14:tracePt t="16197" x="3308350" y="1771650"/>
          <p14:tracePt t="16212" x="3295650" y="1784350"/>
          <p14:tracePt t="16229" x="3276600" y="1797050"/>
          <p14:tracePt t="16246" x="3263900" y="1809750"/>
          <p14:tracePt t="16278" x="3257550" y="1816100"/>
          <p14:tracePt t="16296" x="3251200" y="1822450"/>
          <p14:tracePt t="16365" x="3244850" y="1828800"/>
          <p14:tracePt t="16386" x="3244850" y="1835150"/>
          <p14:tracePt t="16429" x="3238500" y="1835150"/>
          <p14:tracePt t="16449" x="3232150" y="1835150"/>
          <p14:tracePt t="16477" x="3232150" y="1841500"/>
          <p14:tracePt t="16519" x="3225800" y="1847850"/>
          <p14:tracePt t="16547" x="3219450" y="1847850"/>
          <p14:tracePt t="16589" x="3213100" y="1854200"/>
          <p14:tracePt t="16638" x="3213100" y="1860550"/>
          <p14:tracePt t="16695" x="3206750" y="1860550"/>
          <p14:tracePt t="16828" x="3206750" y="1866900"/>
          <p14:tracePt t="16841" x="3206750" y="1873250"/>
          <p14:tracePt t="17401" x="3206750" y="1879600"/>
          <p14:tracePt t="17422" x="3206750" y="1898650"/>
          <p14:tracePt t="17428" x="3200400" y="1905000"/>
          <p14:tracePt t="17441" x="3200400" y="1911350"/>
          <p14:tracePt t="17459" x="3194050" y="1917700"/>
          <p14:tracePt t="17506" x="3187700" y="1924050"/>
          <p14:tracePt t="17520" x="3181350" y="1924050"/>
          <p14:tracePt t="17527" x="3181350" y="1930400"/>
          <p14:tracePt t="17544" x="3168650" y="1936750"/>
          <p14:tracePt t="17558" x="3162300" y="1949450"/>
          <p14:tracePt t="17575" x="3124200" y="1987550"/>
          <p14:tracePt t="17591" x="3092450" y="2038350"/>
          <p14:tracePt t="17608" x="3067050" y="2070100"/>
          <p14:tracePt t="17624" x="3016250" y="2146300"/>
          <p14:tracePt t="17641" x="2959100" y="2260600"/>
          <p14:tracePt t="17657" x="2946400" y="2305050"/>
          <p14:tracePt t="17674" x="2901950" y="2400300"/>
          <p14:tracePt t="17690" x="2870200" y="2476500"/>
          <p14:tracePt t="17707" x="2851150" y="2489200"/>
          <p14:tracePt t="17724" x="2832100" y="2514600"/>
          <p14:tracePt t="17740" x="2825750" y="2527300"/>
          <p14:tracePt t="17757" x="2825750" y="2533650"/>
          <p14:tracePt t="17773" x="2825750" y="2540000"/>
          <p14:tracePt t="17790" x="2819400" y="2540000"/>
          <p14:tracePt t="17821" x="2813050" y="2546350"/>
          <p14:tracePt t="17878" x="2806700" y="2546350"/>
          <p14:tracePt t="17891" x="2800350" y="2552700"/>
          <p14:tracePt t="17919" x="2794000" y="2552700"/>
          <p14:tracePt t="17926" x="2787650" y="2552700"/>
          <p14:tracePt t="17969" x="2787650" y="2559050"/>
          <p14:tracePt t="17991" x="2781300" y="2559050"/>
          <p14:tracePt t="18018" x="2774950" y="2565400"/>
          <p14:tracePt t="18053" x="2768600" y="2571750"/>
          <p14:tracePt t="18060" x="2762250" y="2571750"/>
          <p14:tracePt t="18072" x="2762250" y="2578100"/>
          <p14:tracePt t="18089" x="2749550" y="2584450"/>
          <p14:tracePt t="18109" x="2749550" y="2590800"/>
          <p14:tracePt t="18131" x="2743200" y="2590800"/>
          <p14:tracePt t="18139" x="2743200" y="2597150"/>
          <p14:tracePt t="18159" x="2736850" y="2597150"/>
          <p14:tracePt t="18179" x="2736850" y="2603500"/>
          <p14:tracePt t="18207" x="2736850" y="2609850"/>
          <p14:tracePt t="18842" x="2736850" y="2622550"/>
          <p14:tracePt t="18849" x="2736850" y="2635250"/>
          <p14:tracePt t="18863" x="2724150" y="2654300"/>
          <p14:tracePt t="18872" x="2724150" y="2667000"/>
          <p14:tracePt t="18886" x="2717800" y="2698750"/>
          <p14:tracePt t="18903" x="2717800" y="2717800"/>
          <p14:tracePt t="18920" x="2717800" y="2768600"/>
          <p14:tracePt t="18936" x="2717800" y="2794000"/>
          <p14:tracePt t="18953" x="2717800" y="2800350"/>
          <p14:tracePt t="18969" x="2724150" y="2825750"/>
          <p14:tracePt t="18986" x="2724150" y="2844800"/>
          <p14:tracePt t="19003" x="2730500" y="2857500"/>
          <p14:tracePt t="19019" x="2730500" y="2882900"/>
          <p14:tracePt t="19036" x="2736850" y="2895600"/>
          <p14:tracePt t="19053" x="2743200" y="2908300"/>
          <p14:tracePt t="19069" x="2749550" y="2914650"/>
          <p14:tracePt t="19086" x="2755900" y="2927350"/>
          <p14:tracePt t="19103" x="2762250" y="2940050"/>
          <p14:tracePt t="19119" x="2762250" y="2946400"/>
          <p14:tracePt t="19135" x="2768600" y="2965450"/>
          <p14:tracePt t="19152" x="2781300" y="2997200"/>
          <p14:tracePt t="19169" x="2781300" y="3009900"/>
          <p14:tracePt t="19186" x="2787650" y="3060700"/>
          <p14:tracePt t="19202" x="2794000" y="3111500"/>
          <p14:tracePt t="19218" x="2794000" y="3136900"/>
          <p14:tracePt t="19236" x="2800350" y="3200400"/>
          <p14:tracePt t="19252" x="2806700" y="3225800"/>
          <p14:tracePt t="19268" x="2813050" y="3270250"/>
          <p14:tracePt t="19285" x="2813050" y="3314700"/>
          <p14:tracePt t="19301" x="2813050" y="3340100"/>
          <p14:tracePt t="19319" x="2813050" y="3359150"/>
          <p14:tracePt t="19335" x="2813050" y="3384550"/>
          <p14:tracePt t="19352" x="2813050" y="3390900"/>
          <p14:tracePt t="19369" x="2813050" y="3409950"/>
          <p14:tracePt t="19385" x="2800350" y="3435350"/>
          <p14:tracePt t="19401" x="2800350" y="3448050"/>
          <p14:tracePt t="19419" x="2787650" y="3473450"/>
          <p14:tracePt t="19435" x="2774950" y="3498850"/>
          <p14:tracePt t="19452" x="2774950" y="3505200"/>
          <p14:tracePt t="19468" x="2774950" y="3511550"/>
          <p14:tracePt t="19485" x="2768600" y="3524250"/>
          <p14:tracePt t="19503" x="2762250" y="3536950"/>
          <p14:tracePt t="19534" x="2755900" y="3543300"/>
          <p14:tracePt t="19553" x="2749550" y="3543300"/>
          <p14:tracePt t="19586" x="2749550" y="3549650"/>
          <p14:tracePt t="19614" x="2743200" y="3556000"/>
          <p14:tracePt t="19642" x="2743200" y="3562350"/>
          <p14:tracePt t="19663" x="2736850" y="3568700"/>
          <p14:tracePt t="19677" x="2736850" y="3575050"/>
          <p14:tracePt t="19691" x="2736850" y="3581400"/>
          <p14:tracePt t="19733" x="2736850" y="3594100"/>
          <p14:tracePt t="19747" x="2730500" y="3600450"/>
          <p14:tracePt t="19754" x="2730500" y="3619500"/>
          <p14:tracePt t="19768" x="2730500" y="3632200"/>
          <p14:tracePt t="19784" x="2724150" y="3689350"/>
          <p14:tracePt t="19800" x="2724150" y="3727450"/>
          <p14:tracePt t="19817" x="2724150" y="3778250"/>
          <p14:tracePt t="19833" x="2711450" y="3937000"/>
          <p14:tracePt t="19850" x="2705100" y="4000500"/>
          <p14:tracePt t="19868" x="2705100" y="4114800"/>
          <p14:tracePt t="19883" x="2705100" y="4178300"/>
          <p14:tracePt t="19899" x="2705100" y="4273550"/>
          <p14:tracePt t="19916" x="2711450" y="4343400"/>
          <p14:tracePt t="19932" x="2717800" y="4375150"/>
          <p14:tracePt t="19950" x="2724150" y="4406900"/>
          <p14:tracePt t="19966" x="2730500" y="4425950"/>
          <p14:tracePt t="19999" x="2736850" y="4432300"/>
          <p14:tracePt t="20016" x="2736850" y="4438650"/>
          <p14:tracePt t="20049" x="2736850" y="4445000"/>
          <p14:tracePt t="20065" x="2743200" y="4457700"/>
          <p14:tracePt t="20082" x="2749550" y="4464050"/>
          <p14:tracePt t="20099" x="2762250" y="4489450"/>
          <p14:tracePt t="20115" x="2781300" y="4508500"/>
          <p14:tracePt t="20132" x="2787650" y="4533900"/>
          <p14:tracePt t="20149" x="2806700" y="4572000"/>
          <p14:tracePt t="20165" x="2825750" y="4603750"/>
          <p14:tracePt t="20183" x="2857500" y="4673600"/>
          <p14:tracePt t="20198" x="2863850" y="4705350"/>
          <p14:tracePt t="20215" x="2882900" y="4737100"/>
          <p14:tracePt t="20232" x="2908300" y="4800600"/>
          <p14:tracePt t="20248" x="2914650" y="4857750"/>
          <p14:tracePt t="20265" x="2933700" y="4908550"/>
          <p14:tracePt t="20282" x="2940050" y="5003800"/>
          <p14:tracePt t="20298" x="2940050" y="5092700"/>
          <p14:tracePt t="20315" x="2940050" y="5143500"/>
          <p14:tracePt t="20331" x="2940050" y="5238750"/>
          <p14:tracePt t="20348" x="2921000" y="5334000"/>
          <p14:tracePt t="20365" x="2895600" y="5378450"/>
          <p14:tracePt t="20381" x="2889250" y="5397500"/>
          <p14:tracePt t="20398" x="2857500" y="5435600"/>
          <p14:tracePt t="20415" x="2813050" y="5461000"/>
          <p14:tracePt t="20431" x="2800350" y="5473700"/>
          <p14:tracePt t="20448" x="2781300" y="5480050"/>
          <p14:tracePt t="20464" x="2749550" y="5486400"/>
          <p14:tracePt t="20498" x="2743200" y="5486400"/>
          <p14:tracePt t="20514" x="2736850" y="5486400"/>
          <p14:tracePt t="20530" x="2724150" y="5486400"/>
          <p14:tracePt t="20548" x="2724150" y="5480050"/>
          <p14:tracePt t="20564" x="2717800" y="5480050"/>
          <p14:tracePt t="20581" x="2717800" y="5473700"/>
          <p14:tracePt t="20598" x="2711450" y="5467350"/>
          <p14:tracePt t="20614" x="2711450" y="5461000"/>
          <p14:tracePt t="20631" x="2705100" y="5454650"/>
          <p14:tracePt t="20647" x="2705100" y="5448300"/>
          <p14:tracePt t="20679" x="2698750" y="5448300"/>
          <p14:tracePt t="20697" x="2698750" y="5435600"/>
          <p14:tracePt t="20730" x="2698750" y="5422900"/>
          <p14:tracePt t="20747" x="2698750" y="5416550"/>
          <p14:tracePt t="20780" x="2698750" y="5410200"/>
          <p14:tracePt t="20800" x="2698750" y="5403850"/>
          <p14:tracePt t="20812" x="2698750" y="5397500"/>
          <p14:tracePt t="20830" x="2698750" y="5384800"/>
          <p14:tracePt t="20846" x="2698750" y="5378450"/>
          <p14:tracePt t="20863" x="2705100" y="5365750"/>
          <p14:tracePt t="20879" x="2711450" y="5340350"/>
          <p14:tracePt t="20896" x="2711450" y="5321300"/>
          <p14:tracePt t="20913" x="2717800" y="5295900"/>
          <p14:tracePt t="20929" x="2724150" y="5270500"/>
          <p14:tracePt t="20946" x="2724150" y="5245100"/>
          <p14:tracePt t="20963" x="2730500" y="5238750"/>
          <p14:tracePt t="20979" x="2730500" y="5219700"/>
          <p14:tracePt t="20996" x="2730500" y="5213350"/>
          <p14:tracePt t="20999" x="2730500" y="5207000"/>
          <p14:tracePt t="21013" x="2730500" y="5200650"/>
          <p14:tracePt t="21029" x="2724150" y="5187950"/>
          <p14:tracePt t="21047" x="2724150" y="5168900"/>
          <p14:tracePt t="21062" x="2724150" y="5156200"/>
          <p14:tracePt t="21079" x="2717800" y="5143500"/>
          <p14:tracePt t="21096" x="2711450" y="5105400"/>
          <p14:tracePt t="21112" x="2711450" y="5086350"/>
          <p14:tracePt t="21129" x="2705100" y="5073650"/>
          <p14:tracePt t="21146" x="2698750" y="5035550"/>
          <p14:tracePt t="21162" x="2692400" y="4997450"/>
          <p14:tracePt t="21179" x="2692400" y="4984750"/>
          <p14:tracePt t="21195" x="2686050" y="4972050"/>
          <p14:tracePt t="21212" x="2686050" y="4965700"/>
          <p14:tracePt t="21230" x="2686050" y="4959350"/>
          <p14:tracePt t="21291" x="2679700" y="4959350"/>
          <p14:tracePt t="22212" x="2673350" y="4959350"/>
          <p14:tracePt t="22219" x="2673350" y="4953000"/>
          <p14:tracePt t="22233" x="2673350" y="4946650"/>
          <p14:tracePt t="22241" x="2667000" y="4940300"/>
          <p14:tracePt t="22258" x="2667000" y="4927600"/>
          <p14:tracePt t="22275" x="2660650" y="4914900"/>
          <p14:tracePt t="22291" x="2647950" y="4864100"/>
          <p14:tracePt t="22308" x="2641600" y="4832350"/>
          <p14:tracePt t="22325" x="2622550" y="4775200"/>
          <p14:tracePt t="22341" x="2616200" y="4743450"/>
          <p14:tracePt t="22358" x="2603500" y="4686300"/>
          <p14:tracePt t="22374" x="2597150" y="4635500"/>
          <p14:tracePt t="22391" x="2590800" y="4610100"/>
          <p14:tracePt t="22408" x="2571750" y="4546600"/>
          <p14:tracePt t="22424" x="2565400" y="4495800"/>
          <p14:tracePt t="22441" x="2559050" y="4476750"/>
          <p14:tracePt t="22458" x="2552700" y="4425950"/>
          <p14:tracePt t="22474" x="2546350" y="4381500"/>
          <p14:tracePt t="22490" x="2546350" y="4343400"/>
          <p14:tracePt t="22507" x="2540000" y="4273550"/>
          <p14:tracePt t="22524" x="2533650" y="4216400"/>
          <p14:tracePt t="22541" x="2533650" y="4184650"/>
          <p14:tracePt t="22557" x="2514600" y="4146550"/>
          <p14:tracePt t="22574" x="2514600" y="4121150"/>
          <p14:tracePt t="22591" x="2514600" y="4114800"/>
          <p14:tracePt t="22607" x="2514600" y="4108450"/>
          <p14:tracePt t="22654" x="2514600" y="4102100"/>
          <p14:tracePt t="23356" x="2514600" y="4095750"/>
          <p14:tracePt t="23362" x="2508250" y="4095750"/>
          <p14:tracePt t="23377" x="2508250" y="4083050"/>
          <p14:tracePt t="23387" x="2508250" y="4076700"/>
          <p14:tracePt t="23404" x="2508250" y="4064000"/>
          <p14:tracePt t="23421" x="2508250" y="4025900"/>
          <p14:tracePt t="23437" x="2508250" y="3956050"/>
          <p14:tracePt t="23454" x="2508250" y="3867150"/>
          <p14:tracePt t="23470" x="2508250" y="3816350"/>
          <p14:tracePt t="23487" x="2514600" y="3695700"/>
          <p14:tracePt t="23504" x="2514600" y="3606800"/>
          <p14:tracePt t="23520" x="2527300" y="3549650"/>
          <p14:tracePt t="23537" x="2540000" y="3479800"/>
          <p14:tracePt t="23554" x="2559050" y="3422650"/>
          <p14:tracePt t="23570" x="2559050" y="3390900"/>
          <p14:tracePt t="23587" x="2565400" y="3371850"/>
          <p14:tracePt t="23603" x="2571750" y="3321050"/>
          <p14:tracePt t="23620" x="2571750" y="3276600"/>
          <p14:tracePt t="23637" x="2578100" y="3257550"/>
          <p14:tracePt t="23653" x="2578100" y="3244850"/>
          <p14:tracePt t="23670" x="2584450" y="3238500"/>
          <p14:tracePt t="23784" x="2578100" y="3244850"/>
          <p14:tracePt t="23798" x="2578100" y="3251200"/>
          <p14:tracePt t="23806" x="2578100" y="3263900"/>
          <p14:tracePt t="23821" x="2571750" y="3263900"/>
          <p14:tracePt t="23836" x="2565400" y="3289300"/>
          <p14:tracePt t="23853" x="2565400" y="3308350"/>
          <p14:tracePt t="23869" x="2552700" y="3384550"/>
          <p14:tracePt t="23886" x="2540000" y="3422650"/>
          <p14:tracePt t="23902" x="2527300" y="3517900"/>
          <p14:tracePt t="23919" x="2514600" y="3625850"/>
          <p14:tracePt t="23935" x="2508250" y="3676650"/>
          <p14:tracePt t="23953" x="2501900" y="3759200"/>
          <p14:tracePt t="23969" x="2501900" y="3803650"/>
          <p14:tracePt t="23986" x="2489200" y="3835400"/>
          <p14:tracePt t="24002" x="2489200" y="3886200"/>
          <p14:tracePt t="24019" x="2476500" y="3911600"/>
          <p14:tracePt t="24036" x="2476500" y="3924300"/>
          <p14:tracePt t="24052" x="2476500" y="3930650"/>
          <p14:tracePt t="24068" x="2470150" y="3937000"/>
          <p14:tracePt t="24114" x="2470150" y="3943350"/>
          <p14:tracePt t="24599" x="2470150" y="3949700"/>
          <p14:tracePt t="24605" x="2476500" y="3962400"/>
          <p14:tracePt t="24619" x="2476500" y="3975100"/>
          <p14:tracePt t="24634" x="2495550" y="4000500"/>
          <p14:tracePt t="24650" x="2520950" y="4089400"/>
          <p14:tracePt t="24666" x="2527300" y="4152900"/>
          <p14:tracePt t="24683" x="2565400" y="4298950"/>
          <p14:tracePt t="24699" x="2609850" y="4470400"/>
          <p14:tracePt t="24716" x="2628900" y="4559300"/>
          <p14:tracePt t="24733" x="2667000" y="4743450"/>
          <p14:tracePt t="24749" x="2686050" y="4895850"/>
          <p14:tracePt t="24767" x="2705100" y="5029200"/>
          <p14:tracePt t="24782" x="2717800" y="5067300"/>
          <p14:tracePt t="24799" x="2724150" y="5099050"/>
          <p14:tracePt t="24817" x="2736850" y="5156200"/>
          <p14:tracePt t="24832" x="2743200" y="5156200"/>
          <p14:tracePt t="24849" x="2743200" y="5162550"/>
          <p14:tracePt t="24866" x="2743200" y="5168900"/>
          <p14:tracePt t="25223" x="2743200" y="5175250"/>
          <p14:tracePt t="25231" x="2743200" y="5194300"/>
          <p14:tracePt t="25237" x="2749550" y="5213350"/>
          <p14:tracePt t="25251" x="2749550" y="5226050"/>
          <p14:tracePt t="25265" x="2755900" y="5245100"/>
          <p14:tracePt t="25281" x="2762250" y="5289550"/>
          <p14:tracePt t="25298" x="2762250" y="5308600"/>
          <p14:tracePt t="25315" x="2774950" y="5340350"/>
          <p14:tracePt t="25331" x="2774950" y="5384800"/>
          <p14:tracePt t="25347" x="2781300" y="5403850"/>
          <p14:tracePt t="25364" x="2781300" y="5429250"/>
          <p14:tracePt t="25380" x="2781300" y="5441950"/>
          <p14:tracePt t="25397" x="2781300" y="5448300"/>
          <p14:tracePt t="25694" x="2781300" y="5435600"/>
          <p14:tracePt t="25700" x="2794000" y="5416550"/>
          <p14:tracePt t="25716" x="2800350" y="5397500"/>
          <p14:tracePt t="25729" x="2819400" y="5353050"/>
          <p14:tracePt t="25746" x="2825750" y="5334000"/>
          <p14:tracePt t="25763" x="2844800" y="5314950"/>
          <p14:tracePt t="25779" x="2870200" y="5283200"/>
          <p14:tracePt t="25796" x="2901950" y="5257800"/>
          <p14:tracePt t="25813" x="2914650" y="5251450"/>
          <p14:tracePt t="25830" x="2933700" y="5238750"/>
          <p14:tracePt t="25845" x="2946400" y="5238750"/>
          <p14:tracePt t="25879" x="2952750" y="5232400"/>
          <p14:tracePt t="25925" x="2952750" y="5238750"/>
          <p14:tracePt t="25932" x="2952750" y="5245100"/>
          <p14:tracePt t="25945" x="2952750" y="5251450"/>
          <p14:tracePt t="25962" x="2940050" y="5270500"/>
          <p14:tracePt t="25978" x="2933700" y="5295900"/>
          <p14:tracePt t="25996" x="2927350" y="5314950"/>
          <p14:tracePt t="26012" x="2895600" y="5416550"/>
          <p14:tracePt t="26028" x="2889250" y="5454650"/>
          <p14:tracePt t="26032" x="2870200" y="5499100"/>
          <p14:tracePt t="26047" x="2863850" y="5543550"/>
          <p14:tracePt t="26061" x="2844800" y="5581650"/>
          <p14:tracePt t="26078" x="2819400" y="5645150"/>
          <p14:tracePt t="26095" x="2806700" y="5702300"/>
          <p14:tracePt t="26111" x="2800350" y="5727700"/>
          <p14:tracePt t="26128" x="2787650" y="5759450"/>
          <p14:tracePt t="26145" x="2781300" y="5778500"/>
          <p14:tracePt t="26161" x="2781300" y="5791200"/>
          <p14:tracePt t="26178" x="2768600" y="5797550"/>
          <p14:tracePt t="26194" x="2768600" y="5803900"/>
          <p14:tracePt t="26228" x="2762250" y="5810250"/>
          <p14:tracePt t="26501" x="2768600" y="5810250"/>
          <p14:tracePt t="26536" x="2774950" y="5810250"/>
          <p14:tracePt t="26564" x="2781300" y="5810250"/>
          <p14:tracePt t="26571" x="2781300" y="5803900"/>
          <p14:tracePt t="26593" x="2787650" y="5803900"/>
          <p14:tracePt t="26613" x="2794000" y="5803900"/>
          <p14:tracePt t="26641" x="2800350" y="5803900"/>
          <p14:tracePt t="26662" x="2806700" y="5803900"/>
          <p14:tracePt t="27430" x="2806700" y="5778500"/>
          <p14:tracePt t="27436" x="2806700" y="5715000"/>
          <p14:tracePt t="27443" x="2806700" y="5638800"/>
          <p14:tracePt t="27459" x="2813050" y="5581650"/>
          <p14:tracePt t="27473" x="2825750" y="5505450"/>
          <p14:tracePt t="27490" x="2832100" y="5391150"/>
          <p14:tracePt t="27507" x="2851150" y="5257800"/>
          <p14:tracePt t="27523" x="2863850" y="5181600"/>
          <p14:tracePt t="27540" x="2882900" y="5060950"/>
          <p14:tracePt t="27557" x="2901950" y="4953000"/>
          <p14:tracePt t="27573" x="2901950" y="4933950"/>
          <p14:tracePt t="27590" x="2901950" y="4876800"/>
          <p14:tracePt t="27606" x="2901950" y="4806950"/>
          <p14:tracePt t="27623" x="2889250" y="4768850"/>
          <p14:tracePt t="27640" x="2889250" y="4679950"/>
          <p14:tracePt t="27656" x="2889250" y="4610100"/>
          <p14:tracePt t="27673" x="2889250" y="4591050"/>
          <p14:tracePt t="27690" x="2889250" y="4559300"/>
          <p14:tracePt t="27706" x="2882900" y="4546600"/>
          <p14:tracePt t="27723" x="2882900" y="4527550"/>
          <p14:tracePt t="27739" x="2882900" y="4508500"/>
          <p14:tracePt t="27756" x="2876550" y="4502150"/>
          <p14:tracePt t="27773" x="2876550" y="4489450"/>
          <p14:tracePt t="27789" x="2876550" y="4476750"/>
          <p14:tracePt t="27805" x="2870200" y="4464050"/>
          <p14:tracePt t="27823" x="2870200" y="4451350"/>
          <p14:tracePt t="27838" x="2870200" y="4445000"/>
          <p14:tracePt t="27856" x="2870200" y="4438650"/>
          <p14:tracePt t="27872" x="2863850" y="4432300"/>
          <p14:tracePt t="27888" x="2857500" y="4413250"/>
          <p14:tracePt t="27905" x="2857500" y="4406900"/>
          <p14:tracePt t="27922" x="2857500" y="4400550"/>
          <p14:tracePt t="27938" x="2857500" y="4381500"/>
          <p14:tracePt t="27956" x="2851150" y="4368800"/>
          <p14:tracePt t="27972" x="2851150" y="4356100"/>
          <p14:tracePt t="27988" x="2851150" y="4343400"/>
          <p14:tracePt t="28006" x="2851150" y="4286250"/>
          <p14:tracePt t="28021" x="2851150" y="4254500"/>
          <p14:tracePt t="28039" x="2851150" y="4229100"/>
          <p14:tracePt t="28055" x="2857500" y="4146550"/>
          <p14:tracePt t="28072" x="2889250" y="4051300"/>
          <p14:tracePt t="28088" x="2901950" y="3994150"/>
          <p14:tracePt t="28105" x="2952750" y="3873500"/>
          <p14:tracePt t="28121" x="2997200" y="3752850"/>
          <p14:tracePt t="28139" x="3048000" y="3613150"/>
          <p14:tracePt t="28154" x="3073400" y="3556000"/>
          <p14:tracePt t="28171" x="3130550" y="3435350"/>
          <p14:tracePt t="28188" x="3187700" y="3308350"/>
          <p14:tracePt t="28204" x="3213100" y="3232150"/>
          <p14:tracePt t="28221" x="3295650" y="2997200"/>
          <p14:tracePt t="28238" x="3371850" y="2641600"/>
          <p14:tracePt t="28254" x="3397250" y="2444750"/>
          <p14:tracePt t="28270" x="3422650" y="2273300"/>
          <p14:tracePt t="28287" x="3454400" y="1905000"/>
          <p14:tracePt t="28304" x="3454400" y="1803400"/>
          <p14:tracePt t="28321" x="3454400" y="1727200"/>
          <p14:tracePt t="28337" x="3435350" y="1612900"/>
          <p14:tracePt t="28353" x="3435350" y="1606550"/>
          <p14:tracePt t="28370" x="3435350" y="1600200"/>
          <p14:tracePt t="28532" x="3441700" y="1600200"/>
          <p14:tracePt t="28554" x="3454400" y="1600200"/>
          <p14:tracePt t="28560" x="3473450" y="1606550"/>
          <p14:tracePt t="28569" x="3492500" y="1612900"/>
          <p14:tracePt t="28586" x="3524250" y="1612900"/>
          <p14:tracePt t="28603" x="3606800" y="1638300"/>
          <p14:tracePt t="28619" x="3657600" y="1651000"/>
          <p14:tracePt t="28636" x="3752850" y="1657350"/>
          <p14:tracePt t="28652" x="3860800" y="1657350"/>
          <p14:tracePt t="28669" x="3898900" y="1651000"/>
          <p14:tracePt t="28686" x="4019550" y="1612900"/>
          <p14:tracePt t="28702" x="4121150" y="1568450"/>
          <p14:tracePt t="28719" x="4178300" y="1549400"/>
          <p14:tracePt t="28736" x="4248150" y="1511300"/>
          <p14:tracePt t="28752" x="4292600" y="1498600"/>
          <p14:tracePt t="28769" x="4311650" y="1492250"/>
          <p14:tracePt t="28785" x="4330700" y="1492250"/>
          <p14:tracePt t="28802" x="4337050" y="1485900"/>
          <p14:tracePt t="28820" x="4343400" y="1485900"/>
          <p14:tracePt t="28890" x="4343400" y="1492250"/>
          <p14:tracePt t="28904" x="4337050" y="1498600"/>
          <p14:tracePt t="28911" x="4330700" y="1511300"/>
          <p14:tracePt t="28919" x="4324350" y="1517650"/>
          <p14:tracePt t="28935" x="4311650" y="1530350"/>
          <p14:tracePt t="28953" x="4292600" y="1555750"/>
          <p14:tracePt t="28969" x="4267200" y="1574800"/>
          <p14:tracePt t="28985" x="4222750" y="1644650"/>
          <p14:tracePt t="29002" x="4140200" y="1727200"/>
          <p14:tracePt t="29018" x="4089400" y="1771650"/>
          <p14:tracePt t="29034" x="4000500" y="1866900"/>
          <p14:tracePt t="29052" x="3892550" y="1962150"/>
          <p14:tracePt t="29068" x="3835400" y="2006600"/>
          <p14:tracePt t="29084" x="3714750" y="2114550"/>
          <p14:tracePt t="29101" x="3625850" y="2190750"/>
          <p14:tracePt t="29118" x="3581400" y="2228850"/>
          <p14:tracePt t="29134" x="3524250" y="2273300"/>
          <p14:tracePt t="29150" x="3505200" y="2292350"/>
          <p14:tracePt t="29167" x="3498850" y="2292350"/>
          <p14:tracePt t="29185" x="3492500" y="2298700"/>
          <p14:tracePt t="29235" x="3505200" y="2298700"/>
          <p14:tracePt t="29241" x="3511550" y="2292350"/>
          <p14:tracePt t="29255" x="3530600" y="2286000"/>
          <p14:tracePt t="29267" x="3556000" y="2266950"/>
          <p14:tracePt t="29284" x="3644900" y="2216150"/>
          <p14:tracePt t="29300" x="3708400" y="2165350"/>
          <p14:tracePt t="29317" x="3848100" y="2057400"/>
          <p14:tracePt t="29333" x="3975100" y="1936750"/>
          <p14:tracePt t="29350" x="4038600" y="1879600"/>
          <p14:tracePt t="29367" x="4133850" y="1758950"/>
          <p14:tracePt t="29383" x="4184650" y="1682750"/>
          <p14:tracePt t="29400" x="4191000" y="1663700"/>
          <p14:tracePt t="29417" x="4197350" y="1651000"/>
          <p14:tracePt t="29434" x="4191000" y="1651000"/>
          <p14:tracePt t="29450" x="4178300" y="1651000"/>
          <p14:tracePt t="29466" x="4114800" y="1676400"/>
          <p14:tracePt t="29483" x="4006850" y="1739900"/>
          <p14:tracePt t="29501" x="3848100" y="1866900"/>
          <p14:tracePt t="29517" x="3765550" y="1949450"/>
          <p14:tracePt t="29533" x="3670300" y="2032000"/>
          <p14:tracePt t="29550" x="3435350" y="2247900"/>
          <p14:tracePt t="29567" x="3359150" y="2311400"/>
          <p14:tracePt t="29583" x="3314700" y="2355850"/>
          <p14:tracePt t="29600" x="3244850" y="2425700"/>
          <p14:tracePt t="29616" x="3225800" y="2451100"/>
          <p14:tracePt t="29633" x="3219450" y="2451100"/>
          <p14:tracePt t="29704" x="3232150" y="2451100"/>
          <p14:tracePt t="29711" x="3251200" y="2438400"/>
          <p14:tracePt t="29725" x="3282950" y="2432050"/>
          <p14:tracePt t="29734" x="3340100" y="2413000"/>
          <p14:tracePt t="29749" x="3390900" y="2387600"/>
          <p14:tracePt t="29765" x="3543300" y="2298700"/>
          <p14:tracePt t="29782" x="3721100" y="2184400"/>
          <p14:tracePt t="29798" x="3790950" y="2133600"/>
          <p14:tracePt t="29816" x="3848100" y="2070100"/>
          <p14:tracePt t="29831" x="3930650" y="2000250"/>
          <p14:tracePt t="29848" x="3937000" y="1993900"/>
          <p14:tracePt t="29865" x="3943350" y="1993900"/>
          <p14:tracePt t="29898" x="3911600" y="1993900"/>
          <p14:tracePt t="29915" x="3835400" y="2038350"/>
          <p14:tracePt t="29931" x="3778250" y="2082800"/>
          <p14:tracePt t="29948" x="3625850" y="2197100"/>
          <p14:tracePt t="29965" x="3448050" y="2311400"/>
          <p14:tracePt t="29981" x="3378200" y="2374900"/>
          <p14:tracePt t="29998" x="3238500" y="2470150"/>
          <p14:tracePt t="30015" x="3168650" y="2520950"/>
          <p14:tracePt t="30031" x="3149600" y="2540000"/>
          <p14:tracePt t="30048" x="3136900" y="2546350"/>
          <p14:tracePt t="30104" x="3143250" y="2546350"/>
          <p14:tracePt t="30111" x="3155950" y="2540000"/>
          <p14:tracePt t="30125" x="3175000" y="2520950"/>
          <p14:tracePt t="30133" x="3219450" y="2495550"/>
          <p14:tracePt t="30148" x="3276600" y="2463800"/>
          <p14:tracePt t="30164" x="3346450" y="2425700"/>
          <p14:tracePt t="30181" x="3498850" y="2324100"/>
          <p14:tracePt t="30197" x="3676650" y="2209800"/>
          <p14:tracePt t="30214" x="3759200" y="2159000"/>
          <p14:tracePt t="30231" x="3873500" y="2082800"/>
          <p14:tracePt t="30247" x="3924300" y="2044700"/>
          <p14:tracePt t="30264" x="3937000" y="2032000"/>
          <p14:tracePt t="30280" x="3949700" y="2032000"/>
          <p14:tracePt t="30316" x="3956050" y="2019300"/>
          <p14:tracePt t="30330" x="3968750" y="2000250"/>
          <p14:tracePt t="30347" x="3981450" y="19939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print("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return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Hi, "+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("Alice")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None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 smtClean="0"/>
              <a:t>Returning a value from a decorator</a:t>
            </a:r>
            <a:endParaRPr lang="en-US" b="1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200" y="685800"/>
            <a:ext cx="838200" cy="5334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b="1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b="1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1130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252"/>
    </mc:Choice>
    <mc:Fallback>
      <p:transition spd="slow" advTm="78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35" x="3892550" y="1219200"/>
          <p14:tracePt t="542" x="3860800" y="1200150"/>
          <p14:tracePt t="556" x="3803650" y="1174750"/>
          <p14:tracePt t="564" x="3752850" y="1155700"/>
          <p14:tracePt t="577" x="3708400" y="1130300"/>
          <p14:tracePt t="594" x="3606800" y="1104900"/>
          <p14:tracePt t="612" x="3524250" y="1079500"/>
          <p14:tracePt t="628" x="3467100" y="1060450"/>
          <p14:tracePt t="644" x="3365500" y="1041400"/>
          <p14:tracePt t="661" x="3321050" y="1035050"/>
          <p14:tracePt t="677" x="3257550" y="1016000"/>
          <p14:tracePt t="694" x="3232150" y="1016000"/>
          <p14:tracePt t="711" x="3168650" y="1009650"/>
          <p14:tracePt t="727" x="3149600" y="1003300"/>
          <p14:tracePt t="744" x="3136900" y="996950"/>
          <p14:tracePt t="760" x="3111500" y="996950"/>
          <p14:tracePt t="777" x="3086100" y="984250"/>
          <p14:tracePt t="795" x="3060700" y="977900"/>
          <p14:tracePt t="810" x="3048000" y="977900"/>
          <p14:tracePt t="827" x="3028950" y="965200"/>
          <p14:tracePt t="844" x="3022600" y="965200"/>
          <p14:tracePt t="860" x="3016250" y="965200"/>
          <p14:tracePt t="877" x="3009900" y="958850"/>
          <p14:tracePt t="914" x="3009900" y="952500"/>
          <p14:tracePt t="963" x="3016250" y="952500"/>
          <p14:tracePt t="978" x="3022600" y="952500"/>
          <p14:tracePt t="984" x="3028950" y="946150"/>
          <p14:tracePt t="993" x="3035300" y="946150"/>
          <p14:tracePt t="1010" x="3054350" y="939800"/>
          <p14:tracePt t="1027" x="3124200" y="933450"/>
          <p14:tracePt t="1043" x="3162300" y="933450"/>
          <p14:tracePt t="1060" x="3270250" y="908050"/>
          <p14:tracePt t="1076" x="3403600" y="889000"/>
          <p14:tracePt t="1093" x="3467100" y="889000"/>
          <p14:tracePt t="1110" x="3606800" y="869950"/>
          <p14:tracePt t="1125" x="3740150" y="850900"/>
          <p14:tracePt t="1143" x="3803650" y="838200"/>
          <p14:tracePt t="1160" x="3898900" y="831850"/>
          <p14:tracePt t="1176" x="3956050" y="825500"/>
          <p14:tracePt t="1192" x="3975100" y="825500"/>
          <p14:tracePt t="1209" x="3994150" y="825500"/>
          <p14:tracePt t="1225" x="4013200" y="819150"/>
          <p14:tracePt t="1243" x="4013200" y="812800"/>
          <p14:tracePt t="1259" x="4032250" y="812800"/>
          <p14:tracePt t="1275" x="4044950" y="812800"/>
          <p14:tracePt t="1293" x="4057650" y="812800"/>
          <p14:tracePt t="1309" x="4070350" y="812800"/>
          <p14:tracePt t="1342" x="4083050" y="812800"/>
          <p14:tracePt t="1358" x="4102100" y="806450"/>
          <p14:tracePt t="1375" x="4108450" y="800100"/>
          <p14:tracePt t="1392" x="4121150" y="800100"/>
          <p14:tracePt t="1408" x="4140200" y="793750"/>
          <p14:tracePt t="1425" x="4146550" y="793750"/>
          <p14:tracePt t="1441" x="4165600" y="787400"/>
          <p14:tracePt t="1458" x="4197350" y="781050"/>
          <p14:tracePt t="1477" x="4222750" y="768350"/>
          <p14:tracePt t="1492" x="4235450" y="762000"/>
          <p14:tracePt t="1508" x="4254500" y="762000"/>
          <p14:tracePt t="1525" x="4267200" y="755650"/>
          <p14:tracePt t="1541" x="4273550" y="755650"/>
          <p14:tracePt t="1558" x="4279900" y="755650"/>
          <p14:tracePt t="1909" x="4330700" y="755650"/>
          <p14:tracePt t="1915" x="4419600" y="762000"/>
          <p14:tracePt t="1929" x="4508500" y="762000"/>
          <p14:tracePt t="1940" x="4622800" y="774700"/>
          <p14:tracePt t="1957" x="4749800" y="774700"/>
          <p14:tracePt t="1973" x="4991100" y="781050"/>
          <p14:tracePt t="1990" x="5207000" y="793750"/>
          <p14:tracePt t="2007" x="5384800" y="812800"/>
          <p14:tracePt t="2023" x="5448300" y="812800"/>
          <p14:tracePt t="2040" x="5530850" y="812800"/>
          <p14:tracePt t="2056" x="5562600" y="812800"/>
          <p14:tracePt t="2073" x="5575300" y="812800"/>
          <p14:tracePt t="2089" x="5581650" y="819150"/>
          <p14:tracePt t="2106" x="5588000" y="819150"/>
          <p14:tracePt t="2196" x="5588000" y="825500"/>
          <p14:tracePt t="2238" x="5594350" y="825500"/>
          <p14:tracePt t="2266" x="5600700" y="825500"/>
          <p14:tracePt t="2281" x="5607050" y="825500"/>
          <p14:tracePt t="2287" x="5619750" y="825500"/>
          <p14:tracePt t="2295" x="5632450" y="825500"/>
          <p14:tracePt t="2309" x="5645150" y="825500"/>
          <p14:tracePt t="2322" x="5664200" y="825500"/>
          <p14:tracePt t="2338" x="5683250" y="831850"/>
          <p14:tracePt t="2355" x="5715000" y="831850"/>
          <p14:tracePt t="2372" x="5765800" y="844550"/>
          <p14:tracePt t="2388" x="5797550" y="844550"/>
          <p14:tracePt t="2405" x="5861050" y="844550"/>
          <p14:tracePt t="2422" x="5937250" y="844550"/>
          <p14:tracePt t="2438" x="6000750" y="844550"/>
          <p14:tracePt t="2456" x="6019800" y="838200"/>
          <p14:tracePt t="2471" x="6051550" y="831850"/>
          <p14:tracePt t="2487" x="6064250" y="825500"/>
          <p14:tracePt t="2505" x="6102350" y="819150"/>
          <p14:tracePt t="2522" x="6108700" y="812800"/>
          <p14:tracePt t="2538" x="6121400" y="812800"/>
          <p14:tracePt t="2555" x="6127750" y="806450"/>
          <p14:tracePt t="2571" x="6134100" y="800100"/>
          <p14:tracePt t="2587" x="6140450" y="800100"/>
          <p14:tracePt t="2604" x="6153150" y="793750"/>
          <p14:tracePt t="2621" x="6165850" y="793750"/>
          <p14:tracePt t="2654" x="6172200" y="787400"/>
          <p14:tracePt t="2671" x="6184900" y="781050"/>
          <p14:tracePt t="2688" x="6197600" y="781050"/>
          <p14:tracePt t="2720" x="6210300" y="781050"/>
          <p14:tracePt t="2737" x="6223000" y="781050"/>
          <p14:tracePt t="2753" x="6229350" y="781050"/>
          <p14:tracePt t="2770" x="6242050" y="781050"/>
          <p14:tracePt t="2787" x="6273800" y="774700"/>
          <p14:tracePt t="2804" x="6292850" y="768350"/>
          <p14:tracePt t="2820" x="6299200" y="768350"/>
          <p14:tracePt t="2837" x="6318250" y="768350"/>
          <p14:tracePt t="2853" x="6330950" y="768350"/>
          <p14:tracePt t="2870" x="6337300" y="768350"/>
          <p14:tracePt t="2886" x="6343650" y="768350"/>
          <p14:tracePt t="3018" x="6350000" y="768350"/>
          <p14:tracePt t="3025" x="6356350" y="762000"/>
          <p14:tracePt t="4015" x="6330950" y="762000"/>
          <p14:tracePt t="4021" x="6280150" y="762000"/>
          <p14:tracePt t="4036" x="6229350" y="762000"/>
          <p14:tracePt t="4050" x="6108700" y="774700"/>
          <p14:tracePt t="4066" x="6038850" y="793750"/>
          <p14:tracePt t="4082" x="5975350" y="812800"/>
          <p14:tracePt t="4099" x="5835650" y="869950"/>
          <p14:tracePt t="4116" x="5702300" y="927100"/>
          <p14:tracePt t="4133" x="5632450" y="958850"/>
          <p14:tracePt t="4149" x="5524500" y="990600"/>
          <p14:tracePt t="4166" x="5403850" y="1022350"/>
          <p14:tracePt t="4184" x="5308600" y="1047750"/>
          <p14:tracePt t="4199" x="5251450" y="1066800"/>
          <p14:tracePt t="4216" x="5143500" y="1092200"/>
          <p14:tracePt t="4233" x="5016500" y="1098550"/>
          <p14:tracePt t="4249" x="4946650" y="1111250"/>
          <p14:tracePt t="4265" x="4832350" y="1130300"/>
          <p14:tracePt t="4282" x="4724400" y="1149350"/>
          <p14:tracePt t="4298" x="4686300" y="1149350"/>
          <p14:tracePt t="4315" x="4635500" y="1162050"/>
          <p14:tracePt t="4332" x="4591050" y="1162050"/>
          <p14:tracePt t="4348" x="4578350" y="1162050"/>
          <p14:tracePt t="4365" x="4559300" y="1162050"/>
          <p14:tracePt t="4381" x="4552950" y="1149350"/>
          <p14:tracePt t="4398" x="4546600" y="1136650"/>
          <p14:tracePt t="4415" x="4533900" y="1123950"/>
          <p14:tracePt t="13536" x="4514850" y="1123950"/>
          <p14:tracePt t="13551" x="4495800" y="1136650"/>
          <p14:tracePt t="13557" x="4476750" y="1162050"/>
          <p14:tracePt t="13571" x="4451350" y="1174750"/>
          <p14:tracePt t="13583" x="4432300" y="1206500"/>
          <p14:tracePt t="13600" x="4381500" y="1263650"/>
          <p14:tracePt t="13616" x="4368800" y="1295400"/>
          <p14:tracePt t="13633" x="4324350" y="1358900"/>
          <p14:tracePt t="13649" x="4292600" y="1428750"/>
          <p14:tracePt t="13666" x="4279900" y="1460500"/>
          <p14:tracePt t="13683" x="4241800" y="1549400"/>
          <p14:tracePt t="13699" x="4222750" y="1593850"/>
          <p14:tracePt t="13716" x="4197350" y="1689100"/>
          <p14:tracePt t="13733" x="4184650" y="1746250"/>
          <p14:tracePt t="13749" x="4171950" y="1790700"/>
          <p14:tracePt t="13766" x="4171950" y="1803400"/>
          <p14:tracePt t="13782" x="4165600" y="1835150"/>
          <p14:tracePt t="13799" x="4165600" y="1841500"/>
          <p14:tracePt t="13816" x="4165600" y="1847850"/>
          <p14:tracePt t="13832" x="4165600" y="1854200"/>
          <p14:tracePt t="13859" x="4165600" y="1860550"/>
          <p14:tracePt t="14083" x="4152900" y="1860550"/>
          <p14:tracePt t="14090" x="4121150" y="1879600"/>
          <p14:tracePt t="14100" x="4089400" y="1885950"/>
          <p14:tracePt t="14114" x="4044950" y="1898650"/>
          <p14:tracePt t="14131" x="4000500" y="1930400"/>
          <p14:tracePt t="14148" x="3879850" y="1974850"/>
          <p14:tracePt t="14164" x="3752850" y="2032000"/>
          <p14:tracePt t="14182" x="3619500" y="2082800"/>
          <p14:tracePt t="14198" x="3549650" y="2120900"/>
          <p14:tracePt t="14215" x="3429000" y="2165350"/>
          <p14:tracePt t="14232" x="3352800" y="2209800"/>
          <p14:tracePt t="14247" x="3308350" y="2228850"/>
          <p14:tracePt t="14264" x="3270250" y="2241550"/>
          <p14:tracePt t="14281" x="3251200" y="2247900"/>
          <p14:tracePt t="14297" x="3251200" y="2254250"/>
          <p14:tracePt t="14314" x="3244850" y="2254250"/>
          <p14:tracePt t="14350" x="3251200" y="2247900"/>
          <p14:tracePt t="14371" x="3263900" y="2241550"/>
          <p14:tracePt t="14380" x="3276600" y="2228850"/>
          <p14:tracePt t="14397" x="3302000" y="2222500"/>
          <p14:tracePt t="14414" x="3365500" y="2184400"/>
          <p14:tracePt t="14430" x="3422650" y="2152650"/>
          <p14:tracePt t="14447" x="3549650" y="2063750"/>
          <p14:tracePt t="14463" x="3702050" y="1955800"/>
          <p14:tracePt t="14479" x="3784600" y="1905000"/>
          <p14:tracePt t="14497" x="3854450" y="1828800"/>
          <p14:tracePt t="14513" x="4102100" y="1644650"/>
          <p14:tracePt t="14530" x="4171950" y="1587500"/>
          <p14:tracePt t="14547" x="4286250" y="1498600"/>
          <p14:tracePt t="14563" x="4375150" y="1435100"/>
          <p14:tracePt t="14579" x="4406900" y="1416050"/>
          <p14:tracePt t="14596" x="4425950" y="1397000"/>
          <p14:tracePt t="14659" x="4413250" y="1397000"/>
          <p14:tracePt t="14673" x="4400550" y="1403350"/>
          <p14:tracePt t="14681" x="4368800" y="1416050"/>
          <p14:tracePt t="14696" x="4349750" y="1428750"/>
          <p14:tracePt t="14712" x="4305300" y="1454150"/>
          <p14:tracePt t="14730" x="4171950" y="1517650"/>
          <p14:tracePt t="14745" x="4076700" y="1574800"/>
          <p14:tracePt t="14762" x="3848100" y="1689100"/>
          <p14:tracePt t="14779" x="3638550" y="1797050"/>
          <p14:tracePt t="14795" x="3467100" y="1879600"/>
          <p14:tracePt t="14812" x="3397250" y="1917700"/>
          <p14:tracePt t="14829" x="3257550" y="1974850"/>
          <p14:tracePt t="14845" x="3175000" y="2012950"/>
          <p14:tracePt t="14862" x="3124200" y="2025650"/>
          <p14:tracePt t="14878" x="3105150" y="2032000"/>
          <p14:tracePt t="14895" x="3086100" y="2032000"/>
          <p14:tracePt t="14912" x="3060700" y="2044700"/>
          <p14:tracePt t="14928" x="3054350" y="2044700"/>
          <p14:tracePt t="14945" x="3035300" y="2051050"/>
          <p14:tracePt t="14961" x="3022600" y="2057400"/>
          <p14:tracePt t="14978" x="3009900" y="2057400"/>
          <p14:tracePt t="14996" x="3003550" y="2063750"/>
          <p14:tracePt t="15011" x="2978150" y="2070100"/>
          <p14:tracePt t="15028" x="2965450" y="2070100"/>
          <p14:tracePt t="15046" x="2959100" y="2076450"/>
          <p14:tracePt t="15061" x="2952750" y="2082800"/>
          <p14:tracePt t="15078" x="2946400" y="2082800"/>
          <p14:tracePt t="15122" x="2952750" y="2082800"/>
          <p14:tracePt t="15144" x="2959100" y="2082800"/>
          <p14:tracePt t="15150" x="2965450" y="2082800"/>
          <p14:tracePt t="15725" x="2952750" y="2082800"/>
          <p14:tracePt t="15732" x="2940050" y="2089150"/>
          <p14:tracePt t="15746" x="2921000" y="2108200"/>
          <p14:tracePt t="15759" x="2889250" y="2120900"/>
          <p14:tracePt t="15775" x="2819400" y="2133600"/>
          <p14:tracePt t="15792" x="2787650" y="2146300"/>
          <p14:tracePt t="15809" x="2717800" y="2165350"/>
          <p14:tracePt t="15825" x="2667000" y="2184400"/>
          <p14:tracePt t="15842" x="2647950" y="2184400"/>
          <p14:tracePt t="15845" x="2628900" y="2184400"/>
          <p14:tracePt t="15861" x="2609850" y="2184400"/>
          <p14:tracePt t="15875" x="2571750" y="2184400"/>
          <p14:tracePt t="15892" x="2552700" y="2184400"/>
          <p14:tracePt t="15908" x="2520950" y="2184400"/>
          <p14:tracePt t="15925" x="2501900" y="2184400"/>
          <p14:tracePt t="15941" x="2457450" y="2165350"/>
          <p14:tracePt t="15958" x="2406650" y="2146300"/>
          <p14:tracePt t="15975" x="2362200" y="2127250"/>
          <p14:tracePt t="15992" x="2292350" y="2095500"/>
          <p14:tracePt t="16008" x="2190750" y="2051050"/>
          <p14:tracePt t="16025" x="2159000" y="2032000"/>
          <p14:tracePt t="16041" x="2070100" y="1987550"/>
          <p14:tracePt t="16058" x="2006600" y="1962150"/>
          <p14:tracePt t="16074" x="1987550" y="1962150"/>
          <p14:tracePt t="16091" x="1962150" y="1949450"/>
          <p14:tracePt t="16108" x="1943100" y="1943100"/>
          <p14:tracePt t="16125" x="1930400" y="1943100"/>
          <p14:tracePt t="16195" x="1924050" y="1943100"/>
          <p14:tracePt t="16272" x="1924050" y="1949450"/>
          <p14:tracePt t="16785" x="1911350" y="1949450"/>
          <p14:tracePt t="16799" x="1898650" y="1955800"/>
          <p14:tracePt t="16807" x="1892300" y="1962150"/>
          <p14:tracePt t="16821" x="1879600" y="1968500"/>
          <p14:tracePt t="16838" x="1866900" y="1981200"/>
          <p14:tracePt t="16855" x="1854200" y="1993900"/>
          <p14:tracePt t="16872" x="1847850" y="1993900"/>
          <p14:tracePt t="16875" x="1841500" y="2006600"/>
          <p14:tracePt t="16891" x="1835150" y="2006600"/>
          <p14:tracePt t="16905" x="1828800" y="2006600"/>
          <p14:tracePt t="16921" x="1816100" y="2019300"/>
          <p14:tracePt t="16938" x="1816100" y="2025650"/>
          <p14:tracePt t="16954" x="1809750" y="2038350"/>
          <p14:tracePt t="16971" x="1803400" y="2038350"/>
          <p14:tracePt t="17004" x="1803400" y="2044700"/>
          <p14:tracePt t="17100" x="1803400" y="2051050"/>
          <p14:tracePt t="17149" x="1797050" y="2051050"/>
          <p14:tracePt t="17156" x="1790700" y="2051050"/>
          <p14:tracePt t="17220" x="1784350" y="2051050"/>
          <p14:tracePt t="17269" x="1778000" y="2051050"/>
          <p14:tracePt t="17297" x="1778000" y="2057400"/>
          <p14:tracePt t="17318" x="1784350" y="2063750"/>
          <p14:tracePt t="17338" x="1790700" y="2063750"/>
          <p14:tracePt t="17346" x="1790700" y="2070100"/>
          <p14:tracePt t="17367" x="1797050" y="2070100"/>
          <p14:tracePt t="17395" x="1797050" y="2076450"/>
          <p14:tracePt t="17430" x="1803400" y="2082800"/>
          <p14:tracePt t="17437" x="1809750" y="2082800"/>
          <p14:tracePt t="17487" x="1816100" y="2082800"/>
          <p14:tracePt t="17508" x="1822450" y="2089150"/>
          <p14:tracePt t="17529" x="1828800" y="2089150"/>
          <p14:tracePt t="17571" x="1835150" y="2095500"/>
          <p14:tracePt t="17739" x="1835150" y="2101850"/>
          <p14:tracePt t="17809" x="1835150" y="2108200"/>
          <p14:tracePt t="17823" x="1822450" y="2114550"/>
          <p14:tracePt t="17830" x="1816100" y="2114550"/>
          <p14:tracePt t="17838" x="1803400" y="2120900"/>
          <p14:tracePt t="17854" x="1790700" y="2127250"/>
          <p14:tracePt t="17868" x="1758950" y="2139950"/>
          <p14:tracePt t="17885" x="1701800" y="2165350"/>
          <p14:tracePt t="17902" x="1625600" y="2197100"/>
          <p14:tracePt t="17918" x="1593850" y="2209800"/>
          <p14:tracePt t="17935" x="1543050" y="2241550"/>
          <p14:tracePt t="17952" x="1498600" y="2273300"/>
          <p14:tracePt t="17968" x="1479550" y="2279650"/>
          <p14:tracePt t="17985" x="1460500" y="2298700"/>
          <p14:tracePt t="18001" x="1447800" y="2311400"/>
          <p14:tracePt t="18018" x="1441450" y="2324100"/>
          <p14:tracePt t="18034" x="1435100" y="2336800"/>
          <p14:tracePt t="18051" x="1428750" y="2355850"/>
          <p14:tracePt t="18067" x="1428750" y="2362200"/>
          <p14:tracePt t="18084" x="1422400" y="2362200"/>
          <p14:tracePt t="18101" x="1422400" y="2368550"/>
          <p14:tracePt t="18120" x="1416050" y="2381250"/>
          <p14:tracePt t="18153" x="1416050" y="2387600"/>
          <p14:tracePt t="18188" x="1416050" y="2393950"/>
          <p14:tracePt t="18245" x="1409700" y="2393950"/>
          <p14:tracePt t="18280" x="1409700" y="2387600"/>
          <p14:tracePt t="18293" x="1409700" y="2381250"/>
          <p14:tracePt t="18302" x="1409700" y="2374900"/>
          <p14:tracePt t="18329" x="1409700" y="2368550"/>
          <p14:tracePt t="18342" x="1409700" y="2362200"/>
          <p14:tracePt t="18352" x="1416050" y="2349500"/>
          <p14:tracePt t="18366" x="1416050" y="2336800"/>
          <p14:tracePt t="18383" x="1422400" y="2324100"/>
          <p14:tracePt t="18400" x="1428750" y="2279650"/>
          <p14:tracePt t="18416" x="1428750" y="2266950"/>
          <p14:tracePt t="18433" x="1435100" y="2247900"/>
          <p14:tracePt t="18450" x="1435100" y="2228850"/>
          <p14:tracePt t="18466" x="1435100" y="2216150"/>
          <p14:tracePt t="18483" x="1435100" y="2209800"/>
          <p14:tracePt t="18525" x="1435100" y="2203450"/>
          <p14:tracePt t="18539" x="1435100" y="2197100"/>
          <p14:tracePt t="18581" x="1428750" y="2197100"/>
          <p14:tracePt t="18610" x="1422400" y="2190750"/>
          <p14:tracePt t="18630" x="1422400" y="2184400"/>
          <p14:tracePt t="18652" x="1416050" y="2184400"/>
          <p14:tracePt t="18673" x="1409700" y="2178050"/>
          <p14:tracePt t="18679" x="1403350" y="2178050"/>
          <p14:tracePt t="18701" x="1403350" y="2171700"/>
          <p14:tracePt t="18743" x="1403350" y="2165350"/>
          <p14:tracePt t="18785" x="1397000" y="2165350"/>
          <p14:tracePt t="19066" x="1397000" y="2159000"/>
          <p14:tracePt t="19073" x="1397000" y="2152650"/>
          <p14:tracePt t="19087" x="1390650" y="2146300"/>
          <p14:tracePt t="19097" x="1390650" y="2133600"/>
          <p14:tracePt t="19114" x="1384300" y="2120900"/>
          <p14:tracePt t="19130" x="1384300" y="2082800"/>
          <p14:tracePt t="19147" x="1371600" y="2032000"/>
          <p14:tracePt t="19164" x="1358900" y="1987550"/>
          <p14:tracePt t="19180" x="1358900" y="1968500"/>
          <p14:tracePt t="19197" x="1352550" y="1936750"/>
          <p14:tracePt t="19214" x="1352550" y="1911350"/>
          <p14:tracePt t="19230" x="1352550" y="1905000"/>
          <p14:tracePt t="19304" x="1352550" y="1911350"/>
          <p14:tracePt t="19311" x="1352550" y="1917700"/>
          <p14:tracePt t="19325" x="1352550" y="1924050"/>
          <p14:tracePt t="19333" x="1352550" y="1936750"/>
          <p14:tracePt t="19349" x="1352550" y="1943100"/>
          <p14:tracePt t="19363" x="1352550" y="1949450"/>
          <p14:tracePt t="19380" x="1352550" y="1987550"/>
          <p14:tracePt t="19396" x="1352550" y="2019300"/>
          <p14:tracePt t="19413" x="1352550" y="2038350"/>
          <p14:tracePt t="19429" x="1358900" y="2076450"/>
          <p14:tracePt t="19446" x="1358900" y="2120900"/>
          <p14:tracePt t="19462" x="1358900" y="2133600"/>
          <p14:tracePt t="19480" x="1358900" y="2159000"/>
          <p14:tracePt t="19496" x="1358900" y="2171700"/>
          <p14:tracePt t="19513" x="1358900" y="2178050"/>
          <p14:tracePt t="19529" x="1358900" y="2190750"/>
          <p14:tracePt t="19733" x="1358900" y="2184400"/>
          <p14:tracePt t="19747" x="1358900" y="2178050"/>
          <p14:tracePt t="19754" x="1358900" y="2171700"/>
          <p14:tracePt t="19768" x="1358900" y="2165350"/>
          <p14:tracePt t="19778" x="1358900" y="2152650"/>
          <p14:tracePt t="19795" x="1358900" y="2139950"/>
          <p14:tracePt t="19811" x="1358900" y="2108200"/>
          <p14:tracePt t="19828" x="1365250" y="2063750"/>
          <p14:tracePt t="19845" x="1365250" y="2025650"/>
          <p14:tracePt t="19861" x="1365250" y="1993900"/>
          <p14:tracePt t="19878" x="1371600" y="1968500"/>
          <p14:tracePt t="19895" x="1371600" y="1955800"/>
          <p14:tracePt t="19911" x="1371600" y="1943100"/>
          <p14:tracePt t="19944" x="1371600" y="1936750"/>
          <p14:tracePt t="19985" x="1371600" y="1930400"/>
          <p14:tracePt t="20118" x="1371600" y="1936750"/>
          <p14:tracePt t="20147" x="1371600" y="1949450"/>
          <p14:tracePt t="20154" x="1371600" y="1955800"/>
          <p14:tracePt t="20175" x="1371600" y="1968500"/>
          <p14:tracePt t="20189" x="1371600" y="1981200"/>
          <p14:tracePt t="20197" x="1371600" y="1993900"/>
          <p14:tracePt t="20212" x="1371600" y="2012950"/>
          <p14:tracePt t="20226" x="1371600" y="2076450"/>
          <p14:tracePt t="20243" x="1371600" y="2101850"/>
          <p14:tracePt t="20260" x="1377950" y="2152650"/>
          <p14:tracePt t="20276" x="1384300" y="2171700"/>
          <p14:tracePt t="20293" x="1384300" y="2197100"/>
          <p14:tracePt t="20310" x="1390650" y="2216150"/>
          <p14:tracePt t="20326" x="1390650" y="2222500"/>
          <p14:tracePt t="20343" x="1390650" y="2228850"/>
          <p14:tracePt t="20666" x="1390650" y="2222500"/>
          <p14:tracePt t="20680" x="1390650" y="2216150"/>
          <p14:tracePt t="20687" x="1390650" y="2203450"/>
          <p14:tracePt t="20701" x="1390650" y="2197100"/>
          <p14:tracePt t="20715" x="1390650" y="2190750"/>
          <p14:tracePt t="20729" x="1390650" y="2178050"/>
          <p14:tracePt t="20741" x="1390650" y="2159000"/>
          <p14:tracePt t="20758" x="1384300" y="2120900"/>
          <p14:tracePt t="20775" x="1384300" y="2101850"/>
          <p14:tracePt t="20792" x="1384300" y="2063750"/>
          <p14:tracePt t="20808" x="1377950" y="2032000"/>
          <p14:tracePt t="20824" x="1377950" y="2019300"/>
          <p14:tracePt t="20842" x="1371600" y="2000250"/>
          <p14:tracePt t="20878" x="1371600" y="1993900"/>
          <p14:tracePt t="20926" x="1371600" y="1987550"/>
          <p14:tracePt t="21269" x="1365250" y="1987550"/>
          <p14:tracePt t="21277" x="1358900" y="1987550"/>
          <p14:tracePt t="21319" x="1352550" y="1987550"/>
          <p14:tracePt t="21340" x="1346200" y="1987550"/>
          <p14:tracePt t="21360" x="1339850" y="1987550"/>
          <p14:tracePt t="21389" x="1333500" y="1987550"/>
          <p14:tracePt t="21410" x="1327150" y="1987550"/>
          <p14:tracePt t="21438" x="1320800" y="1987550"/>
          <p14:tracePt t="21578" x="1327150" y="1987550"/>
          <p14:tracePt t="21600" x="1333500" y="1987550"/>
          <p14:tracePt t="21649" x="1333500" y="1981200"/>
          <p14:tracePt t="21663" x="1327150" y="1981200"/>
          <p14:tracePt t="21669" x="1320800" y="1981200"/>
          <p14:tracePt t="21691" x="1308100" y="1974850"/>
          <p14:tracePt t="21698" x="1295400" y="1974850"/>
          <p14:tracePt t="21712" x="1276350" y="1968500"/>
          <p14:tracePt t="21721" x="1244600" y="1968500"/>
          <p14:tracePt t="21738" x="1225550" y="1955800"/>
          <p14:tracePt t="21755" x="1168400" y="1955800"/>
          <p14:tracePt t="21771" x="1123950" y="1949450"/>
          <p14:tracePt t="21788" x="1104900" y="1949450"/>
          <p14:tracePt t="21805" x="1079500" y="1949450"/>
          <p14:tracePt t="21821" x="1066800" y="1949450"/>
          <p14:tracePt t="21838" x="1054100" y="1949450"/>
          <p14:tracePt t="21871" x="1047750" y="1949450"/>
          <p14:tracePt t="21979" x="1054100" y="1949450"/>
          <p14:tracePt t="21993" x="1060450" y="1949450"/>
          <p14:tracePt t="22000" x="1073150" y="1949450"/>
          <p14:tracePt t="22014" x="1079500" y="1949450"/>
          <p14:tracePt t="22023" x="1085850" y="1949450"/>
          <p14:tracePt t="22037" x="1098550" y="1949450"/>
          <p14:tracePt t="22054" x="1130300" y="1955800"/>
          <p14:tracePt t="22071" x="1168400" y="1962150"/>
          <p14:tracePt t="22087" x="1200150" y="1962150"/>
          <p14:tracePt t="22104" x="1225550" y="1962150"/>
          <p14:tracePt t="22120" x="1301750" y="1962150"/>
          <p14:tracePt t="22137" x="1333500" y="1962150"/>
          <p14:tracePt t="22154" x="1352550" y="1955800"/>
          <p14:tracePt t="22170" x="1384300" y="1955800"/>
          <p14:tracePt t="22187" x="1397000" y="1955800"/>
          <p14:tracePt t="22204" x="1403350" y="1949450"/>
          <p14:tracePt t="22280" x="1397000" y="1955800"/>
          <p14:tracePt t="22294" x="1390650" y="1955800"/>
          <p14:tracePt t="22301" x="1390650" y="1962150"/>
          <p14:tracePt t="22315" x="1377950" y="1968500"/>
          <p14:tracePt t="22323" x="1365250" y="1968500"/>
          <p14:tracePt t="22337" x="1339850" y="1981200"/>
          <p14:tracePt t="22352" x="1295400" y="1987550"/>
          <p14:tracePt t="22370" x="1270000" y="2000250"/>
          <p14:tracePt t="22386" x="1219200" y="2025650"/>
          <p14:tracePt t="22403" x="1181100" y="2038350"/>
          <p14:tracePt t="22419" x="1168400" y="2044700"/>
          <p14:tracePt t="22436" x="1136650" y="2057400"/>
          <p14:tracePt t="22491" x="1130300" y="2063750"/>
          <p14:tracePt t="22582" x="1136650" y="2063750"/>
          <p14:tracePt t="22596" x="1149350" y="2063750"/>
          <p14:tracePt t="22604" x="1155700" y="2063750"/>
          <p14:tracePt t="22618" x="1162050" y="2063750"/>
          <p14:tracePt t="22635" x="1181100" y="2070100"/>
          <p14:tracePt t="22652" x="1187450" y="2070100"/>
          <p14:tracePt t="22668" x="1212850" y="2076450"/>
          <p14:tracePt t="22685" x="1238250" y="2082800"/>
          <p14:tracePt t="22704" x="1250950" y="2089150"/>
          <p14:tracePt t="22718" x="1257300" y="2089150"/>
          <p14:tracePt t="22751" x="1263650" y="2095500"/>
          <p14:tracePt t="22792" x="1263650" y="2108200"/>
          <p14:tracePt t="22806" x="1257300" y="2108200"/>
          <p14:tracePt t="22813" x="1257300" y="2120900"/>
          <p14:tracePt t="22821" x="1250950" y="2133600"/>
          <p14:tracePt t="22837" x="1244600" y="2152650"/>
          <p14:tracePt t="22851" x="1244600" y="2178050"/>
          <p14:tracePt t="22868" x="1238250" y="2235200"/>
          <p14:tracePt t="22885" x="1244600" y="2292350"/>
          <p14:tracePt t="22901" x="1250950" y="2324100"/>
          <p14:tracePt t="22918" x="1289050" y="2374900"/>
          <p14:tracePt t="22934" x="1333500" y="2393950"/>
          <p14:tracePt t="22950" x="1352550" y="2400300"/>
          <p14:tracePt t="22953" x="1384300" y="2400300"/>
          <p14:tracePt t="22967" x="1397000" y="2400300"/>
          <p14:tracePt t="22983" x="1428750" y="2400300"/>
          <p14:tracePt t="23000" x="1441450" y="2400300"/>
          <p14:tracePt t="23017" x="1447800" y="2400300"/>
          <p14:tracePt t="23033" x="1454150" y="2393950"/>
          <p14:tracePt t="23102" x="1447800" y="2393950"/>
          <p14:tracePt t="23115" x="1435100" y="2400300"/>
          <p14:tracePt t="23122" x="1428750" y="2400300"/>
          <p14:tracePt t="23137" x="1416050" y="2400300"/>
          <p14:tracePt t="23149" x="1403350" y="2400300"/>
          <p14:tracePt t="23166" x="1377950" y="2406650"/>
          <p14:tracePt t="23183" x="1358900" y="2413000"/>
          <p14:tracePt t="23200" x="1327150" y="2419350"/>
          <p14:tracePt t="23216" x="1308100" y="2419350"/>
          <p14:tracePt t="23233" x="1295400" y="2419350"/>
          <p14:tracePt t="23250" x="1289050" y="2419350"/>
          <p14:tracePt t="23299" x="1282700" y="2419350"/>
          <p14:tracePt t="23383" x="1282700" y="2413000"/>
          <p14:tracePt t="23404" x="1282700" y="2400300"/>
          <p14:tracePt t="23418" x="1289050" y="2393950"/>
          <p14:tracePt t="23425" x="1295400" y="2381250"/>
          <p14:tracePt t="23439" x="1301750" y="2362200"/>
          <p14:tracePt t="23449" x="1308100" y="2330450"/>
          <p14:tracePt t="23466" x="1320800" y="2305050"/>
          <p14:tracePt t="23482" x="1320800" y="2247900"/>
          <p14:tracePt t="23498" x="1308100" y="2178050"/>
          <p14:tracePt t="23516" x="1295400" y="2152650"/>
          <p14:tracePt t="23532" x="1250950" y="2108200"/>
          <p14:tracePt t="23549" x="1193800" y="2070100"/>
          <p14:tracePt t="23566" x="1162050" y="2051050"/>
          <p14:tracePt t="23582" x="1149350" y="2051050"/>
          <p14:tracePt t="23598" x="1130300" y="2044700"/>
          <p14:tracePt t="23615" x="1123950" y="2038350"/>
          <p14:tracePt t="23657" x="1123950" y="2032000"/>
          <p14:tracePt t="23678" x="1130300" y="2025650"/>
          <p14:tracePt t="23685" x="1136650" y="2019300"/>
          <p14:tracePt t="23701" x="1149350" y="2006600"/>
          <p14:tracePt t="23715" x="1155700" y="2000250"/>
          <p14:tracePt t="23732" x="1168400" y="1981200"/>
          <p14:tracePt t="23748" x="1193800" y="1949450"/>
          <p14:tracePt t="23764" x="1193800" y="1936750"/>
          <p14:tracePt t="23781" x="1206500" y="1911350"/>
          <p14:tracePt t="23797" x="1212850" y="1905000"/>
          <p14:tracePt t="23814" x="1212850" y="1898650"/>
          <p14:tracePt t="23848" x="1212850" y="1905000"/>
          <p14:tracePt t="23864" x="1212850" y="1911350"/>
          <p14:tracePt t="23881" x="1206500" y="1936750"/>
          <p14:tracePt t="23897" x="1193800" y="1974850"/>
          <p14:tracePt t="23914" x="1181100" y="2006600"/>
          <p14:tracePt t="23931" x="1174750" y="2095500"/>
          <p14:tracePt t="23947" x="1168400" y="2203450"/>
          <p14:tracePt t="23964" x="1168400" y="2241550"/>
          <p14:tracePt t="23980" x="1168400" y="2311400"/>
          <p14:tracePt t="23997" x="1168400" y="2330450"/>
          <p14:tracePt t="24014" x="1174750" y="2362200"/>
          <p14:tracePt t="24030" x="1187450" y="2381250"/>
          <p14:tracePt t="24047" x="1200150" y="2381250"/>
          <p14:tracePt t="24064" x="1206500" y="2381250"/>
          <p14:tracePt t="24080" x="1212850" y="2381250"/>
          <p14:tracePt t="24127" x="1219200" y="2381250"/>
          <p14:tracePt t="24422" x="1225550" y="2381250"/>
          <p14:tracePt t="24430" x="1231900" y="2381250"/>
          <p14:tracePt t="24436" x="1244600" y="2381250"/>
          <p14:tracePt t="24450" x="1250950" y="2381250"/>
          <p14:tracePt t="24462" x="1257300" y="2381250"/>
          <p14:tracePt t="24479" x="1295400" y="2381250"/>
          <p14:tracePt t="24495" x="1314450" y="2381250"/>
          <p14:tracePt t="24512" x="1371600" y="2400300"/>
          <p14:tracePt t="24529" x="1441450" y="2413000"/>
          <p14:tracePt t="24545" x="1485900" y="2425700"/>
          <p14:tracePt t="24562" x="1543050" y="2444750"/>
          <p14:tracePt t="24578" x="1612900" y="2463800"/>
          <p14:tracePt t="24595" x="1644650" y="2470150"/>
          <p14:tracePt t="24612" x="1701800" y="2476500"/>
          <p14:tracePt t="24628" x="1752600" y="2476500"/>
          <p14:tracePt t="24645" x="1771650" y="2476500"/>
          <p14:tracePt t="24661" x="1809750" y="2463800"/>
          <p14:tracePt t="26290" x="1809750" y="2470150"/>
          <p14:tracePt t="26307" x="1809750" y="2489200"/>
          <p14:tracePt t="26323" x="1816100" y="2514600"/>
          <p14:tracePt t="26341" x="1822450" y="2565400"/>
          <p14:tracePt t="26356" x="1835150" y="2622550"/>
          <p14:tracePt t="26374" x="1841500" y="2647950"/>
          <p14:tracePt t="26391" x="1866900" y="2724150"/>
          <p14:tracePt t="26408" x="1892300" y="2794000"/>
          <p14:tracePt t="26424" x="1924050" y="2870200"/>
          <p14:tracePt t="26441" x="1943100" y="2914650"/>
          <p14:tracePt t="26457" x="1968500" y="2984500"/>
          <p14:tracePt t="26473" x="1993900" y="3060700"/>
          <p14:tracePt t="26489" x="2006600" y="3098800"/>
          <p14:tracePt t="26506" x="2019300" y="3155950"/>
          <p14:tracePt t="26524" x="2044700" y="3289300"/>
          <p14:tracePt t="26539" x="2051050" y="3333750"/>
          <p14:tracePt t="26557" x="2051050" y="3371850"/>
          <p14:tracePt t="26573" x="2051050" y="3422650"/>
          <p14:tracePt t="26589" x="2051050" y="3454400"/>
          <p14:tracePt t="26606" x="2044700" y="3473450"/>
          <p14:tracePt t="26623" x="2038350" y="3486150"/>
          <p14:tracePt t="26640" x="2025650" y="3492500"/>
          <p14:tracePt t="26657" x="2019300" y="3492500"/>
          <p14:tracePt t="26672" x="2012950" y="3492500"/>
          <p14:tracePt t="26690" x="2000250" y="3492500"/>
          <p14:tracePt t="26706" x="1993900" y="3498850"/>
          <p14:tracePt t="26721" x="1987550" y="3498850"/>
          <p14:tracePt t="26738" x="1981200" y="3498850"/>
          <p14:tracePt t="26755" x="1974850" y="3505200"/>
          <p14:tracePt t="26789" x="1968500" y="3505200"/>
          <p14:tracePt t="26854" x="1955800" y="3505200"/>
          <p14:tracePt t="26888" x="1949450" y="3505200"/>
          <p14:tracePt t="27120" x="1974850" y="3486150"/>
          <p14:tracePt t="27137" x="1987550" y="3473450"/>
          <p14:tracePt t="27155" x="2044700" y="3441700"/>
          <p14:tracePt t="27170" x="2057400" y="3435350"/>
          <p14:tracePt t="27188" x="2070100" y="3429000"/>
          <p14:tracePt t="27205" x="2089150" y="3416300"/>
          <p14:tracePt t="27219" x="2095500" y="3403600"/>
          <p14:tracePt t="27235" x="2101850" y="3403600"/>
          <p14:tracePt t="27252" x="2108200" y="3403600"/>
          <p14:tracePt t="27286" x="2114550" y="3397250"/>
          <p14:tracePt t="27308" x="2114550" y="3390900"/>
          <p14:tracePt t="27329" x="2120900" y="3390900"/>
          <p14:tracePt t="27338" x="2127250" y="3390900"/>
          <p14:tracePt t="27352" x="2139950" y="3390900"/>
          <p14:tracePt t="27369" x="2184400" y="3378200"/>
          <p14:tracePt t="27386" x="2209800" y="3371850"/>
          <p14:tracePt t="27402" x="2305050" y="3352800"/>
          <p14:tracePt t="27419" x="2368550" y="3346450"/>
          <p14:tracePt t="27435" x="2533650" y="3321050"/>
          <p14:tracePt t="27452" x="2571750" y="3321050"/>
          <p14:tracePt t="27469" x="2609850" y="3321050"/>
          <p14:tracePt t="27485" x="2679700" y="3321050"/>
          <p14:tracePt t="27501" x="2717800" y="3327400"/>
          <p14:tracePt t="27519" x="2749550" y="3333750"/>
          <p14:tracePt t="27535" x="2762250" y="3333750"/>
          <p14:tracePt t="27551" x="2774950" y="3340100"/>
          <p14:tracePt t="27568" x="2781300" y="3340100"/>
          <p14:tracePt t="27601" x="2781300" y="3346450"/>
          <p14:tracePt t="27618" x="2762250" y="3346450"/>
          <p14:tracePt t="27634" x="2749550" y="3365500"/>
          <p14:tracePt t="27652" x="2711450" y="3378200"/>
          <p14:tracePt t="27668" x="2628900" y="3403600"/>
          <p14:tracePt t="27684" x="2571750" y="3409950"/>
          <p14:tracePt t="27701" x="2495550" y="3429000"/>
          <p14:tracePt t="27717" x="2260600" y="3479800"/>
          <p14:tracePt t="27734" x="2178050" y="3486150"/>
          <p14:tracePt t="27751" x="2038350" y="3505200"/>
          <p14:tracePt t="27767" x="1962150" y="3505200"/>
          <p14:tracePt t="27784" x="1866900" y="3517900"/>
          <p14:tracePt t="27800" x="1797050" y="3517900"/>
          <p14:tracePt t="27817" x="1784350" y="3517900"/>
          <p14:tracePt t="27834" x="1778000" y="3517900"/>
          <p14:tracePt t="27850" x="1771650" y="3517900"/>
          <p14:tracePt t="27940" x="1778000" y="3517900"/>
          <p14:tracePt t="27961" x="1790700" y="3517900"/>
          <p14:tracePt t="27968" x="1797050" y="3511550"/>
          <p14:tracePt t="27982" x="1816100" y="3505200"/>
          <p14:tracePt t="27989" x="1847850" y="3498850"/>
          <p14:tracePt t="28000" x="1879600" y="3479800"/>
          <p14:tracePt t="28018" x="1987550" y="3448050"/>
          <p14:tracePt t="28033" x="2051050" y="3429000"/>
          <p14:tracePt t="28050" x="2120900" y="3416300"/>
          <p14:tracePt t="28067" x="2317750" y="3359150"/>
          <p14:tracePt t="28083" x="2374900" y="3352800"/>
          <p14:tracePt t="28099" x="2425700" y="3352800"/>
          <p14:tracePt t="28116" x="2508250" y="3340100"/>
          <p14:tracePt t="28133" x="2578100" y="3333750"/>
          <p14:tracePt t="28150" x="2597150" y="3333750"/>
          <p14:tracePt t="28166" x="2622550" y="3333750"/>
          <p14:tracePt t="28182" x="2635250" y="3333750"/>
          <p14:tracePt t="28389" x="2597150" y="3352800"/>
          <p14:tracePt t="28403" x="2540000" y="3390900"/>
          <p14:tracePt t="28410" x="2476500" y="3429000"/>
          <p14:tracePt t="28418" x="2406650" y="3454400"/>
          <p14:tracePt t="28433" x="2349500" y="3498850"/>
          <p14:tracePt t="28448" x="2305050" y="3530600"/>
          <p14:tracePt t="28467" x="2235200" y="3575050"/>
          <p14:tracePt t="28482" x="2209800" y="3594100"/>
          <p14:tracePt t="28498" x="2197100" y="3600450"/>
          <p14:tracePt t="28501" x="2197100" y="3606800"/>
          <p14:tracePt t="28515" x="2190750" y="3613150"/>
          <p14:tracePt t="28579" x="2203450" y="3613150"/>
          <p14:tracePt t="28592" x="2209800" y="3613150"/>
          <p14:tracePt t="28600" x="2228850" y="3613150"/>
          <p14:tracePt t="28615" x="2247900" y="3613150"/>
          <p14:tracePt t="28631" x="2305050" y="3613150"/>
          <p14:tracePt t="28648" x="2343150" y="3613150"/>
          <p14:tracePt t="28664" x="2444750" y="3613150"/>
          <p14:tracePt t="28681" x="2482850" y="3613150"/>
          <p14:tracePt t="28698" x="2571750" y="3613150"/>
          <p14:tracePt t="28714" x="2603500" y="3613150"/>
          <p14:tracePt t="28731" x="2622550" y="3613150"/>
          <p14:tracePt t="28747" x="2660650" y="3613150"/>
          <p14:tracePt t="28763" x="2705100" y="3613150"/>
          <p14:tracePt t="28780" x="2717800" y="3613150"/>
          <p14:tracePt t="28797" x="2749550" y="3606800"/>
          <p14:tracePt t="28814" x="2768600" y="3606800"/>
          <p14:tracePt t="28847" x="2774950" y="3606800"/>
          <p14:tracePt t="28863" x="2781300" y="3606800"/>
          <p14:tracePt t="28883" x="2787650" y="3606800"/>
          <p14:tracePt t="28896" x="2794000" y="3606800"/>
          <p14:tracePt t="28913" x="2813050" y="3606800"/>
          <p14:tracePt t="28930" x="2838450" y="3613150"/>
          <p14:tracePt t="28946" x="2857500" y="3613150"/>
          <p14:tracePt t="28963" x="2882900" y="3619500"/>
          <p14:tracePt t="28980" x="3022600" y="3644900"/>
          <p14:tracePt t="28996" x="3073400" y="3657600"/>
          <p14:tracePt t="29013" x="3168650" y="3663950"/>
          <p14:tracePt t="29029" x="3206750" y="3670300"/>
          <p14:tracePt t="29046" x="3276600" y="3683000"/>
          <p14:tracePt t="29063" x="3321050" y="3683000"/>
          <p14:tracePt t="29080" x="3333750" y="3683000"/>
          <p14:tracePt t="29096" x="3365500" y="3663950"/>
          <p14:tracePt t="29113" x="3390900" y="3663950"/>
          <p14:tracePt t="29129" x="3409950" y="3663950"/>
          <p14:tracePt t="29623" x="3422650" y="3663950"/>
          <p14:tracePt t="29630" x="3435350" y="3663950"/>
          <p14:tracePt t="29646" x="3454400" y="3663950"/>
          <p14:tracePt t="29660" x="3467100" y="3663950"/>
          <p14:tracePt t="29678" x="3498850" y="3663950"/>
          <p14:tracePt t="29694" x="3524250" y="3663950"/>
          <p14:tracePt t="29710" x="3530600" y="3663950"/>
          <p14:tracePt t="29727" x="3543300" y="3663950"/>
          <p14:tracePt t="29770" x="3549650" y="3663950"/>
          <p14:tracePt t="29784" x="3556000" y="3657600"/>
          <p14:tracePt t="29793" x="3562350" y="3657600"/>
          <p14:tracePt t="29810" x="3575050" y="3657600"/>
          <p14:tracePt t="29827" x="3613150" y="3651250"/>
          <p14:tracePt t="29843" x="3676650" y="3644900"/>
          <p14:tracePt t="29860" x="3702050" y="3638550"/>
          <p14:tracePt t="29877" x="3759200" y="3632200"/>
          <p14:tracePt t="29893" x="3790950" y="3632200"/>
          <p14:tracePt t="29910" x="3835400" y="3632200"/>
          <p14:tracePt t="29926" x="3860800" y="3632200"/>
          <p14:tracePt t="29943" x="3873500" y="3632200"/>
          <p14:tracePt t="29960" x="3886200" y="3632200"/>
          <p14:tracePt t="29976" x="3892550" y="3632200"/>
          <p14:tracePt t="29993" x="3898900" y="3632200"/>
          <p14:tracePt t="30010" x="3905250" y="3625850"/>
          <p14:tracePt t="30026" x="3917950" y="3625850"/>
          <p14:tracePt t="30043" x="3943350" y="3625850"/>
          <p14:tracePt t="30046" x="3962400" y="3619500"/>
          <p14:tracePt t="30059" x="3987800" y="3619500"/>
          <p14:tracePt t="30076" x="4070350" y="3613150"/>
          <p14:tracePt t="30093" x="4146550" y="3613150"/>
          <p14:tracePt t="30109" x="4178300" y="3613150"/>
          <p14:tracePt t="30126" x="4222750" y="3606800"/>
          <p14:tracePt t="30143" x="4254500" y="3606800"/>
          <p14:tracePt t="30159" x="4279900" y="3606800"/>
          <p14:tracePt t="30175" x="4298950" y="3606800"/>
          <p14:tracePt t="30192" x="4349750" y="3606800"/>
          <p14:tracePt t="30209" x="4381500" y="3606800"/>
          <p14:tracePt t="30225" x="4406900" y="3613150"/>
          <p14:tracePt t="30242" x="4470400" y="3619500"/>
          <p14:tracePt t="30259" x="4514850" y="3619500"/>
          <p14:tracePt t="30276" x="4546600" y="3619500"/>
          <p14:tracePt t="30292" x="4559300" y="3619500"/>
          <p14:tracePt t="30308" x="4572000" y="3619500"/>
          <p14:tracePt t="30325" x="4584700" y="3619500"/>
          <p14:tracePt t="30823" x="4572000" y="3619500"/>
          <p14:tracePt t="30837" x="4565650" y="3619500"/>
          <p14:tracePt t="30844" x="4552950" y="3619500"/>
          <p14:tracePt t="30859" x="4540250" y="3619500"/>
          <p14:tracePt t="30873" x="4527550" y="3619500"/>
          <p14:tracePt t="30889" x="4514850" y="3619500"/>
          <p14:tracePt t="30907" x="4502150" y="3619500"/>
          <p14:tracePt t="30923" x="4489450" y="3613150"/>
          <p14:tracePt t="30940" x="4483100" y="3613150"/>
          <p14:tracePt t="30973" x="4476750" y="3613150"/>
          <p14:tracePt t="31027" x="4470400" y="3613150"/>
          <p14:tracePt t="31055" x="4464050" y="3613150"/>
          <p14:tracePt t="31139" x="4457700" y="3613150"/>
          <p14:tracePt t="31230" x="4451350" y="3613150"/>
          <p14:tracePt t="31301" x="4445000" y="3613150"/>
          <p14:tracePt t="31315" x="4438650" y="3613150"/>
          <p14:tracePt t="31336" x="4432300" y="3613150"/>
          <p14:tracePt t="31350" x="4425950" y="3613150"/>
          <p14:tracePt t="31358" x="4419600" y="3613150"/>
          <p14:tracePt t="31374" x="4413250" y="3613150"/>
          <p14:tracePt t="31388" x="4400550" y="3613150"/>
          <p14:tracePt t="31422" x="4394200" y="3613150"/>
          <p14:tracePt t="31441" x="4387850" y="3613150"/>
          <p14:tracePt t="31455" x="4375150" y="3613150"/>
          <p14:tracePt t="31488" x="4368800" y="3613150"/>
          <p14:tracePt t="31518" x="4362450" y="3613150"/>
          <p14:tracePt t="31525" x="4356100" y="3613150"/>
          <p14:tracePt t="31541" x="4349750" y="3613150"/>
          <p14:tracePt t="31555" x="4343400" y="3613150"/>
          <p14:tracePt t="31571" x="4318000" y="3613150"/>
          <p14:tracePt t="31587" x="4298950" y="3613150"/>
          <p14:tracePt t="31604" x="4260850" y="3613150"/>
          <p14:tracePt t="31621" x="4210050" y="3613150"/>
          <p14:tracePt t="31638" x="4159250" y="3619500"/>
          <p14:tracePt t="31654" x="4133850" y="3619500"/>
          <p14:tracePt t="31670" x="4083050" y="3625850"/>
          <p14:tracePt t="31688" x="4051300" y="3638550"/>
          <p14:tracePt t="31704" x="4038600" y="3638550"/>
          <p14:tracePt t="31721" x="4025900" y="3644900"/>
          <p14:tracePt t="31737" x="4013200" y="3644900"/>
          <p14:tracePt t="31753" x="4006850" y="3644900"/>
          <p14:tracePt t="31770" x="4000500" y="3644900"/>
          <p14:tracePt t="31786" x="3987800" y="3657600"/>
          <p14:tracePt t="31803" x="3962400" y="3657600"/>
          <p14:tracePt t="31821" x="3911600" y="3670300"/>
          <p14:tracePt t="31836" x="3879850" y="3689350"/>
          <p14:tracePt t="31853" x="3816350" y="3708400"/>
          <p14:tracePt t="31870" x="3765550" y="3727450"/>
          <p14:tracePt t="31886" x="3752850" y="3733800"/>
          <p14:tracePt t="31903" x="3746500" y="3740150"/>
          <p14:tracePt t="31920" x="3752850" y="3740150"/>
          <p14:tracePt t="32340" x="3784600" y="3740150"/>
          <p14:tracePt t="32347" x="3829050" y="3740150"/>
          <p14:tracePt t="32362" x="3879850" y="3740150"/>
          <p14:tracePt t="32370" x="3930650" y="3740150"/>
          <p14:tracePt t="32384" x="3981450" y="3740150"/>
          <p14:tracePt t="32401" x="4032250" y="3740150"/>
          <p14:tracePt t="32418" x="4203700" y="3721100"/>
          <p14:tracePt t="32434" x="4254500" y="3721100"/>
          <p14:tracePt t="32451" x="4298950" y="3721100"/>
          <p14:tracePt t="32467" x="4362450" y="3721100"/>
          <p14:tracePt t="32484" x="4413250" y="3721100"/>
          <p14:tracePt t="32502" x="4464050" y="3721100"/>
          <p14:tracePt t="32518" x="4483100" y="3721100"/>
          <p14:tracePt t="32535" x="4508500" y="3721100"/>
          <p14:tracePt t="32552" x="4521200" y="3727450"/>
          <p14:tracePt t="32583" x="4527550" y="3727450"/>
          <p14:tracePt t="32621" x="4533900" y="3727450"/>
          <p14:tracePt t="32684" x="4527550" y="3727450"/>
          <p14:tracePt t="32712" x="4514850" y="3727450"/>
          <p14:tracePt t="32719" x="4508500" y="3727450"/>
          <p14:tracePt t="32734" x="4495800" y="3727450"/>
          <p14:tracePt t="32740" x="4476750" y="3727450"/>
          <p14:tracePt t="32754" x="4445000" y="3733800"/>
          <p14:tracePt t="32767" x="4419600" y="3733800"/>
          <p14:tracePt t="32784" x="4318000" y="3733800"/>
          <p14:tracePt t="32800" x="4254500" y="3733800"/>
          <p14:tracePt t="32816" x="4121150" y="3721100"/>
          <p14:tracePt t="32833" x="4006850" y="3702050"/>
          <p14:tracePt t="32850" x="3949700" y="3695700"/>
          <p14:tracePt t="32867" x="3867150" y="3689350"/>
          <p14:tracePt t="32883" x="3810000" y="3689350"/>
          <p14:tracePt t="32900" x="3784600" y="3689350"/>
          <p14:tracePt t="32917" x="3740150" y="3689350"/>
          <p14:tracePt t="32933" x="3721100" y="3689350"/>
          <p14:tracePt t="32950" x="3714750" y="3689350"/>
          <p14:tracePt t="32966" x="3702050" y="3695700"/>
          <p14:tracePt t="32982" x="3695700" y="3695700"/>
          <p14:tracePt t="33015" x="3689350" y="3695700"/>
          <p14:tracePt t="33084" x="3683000" y="3695700"/>
          <p14:tracePt t="33105" x="3676650" y="3695700"/>
          <p14:tracePt t="33113" x="3670300" y="3702050"/>
          <p14:tracePt t="33120" x="3663950" y="3702050"/>
          <p14:tracePt t="33135" x="3657600" y="3702050"/>
          <p14:tracePt t="33148" x="3651250" y="3702050"/>
          <p14:tracePt t="33165" x="3625850" y="3702050"/>
          <p14:tracePt t="33182" x="3613150" y="3708400"/>
          <p14:tracePt t="33198" x="3575050" y="3708400"/>
          <p14:tracePt t="33215" x="3543300" y="3708400"/>
          <p14:tracePt t="33232" x="3517900" y="3708400"/>
          <p14:tracePt t="33248" x="3511550" y="3708400"/>
          <p14:tracePt t="33265" x="3492500" y="3708400"/>
          <p14:tracePt t="33282" x="3486150" y="3708400"/>
          <p14:tracePt t="33380" x="3486150" y="3702050"/>
          <p14:tracePt t="33394" x="3492500" y="3695700"/>
          <p14:tracePt t="33963" x="3486150" y="3702050"/>
          <p14:tracePt t="33977" x="3486150" y="3708400"/>
          <p14:tracePt t="33984" x="3473450" y="3714750"/>
          <p14:tracePt t="33999" x="3460750" y="3721100"/>
          <p14:tracePt t="34013" x="3448050" y="3733800"/>
          <p14:tracePt t="34029" x="3441700" y="3740150"/>
          <p14:tracePt t="34045" x="3441700" y="3746500"/>
          <p14:tracePt t="34062" x="3441700" y="3765550"/>
          <p14:tracePt t="34079" x="3441700" y="3778250"/>
          <p14:tracePt t="34096" x="3448050" y="3784600"/>
          <p14:tracePt t="34098" x="3454400" y="3797300"/>
          <p14:tracePt t="34111" x="3460750" y="3797300"/>
          <p14:tracePt t="34128" x="3473450" y="3810000"/>
          <p14:tracePt t="34146" x="3479800" y="3822700"/>
          <p14:tracePt t="34161" x="3486150" y="3822700"/>
          <p14:tracePt t="34178" x="3492500" y="3829050"/>
          <p14:tracePt t="34195" x="3498850" y="3835400"/>
          <p14:tracePt t="34228" x="3505200" y="3841750"/>
          <p14:tracePt t="34279" x="3511550" y="3841750"/>
          <p14:tracePt t="34286" x="3517900" y="3848100"/>
          <p14:tracePt t="34295" x="3517900" y="3854450"/>
          <p14:tracePt t="34311" x="3517900" y="3860800"/>
          <p14:tracePt t="34328" x="3524250" y="3867150"/>
          <p14:tracePt t="34989" x="3505200" y="3867150"/>
          <p14:tracePt t="34996" x="3467100" y="3867150"/>
          <p14:tracePt t="35012" x="3435350" y="3867150"/>
          <p14:tracePt t="35026" x="3397250" y="3848100"/>
          <p14:tracePt t="35042" x="3378200" y="3848100"/>
          <p14:tracePt t="35059" x="3346450" y="3848100"/>
          <p14:tracePt t="35075" x="3321050" y="3848100"/>
          <p14:tracePt t="35092" x="3282950" y="3848100"/>
          <p14:tracePt t="35109" x="3244850" y="3848100"/>
          <p14:tracePt t="35125" x="3213100" y="3848100"/>
          <p14:tracePt t="35141" x="3155950" y="3848100"/>
          <p14:tracePt t="35159" x="3098800" y="3841750"/>
          <p14:tracePt t="35175" x="3067050" y="3835400"/>
          <p14:tracePt t="35192" x="3009900" y="3829050"/>
          <p14:tracePt t="35208" x="2946400" y="3810000"/>
          <p14:tracePt t="35225" x="2921000" y="3810000"/>
          <p14:tracePt t="35242" x="2876550" y="3803650"/>
          <p14:tracePt t="35258" x="2844800" y="3803650"/>
          <p14:tracePt t="35274" x="2832100" y="3803650"/>
          <p14:tracePt t="35291" x="2806700" y="3797300"/>
          <p14:tracePt t="35308" x="2794000" y="3797300"/>
          <p14:tracePt t="35325" x="2774950" y="3790950"/>
          <p14:tracePt t="35341" x="2768600" y="3790950"/>
          <p14:tracePt t="35358" x="2762250" y="3790950"/>
          <p14:tracePt t="35374" x="2749550" y="3784600"/>
          <p14:tracePt t="35391" x="2743200" y="3784600"/>
          <p14:tracePt t="35408" x="2736850" y="3778250"/>
          <p14:tracePt t="35425" x="2717800" y="3778250"/>
          <p14:tracePt t="35440" x="2698750" y="3778250"/>
          <p14:tracePt t="35457" x="2692400" y="3778250"/>
          <p14:tracePt t="35474" x="2654300" y="3771900"/>
          <p14:tracePt t="35490" x="2622550" y="3771900"/>
          <p14:tracePt t="35507" x="2609850" y="3771900"/>
          <p14:tracePt t="35524" x="2590800" y="3771900"/>
          <p14:tracePt t="35540" x="2584450" y="3765550"/>
          <p14:tracePt t="35573" x="2578100" y="3765550"/>
          <p14:tracePt t="35600" x="2571750" y="3765550"/>
          <p14:tracePt t="35649" x="2584450" y="3759200"/>
          <p14:tracePt t="35662" x="2584450" y="3752850"/>
          <p14:tracePt t="35670" x="2590800" y="3752850"/>
          <p14:tracePt t="35677" x="2597150" y="3752850"/>
          <p14:tracePt t="35693" x="2603500" y="3746500"/>
          <p14:tracePt t="35706" x="2616200" y="3746500"/>
          <p14:tracePt t="35723" x="2673350" y="3740150"/>
          <p14:tracePt t="35741" x="2755900" y="3721100"/>
          <p14:tracePt t="35756" x="2806700" y="3721100"/>
          <p14:tracePt t="35773" x="2927350" y="3695700"/>
          <p14:tracePt t="35790" x="3035300" y="3689350"/>
          <p14:tracePt t="35806" x="3086100" y="3676650"/>
          <p14:tracePt t="35823" x="3168650" y="3670300"/>
          <p14:tracePt t="35840" x="3225800" y="3670300"/>
          <p14:tracePt t="35856" x="3244850" y="3670300"/>
          <p14:tracePt t="35873" x="3263900" y="3670300"/>
          <p14:tracePt t="35889" x="3321050" y="3676650"/>
          <p14:tracePt t="35906" x="3333750" y="3676650"/>
          <p14:tracePt t="35923" x="3359150" y="3676650"/>
          <p14:tracePt t="35956" x="3384550" y="3670300"/>
          <p14:tracePt t="35973" x="3422650" y="3663950"/>
          <p14:tracePt t="35989" x="3429000" y="3663950"/>
          <p14:tracePt t="36005" x="3479800" y="3663950"/>
          <p14:tracePt t="36022" x="3549650" y="3663950"/>
          <p14:tracePt t="36039" x="3587750" y="3663950"/>
          <p14:tracePt t="36056" x="3644900" y="3663950"/>
          <p14:tracePt t="36071" x="3670300" y="3663950"/>
          <p14:tracePt t="36089" x="3676650" y="3663950"/>
          <p14:tracePt t="36092" x="3683000" y="3663950"/>
          <p14:tracePt t="36106" x="3689350" y="3663950"/>
          <p14:tracePt t="36121" x="3695700" y="3663950"/>
          <p14:tracePt t="36142" x="3702050" y="3663950"/>
          <p14:tracePt t="36158" x="3714750" y="3670300"/>
          <p14:tracePt t="36171" x="3752850" y="3689350"/>
          <p14:tracePt t="36188" x="3784600" y="3689350"/>
          <p14:tracePt t="36205" x="3829050" y="3689350"/>
          <p14:tracePt t="37020" x="3822700" y="3702050"/>
          <p14:tracePt t="37038" x="3797300" y="3727450"/>
          <p14:tracePt t="37054" x="3759200" y="3752850"/>
          <p14:tracePt t="37069" x="3740150" y="3771900"/>
          <p14:tracePt t="37087" x="3708400" y="3784600"/>
          <p14:tracePt t="37104" x="3670300" y="3797300"/>
          <p14:tracePt t="37119" x="3651250" y="3803650"/>
          <p14:tracePt t="37122" x="3632200" y="3810000"/>
          <p14:tracePt t="37154" x="3575050" y="3822700"/>
          <p14:tracePt t="37169" x="3511550" y="3841750"/>
          <p14:tracePt t="37186" x="3454400" y="3848100"/>
          <p14:tracePt t="37202" x="3429000" y="3848100"/>
          <p14:tracePt t="37219" x="3378200" y="3854450"/>
          <p14:tracePt t="37237" x="3333750" y="3860800"/>
          <p14:tracePt t="37252" x="3314700" y="3867150"/>
          <p14:tracePt t="37269" x="3282950" y="3873500"/>
          <p14:tracePt t="37285" x="3257550" y="3873500"/>
          <p14:tracePt t="37302" x="3244850" y="3879850"/>
          <p14:tracePt t="37320" x="3232150" y="3886200"/>
          <p14:tracePt t="37336" x="3219450" y="3892550"/>
          <p14:tracePt t="37667" x="3219450" y="3898900"/>
          <p14:tracePt t="37684" x="3206750" y="3898900"/>
          <p14:tracePt t="37701" x="3200400" y="3905250"/>
          <p14:tracePt t="37717" x="3194050" y="3911600"/>
          <p14:tracePt t="37735" x="3187700" y="3911600"/>
          <p14:tracePt t="37750" x="3181350" y="3917950"/>
          <p14:tracePt t="37767" x="3175000" y="3917950"/>
          <p14:tracePt t="37784" x="3168650" y="3917950"/>
          <p14:tracePt t="37800" x="3155950" y="3924300"/>
          <p14:tracePt t="37833" x="3149600" y="3930650"/>
          <p14:tracePt t="37850" x="3143250" y="3930650"/>
          <p14:tracePt t="37932" x="3136900" y="3937000"/>
          <p14:tracePt t="38000" x="3149600" y="3937000"/>
          <p14:tracePt t="38015" x="3181350" y="3930650"/>
          <p14:tracePt t="38032" x="3232150" y="3930650"/>
          <p14:tracePt t="38050" x="3365500" y="3911600"/>
          <p14:tracePt t="38066" x="3467100" y="3898900"/>
          <p14:tracePt t="38082" x="3733800" y="3879850"/>
          <p14:tracePt t="38100" x="4076700" y="3854450"/>
          <p14:tracePt t="38115" x="4241800" y="3848100"/>
          <p14:tracePt t="38132" x="4616450" y="3816350"/>
          <p14:tracePt t="38149" x="4908550" y="3797300"/>
          <p14:tracePt t="38165" x="5022850" y="3784600"/>
          <p14:tracePt t="38183" x="5200650" y="3784600"/>
          <p14:tracePt t="38200" x="5327650" y="3784600"/>
          <p14:tracePt t="38217" x="5378450" y="3784600"/>
          <p14:tracePt t="38233" x="5454650" y="3797300"/>
          <p14:tracePt t="38249" x="5511800" y="3803650"/>
          <p14:tracePt t="38265" x="5530850" y="3803650"/>
          <p14:tracePt t="38283" x="5562600" y="3803650"/>
          <p14:tracePt t="38299" x="5575300" y="3803650"/>
          <p14:tracePt t="38315" x="5581650" y="3803650"/>
          <p14:tracePt t="38431" x="5575300" y="3803650"/>
          <p14:tracePt t="38448" x="5568950" y="3803650"/>
          <p14:tracePt t="38466" x="5549900" y="3803650"/>
          <p14:tracePt t="38481" x="5505450" y="3816350"/>
          <p14:tracePt t="38497" x="5461000" y="3835400"/>
          <p14:tracePt t="38513" x="5314950" y="3860800"/>
          <p14:tracePt t="38530" x="5099050" y="3924300"/>
          <p14:tracePt t="38547" x="4965700" y="3956050"/>
          <p14:tracePt t="38563" x="4679950" y="4051300"/>
          <p14:tracePt t="38580" x="4406900" y="4140200"/>
          <p14:tracePt t="38597" x="4292600" y="4171950"/>
          <p14:tracePt t="38613" x="4108450" y="4235450"/>
          <p14:tracePt t="38633" x="3962400" y="4273550"/>
          <p14:tracePt t="38646" x="3829050" y="4311650"/>
          <p14:tracePt t="38663" x="3778250" y="4318000"/>
          <p14:tracePt t="38679" x="3721100" y="4330700"/>
          <p14:tracePt t="38696" x="3619500" y="4324350"/>
          <p14:tracePt t="38713" x="3524250" y="4318000"/>
          <p14:tracePt t="38731" x="3460750" y="4298950"/>
          <p14:tracePt t="38746" x="3435350" y="4298950"/>
          <p14:tracePt t="38762" x="3384550" y="4298950"/>
          <p14:tracePt t="38781" x="3352800" y="4305300"/>
          <p14:tracePt t="38796" x="3340100" y="4311650"/>
          <p14:tracePt t="38812" x="3321050" y="4318000"/>
          <p14:tracePt t="38829" x="3308350" y="4324350"/>
          <p14:tracePt t="38845" x="3302000" y="4324350"/>
          <p14:tracePt t="38899" x="3295650" y="4324350"/>
          <p14:tracePt t="38941" x="3289300" y="4324350"/>
          <p14:tracePt t="38948" x="3282950" y="4324350"/>
          <p14:tracePt t="38964" x="3276600" y="4324350"/>
          <p14:tracePt t="38978" x="3263900" y="4324350"/>
          <p14:tracePt t="38995" x="3251200" y="4324350"/>
          <p14:tracePt t="39012" x="3206750" y="4311650"/>
          <p14:tracePt t="39028" x="3181350" y="4311650"/>
          <p14:tracePt t="39045" x="3124200" y="4305300"/>
          <p14:tracePt t="39062" x="3054350" y="4298950"/>
          <p14:tracePt t="39078" x="3016250" y="4298950"/>
          <p14:tracePt t="39095" x="2971800" y="4298950"/>
          <p14:tracePt t="39112" x="2940050" y="4298950"/>
          <p14:tracePt t="39128" x="2933700" y="4298950"/>
          <p14:tracePt t="39145" x="2927350" y="4298950"/>
          <p14:tracePt t="39161" x="2921000" y="4298950"/>
          <p14:tracePt t="39229" x="2927350" y="4298950"/>
          <p14:tracePt t="39263" x="2933700" y="4298950"/>
          <p14:tracePt t="39270" x="2940050" y="4298950"/>
          <p14:tracePt t="39280" x="2946400" y="4298950"/>
          <p14:tracePt t="39299" x="2952750" y="4298950"/>
          <p14:tracePt t="39313" x="2959100" y="4298950"/>
          <p14:tracePt t="39334" x="2965450" y="4298950"/>
          <p14:tracePt t="39343" x="2971800" y="4298950"/>
          <p14:tracePt t="39360" x="2984500" y="4298950"/>
          <p14:tracePt t="39377" x="3028950" y="4298950"/>
          <p14:tracePt t="39394" x="3092450" y="4292600"/>
          <p14:tracePt t="39410" x="3124200" y="4292600"/>
          <p14:tracePt t="39427" x="3200400" y="4286250"/>
          <p14:tracePt t="39443" x="3282950" y="4273550"/>
          <p14:tracePt t="39460" x="3314700" y="4267200"/>
          <p14:tracePt t="39477" x="3359150" y="4260850"/>
          <p14:tracePt t="39493" x="3397250" y="4254500"/>
          <p14:tracePt t="39510" x="3409950" y="4254500"/>
          <p14:tracePt t="39527" x="3416300" y="4254500"/>
          <p14:tracePt t="39560" x="3422650" y="4254500"/>
          <p14:tracePt t="39622" x="3429000" y="4254500"/>
          <p14:tracePt t="39664" x="3435350" y="4254500"/>
          <p14:tracePt t="39671" x="3441700" y="4254500"/>
          <p14:tracePt t="39685" x="3454400" y="4254500"/>
          <p14:tracePt t="39693" x="3460750" y="4254500"/>
          <p14:tracePt t="39709" x="3473450" y="4254500"/>
          <p14:tracePt t="39726" x="3524250" y="4254500"/>
          <p14:tracePt t="39742" x="3581400" y="4248150"/>
          <p14:tracePt t="39759" x="3619500" y="4248150"/>
          <p14:tracePt t="39776" x="3702050" y="4241800"/>
          <p14:tracePt t="39792" x="3714750" y="4241800"/>
          <p14:tracePt t="39809" x="3727450" y="4241800"/>
          <p14:tracePt t="39826" x="3740150" y="4241800"/>
          <p14:tracePt t="39842" x="3752850" y="4241800"/>
          <p14:tracePt t="39902" x="3759200" y="4235450"/>
          <p14:tracePt t="39979" x="3765550" y="4235450"/>
          <p14:tracePt t="40042" x="3771900" y="4235450"/>
          <p14:tracePt t="40049" x="3778250" y="4235450"/>
          <p14:tracePt t="40070" x="3784600" y="4235450"/>
          <p14:tracePt t="40078" x="3797300" y="4235450"/>
          <p14:tracePt t="40094" x="3803650" y="4235450"/>
          <p14:tracePt t="40108" x="3822700" y="4235450"/>
          <p14:tracePt t="40124" x="3873500" y="4235450"/>
          <p14:tracePt t="40127" x="3911600" y="4241800"/>
          <p14:tracePt t="40142" x="3937000" y="4241800"/>
          <p14:tracePt t="40158" x="3968750" y="4248150"/>
          <p14:tracePt t="40174" x="4032250" y="4248150"/>
          <p14:tracePt t="40191" x="4102100" y="4260850"/>
          <p14:tracePt t="40207" x="4133850" y="4260850"/>
          <p14:tracePt t="40225" x="4191000" y="4267200"/>
          <p14:tracePt t="40241" x="4235450" y="4273550"/>
          <p14:tracePt t="40258" x="4267200" y="4273550"/>
          <p14:tracePt t="40275" x="4318000" y="4279900"/>
          <p14:tracePt t="40291" x="4356100" y="4279900"/>
          <p14:tracePt t="40307" x="4375150" y="4279900"/>
          <p14:tracePt t="40324" x="4419600" y="4279900"/>
          <p14:tracePt t="40340" x="4464050" y="4279900"/>
          <p14:tracePt t="40358" x="4495800" y="4279900"/>
          <p14:tracePt t="40373" x="4552950" y="4279900"/>
          <p14:tracePt t="40390" x="4597400" y="4260850"/>
          <p14:tracePt t="40408" x="4724400" y="4210050"/>
          <p14:tracePt t="40423" x="4762500" y="4184650"/>
          <p14:tracePt t="40440" x="4800600" y="4165600"/>
          <p14:tracePt t="40457" x="4895850" y="4095750"/>
          <p14:tracePt t="40473" x="5003800" y="3975100"/>
          <p14:tracePt t="40490" x="5060950" y="3917950"/>
          <p14:tracePt t="40506" x="5137150" y="3790950"/>
          <p14:tracePt t="40523" x="5194300" y="3689350"/>
          <p14:tracePt t="40540" x="5213350" y="3632200"/>
          <p14:tracePt t="40556" x="5232400" y="3600450"/>
          <p14:tracePt t="40572" x="5245100" y="3581400"/>
          <p14:tracePt t="40590" x="5245100" y="3575050"/>
          <p14:tracePt t="40674" x="5238750" y="3575050"/>
          <p14:tracePt t="40688" x="5232400" y="3581400"/>
          <p14:tracePt t="40702" x="5226050" y="3587750"/>
          <p14:tracePt t="40709" x="5213350" y="3594100"/>
          <p14:tracePt t="40725" x="5187950" y="3606800"/>
          <p14:tracePt t="40739" x="5168900" y="3613150"/>
          <p14:tracePt t="40755" x="5073650" y="3670300"/>
          <p14:tracePt t="40773" x="4933950" y="3746500"/>
          <p14:tracePt t="40789" x="4851400" y="3784600"/>
          <p14:tracePt t="40805" x="4711700" y="3873500"/>
          <p14:tracePt t="40822" x="4584700" y="3956050"/>
          <p14:tracePt t="40839" x="4527550" y="3994150"/>
          <p14:tracePt t="40855" x="4425950" y="4064000"/>
          <p14:tracePt t="40872" x="4324350" y="4121150"/>
          <p14:tracePt t="40889" x="4279900" y="4146550"/>
          <p14:tracePt t="40906" x="4197350" y="4171950"/>
          <p14:tracePt t="40922" x="4114800" y="4191000"/>
          <p14:tracePt t="40938" x="4064000" y="4197350"/>
          <p14:tracePt t="40956" x="3930650" y="4216400"/>
          <p14:tracePt t="40971" x="3829050" y="4216400"/>
          <p14:tracePt t="40988" x="3771900" y="4229100"/>
          <p14:tracePt t="41005" x="3708400" y="4229100"/>
          <p14:tracePt t="41021" x="3676650" y="4229100"/>
          <p14:tracePt t="41038" x="3638550" y="4229100"/>
          <p14:tracePt t="41055" x="3594100" y="4229100"/>
          <p14:tracePt t="41071" x="3568700" y="4229100"/>
          <p14:tracePt t="41088" x="3517900" y="4229100"/>
          <p14:tracePt t="41104" x="3460750" y="4241800"/>
          <p14:tracePt t="41121" x="3435350" y="4248150"/>
          <p14:tracePt t="41138" x="3378200" y="4248150"/>
          <p14:tracePt t="41154" x="3340100" y="4248150"/>
          <p14:tracePt t="41171" x="3327400" y="4248150"/>
          <p14:tracePt t="41187" x="3276600" y="4248150"/>
          <p14:tracePt t="41204" x="3238500" y="4241800"/>
          <p14:tracePt t="41222" x="3206750" y="4235450"/>
          <p14:tracePt t="41237" x="3194050" y="4229100"/>
          <p14:tracePt t="41254" x="3181350" y="4229100"/>
          <p14:tracePt t="41271" x="3181350" y="4222750"/>
          <p14:tracePt t="41287" x="3181350" y="4210050"/>
          <p14:tracePt t="41303" x="3213100" y="4203700"/>
          <p14:tracePt t="41321" x="3371850" y="4178300"/>
          <p14:tracePt t="41337" x="3448050" y="4165600"/>
          <p14:tracePt t="41354" x="3536950" y="4152900"/>
          <p14:tracePt t="41370" x="3695700" y="4133850"/>
          <p14:tracePt t="41387" x="3822700" y="4127500"/>
          <p14:tracePt t="41404" x="3860800" y="4127500"/>
          <p14:tracePt t="41420" x="3956050" y="4127500"/>
          <p14:tracePt t="41436" x="4000500" y="4121150"/>
          <p14:tracePt t="41454" x="4019550" y="4121150"/>
          <p14:tracePt t="41470" x="4025900" y="4121150"/>
          <p14:tracePt t="41517" x="4019550" y="4121150"/>
          <p14:tracePt t="41524" x="4000500" y="4121150"/>
          <p14:tracePt t="41536" x="3981450" y="4121150"/>
          <p14:tracePt t="41553" x="3886200" y="4127500"/>
          <p14:tracePt t="41569" x="3810000" y="4146550"/>
          <p14:tracePt t="41586" x="3721100" y="4159250"/>
          <p14:tracePt t="41603" x="3371850" y="4191000"/>
          <p14:tracePt t="41620" x="3276600" y="4191000"/>
          <p14:tracePt t="41636" x="3073400" y="4191000"/>
          <p14:tracePt t="41653" x="2990850" y="4184650"/>
          <p14:tracePt t="41669" x="2813050" y="4184650"/>
          <p14:tracePt t="41686" x="2673350" y="4197350"/>
          <p14:tracePt t="41702" x="2609850" y="4197350"/>
          <p14:tracePt t="41719" x="2514600" y="4216400"/>
          <p14:tracePt t="41736" x="2457450" y="4222750"/>
          <p14:tracePt t="41752" x="2438400" y="4222750"/>
          <p14:tracePt t="41769" x="2400300" y="4229100"/>
          <p14:tracePt t="41786" x="2387600" y="4229100"/>
          <p14:tracePt t="41802" x="2381250" y="4229100"/>
          <p14:tracePt t="41820" x="2374900" y="4235450"/>
          <p14:tracePt t="41896" x="2381250" y="4241800"/>
          <p14:tracePt t="41917" x="2393950" y="4241800"/>
          <p14:tracePt t="41924" x="2400300" y="4241800"/>
          <p14:tracePt t="41938" x="2413000" y="4241800"/>
          <p14:tracePt t="41953" x="2432050" y="4248150"/>
          <p14:tracePt t="41969" x="2432050" y="4254500"/>
          <p14:tracePt t="41985" x="2444750" y="4254500"/>
          <p14:tracePt t="42002" x="2489200" y="4260850"/>
          <p14:tracePt t="42018" x="2571750" y="4286250"/>
          <p14:tracePt t="42035" x="2635250" y="4292600"/>
          <p14:tracePt t="42051" x="2813050" y="4311650"/>
          <p14:tracePt t="42068" x="3041650" y="4337050"/>
          <p14:tracePt t="42084" x="3181350" y="4337050"/>
          <p14:tracePt t="42101" x="3460750" y="4337050"/>
          <p14:tracePt t="42117" x="3695700" y="4337050"/>
          <p14:tracePt t="42135" x="3879850" y="4343400"/>
          <p14:tracePt t="42151" x="3956050" y="4343400"/>
          <p14:tracePt t="42167" x="4025900" y="4343400"/>
          <p14:tracePt t="42184" x="4057650" y="4343400"/>
          <p14:tracePt t="42201" x="4070350" y="4343400"/>
          <p14:tracePt t="42217" x="4083050" y="4343400"/>
          <p14:tracePt t="42234" x="4114800" y="4337050"/>
          <p14:tracePt t="42250" x="4121150" y="4337050"/>
          <p14:tracePt t="42284" x="4127500" y="4330700"/>
          <p14:tracePt t="42300" x="4133850" y="4324350"/>
          <p14:tracePt t="42359" x="4133850" y="4318000"/>
          <p14:tracePt t="42380" x="4140200" y="4318000"/>
          <p14:tracePt t="42408" x="4146550" y="4318000"/>
          <p14:tracePt t="43680" x="4140200" y="4318000"/>
          <p14:tracePt t="43687" x="4108450" y="4324350"/>
          <p14:tracePt t="43701" x="4064000" y="4349750"/>
          <p14:tracePt t="43712" x="4032250" y="4375150"/>
          <p14:tracePt t="43728" x="4000500" y="4387850"/>
          <p14:tracePt t="43745" x="3924300" y="4432300"/>
          <p14:tracePt t="43762" x="3848100" y="4470400"/>
          <p14:tracePt t="43779" x="3816350" y="4495800"/>
          <p14:tracePt t="43795" x="3727450" y="4540250"/>
          <p14:tracePt t="43812" x="3695700" y="4565650"/>
          <p14:tracePt t="43828" x="3575050" y="4654550"/>
          <p14:tracePt t="43845" x="3530600" y="4679950"/>
          <p14:tracePt t="43862" x="3473450" y="4718050"/>
          <p14:tracePt t="43878" x="3378200" y="4781550"/>
          <p14:tracePt t="43895" x="3289300" y="4845050"/>
          <p14:tracePt t="43912" x="3225800" y="4889500"/>
          <p14:tracePt t="43928" x="3213100" y="4902200"/>
          <p14:tracePt t="43944" x="3175000" y="4921250"/>
          <p14:tracePt t="43962" x="3162300" y="4933950"/>
          <p14:tracePt t="43978" x="3155950" y="4933950"/>
          <p14:tracePt t="43994" x="3136900" y="4946650"/>
          <p14:tracePt t="44011" x="3111500" y="4946650"/>
          <p14:tracePt t="44028" x="3098800" y="4959350"/>
          <p14:tracePt t="44045" x="3067050" y="4972050"/>
          <p14:tracePt t="44060" x="3035300" y="4984750"/>
          <p14:tracePt t="44077" x="3003550" y="4991100"/>
          <p14:tracePt t="44094" x="2971800" y="4991100"/>
          <p14:tracePt t="44111" x="2895600" y="4997450"/>
          <p14:tracePt t="44127" x="2876550" y="5003800"/>
          <p14:tracePt t="44144" x="2844800" y="5003800"/>
          <p14:tracePt t="44160" x="2825750" y="5003800"/>
          <p14:tracePt t="44178" x="2819400" y="5003800"/>
          <p14:tracePt t="44181" x="2813050" y="5003800"/>
          <p14:tracePt t="44194" x="2806700" y="5003800"/>
          <p14:tracePt t="44210" x="2800350" y="5003800"/>
          <p14:tracePt t="44227" x="2794000" y="5003800"/>
          <p14:tracePt t="44410" x="2800350" y="5003800"/>
          <p14:tracePt t="44424" x="2806700" y="4997450"/>
          <p14:tracePt t="44431" x="2819400" y="4997450"/>
          <p14:tracePt t="44446" x="2832100" y="4991100"/>
          <p14:tracePt t="44460" x="2876550" y="4972050"/>
          <p14:tracePt t="44476" x="2895600" y="4959350"/>
          <p14:tracePt t="44493" x="2933700" y="4953000"/>
          <p14:tracePt t="44509" x="3022600" y="4921250"/>
          <p14:tracePt t="44526" x="3035300" y="4908550"/>
          <p14:tracePt t="44543" x="3060700" y="4902200"/>
          <p14:tracePt t="44559" x="3086100" y="4895850"/>
          <p14:tracePt t="44576" x="3092450" y="4889500"/>
          <p14:tracePt t="44593" x="3098800" y="4889500"/>
          <p14:tracePt t="44609" x="3105150" y="4883150"/>
          <p14:tracePt t="44902" x="3117850" y="4883150"/>
          <p14:tracePt t="44916" x="3124200" y="4883150"/>
          <p14:tracePt t="44922" x="3136900" y="4883150"/>
          <p14:tracePt t="44937" x="3149600" y="4883150"/>
          <p14:tracePt t="44945" x="3168650" y="4883150"/>
          <p14:tracePt t="44958" x="3187700" y="4883150"/>
          <p14:tracePt t="44974" x="3244850" y="4895850"/>
          <p14:tracePt t="44991" x="3276600" y="4895850"/>
          <p14:tracePt t="45008" x="3333750" y="4895850"/>
          <p14:tracePt t="45024" x="3384550" y="4895850"/>
          <p14:tracePt t="45041" x="3397250" y="4902200"/>
          <p14:tracePt t="45057" x="3422650" y="4902200"/>
          <p14:tracePt t="45074" x="3429000" y="4902200"/>
          <p14:tracePt t="45092" x="3448050" y="4902200"/>
          <p14:tracePt t="45107" x="3454400" y="4902200"/>
          <p14:tracePt t="45124" x="3473450" y="4902200"/>
          <p14:tracePt t="45141" x="3517900" y="4902200"/>
          <p14:tracePt t="45157" x="3619500" y="4895850"/>
          <p14:tracePt t="45174" x="3695700" y="4895850"/>
          <p14:tracePt t="45190" x="3841750" y="4895850"/>
          <p14:tracePt t="45207" x="4019550" y="4870450"/>
          <p14:tracePt t="45224" x="4108450" y="4857750"/>
          <p14:tracePt t="45240" x="4311650" y="4838700"/>
          <p14:tracePt t="45257" x="4533900" y="4819650"/>
          <p14:tracePt t="45274" x="4711700" y="4806950"/>
          <p14:tracePt t="45290" x="4800600" y="4794250"/>
          <p14:tracePt t="45307" x="4940300" y="4794250"/>
          <p14:tracePt t="45323" x="5054600" y="4794250"/>
          <p14:tracePt t="45340" x="5105400" y="4794250"/>
          <p14:tracePt t="45356" x="5149850" y="4794250"/>
          <p14:tracePt t="45373" x="5226050" y="4787900"/>
          <p14:tracePt t="45390" x="5245100" y="4787900"/>
          <p14:tracePt t="45407" x="5276850" y="4787900"/>
          <p14:tracePt t="45423" x="5289550" y="4787900"/>
          <p14:tracePt t="45439" x="5302250" y="4787900"/>
          <p14:tracePt t="45456" x="5334000" y="4794250"/>
          <p14:tracePt t="45473" x="5346700" y="4794250"/>
          <p14:tracePt t="45490" x="5384800" y="4806950"/>
          <p14:tracePt t="45506" x="5397500" y="4806950"/>
          <p14:tracePt t="45522" x="5416550" y="4806950"/>
          <p14:tracePt t="45540" x="5422900" y="4806950"/>
          <p14:tracePt t="45556" x="5435600" y="4806950"/>
          <p14:tracePt t="45572" x="5441950" y="4806950"/>
          <p14:tracePt t="45993" x="5473700" y="4806950"/>
          <p14:tracePt t="46007" x="5518150" y="4813300"/>
          <p14:tracePt t="46015" x="5594350" y="4813300"/>
          <p14:tracePt t="46029" x="5670550" y="4819650"/>
          <p14:tracePt t="46038" x="5759450" y="4819650"/>
          <p14:tracePt t="46053" x="5899150" y="4819650"/>
          <p14:tracePt t="46071" x="6146800" y="4819650"/>
          <p14:tracePt t="46087" x="6362700" y="4832350"/>
          <p14:tracePt t="46104" x="6457950" y="4845050"/>
          <p14:tracePt t="46120" x="6565900" y="4870450"/>
          <p14:tracePt t="46137" x="6604000" y="4889500"/>
          <p14:tracePt t="46154" x="6610350" y="4889500"/>
          <p14:tracePt t="46218" x="6610350" y="4895850"/>
          <p14:tracePt t="46246" x="6610350" y="4902200"/>
          <p14:tracePt t="46260" x="6604000" y="4908550"/>
          <p14:tracePt t="46267" x="6584950" y="4914900"/>
          <p14:tracePt t="46274" x="6572250" y="4927600"/>
          <p14:tracePt t="46289" x="6546850" y="4933950"/>
          <p14:tracePt t="46303" x="6515100" y="4940300"/>
          <p14:tracePt t="46320" x="6432550" y="4965700"/>
          <p14:tracePt t="46337" x="6375400" y="4984750"/>
          <p14:tracePt t="46353" x="6305550" y="5003800"/>
          <p14:tracePt t="46370" x="6248400" y="5016500"/>
          <p14:tracePt t="46387" x="6223000" y="5022850"/>
          <p14:tracePt t="46403" x="6216650" y="5022850"/>
          <p14:tracePt t="46419" x="6210300" y="5029200"/>
          <p14:tracePt t="46452" x="6210300" y="5035550"/>
          <p14:tracePt t="46469" x="6216650" y="5035550"/>
          <p14:tracePt t="46486" x="6273800" y="5048250"/>
          <p14:tracePt t="46502" x="6318250" y="5054600"/>
          <p14:tracePt t="46519" x="6381750" y="5067300"/>
          <p14:tracePt t="46536" x="6534150" y="5067300"/>
          <p14:tracePt t="46552" x="6699250" y="5073650"/>
          <p14:tracePt t="46569" x="6781800" y="5073650"/>
          <p14:tracePt t="46585" x="6908800" y="5060950"/>
          <p14:tracePt t="46602" x="6965950" y="5054600"/>
          <p14:tracePt t="46619" x="6985000" y="5048250"/>
          <p14:tracePt t="46652" x="6991350" y="5048250"/>
          <p14:tracePt t="46669" x="6978650" y="5041900"/>
          <p14:tracePt t="46685" x="6959600" y="5029200"/>
          <p14:tracePt t="46702" x="6889750" y="5022850"/>
          <p14:tracePt t="46718" x="6762750" y="5016500"/>
          <p14:tracePt t="46735" x="6680200" y="5003800"/>
          <p14:tracePt t="46752" x="6515100" y="5003800"/>
          <p14:tracePt t="46768" x="6400800" y="5010150"/>
          <p14:tracePt t="46785" x="6356350" y="5016500"/>
          <p14:tracePt t="46802" x="6324600" y="5022850"/>
          <p14:tracePt t="46818" x="6318250" y="5022850"/>
          <p14:tracePt t="46857" x="6318250" y="5029200"/>
          <p14:tracePt t="46878" x="6330950" y="5029200"/>
          <p14:tracePt t="46892" x="6343650" y="5029200"/>
          <p14:tracePt t="46900" x="6369050" y="5029200"/>
          <p14:tracePt t="46917" x="6407150" y="5029200"/>
          <p14:tracePt t="46934" x="6527800" y="5010150"/>
          <p14:tracePt t="46951" x="6673850" y="4984750"/>
          <p14:tracePt t="46968" x="6750050" y="4965700"/>
          <p14:tracePt t="46984" x="6864350" y="4933950"/>
          <p14:tracePt t="47001" x="6902450" y="4921250"/>
          <p14:tracePt t="47017" x="6908800" y="4914900"/>
          <p14:tracePt t="47034" x="6908800" y="4908550"/>
          <p14:tracePt t="47051" x="6864350" y="4889500"/>
          <p14:tracePt t="47068" x="6769100" y="4883150"/>
          <p14:tracePt t="47084" x="6718300" y="4883150"/>
          <p14:tracePt t="47100" x="6642100" y="4883150"/>
          <p14:tracePt t="47117" x="6438900" y="4883150"/>
          <p14:tracePt t="47133" x="6381750" y="4883150"/>
          <p14:tracePt t="47150" x="6343650" y="4902200"/>
          <p14:tracePt t="47167" x="6299200" y="4908550"/>
          <p14:tracePt t="47183" x="6280150" y="4908550"/>
          <p14:tracePt t="47200" x="6273800" y="4908550"/>
          <p14:tracePt t="47216" x="6273800" y="4914900"/>
          <p14:tracePt t="47292" x="6273800" y="4921250"/>
          <p14:tracePt t="47300" x="6280150" y="4921250"/>
          <p14:tracePt t="47307" x="6286500" y="4921250"/>
          <p14:tracePt t="47678" x="6248400" y="4921250"/>
          <p14:tracePt t="47692" x="6184900" y="4921250"/>
          <p14:tracePt t="47701" x="6121400" y="4921250"/>
          <p14:tracePt t="47715" x="6070600" y="4921250"/>
          <p14:tracePt t="47732" x="6007100" y="4921250"/>
          <p14:tracePt t="47749" x="5797550" y="4889500"/>
          <p14:tracePt t="47765" x="5746750" y="4876800"/>
          <p14:tracePt t="47781" x="5676900" y="4870450"/>
          <p14:tracePt t="47798" x="5581650" y="4845050"/>
          <p14:tracePt t="47814" x="5524500" y="4826000"/>
          <p14:tracePt t="47832" x="5499100" y="4813300"/>
          <p14:tracePt t="47848" x="5461000" y="4781550"/>
          <p14:tracePt t="47864" x="5416550" y="4762500"/>
          <p14:tracePt t="47881" x="5384800" y="4749800"/>
          <p14:tracePt t="47898" x="5314950" y="4724400"/>
          <p14:tracePt t="47914" x="5226050" y="4692650"/>
          <p14:tracePt t="47932" x="5137150" y="4648200"/>
          <p14:tracePt t="47948" x="5073650" y="4616450"/>
          <p14:tracePt t="47964" x="4946650" y="4546600"/>
          <p14:tracePt t="47980" x="4819650" y="4483100"/>
          <p14:tracePt t="47997" x="4737100" y="4438650"/>
          <p14:tracePt t="48014" x="4679950" y="4394200"/>
          <p14:tracePt t="48031" x="4445000" y="4241800"/>
          <p14:tracePt t="48047" x="4375150" y="4178300"/>
          <p14:tracePt t="48065" x="4248150" y="4083050"/>
          <p14:tracePt t="48080" x="4191000" y="4044950"/>
          <p14:tracePt t="48097" x="4064000" y="3943350"/>
          <p14:tracePt t="48114" x="3937000" y="3848100"/>
          <p14:tracePt t="48131" x="3867150" y="3803650"/>
          <p14:tracePt t="48147" x="3759200" y="3689350"/>
          <p14:tracePt t="48163" x="3683000" y="3587750"/>
          <p14:tracePt t="48180" x="3657600" y="3549650"/>
          <p14:tracePt t="48197" x="3651250" y="3492500"/>
          <p14:tracePt t="48213" x="3651250" y="3467100"/>
          <p14:tracePt t="48229" x="3670300" y="3460750"/>
          <p14:tracePt t="48247" x="3727450" y="3460750"/>
          <p14:tracePt t="48623" x="3695700" y="3460750"/>
          <p14:tracePt t="48637" x="3657600" y="3460750"/>
          <p14:tracePt t="48644" x="3606800" y="3467100"/>
          <p14:tracePt t="48651" x="3549650" y="3473450"/>
          <p14:tracePt t="48665" x="3486150" y="3486150"/>
          <p14:tracePt t="48678" x="3409950" y="3505200"/>
          <p14:tracePt t="48695" x="3263900" y="3530600"/>
          <p14:tracePt t="48712" x="3181350" y="3549650"/>
          <p14:tracePt t="48715" x="3124200" y="3581400"/>
          <p14:tracePt t="48729" x="3060700" y="3600450"/>
          <p14:tracePt t="48744" x="2946400" y="3657600"/>
          <p14:tracePt t="48761" x="2914650" y="3670300"/>
          <p14:tracePt t="48778" x="2863850" y="3708400"/>
          <p14:tracePt t="48794" x="2819400" y="3727450"/>
          <p14:tracePt t="48811" x="2806700" y="3733800"/>
          <p14:tracePt t="48828" x="2781300" y="3746500"/>
          <p14:tracePt t="48844" x="2768600" y="3752850"/>
          <p14:tracePt t="48862" x="2717800" y="3765550"/>
          <p14:tracePt t="48878" x="2692400" y="3771900"/>
          <p14:tracePt t="48894" x="2673350" y="3778250"/>
          <p14:tracePt t="48911" x="2628900" y="3790950"/>
          <p14:tracePt t="48927" x="2590800" y="3797300"/>
          <p14:tracePt t="48944" x="2571750" y="3797300"/>
          <p14:tracePt t="48960" x="2527300" y="3803650"/>
          <p14:tracePt t="48977" x="2495550" y="3810000"/>
          <p14:tracePt t="48994" x="2482850" y="3810000"/>
          <p14:tracePt t="49010" x="2463800" y="3810000"/>
          <p14:tracePt t="49027" x="2457450" y="3810000"/>
          <p14:tracePt t="49044" x="2451100" y="3810000"/>
          <p14:tracePt t="49107" x="2451100" y="3803650"/>
          <p14:tracePt t="49128" x="2457450" y="3803650"/>
          <p14:tracePt t="49135" x="2463800" y="3803650"/>
          <p14:tracePt t="49144" x="2463800" y="3797300"/>
          <p14:tracePt t="49160" x="2476500" y="3790950"/>
          <p14:tracePt t="49178" x="2495550" y="3784600"/>
          <p14:tracePt t="49193" x="2514600" y="3778250"/>
          <p14:tracePt t="49210" x="2559050" y="3746500"/>
          <p14:tracePt t="49227" x="2616200" y="3733800"/>
          <p14:tracePt t="49243" x="2635250" y="3721100"/>
          <p14:tracePt t="49260" x="2698750" y="3702050"/>
          <p14:tracePt t="49276" x="2736850" y="3689350"/>
          <p14:tracePt t="49293" x="2755900" y="3689350"/>
          <p14:tracePt t="49310" x="2794000" y="3683000"/>
          <p14:tracePt t="49326" x="2813050" y="3683000"/>
          <p14:tracePt t="49343" x="2825750" y="3683000"/>
          <p14:tracePt t="49360" x="2857500" y="3683000"/>
          <p14:tracePt t="49376" x="2901950" y="3683000"/>
          <p14:tracePt t="49392" x="2940050" y="3683000"/>
          <p14:tracePt t="49410" x="3016250" y="3683000"/>
          <p14:tracePt t="49425" x="3124200" y="3695700"/>
          <p14:tracePt t="49442" x="3162300" y="3695700"/>
          <p14:tracePt t="49459" x="3282950" y="3702050"/>
          <p14:tracePt t="49475" x="3346450" y="3714750"/>
          <p14:tracePt t="49492" x="3524250" y="3714750"/>
          <p14:tracePt t="49509" x="3727450" y="3733800"/>
          <p14:tracePt t="49525" x="3829050" y="3733800"/>
          <p14:tracePt t="49542" x="4019550" y="3746500"/>
          <p14:tracePt t="49558" x="4159250" y="3752850"/>
          <p14:tracePt t="49575" x="4216400" y="3752850"/>
          <p14:tracePt t="49592" x="4292600" y="3752850"/>
          <p14:tracePt t="49608" x="4324350" y="3752850"/>
          <p14:tracePt t="49625" x="4330700" y="3752850"/>
          <p14:tracePt t="49641" x="4343400" y="3752850"/>
          <p14:tracePt t="49658" x="4349750" y="3752850"/>
          <p14:tracePt t="49936" x="4362450" y="3752850"/>
          <p14:tracePt t="49949" x="4368800" y="3752850"/>
          <p14:tracePt t="49958" x="4381500" y="3752850"/>
          <p14:tracePt t="49971" x="4400550" y="3752850"/>
          <p14:tracePt t="49978" x="4432300" y="3746500"/>
          <p14:tracePt t="49990" x="4470400" y="3740150"/>
          <p14:tracePt t="50007" x="4578350" y="3727450"/>
          <p14:tracePt t="50023" x="4654550" y="3708400"/>
          <p14:tracePt t="50041" x="4800600" y="3689350"/>
          <p14:tracePt t="50057" x="4908550" y="3670300"/>
          <p14:tracePt t="50073" x="4946650" y="3663950"/>
          <p14:tracePt t="50090" x="4991100" y="3657600"/>
          <p14:tracePt t="50107" x="4997450" y="3657600"/>
          <p14:tracePt t="50123" x="5016500" y="3651250"/>
          <p14:tracePt t="50140" x="5022850" y="3644900"/>
          <p14:tracePt t="50237" x="5022850" y="3638550"/>
          <p14:tracePt t="50462" x="5035550" y="3651250"/>
          <p14:tracePt t="50469" x="5060950" y="3683000"/>
          <p14:tracePt t="50483" x="5099050" y="3740150"/>
          <p14:tracePt t="50497" x="5149850" y="3797300"/>
          <p14:tracePt t="50511" x="5200650" y="3879850"/>
          <p14:tracePt t="50525" x="5264150" y="3987800"/>
          <p14:tracePt t="50539" x="5340350" y="4095750"/>
          <p14:tracePt t="50555" x="5518150" y="4337050"/>
          <p14:tracePt t="50572" x="5657850" y="4521200"/>
          <p14:tracePt t="50589" x="5746750" y="4648200"/>
          <p14:tracePt t="50605" x="5791200" y="4699000"/>
          <p14:tracePt t="50622" x="5829300" y="4749800"/>
          <p14:tracePt t="50638" x="5867400" y="4781550"/>
          <p14:tracePt t="50655" x="5880100" y="4787900"/>
          <p14:tracePt t="50671" x="5899150" y="4794250"/>
          <p14:tracePt t="50688" x="5930900" y="4813300"/>
          <p14:tracePt t="50704" x="5949950" y="4819650"/>
          <p14:tracePt t="50722" x="5969000" y="4826000"/>
          <p14:tracePt t="50737" x="5975350" y="4832350"/>
          <p14:tracePt t="50754" x="5981700" y="4832350"/>
          <p14:tracePt t="50758" x="5994400" y="4838700"/>
          <p14:tracePt t="50778" x="6000750" y="4838700"/>
          <p14:tracePt t="50799" x="6007100" y="4838700"/>
          <p14:tracePt t="50812" x="6013450" y="4845050"/>
          <p14:tracePt t="50821" x="6019800" y="4845050"/>
          <p14:tracePt t="50838" x="6026150" y="4845050"/>
          <p14:tracePt t="50854" x="6026150" y="4851400"/>
          <p14:tracePt t="50897" x="6032500" y="4851400"/>
          <p14:tracePt t="50939" x="6026150" y="4851400"/>
          <p14:tracePt t="50954" x="6013450" y="4845050"/>
          <p14:tracePt t="50960" x="5988050" y="4832350"/>
          <p14:tracePt t="50974" x="5949950" y="4819650"/>
          <p14:tracePt t="50987" x="5892800" y="4775200"/>
          <p14:tracePt t="51004" x="5702300" y="4686300"/>
          <p14:tracePt t="51020" x="5581650" y="4616450"/>
          <p14:tracePt t="51036" x="5467350" y="4565650"/>
          <p14:tracePt t="51053" x="5105400" y="4387850"/>
          <p14:tracePt t="51070" x="4997450" y="4324350"/>
          <p14:tracePt t="51087" x="4819650" y="4222750"/>
          <p14:tracePt t="51103" x="4667250" y="4108450"/>
          <p14:tracePt t="51120" x="4610100" y="4064000"/>
          <p14:tracePt t="51136" x="4483100" y="3956050"/>
          <p14:tracePt t="51153" x="4330700" y="3860800"/>
          <p14:tracePt t="51169" x="4260850" y="3810000"/>
          <p14:tracePt t="51186" x="4133850" y="3733800"/>
          <p14:tracePt t="51203" x="4006850" y="3670300"/>
          <p14:tracePt t="51220" x="3917950" y="3606800"/>
          <p14:tracePt t="51236" x="3873500" y="3575050"/>
          <p14:tracePt t="51253" x="3778250" y="3543300"/>
          <p14:tracePt t="51270" x="3683000" y="3517900"/>
          <p14:tracePt t="51286" x="3625850" y="3505200"/>
          <p14:tracePt t="51303" x="3587750" y="3498850"/>
          <p14:tracePt t="51319" x="3403600" y="3498850"/>
          <p14:tracePt t="51336" x="3340100" y="3498850"/>
          <p14:tracePt t="51352" x="3282950" y="3517900"/>
          <p14:tracePt t="51369" x="3187700" y="3556000"/>
          <p14:tracePt t="51385" x="3136900" y="3575050"/>
          <p14:tracePt t="51403" x="3124200" y="3581400"/>
          <p14:tracePt t="51419" x="3124200" y="3587750"/>
          <p14:tracePt t="51436" x="3124200" y="3594100"/>
          <p14:tracePt t="51452" x="3136900" y="3600450"/>
          <p14:tracePt t="51469" x="3155950" y="3613150"/>
          <p14:tracePt t="51485" x="3238500" y="3638550"/>
          <p14:tracePt t="51502" x="3365500" y="3683000"/>
          <p14:tracePt t="51519" x="3441700" y="3695700"/>
          <p14:tracePt t="51536" x="3619500" y="3727450"/>
          <p14:tracePt t="51552" x="3778250" y="3746500"/>
          <p14:tracePt t="51568" x="3841750" y="3746500"/>
          <p14:tracePt t="51586" x="3892550" y="3746500"/>
          <p14:tracePt t="51601" x="3898900" y="3746500"/>
          <p14:tracePt t="51618" x="3898900" y="3740150"/>
          <p14:tracePt t="51635" x="3867150" y="3721100"/>
          <p14:tracePt t="51651" x="3829050" y="3702050"/>
          <p14:tracePt t="51668" x="3733800" y="3670300"/>
          <p14:tracePt t="51685" x="3575050" y="3638550"/>
          <p14:tracePt t="51701" x="3486150" y="3619500"/>
          <p14:tracePt t="51718" x="3282950" y="3619500"/>
          <p14:tracePt t="51734" x="3079750" y="3619500"/>
          <p14:tracePt t="51751" x="2990850" y="3632200"/>
          <p14:tracePt t="51768" x="2819400" y="3683000"/>
          <p14:tracePt t="51784" x="2692400" y="3740150"/>
          <p14:tracePt t="51801" x="2660650" y="3752850"/>
          <p14:tracePt t="51817" x="2616200" y="3778250"/>
          <p14:tracePt t="51834" x="2597150" y="3784600"/>
          <p14:tracePt t="51852" x="2597150" y="3790950"/>
          <p14:tracePt t="51884" x="2603500" y="3797300"/>
          <p14:tracePt t="51902" x="2635250" y="3810000"/>
          <p14:tracePt t="51918" x="2667000" y="3810000"/>
          <p14:tracePt t="51934" x="2724150" y="3829050"/>
          <p14:tracePt t="51951" x="2990850" y="3822700"/>
          <p14:tracePt t="51967" x="3105150" y="3810000"/>
          <p14:tracePt t="51983" x="3219450" y="3803650"/>
          <p14:tracePt t="52000" x="3403600" y="3759200"/>
          <p14:tracePt t="52016" x="3467100" y="3740150"/>
          <p14:tracePt t="52034" x="3479800" y="3733800"/>
          <p14:tracePt t="52050" x="3486150" y="3733800"/>
          <p14:tracePt t="52066" x="3486150" y="3727450"/>
          <p14:tracePt t="52084" x="3460750" y="3708400"/>
          <p14:tracePt t="52100" x="3429000" y="3702050"/>
          <p14:tracePt t="52116" x="3371850" y="3702050"/>
          <p14:tracePt t="52133" x="3270250" y="3695700"/>
          <p14:tracePt t="52150" x="3206750" y="3695700"/>
          <p14:tracePt t="52166" x="3048000" y="3727450"/>
          <p14:tracePt t="52183" x="2914650" y="3771900"/>
          <p14:tracePt t="52199" x="2857500" y="3803650"/>
          <p14:tracePt t="52216" x="2800350" y="3835400"/>
          <p14:tracePt t="52232" x="2781300" y="3848100"/>
          <p14:tracePt t="52249" x="2781300" y="3854450"/>
          <p14:tracePt t="52282" x="2800350" y="3860800"/>
          <p14:tracePt t="52299" x="2895600" y="3879850"/>
          <p14:tracePt t="52316" x="3079750" y="3911600"/>
          <p14:tracePt t="52332" x="3194050" y="3930650"/>
          <p14:tracePt t="52349" x="3473450" y="3962400"/>
          <p14:tracePt t="52366" x="3829050" y="4013200"/>
          <p14:tracePt t="52383" x="4000500" y="4038600"/>
          <p14:tracePt t="52400" x="4343400" y="4083050"/>
          <p14:tracePt t="52415" x="4635500" y="4133850"/>
          <p14:tracePt t="52432" x="4749800" y="4152900"/>
          <p14:tracePt t="52449" x="4978400" y="4191000"/>
          <p14:tracePt t="52465" x="5099050" y="4222750"/>
          <p14:tracePt t="52482" x="5213350" y="4248150"/>
          <p14:tracePt t="52499" x="5403850" y="4279900"/>
          <p14:tracePt t="52515" x="5499100" y="4298950"/>
          <p14:tracePt t="52532" x="5575300" y="4305300"/>
          <p14:tracePt t="52548" x="5626100" y="4318000"/>
          <p14:tracePt t="52565" x="5670550" y="4324350"/>
          <p14:tracePt t="52582" x="5695950" y="4324350"/>
          <p14:tracePt t="52598" x="5708650" y="4330700"/>
          <p14:tracePt t="52614" x="5715000" y="4330700"/>
          <p14:tracePt t="52687" x="5715000" y="4337050"/>
          <p14:tracePt t="52694" x="5715000" y="4343400"/>
          <p14:tracePt t="52708" x="5708650" y="4356100"/>
          <p14:tracePt t="52722" x="5695950" y="4368800"/>
          <p14:tracePt t="52731" x="5670550" y="4381500"/>
          <p14:tracePt t="52748" x="5651500" y="4400550"/>
          <p14:tracePt t="52765" x="5562600" y="4464050"/>
          <p14:tracePt t="52780" x="5530850" y="4489450"/>
          <p14:tracePt t="52798" x="5429250" y="4533900"/>
          <p14:tracePt t="52814" x="5308600" y="4584700"/>
          <p14:tracePt t="52830" x="5238750" y="4610100"/>
          <p14:tracePt t="52847" x="5181600" y="4641850"/>
          <p14:tracePt t="52864" x="5054600" y="4699000"/>
          <p14:tracePt t="52880" x="5041900" y="4705350"/>
          <p14:tracePt t="52898" x="5029200" y="4718050"/>
          <p14:tracePt t="52931" x="5029200" y="4724400"/>
          <p14:tracePt t="52950" x="5029200" y="4730750"/>
          <p14:tracePt t="52963" x="5048250" y="4743450"/>
          <p14:tracePt t="52980" x="5086350" y="4768850"/>
          <p14:tracePt t="52997" x="5175250" y="4806950"/>
          <p14:tracePt t="53013" x="5213350" y="4813300"/>
          <p14:tracePt t="53030" x="5321300" y="4838700"/>
          <p14:tracePt t="53046" x="5416550" y="4857750"/>
          <p14:tracePt t="53063" x="5461000" y="4864100"/>
          <p14:tracePt t="53080" x="5524500" y="4870450"/>
          <p14:tracePt t="53096" x="5568950" y="4870450"/>
          <p14:tracePt t="53113" x="5594350" y="4870450"/>
          <p14:tracePt t="53130" x="5645150" y="4870450"/>
          <p14:tracePt t="53146" x="5664200" y="4870450"/>
          <p14:tracePt t="53163" x="5695950" y="4864100"/>
          <p14:tracePt t="53179" x="5715000" y="4864100"/>
          <p14:tracePt t="53196" x="5721350" y="4857750"/>
          <p14:tracePt t="53213" x="5727700" y="4857750"/>
          <p14:tracePt t="53256" x="5721350" y="4857750"/>
          <p14:tracePt t="53609" x="5765800" y="4857750"/>
          <p14:tracePt t="53616" x="5829300" y="4857750"/>
          <p14:tracePt t="53631" x="5905500" y="4857750"/>
          <p14:tracePt t="53644" x="5981700" y="4857750"/>
          <p14:tracePt t="53661" x="6127750" y="4870450"/>
          <p14:tracePt t="53677" x="6191250" y="4870450"/>
          <p14:tracePt t="53694" x="6286500" y="4883150"/>
          <p14:tracePt t="53711" x="6324600" y="4895850"/>
          <p14:tracePt t="53729" x="6375400" y="4895850"/>
          <p14:tracePt t="53744" x="6394450" y="4902200"/>
          <p14:tracePt t="53761" x="6413500" y="4902200"/>
          <p14:tracePt t="53778" x="6445250" y="4902200"/>
          <p14:tracePt t="53794" x="6464300" y="4908550"/>
          <p14:tracePt t="53810" x="6470650" y="4908550"/>
          <p14:tracePt t="53827" x="6489700" y="4908550"/>
          <p14:tracePt t="53844" x="6496050" y="4908550"/>
          <p14:tracePt t="53877" x="6502400" y="4914900"/>
          <p14:tracePt t="53911" x="6508750" y="4914900"/>
          <p14:tracePt t="54037" x="6515100" y="4914900"/>
          <p14:tracePt t="54044" x="6521450" y="4914900"/>
          <p14:tracePt t="54057" x="6534150" y="4914900"/>
          <p14:tracePt t="54072" x="6546850" y="4914900"/>
          <p14:tracePt t="54079" x="6565900" y="4914900"/>
          <p14:tracePt t="54100" x="6597650" y="4921250"/>
          <p14:tracePt t="54114" x="6629400" y="4921250"/>
          <p14:tracePt t="54129" x="6667500" y="4921250"/>
          <p14:tracePt t="54150" x="6705600" y="4921250"/>
          <p14:tracePt t="54163" x="6731000" y="4921250"/>
          <p14:tracePt t="54178" x="6762750" y="4921250"/>
          <p14:tracePt t="54193" x="6781800" y="4921250"/>
          <p14:tracePt t="54213" x="6800850" y="4921250"/>
          <p14:tracePt t="54226" x="6807200" y="4921250"/>
          <p14:tracePt t="54243" x="6813550" y="4921250"/>
          <p14:tracePt t="54262" x="6794500" y="4921250"/>
          <p14:tracePt t="54276" x="6769100" y="4921250"/>
          <p14:tracePt t="54292" x="6718300" y="4914900"/>
          <p14:tracePt t="54309" x="6642100" y="4914900"/>
          <p14:tracePt t="54325" x="6451600" y="4908550"/>
          <p14:tracePt t="54342" x="6350000" y="4895850"/>
          <p14:tracePt t="54358" x="6172200" y="4895850"/>
          <p14:tracePt t="54375" x="6102350" y="4889500"/>
          <p14:tracePt t="54392" x="6051550" y="4889500"/>
          <p14:tracePt t="54409" x="5994400" y="4889500"/>
          <p14:tracePt t="54424" x="5962650" y="4889500"/>
          <p14:tracePt t="54442" x="5956300" y="4889500"/>
          <p14:tracePt t="54459" x="5937250" y="4889500"/>
          <p14:tracePt t="54620" x="5943600" y="4889500"/>
          <p14:tracePt t="54627" x="5949950" y="4889500"/>
          <p14:tracePt t="55080" x="5943600" y="4876800"/>
          <p14:tracePt t="55094" x="5930900" y="4876800"/>
          <p14:tracePt t="55101" x="5905500" y="4870450"/>
          <p14:tracePt t="55115" x="5892800" y="4864100"/>
          <p14:tracePt t="55124" x="5873750" y="4864100"/>
          <p14:tracePt t="55140" x="5848350" y="4864100"/>
          <p14:tracePt t="55157" x="5803900" y="4864100"/>
          <p14:tracePt t="55172" x="5746750" y="4857750"/>
          <p14:tracePt t="55189" x="5708650" y="4857750"/>
          <p14:tracePt t="55206" x="5607050" y="4857750"/>
          <p14:tracePt t="55222" x="5454650" y="4857750"/>
          <p14:tracePt t="55239" x="5365750" y="4857750"/>
          <p14:tracePt t="55256" x="5137150" y="4857750"/>
          <p14:tracePt t="55272" x="4883150" y="4876800"/>
          <p14:tracePt t="55289" x="4756150" y="4876800"/>
          <p14:tracePt t="55305" x="4502150" y="4902200"/>
          <p14:tracePt t="55322" x="4400550" y="4902200"/>
          <p14:tracePt t="55325" x="4286250" y="4902200"/>
          <p14:tracePt t="55338" x="4171950" y="4908550"/>
          <p14:tracePt t="55355" x="3981450" y="4921250"/>
          <p14:tracePt t="55372" x="3892550" y="4921250"/>
          <p14:tracePt t="55389" x="3752850" y="4914900"/>
          <p14:tracePt t="55405" x="3606800" y="4921250"/>
          <p14:tracePt t="55422" x="3543300" y="4921250"/>
          <p14:tracePt t="55438" x="3422650" y="4946650"/>
          <p14:tracePt t="55455" x="3352800" y="4959350"/>
          <p14:tracePt t="55471" x="3333750" y="4959350"/>
          <p14:tracePt t="55488" x="3327400" y="4965700"/>
          <p14:tracePt t="55522" x="3340100" y="4946650"/>
          <p14:tracePt t="55538" x="3390900" y="4940300"/>
          <p14:tracePt t="55555" x="3422650" y="4940300"/>
          <p14:tracePt t="55941" x="3416300" y="4933950"/>
          <p14:tracePt t="55955" x="3397250" y="4914900"/>
          <p14:tracePt t="55962" x="3378200" y="4902200"/>
          <p14:tracePt t="55976" x="3359150" y="4889500"/>
          <p14:tracePt t="55986" x="3327400" y="4876800"/>
          <p14:tracePt t="56003" x="3295650" y="4857750"/>
          <p14:tracePt t="56020" x="3244850" y="4838700"/>
          <p14:tracePt t="56036" x="3181350" y="4813300"/>
          <p14:tracePt t="56055" x="3130550" y="4787900"/>
          <p14:tracePt t="56069" x="3092450" y="4775200"/>
          <p14:tracePt t="56086" x="3022600" y="4768850"/>
          <p14:tracePt t="56103" x="2940050" y="4762500"/>
          <p14:tracePt t="56119" x="2901950" y="4749800"/>
          <p14:tracePt t="56136" x="2813050" y="4749800"/>
          <p14:tracePt t="56152" x="2717800" y="4749800"/>
          <p14:tracePt t="56169" x="2667000" y="4749800"/>
          <p14:tracePt t="56185" x="2616200" y="4749800"/>
          <p14:tracePt t="56202" x="2457450" y="4768850"/>
          <p14:tracePt t="56219" x="2413000" y="4781550"/>
          <p14:tracePt t="56237" x="2343150" y="4794250"/>
          <p14:tracePt t="56252" x="2311400" y="4800600"/>
          <p14:tracePt t="56269" x="2260600" y="4819650"/>
          <p14:tracePt t="56286" x="2216150" y="4832350"/>
          <p14:tracePt t="56302" x="2197100" y="4838700"/>
          <p14:tracePt t="56318" x="2159000" y="4851400"/>
          <p14:tracePt t="56335" x="2120900" y="4870450"/>
          <p14:tracePt t="56351" x="2101850" y="4883150"/>
          <p14:tracePt t="56369" x="2063750" y="4895850"/>
          <p14:tracePt t="56385" x="2032000" y="4908550"/>
          <p14:tracePt t="56401" x="2012950" y="4921250"/>
          <p14:tracePt t="56419" x="1974850" y="4927600"/>
          <p14:tracePt t="56435" x="1943100" y="4940300"/>
          <p14:tracePt t="56451" x="1924050" y="4946650"/>
          <p14:tracePt t="56468" x="1905000" y="4959350"/>
          <p14:tracePt t="56484" x="1892300" y="4965700"/>
          <p14:tracePt t="56502" x="1879600" y="4978400"/>
          <p14:tracePt t="56534" x="1879600" y="4984750"/>
          <p14:tracePt t="57338" x="1924050" y="5003800"/>
          <p14:tracePt t="57345" x="2000250" y="5035550"/>
          <p14:tracePt t="57359" x="2108200" y="5073650"/>
          <p14:tracePt t="57367" x="2209800" y="5118100"/>
          <p14:tracePt t="57381" x="2330450" y="5168900"/>
          <p14:tracePt t="57398" x="2444750" y="5213350"/>
          <p14:tracePt t="57415" x="2774950" y="5372100"/>
          <p14:tracePt t="57431" x="2870200" y="5410200"/>
          <p14:tracePt t="57448" x="2940050" y="5454650"/>
          <p14:tracePt t="57465" x="3048000" y="5499100"/>
          <p14:tracePt t="57481" x="3105150" y="5530850"/>
          <p14:tracePt t="57498" x="3124200" y="5530850"/>
          <p14:tracePt t="57514" x="3130550" y="5537200"/>
          <p14:tracePt t="57531" x="3136900" y="5537200"/>
          <p14:tracePt t="57591" x="3143250" y="5537200"/>
          <p14:tracePt t="57626" x="3143250" y="5543550"/>
          <p14:tracePt t="57646" x="3149600" y="5549900"/>
          <p14:tracePt t="57654" x="3155950" y="5556250"/>
          <p14:tracePt t="57668" x="3162300" y="5556250"/>
          <p14:tracePt t="59807" x="3194050" y="5556250"/>
          <p14:tracePt t="59814" x="3232150" y="5556250"/>
          <p14:tracePt t="59828" x="3263900" y="5549900"/>
          <p14:tracePt t="59839" x="3308350" y="5537200"/>
          <p14:tracePt t="59857" x="3397250" y="5537200"/>
          <p14:tracePt t="59873" x="3441700" y="5524500"/>
          <p14:tracePt t="59890" x="3511550" y="5505450"/>
          <p14:tracePt t="59906" x="3556000" y="5499100"/>
          <p14:tracePt t="59923" x="3581400" y="5486400"/>
          <p14:tracePt t="59940" x="3638550" y="5480050"/>
          <p14:tracePt t="59956" x="3695700" y="5461000"/>
          <p14:tracePt t="59972" x="3727450" y="5454650"/>
          <p14:tracePt t="59990" x="3797300" y="5441950"/>
          <p14:tracePt t="60006" x="3867150" y="5422900"/>
          <p14:tracePt t="60022" x="3911600" y="5403850"/>
          <p14:tracePt t="60039" x="3994150" y="5378450"/>
          <p14:tracePt t="60056" x="4044950" y="5372100"/>
          <p14:tracePt t="60072" x="4089400" y="5353050"/>
          <p14:tracePt t="60089" x="4222750" y="5314950"/>
          <p14:tracePt t="60105" x="4292600" y="5295900"/>
          <p14:tracePt t="60122" x="4362450" y="5270500"/>
          <p14:tracePt t="60138" x="4445000" y="5245100"/>
          <p14:tracePt t="60155" x="4476750" y="5238750"/>
          <p14:tracePt t="60172" x="4489450" y="5232400"/>
          <p14:tracePt t="60189" x="4495800" y="5226050"/>
          <p14:tracePt t="60205" x="4502150" y="5226050"/>
          <p14:tracePt t="60277" x="4502150" y="5219700"/>
          <p14:tracePt t="60291" x="4495800" y="5213350"/>
          <p14:tracePt t="60790" x="4533900" y="5207000"/>
          <p14:tracePt t="60797" x="4578350" y="5200650"/>
          <p14:tracePt t="60811" x="4654550" y="5187950"/>
          <p14:tracePt t="60820" x="4705350" y="5187950"/>
          <p14:tracePt t="60836" x="4781550" y="5187950"/>
          <p14:tracePt t="60853" x="4940300" y="5168900"/>
          <p14:tracePt t="60869" x="5092700" y="5156200"/>
          <p14:tracePt t="60886" x="5156200" y="5149850"/>
          <p14:tracePt t="60903" x="5289550" y="5143500"/>
          <p14:tracePt t="60919" x="5327650" y="5143500"/>
          <p14:tracePt t="60936" x="5353050" y="5130800"/>
          <p14:tracePt t="60952" x="5391150" y="5124450"/>
          <p14:tracePt t="60969" x="5403850" y="5124450"/>
          <p14:tracePt t="60986" x="5403850" y="5118100"/>
          <p14:tracePt t="61070" x="5397500" y="5118100"/>
          <p14:tracePt t="61086" x="5391150" y="5118100"/>
          <p14:tracePt t="61099" x="5384800" y="5118100"/>
          <p14:tracePt t="61106" x="5365750" y="5118100"/>
          <p14:tracePt t="61119" x="5353050" y="5118100"/>
          <p14:tracePt t="61136" x="5321300" y="5118100"/>
          <p14:tracePt t="61152" x="5302250" y="5118100"/>
          <p14:tracePt t="61169" x="5270500" y="5105400"/>
          <p14:tracePt t="61185" x="5257800" y="5105400"/>
          <p14:tracePt t="61202" x="5232400" y="5099050"/>
          <p14:tracePt t="61219" x="5213350" y="5099050"/>
          <p14:tracePt t="61235" x="5175250" y="5092700"/>
          <p14:tracePt t="61251" x="5143500" y="5092700"/>
          <p14:tracePt t="61268" x="5067300" y="5086350"/>
          <p14:tracePt t="61285" x="5048250" y="5086350"/>
          <p14:tracePt t="61302" x="5029200" y="5086350"/>
          <p14:tracePt t="61318" x="5016500" y="5086350"/>
          <p14:tracePt t="61334" x="5010150" y="5080000"/>
          <p14:tracePt t="61372" x="5022850" y="5073650"/>
          <p14:tracePt t="61385" x="5029200" y="5073650"/>
          <p14:tracePt t="61401" x="5060950" y="5067300"/>
          <p14:tracePt t="61417" x="5099050" y="5060950"/>
          <p14:tracePt t="61434" x="5194300" y="5048250"/>
          <p14:tracePt t="61451" x="5353050" y="5003800"/>
          <p14:tracePt t="61467" x="5429250" y="4984750"/>
          <p14:tracePt t="61484" x="5588000" y="4933950"/>
          <p14:tracePt t="61500" x="5721350" y="4908550"/>
          <p14:tracePt t="61517" x="5791200" y="4889500"/>
          <p14:tracePt t="61534" x="5829300" y="4883150"/>
          <p14:tracePt t="61550" x="5937250" y="4883150"/>
          <p14:tracePt t="61567" x="5956300" y="4870450"/>
          <p14:tracePt t="61584" x="5994400" y="4870450"/>
          <p14:tracePt t="61600" x="6019800" y="4870450"/>
          <p14:tracePt t="61620" x="6038850" y="4870450"/>
          <p14:tracePt t="61634" x="6051550" y="4876800"/>
          <p14:tracePt t="61651" x="6064250" y="4876800"/>
          <p14:tracePt t="61683" x="6070600" y="4876800"/>
          <p14:tracePt t="61700" x="6076950" y="4876800"/>
          <p14:tracePt t="61719" x="6083300" y="4876800"/>
          <p14:tracePt t="61786" x="6089650" y="4876800"/>
          <p14:tracePt t="61850" x="6096000" y="4876800"/>
          <p14:tracePt t="61864" x="6102350" y="4876800"/>
          <p14:tracePt t="61884" x="6108700" y="4876800"/>
          <p14:tracePt t="61892" x="6115050" y="4876800"/>
          <p14:tracePt t="61902" x="6121400" y="4876800"/>
          <p14:tracePt t="61916" x="6127750" y="4876800"/>
          <p14:tracePt t="61932" x="6134100" y="4876800"/>
          <p14:tracePt t="61948" x="6140450" y="4876800"/>
          <p14:tracePt t="61966" x="6153150" y="4876800"/>
          <p14:tracePt t="61982" x="6159500" y="4883150"/>
          <p14:tracePt t="61999" x="6178550" y="4883150"/>
          <p14:tracePt t="62015" x="6191250" y="4889500"/>
          <p14:tracePt t="62033" x="6210300" y="4889500"/>
          <p14:tracePt t="62049" x="6216650" y="4889500"/>
          <p14:tracePt t="62065" x="6229350" y="4889500"/>
          <p14:tracePt t="62082" x="6235700" y="4895850"/>
          <p14:tracePt t="62208" x="6242050" y="4895850"/>
          <p14:tracePt t="62687" x="6229350" y="4895850"/>
          <p14:tracePt t="62694" x="6203950" y="4902200"/>
          <p14:tracePt t="62701" x="6172200" y="4927600"/>
          <p14:tracePt t="62716" x="6127750" y="4946650"/>
          <p14:tracePt t="62730" x="6070600" y="4965700"/>
          <p14:tracePt t="62746" x="5949950" y="5010150"/>
          <p14:tracePt t="62763" x="5892800" y="5041900"/>
          <p14:tracePt t="62779" x="5791200" y="5086350"/>
          <p14:tracePt t="62796" x="5727700" y="5111750"/>
          <p14:tracePt t="62813" x="5708650" y="5124450"/>
          <p14:tracePt t="62829" x="5702300" y="5124450"/>
          <p14:tracePt t="62926" x="5708650" y="5124450"/>
          <p14:tracePt t="62933" x="5715000" y="5124450"/>
          <p14:tracePt t="62949" x="5721350" y="5124450"/>
          <p14:tracePt t="62963" x="5734050" y="5118100"/>
          <p14:tracePt t="62979" x="5746750" y="5111750"/>
          <p14:tracePt t="62996" x="5772150" y="5099050"/>
          <p14:tracePt t="63012" x="5797550" y="5092700"/>
          <p14:tracePt t="63029" x="5848350" y="5067300"/>
          <p14:tracePt t="63045" x="5899150" y="5041900"/>
          <p14:tracePt t="63062" x="5930900" y="5022850"/>
          <p14:tracePt t="63078" x="5969000" y="5003800"/>
          <p14:tracePt t="63095" x="6007100" y="4972050"/>
          <p14:tracePt t="63111" x="6013450" y="4972050"/>
          <p14:tracePt t="63129" x="6026150" y="4959350"/>
          <p14:tracePt t="63145" x="6032500" y="4959350"/>
          <p14:tracePt t="63227" x="6026150" y="4959350"/>
          <p14:tracePt t="63234" x="6013450" y="4959350"/>
          <p14:tracePt t="63248" x="6007100" y="4953000"/>
          <p14:tracePt t="63262" x="6000750" y="4953000"/>
          <p14:tracePt t="63278" x="5988050" y="4953000"/>
          <p14:tracePt t="63294" x="5969000" y="4953000"/>
          <p14:tracePt t="63311" x="5943600" y="4946650"/>
          <p14:tracePt t="63328" x="5899150" y="4946650"/>
          <p14:tracePt t="63344" x="5880100" y="4946650"/>
          <p14:tracePt t="63361" x="5842000" y="4940300"/>
          <p14:tracePt t="63378" x="5772150" y="4940300"/>
          <p14:tracePt t="63395" x="5746750" y="4940300"/>
          <p14:tracePt t="63410" x="5664200" y="4940300"/>
          <p14:tracePt t="63427" x="5588000" y="4940300"/>
          <p14:tracePt t="63444" x="5549900" y="4940300"/>
          <p14:tracePt t="63460" x="5492750" y="4940300"/>
          <p14:tracePt t="63477" x="5448300" y="4940300"/>
          <p14:tracePt t="63494" x="5435600" y="4940300"/>
          <p14:tracePt t="63510" x="5429250" y="4940300"/>
          <p14:tracePt t="63543" x="5429250" y="4933950"/>
          <p14:tracePt t="63915" x="5435600" y="4933950"/>
          <p14:tracePt t="63950" x="5448300" y="4927600"/>
          <p14:tracePt t="63957" x="5454650" y="4927600"/>
          <p14:tracePt t="63964" x="5467350" y="4927600"/>
          <p14:tracePt t="63978" x="5486400" y="4921250"/>
          <p14:tracePt t="63992" x="5511800" y="4921250"/>
          <p14:tracePt t="64009" x="5568950" y="4902200"/>
          <p14:tracePt t="64025" x="5619750" y="4902200"/>
          <p14:tracePt t="64042" x="5721350" y="4895850"/>
          <p14:tracePt t="64059" x="5816600" y="4883150"/>
          <p14:tracePt t="64074" x="5867400" y="4883150"/>
          <p14:tracePt t="64091" x="5937250" y="4876800"/>
          <p14:tracePt t="64108" x="5994400" y="4876800"/>
          <p14:tracePt t="64125" x="6038850" y="4864100"/>
          <p14:tracePt t="64141" x="6051550" y="4864100"/>
          <p14:tracePt t="64158" x="6057900" y="4857750"/>
          <p14:tracePt t="64202" x="6057900" y="4851400"/>
          <p14:tracePt t="64216" x="6051550" y="4851400"/>
          <p14:tracePt t="64225" x="6032500" y="4845050"/>
          <p14:tracePt t="64241" x="6000750" y="4838700"/>
          <p14:tracePt t="64258" x="5880100" y="4800600"/>
          <p14:tracePt t="64274" x="5708650" y="4743450"/>
          <p14:tracePt t="64291" x="5594350" y="4718050"/>
          <p14:tracePt t="64308" x="5219700" y="4622800"/>
          <p14:tracePt t="64324" x="5067300" y="4578350"/>
          <p14:tracePt t="64341" x="4749800" y="4483100"/>
          <p14:tracePt t="64357" x="4432300" y="4368800"/>
          <p14:tracePt t="64374" x="4260850" y="4292600"/>
          <p14:tracePt t="64391" x="4019550" y="4171950"/>
          <p14:tracePt t="64407" x="3790950" y="4038600"/>
          <p14:tracePt t="64424" x="3695700" y="3975100"/>
          <p14:tracePt t="64441" x="3517900" y="3854450"/>
          <p14:tracePt t="64457" x="3390900" y="3740150"/>
          <p14:tracePt t="64474" x="3333750" y="3702050"/>
          <p14:tracePt t="64491" x="3276600" y="3657600"/>
          <p14:tracePt t="64507" x="3257550" y="3644900"/>
          <p14:tracePt t="64523" x="3244850" y="3638550"/>
          <p14:tracePt t="64540" x="3238500" y="3638550"/>
          <p14:tracePt t="64960" x="3238500" y="3644900"/>
          <p14:tracePt t="65051" x="3238500" y="3651250"/>
          <p14:tracePt t="65170" x="3232150" y="3651250"/>
          <p14:tracePt t="65178" x="3225800" y="3651250"/>
          <p14:tracePt t="65192" x="3219450" y="3638550"/>
          <p14:tracePt t="65205" x="3206750" y="3632200"/>
          <p14:tracePt t="65221" x="3162300" y="3600450"/>
          <p14:tracePt t="65238" x="3143250" y="3581400"/>
          <p14:tracePt t="65255" x="3048000" y="3486150"/>
          <p14:tracePt t="65271" x="2933700" y="3308350"/>
          <p14:tracePt t="65287" x="2882900" y="3206750"/>
          <p14:tracePt t="65304" x="2762250" y="2965450"/>
          <p14:tracePt t="65321" x="2616200" y="2667000"/>
          <p14:tracePt t="65337" x="2559050" y="2565400"/>
          <p14:tracePt t="65354" x="2444750" y="2374900"/>
          <p14:tracePt t="65370" x="2362200" y="2260600"/>
          <p14:tracePt t="65387" x="2336800" y="2216150"/>
          <p14:tracePt t="65404" x="2292350" y="2171700"/>
          <p14:tracePt t="65420" x="2279650" y="2165350"/>
          <p14:tracePt t="65437" x="2266950" y="2152650"/>
          <p14:tracePt t="65535" x="2273300" y="2152650"/>
          <p14:tracePt t="65958" x="2273300" y="2146300"/>
          <p14:tracePt t="65993" x="2273300" y="2139950"/>
          <p14:tracePt t="66000" x="2273300" y="2133600"/>
          <p14:tracePt t="66049" x="2266950" y="2127250"/>
          <p14:tracePt t="66064" x="2260600" y="2120900"/>
          <p14:tracePt t="66071" x="2254250" y="2114550"/>
          <p14:tracePt t="66087" x="2241550" y="2108200"/>
          <p14:tracePt t="66101" x="2216150" y="2101850"/>
          <p14:tracePt t="66118" x="2197100" y="2101850"/>
          <p14:tracePt t="66135" x="2165350" y="2101850"/>
          <p14:tracePt t="66151" x="2152650" y="2101850"/>
          <p14:tracePt t="66170" x="2089150" y="2146300"/>
          <p14:tracePt t="66184" x="2063750" y="2159000"/>
          <p14:tracePt t="66201" x="2044700" y="2165350"/>
          <p14:tracePt t="66218" x="2019300" y="2203450"/>
          <p14:tracePt t="66234" x="2006600" y="2228850"/>
          <p14:tracePt t="66251" x="1993900" y="2241550"/>
          <p14:tracePt t="66268" x="1987550" y="2260600"/>
          <p14:tracePt t="66284" x="1987550" y="2273300"/>
          <p14:tracePt t="66301" x="1981200" y="2279650"/>
          <p14:tracePt t="66317" x="1974850" y="2292350"/>
          <p14:tracePt t="66334" x="1962150" y="2311400"/>
          <p14:tracePt t="66351" x="1955800" y="2330450"/>
          <p14:tracePt t="66367" x="1955800" y="2336800"/>
          <p14:tracePt t="66384" x="1955800" y="2374900"/>
          <p14:tracePt t="66401" x="1955800" y="2406650"/>
          <p14:tracePt t="66417" x="1955800" y="2425700"/>
          <p14:tracePt t="66433" x="1955800" y="2432050"/>
          <p14:tracePt t="66450" x="1955800" y="2444750"/>
          <p14:tracePt t="66467" x="1955800" y="2451100"/>
          <p14:tracePt t="66469" x="1955800" y="2457450"/>
          <p14:tracePt t="66555" x="1955800" y="2451100"/>
          <p14:tracePt t="66562" x="1955800" y="2444750"/>
          <p14:tracePt t="66584" x="1949450" y="2438400"/>
          <p14:tracePt t="66589" x="1943100" y="2425700"/>
          <p14:tracePt t="66604" x="1936750" y="2406650"/>
          <p14:tracePt t="66617" x="1930400" y="2374900"/>
          <p14:tracePt t="66633" x="1911350" y="2311400"/>
          <p14:tracePt t="66649" x="1892300" y="2260600"/>
          <p14:tracePt t="66667" x="1866900" y="2159000"/>
          <p14:tracePt t="66683" x="1828800" y="2063750"/>
          <p14:tracePt t="66699" x="1809750" y="2006600"/>
          <p14:tracePt t="66716" x="1784350" y="1949450"/>
          <p14:tracePt t="66732" x="1778000" y="1905000"/>
          <p14:tracePt t="66749" x="1771650" y="1898650"/>
          <p14:tracePt t="66766" x="1771650" y="1879600"/>
          <p14:tracePt t="66801" x="1765300" y="1879600"/>
          <p14:tracePt t="66856" x="1765300" y="1892300"/>
          <p14:tracePt t="66863" x="1765300" y="1898650"/>
          <p14:tracePt t="66870" x="1765300" y="1917700"/>
          <p14:tracePt t="66885" x="1765300" y="1936750"/>
          <p14:tracePt t="66899" x="1765300" y="1968500"/>
          <p14:tracePt t="66915" x="1784350" y="2082800"/>
          <p14:tracePt t="66932" x="1784350" y="2133600"/>
          <p14:tracePt t="66948" x="1809750" y="2266950"/>
          <p14:tracePt t="66965" x="1835150" y="2362200"/>
          <p14:tracePt t="66982" x="1847850" y="2419350"/>
          <p14:tracePt t="66998" x="1847850" y="2432050"/>
          <p14:tracePt t="67015" x="1854200" y="2451100"/>
          <p14:tracePt t="67047" x="1847850" y="2451100"/>
          <p14:tracePt t="67065" x="1847850" y="2438400"/>
          <p14:tracePt t="67081" x="1835150" y="2387600"/>
          <p14:tracePt t="67098" x="1828800" y="2362200"/>
          <p14:tracePt t="67114" x="1816100" y="2330450"/>
          <p14:tracePt t="67131" x="1809750" y="2266950"/>
          <p14:tracePt t="67148" x="1803400" y="2203450"/>
          <p14:tracePt t="67165" x="1790700" y="2146300"/>
          <p14:tracePt t="67181" x="1790700" y="2139950"/>
          <p14:tracePt t="67198" x="1790700" y="2120900"/>
          <p14:tracePt t="67214" x="1784350" y="2108200"/>
          <p14:tracePt t="67231" x="1784350" y="2101850"/>
          <p14:tracePt t="67607" x="1784350" y="2120900"/>
          <p14:tracePt t="67614" x="1790700" y="2159000"/>
          <p14:tracePt t="67628" x="1803400" y="2216150"/>
          <p14:tracePt t="67635" x="1822450" y="2279650"/>
          <p14:tracePt t="67646" x="1841500" y="2368550"/>
          <p14:tracePt t="67663" x="1873250" y="2476500"/>
          <p14:tracePt t="67679" x="1924050" y="2705100"/>
          <p14:tracePt t="67696" x="1968500" y="2838450"/>
          <p14:tracePt t="67713" x="2070100" y="3263900"/>
          <p14:tracePt t="67729" x="2089150" y="3397250"/>
          <p14:tracePt t="67746" x="2120900" y="3524250"/>
          <p14:tracePt t="67762" x="2165350" y="3765550"/>
          <p14:tracePt t="67779" x="2216150" y="3975100"/>
          <p14:tracePt t="67796" x="2266950" y="4191000"/>
          <p14:tracePt t="67812" x="2292350" y="4298950"/>
          <p14:tracePt t="67829" x="2330450" y="4464050"/>
          <p14:tracePt t="67846" x="2349500" y="4521200"/>
          <p14:tracePt t="67862" x="2374900" y="4641850"/>
          <p14:tracePt t="67879" x="2400300" y="4724400"/>
          <p14:tracePt t="67895" x="2406650" y="4775200"/>
          <p14:tracePt t="67912" x="2413000" y="4787900"/>
          <p14:tracePt t="67928" x="2419350" y="4800600"/>
          <p14:tracePt t="67945" x="2419350" y="4813300"/>
          <p14:tracePt t="68035" x="2425700" y="4819650"/>
          <p14:tracePt t="68049" x="2425700" y="4826000"/>
          <p14:tracePt t="68056" x="2432050" y="4826000"/>
          <p14:tracePt t="68064" x="2432050" y="4838700"/>
          <p14:tracePt t="68078" x="2438400" y="4851400"/>
          <p14:tracePt t="68094" x="2444750" y="4864100"/>
          <p14:tracePt t="68112" x="2451100" y="4902200"/>
          <p14:tracePt t="68127" x="2457450" y="4933950"/>
          <p14:tracePt t="68144" x="2463800" y="4953000"/>
          <p14:tracePt t="68161" x="2470150" y="4997450"/>
          <p14:tracePt t="68177" x="2470150" y="5029200"/>
          <p14:tracePt t="68194" x="2482850" y="5041900"/>
          <p14:tracePt t="68211" x="2489200" y="5067300"/>
          <p14:tracePt t="68227" x="2495550" y="5086350"/>
          <p14:tracePt t="68245" x="2501900" y="5092700"/>
          <p14:tracePt t="68260" x="2501900" y="5099050"/>
          <p14:tracePt t="68278" x="2508250" y="5105400"/>
          <p14:tracePt t="68294" x="2508250" y="5111750"/>
          <p14:tracePt t="68336" x="2508250" y="5118100"/>
          <p14:tracePt t="68414" x="2514600" y="5124450"/>
          <p14:tracePt t="68435" x="2514600" y="5130800"/>
          <p14:tracePt t="68455" x="2520950" y="5137150"/>
          <p14:tracePt t="68470" x="2520950" y="5143500"/>
          <p14:tracePt t="68479" x="2520950" y="5149850"/>
          <p14:tracePt t="68493" x="2527300" y="5156200"/>
          <p14:tracePt t="68510" x="2533650" y="5181600"/>
          <p14:tracePt t="68526" x="2540000" y="5226050"/>
          <p14:tracePt t="68543" x="2546350" y="5270500"/>
          <p14:tracePt t="68560" x="2571750" y="5365750"/>
          <p14:tracePt t="68577" x="2590800" y="5461000"/>
          <p14:tracePt t="68593" x="2597150" y="5499100"/>
          <p14:tracePt t="68610" x="2603500" y="5581650"/>
          <p14:tracePt t="68626" x="2622550" y="5645150"/>
          <p14:tracePt t="68642" x="2622550" y="5664200"/>
          <p14:tracePt t="68659" x="2628900" y="5683250"/>
          <p14:tracePt t="68676" x="2628900" y="5695950"/>
          <p14:tracePt t="68710" x="2628900" y="5683250"/>
          <p14:tracePt t="68725" x="2628900" y="5670550"/>
          <p14:tracePt t="68743" x="2609850" y="5626100"/>
          <p14:tracePt t="68759" x="2603500" y="5581650"/>
          <p14:tracePt t="68775" x="2597150" y="5549900"/>
          <p14:tracePt t="68793" x="2584450" y="5492750"/>
          <p14:tracePt t="68809" x="2571750" y="5429250"/>
          <p14:tracePt t="68826" x="2571750" y="5410200"/>
          <p14:tracePt t="68843" x="2565400" y="5384800"/>
          <p14:tracePt t="68858" x="2559050" y="5365750"/>
          <p14:tracePt t="68891" x="2559050" y="5359400"/>
          <p14:tracePt t="69108" x="2559050" y="5372100"/>
          <p14:tracePt t="69115" x="2565400" y="5397500"/>
          <p14:tracePt t="69129" x="2571750" y="5422900"/>
          <p14:tracePt t="69140" x="2578100" y="5441950"/>
          <p14:tracePt t="69158" x="2584450" y="5480050"/>
          <p14:tracePt t="69174" x="2590800" y="5492750"/>
          <p14:tracePt t="69190" x="2597150" y="5511800"/>
          <p14:tracePt t="69207" x="2603500" y="5518150"/>
          <p14:tracePt t="69241" x="2603500" y="5524500"/>
          <p14:tracePt t="69297" x="2609850" y="5530850"/>
          <p14:tracePt t="69325" x="2616200" y="5530850"/>
          <p14:tracePt t="69347" x="2622550" y="5530850"/>
          <p14:tracePt t="69368" x="2628900" y="5524500"/>
          <p14:tracePt t="69382" x="2635250" y="5518150"/>
          <p14:tracePt t="69388" x="2647950" y="5518150"/>
          <p14:tracePt t="69396" x="2667000" y="5511800"/>
          <p14:tracePt t="69410" x="2698750" y="5499100"/>
          <p14:tracePt t="69424" x="2743200" y="5480050"/>
          <p14:tracePt t="69440" x="2863850" y="5441950"/>
          <p14:tracePt t="69456" x="2933700" y="5416550"/>
          <p14:tracePt t="69473" x="3067050" y="5378450"/>
          <p14:tracePt t="69490" x="3200400" y="5327650"/>
          <p14:tracePt t="69506" x="3257550" y="5308600"/>
          <p14:tracePt t="69523" x="3365500" y="5264150"/>
          <p14:tracePt t="69539" x="3448050" y="5238750"/>
          <p14:tracePt t="69556" x="3479800" y="5219700"/>
          <p14:tracePt t="69572" x="3543300" y="5200650"/>
          <p14:tracePt t="69589" x="3562350" y="5200650"/>
          <p14:tracePt t="69606" x="3625850" y="5168900"/>
          <p14:tracePt t="69622" x="3657600" y="5162550"/>
          <p14:tracePt t="69639" x="3676650" y="5156200"/>
          <p14:tracePt t="69656" x="3746500" y="5130800"/>
          <p14:tracePt t="69673" x="3829050" y="5105400"/>
          <p14:tracePt t="69689" x="3873500" y="5086350"/>
          <p14:tracePt t="69705" x="3956050" y="5080000"/>
          <p14:tracePt t="69722" x="4038600" y="5067300"/>
          <p14:tracePt t="69740" x="4108450" y="5048250"/>
          <p14:tracePt t="69755" x="4152900" y="5041900"/>
          <p14:tracePt t="69772" x="4210050" y="5035550"/>
          <p14:tracePt t="69789" x="4273550" y="5022850"/>
          <p14:tracePt t="69805" x="4305300" y="5022850"/>
          <p14:tracePt t="69822" x="4362450" y="5010150"/>
          <p14:tracePt t="69838" x="4394200" y="5010150"/>
          <p14:tracePt t="69855" x="4413250" y="5010150"/>
          <p14:tracePt t="69873" x="4464050" y="5010150"/>
          <p14:tracePt t="69888" x="4470400" y="5010150"/>
          <p14:tracePt t="69905" x="4508500" y="5010150"/>
          <p14:tracePt t="69938" x="4521200" y="5010150"/>
          <p14:tracePt t="69955" x="4527550" y="5010150"/>
          <p14:tracePt t="69999" x="4533900" y="5010150"/>
          <p14:tracePt t="70613" x="4489450" y="5010150"/>
          <p14:tracePt t="70620" x="4413250" y="5003800"/>
          <p14:tracePt t="70635" x="4330700" y="4997450"/>
          <p14:tracePt t="70641" x="4229100" y="4997450"/>
          <p14:tracePt t="70652" x="4102100" y="4984750"/>
          <p14:tracePt t="70670" x="3848100" y="4965700"/>
          <p14:tracePt t="70685" x="3727450" y="4965700"/>
          <p14:tracePt t="70702" x="3594100" y="4946650"/>
          <p14:tracePt t="70719" x="3187700" y="4889500"/>
          <p14:tracePt t="70735" x="3086100" y="4876800"/>
          <p14:tracePt t="70752" x="2984500" y="4857750"/>
          <p14:tracePt t="70768" x="2838450" y="4832350"/>
          <p14:tracePt t="70785" x="2717800" y="4794250"/>
          <p14:tracePt t="70802" x="2609850" y="4775200"/>
          <p14:tracePt t="70819" x="2540000" y="4756150"/>
          <p14:tracePt t="70835" x="2432050" y="4730750"/>
          <p14:tracePt t="70853" x="2324100" y="4699000"/>
          <p14:tracePt t="70868" x="2273300" y="4692650"/>
          <p14:tracePt t="70885" x="2152650" y="4673600"/>
          <p14:tracePt t="70901" x="2070100" y="4660900"/>
          <p14:tracePt t="70918" x="2032000" y="4660900"/>
          <p14:tracePt t="70935" x="1987550" y="4660900"/>
          <p14:tracePt t="70951" x="1974850" y="4660900"/>
          <p14:tracePt t="70968" x="1968500" y="4660900"/>
          <p14:tracePt t="70985" x="1955800" y="4660900"/>
          <p14:tracePt t="71013" x="1943100" y="4660900"/>
          <p14:tracePt t="71021" x="1936750" y="4660900"/>
          <p14:tracePt t="71037" x="1924050" y="4654550"/>
          <p14:tracePt t="71051" x="1917700" y="4654550"/>
          <p14:tracePt t="71068" x="1898650" y="4654550"/>
          <p14:tracePt t="71084" x="1879600" y="4654550"/>
          <p14:tracePt t="71100" x="1873250" y="4654550"/>
          <p14:tracePt t="71118" x="1866900" y="4648200"/>
          <p14:tracePt t="71210" x="1860550" y="4648200"/>
          <p14:tracePt t="71412" x="1854200" y="4648200"/>
          <p14:tracePt t="71434" x="1847850" y="4648200"/>
          <p14:tracePt t="71441" x="1841500" y="4654550"/>
          <p14:tracePt t="71455" x="1841500" y="4660900"/>
          <p14:tracePt t="71466" x="1835150" y="4667250"/>
          <p14:tracePt t="71484" x="1828800" y="4673600"/>
          <p14:tracePt t="71499" x="1828800" y="4679950"/>
          <p14:tracePt t="71515" x="1828800" y="4686300"/>
          <p14:tracePt t="71535" x="1822450" y="4686300"/>
          <p14:tracePt t="71553" x="1822450" y="4692650"/>
          <p14:tracePt t="71582" x="1816100" y="4692650"/>
          <p14:tracePt t="71602" x="1816100" y="4699000"/>
          <p14:tracePt t="71630" x="1809750" y="4705350"/>
          <p14:tracePt t="71665" x="1809750" y="4711700"/>
          <p14:tracePt t="71686" x="1809750" y="4718050"/>
          <p14:tracePt t="71693" x="1809750" y="4724400"/>
          <p14:tracePt t="73257" x="1822450" y="4724400"/>
          <p14:tracePt t="73264" x="1835150" y="4730750"/>
          <p14:tracePt t="73279" x="1847850" y="4737100"/>
          <p14:tracePt t="73293" x="1866900" y="4749800"/>
          <p14:tracePt t="73310" x="1936750" y="4762500"/>
          <p14:tracePt t="73327" x="1993900" y="4781550"/>
          <p14:tracePt t="73343" x="2120900" y="4800600"/>
          <p14:tracePt t="73360" x="2305050" y="4832350"/>
          <p14:tracePt t="73377" x="2584450" y="4838700"/>
          <p14:tracePt t="73393" x="2749550" y="4851400"/>
          <p14:tracePt t="73409" x="3117850" y="4864100"/>
          <p14:tracePt t="73426" x="3441700" y="4864100"/>
          <p14:tracePt t="73442" x="3556000" y="4864100"/>
          <p14:tracePt t="73460" x="3644900" y="4876800"/>
          <p14:tracePt t="73475" x="3784600" y="4902200"/>
          <p14:tracePt t="73492" x="3803650" y="4908550"/>
          <p14:tracePt t="73510" x="3822700" y="4908550"/>
          <p14:tracePt t="73526" x="3829050" y="4908550"/>
          <p14:tracePt t="73587" x="3835400" y="4908550"/>
          <p14:tracePt t="73593" x="3848100" y="4908550"/>
          <p14:tracePt t="73608" x="3867150" y="4908550"/>
          <p14:tracePt t="73614" x="3879850" y="49149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print("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return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Hi, "+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("Alice")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None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#Since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the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wrapper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doesn’t explicitly return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#a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value, the call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to 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return_greetin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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Non</a:t>
            </a:r>
            <a:r>
              <a:rPr lang="en-US" alt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endParaRPr lang="en-US" altLang="en-US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/>
              <a:t>Returning a value from a decorator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200" y="685800"/>
            <a:ext cx="838200" cy="5334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68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829"/>
    </mc:Choice>
    <mc:Fallback>
      <p:transition spd="slow" advTm="228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58" x="3879850" y="4946650"/>
          <p14:tracePt t="1565" x="3879850" y="4972050"/>
          <p14:tracePt t="1572" x="3879850" y="5010150"/>
          <p14:tracePt t="1586" x="3905250" y="5080000"/>
          <p14:tracePt t="1602" x="3943350" y="5207000"/>
          <p14:tracePt t="1618" x="3987800" y="5340350"/>
          <p14:tracePt t="1635" x="4102100" y="5581650"/>
          <p14:tracePt t="1651" x="4191000" y="5765800"/>
          <p14:tracePt t="1668" x="4273550" y="5930900"/>
          <p14:tracePt t="1685" x="4406900" y="6197600"/>
          <p14:tracePt t="1701" x="4489450" y="6350000"/>
          <p14:tracePt t="1718" x="4565650" y="6464300"/>
          <p14:tracePt t="1734" x="4648200" y="6616700"/>
          <p14:tracePt t="1751" x="4699000" y="6686550"/>
          <p14:tracePt t="1768" x="4768850" y="6775450"/>
          <p14:tracePt t="1784" x="4813300" y="6788150"/>
          <p14:tracePt t="1801" x="4838700" y="6800850"/>
          <p14:tracePt t="1818" x="4883150" y="6788150"/>
          <p14:tracePt t="1834" x="4921250" y="6781800"/>
          <p14:tracePt t="1851" x="4940300" y="6781800"/>
          <p14:tracePt t="1868" x="4997450" y="6769100"/>
          <p14:tracePt t="1884" x="5035550" y="6737350"/>
          <p14:tracePt t="1902" x="5105400" y="6680200"/>
          <p14:tracePt t="1917" x="5156200" y="6654800"/>
          <p14:tracePt t="1934" x="5200650" y="6623050"/>
          <p14:tracePt t="1951" x="5238750" y="6591300"/>
          <p14:tracePt t="1967" x="5295900" y="6521450"/>
          <p14:tracePt t="1984" x="5327650" y="6489700"/>
          <p14:tracePt t="2000" x="5372100" y="6438900"/>
          <p14:tracePt t="2017" x="5391150" y="6413500"/>
          <p14:tracePt t="2034" x="5416550" y="6394450"/>
          <p14:tracePt t="2050" x="5448300" y="6362700"/>
          <p14:tracePt t="2067" x="5473700" y="6343650"/>
          <p14:tracePt t="2085" x="5505450" y="6311900"/>
          <p14:tracePt t="2100" x="5537200" y="6292850"/>
          <p14:tracePt t="2117" x="5562600" y="6280150"/>
          <p14:tracePt t="2134" x="5594350" y="6261100"/>
          <p14:tracePt t="2150" x="5619750" y="6248400"/>
          <p14:tracePt t="2166" x="5638800" y="6242050"/>
          <p14:tracePt t="2183" x="5676900" y="6242050"/>
          <p14:tracePt t="2200" x="5695950" y="6235700"/>
          <p14:tracePt t="2218" x="5727700" y="6235700"/>
          <p14:tracePt t="2233" x="5740400" y="6235700"/>
          <p14:tracePt t="2249" x="5759450" y="6235700"/>
          <p14:tracePt t="2267" x="5797550" y="6235700"/>
          <p14:tracePt t="2282" x="5810250" y="6242050"/>
          <p14:tracePt t="2299" x="5829300" y="6242050"/>
          <p14:tracePt t="2316" x="5854700" y="6242050"/>
          <p14:tracePt t="2333" x="5886450" y="6242050"/>
          <p14:tracePt t="2349" x="5892800" y="6235700"/>
          <p14:tracePt t="2366" x="5930900" y="6216650"/>
          <p14:tracePt t="2382" x="5943600" y="6203950"/>
          <p14:tracePt t="2399" x="5969000" y="6197600"/>
          <p14:tracePt t="2769" x="5994400" y="6197600"/>
          <p14:tracePt t="2783" x="6032500" y="6197600"/>
          <p14:tracePt t="2789" x="6076950" y="6197600"/>
          <p14:tracePt t="2803" x="6127750" y="6197600"/>
          <p14:tracePt t="2814" x="6191250" y="6197600"/>
          <p14:tracePt t="2831" x="6356350" y="6210300"/>
          <p14:tracePt t="2847" x="6438900" y="6216650"/>
          <p14:tracePt t="2864" x="6527800" y="6229350"/>
          <p14:tracePt t="2881" x="6807200" y="6235700"/>
          <p14:tracePt t="2897" x="6896100" y="6235700"/>
          <p14:tracePt t="2914" x="6972300" y="6254750"/>
          <p14:tracePt t="2931" x="7080250" y="6273800"/>
          <p14:tracePt t="2947" x="7131050" y="6286500"/>
          <p14:tracePt t="2965" x="7162800" y="6286500"/>
          <p14:tracePt t="2980" x="7232650" y="6292850"/>
          <p14:tracePt t="2997" x="7270750" y="6299200"/>
          <p14:tracePt t="3014" x="7340600" y="6299200"/>
          <p14:tracePt t="3030" x="7366000" y="6299200"/>
          <p14:tracePt t="3047" x="7397750" y="6299200"/>
          <p14:tracePt t="3064" x="7435850" y="6292850"/>
          <p14:tracePt t="3080" x="7442200" y="6292850"/>
          <p14:tracePt t="3097" x="7448550" y="6292850"/>
          <p14:tracePt t="3113" x="7454900" y="6292850"/>
          <p14:tracePt t="3147" x="7435850" y="6292850"/>
          <p14:tracePt t="3154" x="7385050" y="6280150"/>
          <p14:tracePt t="3163" x="7321550" y="6273800"/>
          <p14:tracePt t="3179" x="7245350" y="6273800"/>
          <p14:tracePt t="3197" x="7054850" y="6261100"/>
          <p14:tracePt t="3213" x="6800850" y="6267450"/>
          <p14:tracePt t="3229" x="6673850" y="6267450"/>
          <p14:tracePt t="3246" x="6419850" y="6299200"/>
          <p14:tracePt t="3263" x="6197600" y="6330950"/>
          <p14:tracePt t="3281" x="6096000" y="6350000"/>
          <p14:tracePt t="3296" x="5918200" y="6369050"/>
          <p14:tracePt t="3312" x="5772150" y="6400800"/>
          <p14:tracePt t="3330" x="5619750" y="6419850"/>
          <p14:tracePt t="3345" x="5524500" y="6432550"/>
          <p14:tracePt t="3363" x="5448300" y="6451600"/>
          <p14:tracePt t="3379" x="5238750" y="6489700"/>
          <p14:tracePt t="3395" x="5181600" y="6508750"/>
          <p14:tracePt t="3412" x="5143500" y="6515100"/>
          <p14:tracePt t="3429" x="5060950" y="6534150"/>
          <p14:tracePt t="3446" x="5016500" y="6546850"/>
          <p14:tracePt t="3463" x="4997450" y="6553200"/>
          <p14:tracePt t="3821" x="5003800" y="6553200"/>
          <p14:tracePt t="3835" x="5010150" y="6553200"/>
          <p14:tracePt t="3842" x="5016500" y="6546850"/>
          <p14:tracePt t="3856" x="5022850" y="6546850"/>
          <p14:tracePt t="3864" x="5035550" y="6540500"/>
          <p14:tracePt t="3884" x="5048250" y="6534150"/>
          <p14:tracePt t="3893" x="5060950" y="6527800"/>
          <p14:tracePt t="3910" x="5092700" y="6527800"/>
          <p14:tracePt t="3927" x="5175250" y="6502400"/>
          <p14:tracePt t="3944" x="5283200" y="6477000"/>
          <p14:tracePt t="3961" x="5429250" y="6445250"/>
          <p14:tracePt t="3977" x="5492750" y="6426200"/>
          <p14:tracePt t="3993" x="5575300" y="6407150"/>
          <p14:tracePt t="4010" x="5784850" y="6381750"/>
          <p14:tracePt t="4026" x="5861050" y="6369050"/>
          <p14:tracePt t="4043" x="5937250" y="6369050"/>
          <p14:tracePt t="4060" x="6064250" y="6362700"/>
          <p14:tracePt t="4076" x="6134100" y="6350000"/>
          <p14:tracePt t="4094" x="6210300" y="6350000"/>
          <p14:tracePt t="4110" x="6242050" y="6350000"/>
          <p14:tracePt t="4126" x="6280150" y="6350000"/>
          <p14:tracePt t="4143" x="6292850" y="6350000"/>
          <p14:tracePt t="4227" x="6299200" y="6350000"/>
          <p14:tracePt t="4242" x="6305550" y="6350000"/>
          <p14:tracePt t="4793" x="6318250" y="6350000"/>
          <p14:tracePt t="4808" x="6324600" y="6350000"/>
          <p14:tracePt t="4815" x="6337300" y="6350000"/>
          <p14:tracePt t="4823" x="6350000" y="6350000"/>
          <p14:tracePt t="4840" x="6362700" y="6350000"/>
          <p14:tracePt t="4857" x="6381750" y="6350000"/>
          <p14:tracePt t="4874" x="6394450" y="6350000"/>
          <p14:tracePt t="4934" x="6400800" y="6350000"/>
          <p14:tracePt t="4997" x="6407150" y="6350000"/>
          <p14:tracePt t="5053" x="6413500" y="6350000"/>
          <p14:tracePt t="5088" x="6419850" y="6350000"/>
          <p14:tracePt t="5095" x="6426200" y="6356350"/>
          <p14:tracePt t="5116" x="6432550" y="6356350"/>
          <p14:tracePt t="5126" x="6438900" y="6356350"/>
          <p14:tracePt t="5139" x="6445250" y="6356350"/>
          <p14:tracePt t="5156" x="6451600" y="6362700"/>
          <p14:tracePt t="5173" x="6483350" y="6369050"/>
          <p14:tracePt t="5189" x="6489700" y="6375400"/>
          <p14:tracePt t="5206" x="6502400" y="6375400"/>
          <p14:tracePt t="5222" x="6521450" y="6381750"/>
          <p14:tracePt t="5239" x="6534150" y="6381750"/>
          <p14:tracePt t="5256" x="6540500" y="6381750"/>
          <p14:tracePt t="5272" x="6546850" y="6381750"/>
          <p14:tracePt t="5289" x="6546850" y="6388100"/>
          <p14:tracePt t="5306" x="6553200" y="6394450"/>
          <p14:tracePt t="5322" x="6559550" y="6394450"/>
          <p14:tracePt t="5339" x="6584950" y="6400800"/>
          <p14:tracePt t="5355" x="6616700" y="6419850"/>
          <p14:tracePt t="5372" x="6642100" y="6426200"/>
          <p14:tracePt t="5375" x="6661150" y="6438900"/>
          <p14:tracePt t="5389" x="6692900" y="6445250"/>
          <p14:tracePt t="5405" x="6743700" y="6483350"/>
          <p14:tracePt t="5422" x="6775450" y="6489700"/>
          <p14:tracePt t="5439" x="6813550" y="6521450"/>
          <p14:tracePt t="5455" x="6845300" y="6540500"/>
          <p14:tracePt t="5472" x="6845300" y="6546850"/>
          <p14:tracePt t="5488" x="6864350" y="6553200"/>
          <p14:tracePt t="5521" x="6870700" y="6553200"/>
          <p14:tracePt t="5538" x="6877050" y="6559550"/>
          <p14:tracePt t="6268" x="6896100" y="6559550"/>
          <p14:tracePt t="6276" x="6915150" y="6559550"/>
          <p14:tracePt t="6289" x="6940550" y="6559550"/>
          <p14:tracePt t="6302" x="6972300" y="6559550"/>
          <p14:tracePt t="6318" x="7048500" y="6559550"/>
          <p14:tracePt t="6335" x="7073900" y="6559550"/>
          <p14:tracePt t="6352" x="7156450" y="6565900"/>
          <p14:tracePt t="6368" x="7213600" y="6572250"/>
          <p14:tracePt t="6385" x="7251700" y="6572250"/>
          <p14:tracePt t="6389" x="7283450" y="6572250"/>
          <p14:tracePt t="6402" x="7308850" y="6572250"/>
          <p14:tracePt t="6418" x="7359650" y="6572250"/>
          <p14:tracePt t="6435" x="7378700" y="6572250"/>
          <p14:tracePt t="6452" x="7423150" y="6572250"/>
          <p14:tracePt t="6468" x="7461250" y="6572250"/>
          <p14:tracePt t="6486" x="7512050" y="6572250"/>
          <p14:tracePt t="6502" x="7531100" y="6572250"/>
          <p14:tracePt t="6518" x="7550150" y="6572250"/>
          <p14:tracePt t="6535" x="7594600" y="6572250"/>
          <p14:tracePt t="6551" x="7613650" y="6572250"/>
          <p14:tracePt t="6567" x="7626350" y="6565900"/>
          <p14:tracePt t="6584" x="7645400" y="6565900"/>
          <p14:tracePt t="6618" x="7651750" y="6565900"/>
          <p14:tracePt t="6675" x="7658100" y="6565900"/>
          <p14:tracePt t="6745" x="7664450" y="6565900"/>
          <p14:tracePt t="6766" x="7670800" y="6565900"/>
          <p14:tracePt t="6780" x="7677150" y="6565900"/>
          <p14:tracePt t="6787" x="7683500" y="6565900"/>
          <p14:tracePt t="6803" x="7689850" y="6565900"/>
          <p14:tracePt t="6817" x="7708900" y="6565900"/>
          <p14:tracePt t="6833" x="7721600" y="6565900"/>
          <p14:tracePt t="6851" x="7759700" y="6565900"/>
          <p14:tracePt t="6867" x="7785100" y="6565900"/>
          <p14:tracePt t="6884" x="7823200" y="6565900"/>
          <p14:tracePt t="6887" x="7842250" y="6565900"/>
          <p14:tracePt t="6902" x="7854950" y="6565900"/>
          <p14:tracePt t="6917" x="7874000" y="6565900"/>
          <p14:tracePt t="6933" x="7905750" y="6565900"/>
          <p14:tracePt t="6950" x="7931150" y="6565900"/>
          <p14:tracePt t="6966" x="7937500" y="6559550"/>
          <p14:tracePt t="6984" x="7950200" y="6559550"/>
          <p14:tracePt t="7000" x="7962900" y="6559550"/>
          <p14:tracePt t="7313" x="7905750" y="6521450"/>
          <p14:tracePt t="7320" x="7804150" y="6457950"/>
          <p14:tracePt t="7331" x="7677150" y="6375400"/>
          <p14:tracePt t="7349" x="7353300" y="6197600"/>
          <p14:tracePt t="7365" x="7175500" y="6083300"/>
          <p14:tracePt t="7382" x="6743700" y="5835650"/>
          <p14:tracePt t="7398" x="6267450" y="5568950"/>
          <p14:tracePt t="7415" x="6064250" y="5454650"/>
          <p14:tracePt t="7418" x="5810250" y="5314950"/>
          <p14:tracePt t="7434" x="5575300" y="5156200"/>
          <p14:tracePt t="7448" x="5060950" y="4819650"/>
          <p14:tracePt t="7465" x="4819650" y="4610100"/>
          <p14:tracePt t="7482" x="4330700" y="4184650"/>
          <p14:tracePt t="7498" x="3911600" y="3784600"/>
          <p14:tracePt t="7515" x="3740150" y="3625850"/>
          <p14:tracePt t="7532" x="3530600" y="3435350"/>
          <p14:tracePt t="7548" x="3378200" y="3314700"/>
          <p14:tracePt t="7564" x="3327400" y="3276600"/>
          <p14:tracePt t="7581" x="3219450" y="3232150"/>
          <p14:tracePt t="7597" x="3194050" y="3219450"/>
          <p14:tracePt t="8002" x="3181350" y="3200400"/>
          <p14:tracePt t="8008" x="3162300" y="3168650"/>
          <p14:tracePt t="8022" x="3149600" y="3136900"/>
          <p14:tracePt t="8032" x="3136900" y="3117850"/>
          <p14:tracePt t="8046" x="3111500" y="3086100"/>
          <p14:tracePt t="8063" x="3073400" y="3048000"/>
          <p14:tracePt t="8079" x="3035300" y="3009900"/>
          <p14:tracePt t="8096" x="3016250" y="2990850"/>
          <p14:tracePt t="8112" x="2990850" y="2978150"/>
          <p14:tracePt t="8129" x="2908300" y="2908300"/>
          <p14:tracePt t="8146" x="2876550" y="2889250"/>
          <p14:tracePt t="8164" x="2813050" y="2844800"/>
          <p14:tracePt t="8179" x="2781300" y="2825750"/>
          <p14:tracePt t="8195" x="2717800" y="2774950"/>
          <p14:tracePt t="8214" x="2635250" y="2717800"/>
          <p14:tracePt t="8229" x="2603500" y="2692400"/>
          <p14:tracePt t="8245" x="2527300" y="2628900"/>
          <p14:tracePt t="8262" x="2444750" y="2565400"/>
          <p14:tracePt t="8278" x="2419350" y="2533650"/>
          <p14:tracePt t="8295" x="2355850" y="2495550"/>
          <p14:tracePt t="8312" x="2324100" y="2463800"/>
          <p14:tracePt t="8328" x="2298700" y="2451100"/>
          <p14:tracePt t="8346" x="2260600" y="2432050"/>
          <p14:tracePt t="8362" x="2222500" y="2419350"/>
          <p14:tracePt t="8378" x="2203450" y="2413000"/>
          <p14:tracePt t="8395" x="2178050" y="2406650"/>
          <p14:tracePt t="8411" x="2146300" y="2393950"/>
          <p14:tracePt t="8428" x="2127250" y="2400300"/>
          <p14:tracePt t="8445" x="2108200" y="2400300"/>
          <p14:tracePt t="8461" x="2095500" y="2400300"/>
          <p14:tracePt t="8478" x="2082800" y="2400300"/>
          <p14:tracePt t="8535" x="2076450" y="2400300"/>
          <p14:tracePt t="8654" x="2076450" y="2406650"/>
          <p14:tracePt t="8682" x="2082800" y="2413000"/>
          <p14:tracePt t="8689" x="2089150" y="2419350"/>
          <p14:tracePt t="8704" x="2095500" y="2425700"/>
          <p14:tracePt t="8713" x="2101850" y="2425700"/>
          <p14:tracePt t="8727" x="2114550" y="2432050"/>
          <p14:tracePt t="8744" x="2127250" y="2438400"/>
          <p14:tracePt t="8760" x="2178050" y="2470150"/>
          <p14:tracePt t="8777" x="2209800" y="2489200"/>
          <p14:tracePt t="8794" x="2241550" y="2501900"/>
          <p14:tracePt t="8810" x="2305050" y="2533650"/>
          <p14:tracePt t="8827" x="2381250" y="2565400"/>
          <p14:tracePt t="8844" x="2444750" y="2597150"/>
          <p14:tracePt t="8860" x="2463800" y="2603500"/>
          <p14:tracePt t="8876" x="2495550" y="2628900"/>
          <p14:tracePt t="8894" x="2508250" y="2628900"/>
          <p14:tracePt t="8910" x="2508250" y="2635250"/>
          <p14:tracePt t="8926" x="2508250" y="2641600"/>
          <p14:tracePt t="8991" x="2508250" y="2647950"/>
          <p14:tracePt t="9006" x="2501900" y="2647950"/>
          <p14:tracePt t="9012" x="2495550" y="2654300"/>
          <p14:tracePt t="9028" x="2489200" y="2660650"/>
          <p14:tracePt t="9042" x="2470150" y="2667000"/>
          <p14:tracePt t="9059" x="2457450" y="2673350"/>
          <p14:tracePt t="9076" x="2432050" y="2686050"/>
          <p14:tracePt t="9093" x="2406650" y="2692400"/>
          <p14:tracePt t="9110" x="2374900" y="2705100"/>
          <p14:tracePt t="9126" x="2343150" y="2711450"/>
          <p14:tracePt t="9142" x="2330450" y="2717800"/>
          <p14:tracePt t="9159" x="2311400" y="2724150"/>
          <p14:tracePt t="9175" x="2292350" y="2724150"/>
          <p14:tracePt t="9209" x="2286000" y="2724150"/>
          <p14:tracePt t="9363" x="2286000" y="2717800"/>
          <p14:tracePt t="9377" x="2286000" y="2705100"/>
          <p14:tracePt t="9384" x="2292350" y="2698750"/>
          <p14:tracePt t="9393" x="2298700" y="2692400"/>
          <p14:tracePt t="9408" x="2305050" y="2679700"/>
          <p14:tracePt t="9426" x="2311400" y="2667000"/>
          <p14:tracePt t="9441" x="2330450" y="2635250"/>
          <p14:tracePt t="9458" x="2355850" y="2590800"/>
          <p14:tracePt t="9475" x="2368550" y="2540000"/>
          <p14:tracePt t="9491" x="2374900" y="2520950"/>
          <p14:tracePt t="9507" x="2374900" y="2476500"/>
          <p14:tracePt t="9525" x="2374900" y="2438400"/>
          <p14:tracePt t="9541" x="2368550" y="2425700"/>
          <p14:tracePt t="9558" x="2349500" y="2381250"/>
          <p14:tracePt t="9574" x="2317750" y="2349500"/>
          <p14:tracePt t="9591" x="2305050" y="2324100"/>
          <p14:tracePt t="9608" x="2266950" y="2298700"/>
          <p14:tracePt t="9624" x="2241550" y="2273300"/>
          <p14:tracePt t="9641" x="2222500" y="2260600"/>
          <p14:tracePt t="9658" x="2178050" y="2228850"/>
          <p14:tracePt t="9674" x="2133600" y="2209800"/>
          <p14:tracePt t="9690" x="2114550" y="2203450"/>
          <p14:tracePt t="9707" x="2057400" y="2178050"/>
          <p14:tracePt t="9724" x="2032000" y="2171700"/>
          <p14:tracePt t="9740" x="1974850" y="2159000"/>
          <p14:tracePt t="9757" x="1924050" y="2159000"/>
          <p14:tracePt t="9773" x="1905000" y="2152650"/>
          <p14:tracePt t="9791" x="1854200" y="2152650"/>
          <p14:tracePt t="9806" x="1847850" y="2152650"/>
          <p14:tracePt t="9824" x="1841500" y="2146300"/>
          <p14:tracePt t="9840" x="1828800" y="2146300"/>
          <p14:tracePt t="9896" x="1822450" y="2146300"/>
          <p14:tracePt t="9903" x="1816100" y="2139950"/>
          <p14:tracePt t="9924" x="1809750" y="2133600"/>
          <p14:tracePt t="9938" x="1797050" y="2127250"/>
          <p14:tracePt t="9945" x="1790700" y="2120900"/>
          <p14:tracePt t="9956" x="1784350" y="2114550"/>
          <p14:tracePt t="9974" x="1771650" y="2101850"/>
          <p14:tracePt t="9989" x="1746250" y="2089150"/>
          <p14:tracePt t="10006" x="1733550" y="2076450"/>
          <p14:tracePt t="10023" x="1670050" y="2019300"/>
          <p14:tracePt t="10039" x="1638300" y="1987550"/>
          <p14:tracePt t="10056" x="1600200" y="1949450"/>
          <p14:tracePt t="10072" x="1543050" y="1892300"/>
          <p14:tracePt t="10089" x="1473200" y="1835150"/>
          <p14:tracePt t="10106" x="1409700" y="1797050"/>
          <p14:tracePt t="10122" x="1384300" y="1771650"/>
          <p14:tracePt t="10139" x="1352550" y="1746250"/>
          <p14:tracePt t="10156" x="1314450" y="1714500"/>
          <p14:tracePt t="10172" x="1308100" y="1701800"/>
          <p14:tracePt t="10189" x="1289050" y="1676400"/>
          <p14:tracePt t="10205" x="1282700" y="1670050"/>
          <p14:tracePt t="10222" x="1282700" y="1663700"/>
          <p14:tracePt t="10239" x="1276350" y="1663700"/>
          <p14:tracePt t="10289" x="1270000" y="1663700"/>
          <p14:tracePt t="10415" x="1270000" y="1670050"/>
          <p14:tracePt t="10429" x="1276350" y="1670050"/>
          <p14:tracePt t="10436" x="1276350" y="1676400"/>
          <p14:tracePt t="10443" x="1282700" y="1682750"/>
          <p14:tracePt t="10458" x="1289050" y="1689100"/>
          <p14:tracePt t="10472" x="1295400" y="1695450"/>
          <p14:tracePt t="10488" x="1327150" y="1714500"/>
          <p14:tracePt t="10504" x="1352550" y="1720850"/>
          <p14:tracePt t="10521" x="1409700" y="1752600"/>
          <p14:tracePt t="10537" x="1473200" y="1771650"/>
          <p14:tracePt t="10554" x="1498600" y="1778000"/>
          <p14:tracePt t="10571" x="1549400" y="1790700"/>
          <p14:tracePt t="10587" x="1574800" y="1790700"/>
          <p14:tracePt t="10604" x="1593850" y="1790700"/>
          <p14:tracePt t="10620" x="1600200" y="1790700"/>
          <p14:tracePt t="10696" x="1600200" y="1797050"/>
          <p14:tracePt t="10710" x="1593850" y="1797050"/>
          <p14:tracePt t="10717" x="1587500" y="1797050"/>
          <p14:tracePt t="10724" x="1574800" y="1797050"/>
          <p14:tracePt t="10739" x="1568450" y="1797050"/>
          <p14:tracePt t="10753" x="1543050" y="1797050"/>
          <p14:tracePt t="10770" x="1504950" y="1803400"/>
          <p14:tracePt t="10787" x="1454150" y="1809750"/>
          <p14:tracePt t="10803" x="1435100" y="1809750"/>
          <p14:tracePt t="10819" x="1390650" y="1809750"/>
          <p14:tracePt t="10837" x="1377950" y="1809750"/>
          <p14:tracePt t="10853" x="1371600" y="1809750"/>
          <p14:tracePt t="10870" x="1365250" y="1809750"/>
          <p14:tracePt t="10955" x="1371600" y="1809750"/>
          <p14:tracePt t="10970" x="1384300" y="1809750"/>
          <p14:tracePt t="10990" x="1403350" y="1809750"/>
          <p14:tracePt t="10997" x="1428750" y="1809750"/>
          <p14:tracePt t="11006" x="1454150" y="1803400"/>
          <p14:tracePt t="11020" x="1492250" y="1803400"/>
          <p14:tracePt t="11036" x="1536700" y="1803400"/>
          <p14:tracePt t="11053" x="1612900" y="1803400"/>
          <p14:tracePt t="11069" x="1682750" y="1803400"/>
          <p14:tracePt t="11085" x="1701800" y="1803400"/>
          <p14:tracePt t="11103" x="1733550" y="1803400"/>
          <p14:tracePt t="11119" x="1746250" y="1803400"/>
          <p14:tracePt t="11135" x="1752600" y="1803400"/>
          <p14:tracePt t="11168" x="1727200" y="1803400"/>
          <p14:tracePt t="11186" x="1714500" y="1797050"/>
          <p14:tracePt t="11202" x="1644650" y="1790700"/>
          <p14:tracePt t="11219" x="1568450" y="1790700"/>
          <p14:tracePt t="11236" x="1473200" y="1784350"/>
          <p14:tracePt t="11252" x="1447800" y="1778000"/>
          <p14:tracePt t="11268" x="1428750" y="1778000"/>
          <p14:tracePt t="11285" x="1397000" y="1778000"/>
          <p14:tracePt t="11302" x="1390650" y="1778000"/>
          <p14:tracePt t="11318" x="1384300" y="1778000"/>
          <p14:tracePt t="11355" x="1390650" y="1778000"/>
          <p14:tracePt t="11371" x="1403350" y="1790700"/>
          <p14:tracePt t="11384" x="1416050" y="1797050"/>
          <p14:tracePt t="11401" x="1479550" y="1816100"/>
          <p14:tracePt t="11418" x="1574800" y="1841500"/>
          <p14:tracePt t="11434" x="1638300" y="1860550"/>
          <p14:tracePt t="11451" x="1790700" y="1911350"/>
          <p14:tracePt t="11468" x="1911350" y="1962150"/>
          <p14:tracePt t="11484" x="1981200" y="1987550"/>
          <p14:tracePt t="11501" x="2101850" y="2012950"/>
          <p14:tracePt t="11517" x="2184400" y="2044700"/>
          <p14:tracePt t="11534" x="2222500" y="2044700"/>
          <p14:tracePt t="11551" x="2279650" y="2044700"/>
          <p14:tracePt t="11567" x="2311400" y="2044700"/>
          <p14:tracePt t="11583" x="2317750" y="2044700"/>
          <p14:tracePt t="11601" x="2324100" y="2044700"/>
          <p14:tracePt t="11617" x="2324100" y="2038350"/>
          <p14:tracePt t="11634" x="2317750" y="2038350"/>
          <p14:tracePt t="11650" x="2286000" y="2025650"/>
          <p14:tracePt t="11667" x="2254250" y="2019300"/>
          <p14:tracePt t="11683" x="2184400" y="1993900"/>
          <p14:tracePt t="11700" x="2057400" y="1943100"/>
          <p14:tracePt t="11717" x="1993900" y="1924050"/>
          <p14:tracePt t="11734" x="1892300" y="1892300"/>
          <p14:tracePt t="11750" x="1797050" y="1854200"/>
          <p14:tracePt t="11767" x="1765300" y="1841500"/>
          <p14:tracePt t="11783" x="1733550" y="1822450"/>
          <p14:tracePt t="11800" x="1720850" y="1822450"/>
          <p14:tracePt t="11816" x="1714500" y="1822450"/>
          <p14:tracePt t="11902" x="1720850" y="1822450"/>
          <p14:tracePt t="11909" x="1727200" y="1828800"/>
          <p14:tracePt t="11919" x="1746250" y="1835150"/>
          <p14:tracePt t="11933" x="1758950" y="1847850"/>
          <p14:tracePt t="11950" x="1790700" y="1873250"/>
          <p14:tracePt t="11966" x="1879600" y="1924050"/>
          <p14:tracePt t="11983" x="2012950" y="1987550"/>
          <p14:tracePt t="12000" x="2070100" y="2006600"/>
          <p14:tracePt t="12015" x="2165350" y="2051050"/>
          <p14:tracePt t="12032" x="2209800" y="2063750"/>
          <p14:tracePt t="12050" x="2228850" y="2076450"/>
          <p14:tracePt t="12066" x="2235200" y="2076450"/>
          <p14:tracePt t="12082" x="2222500" y="2070100"/>
          <p14:tracePt t="12099" x="2171700" y="2038350"/>
          <p14:tracePt t="12115" x="2127250" y="2019300"/>
          <p14:tracePt t="12132" x="2012950" y="1968500"/>
          <p14:tracePt t="12149" x="1892300" y="1898650"/>
          <p14:tracePt t="12165" x="1822450" y="1866900"/>
          <p14:tracePt t="12182" x="1752600" y="1841500"/>
          <p14:tracePt t="12198" x="1587500" y="1797050"/>
          <p14:tracePt t="12215" x="1562100" y="1784350"/>
          <p14:tracePt t="12233" x="1530350" y="1784350"/>
          <p14:tracePt t="12248" x="1517650" y="1778000"/>
          <p14:tracePt t="12265" x="1511300" y="1778000"/>
          <p14:tracePt t="12408" x="1511300" y="1784350"/>
          <p14:tracePt t="12428" x="1524000" y="1790700"/>
          <p14:tracePt t="12443" x="1530350" y="1803400"/>
          <p14:tracePt t="12450" x="1530350" y="1809750"/>
          <p14:tracePt t="12464" x="1543050" y="1822450"/>
          <p14:tracePt t="12481" x="1574800" y="1847850"/>
          <p14:tracePt t="12498" x="1593850" y="1873250"/>
          <p14:tracePt t="12514" x="1638300" y="1917700"/>
          <p14:tracePt t="12530" x="1651000" y="1949450"/>
          <p14:tracePt t="12548" x="1676400" y="2019300"/>
          <p14:tracePt t="12564" x="1676400" y="2038350"/>
          <p14:tracePt t="12580" x="1670050" y="2057400"/>
          <p14:tracePt t="12597" x="1619250" y="2089150"/>
          <p14:tracePt t="12614" x="1543050" y="2101850"/>
          <p14:tracePt t="12630" x="1517650" y="2114550"/>
          <p14:tracePt t="12647" x="1435100" y="2127250"/>
          <p14:tracePt t="12663" x="1384300" y="2133600"/>
          <p14:tracePt t="12680" x="1365250" y="2139950"/>
          <p14:tracePt t="12696" x="1327150" y="2152650"/>
          <p14:tracePt t="12713" x="1314450" y="2159000"/>
          <p14:tracePt t="12730" x="1308100" y="2159000"/>
          <p14:tracePt t="12758" x="1301750" y="2165350"/>
          <p14:tracePt t="12961" x="1301750" y="2171700"/>
          <p14:tracePt t="12969" x="1289050" y="2178050"/>
          <p14:tracePt t="12983" x="1282700" y="2190750"/>
          <p14:tracePt t="12995" x="1276350" y="2203450"/>
          <p14:tracePt t="13013" x="1263650" y="2222500"/>
          <p14:tracePt t="13029" x="1257300" y="2228850"/>
          <p14:tracePt t="13046" x="1244600" y="2241550"/>
          <p14:tracePt t="13062" x="1244600" y="2247900"/>
          <p14:tracePt t="13095" x="1238250" y="2247900"/>
          <p14:tracePt t="13123" x="1238250" y="2254250"/>
          <p14:tracePt t="13172" x="1238250" y="2260600"/>
          <p14:tracePt t="13179" x="1244600" y="2260600"/>
          <p14:tracePt t="13193" x="1250950" y="2266950"/>
          <p14:tracePt t="13200" x="1257300" y="2266950"/>
          <p14:tracePt t="13215" x="1263650" y="2266950"/>
          <p14:tracePt t="13229" x="1270000" y="2273300"/>
          <p14:tracePt t="13245" x="1301750" y="2286000"/>
          <p14:tracePt t="13262" x="1314450" y="2286000"/>
          <p14:tracePt t="13278" x="1346200" y="2298700"/>
          <p14:tracePt t="13295" x="1365250" y="2311400"/>
          <p14:tracePt t="13312" x="1377950" y="2317750"/>
          <p14:tracePt t="13328" x="1377950" y="2324100"/>
          <p14:tracePt t="13344" x="1371600" y="2330450"/>
          <p14:tracePt t="13361" x="1365250" y="2330450"/>
          <p14:tracePt t="13377" x="1346200" y="2330450"/>
          <p14:tracePt t="13394" x="1333500" y="2336800"/>
          <p14:tracePt t="13411" x="1320800" y="2343150"/>
          <p14:tracePt t="13427" x="1314450" y="2343150"/>
          <p14:tracePt t="13444" x="1308100" y="2343150"/>
          <p14:tracePt t="13461" x="1301750" y="2343150"/>
          <p14:tracePt t="13523" x="1301750" y="2349500"/>
          <p14:tracePt t="13530" x="1308100" y="2349500"/>
          <p14:tracePt t="13547" x="1314450" y="2349500"/>
          <p14:tracePt t="13561" x="1320800" y="2349500"/>
          <p14:tracePt t="13577" x="1327150" y="2349500"/>
          <p14:tracePt t="13596" x="1333500" y="2349500"/>
          <p14:tracePt t="13610" x="1339850" y="2349500"/>
          <p14:tracePt t="13627" x="1346200" y="2349500"/>
          <p14:tracePt t="13643" x="1352550" y="2349500"/>
          <p14:tracePt t="13663" x="1358900" y="2349500"/>
          <p14:tracePt t="13677" x="1365250" y="2349500"/>
          <p14:tracePt t="13705" x="1365250" y="2355850"/>
          <p14:tracePt t="13754" x="1365250" y="2362200"/>
          <p14:tracePt t="13832" x="1365250" y="2368550"/>
          <p14:tracePt t="13874" x="1358900" y="2368550"/>
          <p14:tracePt t="13902" x="1352550" y="2368550"/>
          <p14:tracePt t="13923" x="1339850" y="2368550"/>
          <p14:tracePt t="13937" x="1333500" y="2368550"/>
          <p14:tracePt t="13951" x="1327150" y="2368550"/>
          <p14:tracePt t="13972" x="1320800" y="2368550"/>
          <p14:tracePt t="13993" x="1314450" y="2368550"/>
          <p14:tracePt t="14007" x="1308100" y="2362200"/>
          <p14:tracePt t="14021" x="1301750" y="2362200"/>
          <p14:tracePt t="14043" x="1295400" y="2362200"/>
          <p14:tracePt t="14091" x="1301750" y="2362200"/>
          <p14:tracePt t="14112" x="1308100" y="2362200"/>
          <p14:tracePt t="14127" x="1314450" y="2362200"/>
          <p14:tracePt t="14147" x="1327150" y="2368550"/>
          <p14:tracePt t="14154" x="1339850" y="2368550"/>
          <p14:tracePt t="14161" x="1346200" y="2368550"/>
          <p14:tracePt t="14177" x="1358900" y="2368550"/>
          <p14:tracePt t="14191" x="1384300" y="2368550"/>
          <p14:tracePt t="14208" x="1416050" y="2368550"/>
          <p14:tracePt t="14225" x="1441450" y="2368550"/>
          <p14:tracePt t="14241" x="1454150" y="2374900"/>
          <p14:tracePt t="14258" x="1460500" y="2374900"/>
          <p14:tracePt t="14274" x="1466850" y="2374900"/>
          <p14:tracePt t="14323" x="1460500" y="2374900"/>
          <p14:tracePt t="14337" x="1454150" y="2374900"/>
          <p14:tracePt t="14359" x="1447800" y="2374900"/>
          <p14:tracePt t="14364" x="1441450" y="2374900"/>
          <p14:tracePt t="14374" x="1428750" y="2374900"/>
          <p14:tracePt t="14391" x="1422400" y="2374900"/>
          <p14:tracePt t="14408" x="1397000" y="2374900"/>
          <p14:tracePt t="14424" x="1397000" y="2381250"/>
          <p14:tracePt t="14441" x="1384300" y="2381250"/>
          <p14:tracePt t="14457" x="1377950" y="2381250"/>
          <p14:tracePt t="14474" x="1371600" y="2381250"/>
          <p14:tracePt t="14526" x="1377950" y="2381250"/>
          <p14:tracePt t="14533" x="1384300" y="2381250"/>
          <p14:tracePt t="14547" x="1390650" y="2381250"/>
          <p14:tracePt t="14556" x="1397000" y="2381250"/>
          <p14:tracePt t="14573" x="1422400" y="2381250"/>
          <p14:tracePt t="14590" x="1460500" y="2381250"/>
          <p14:tracePt t="14607" x="1498600" y="2381250"/>
          <p14:tracePt t="14624" x="1543050" y="2381250"/>
          <p14:tracePt t="14640" x="1562100" y="2381250"/>
          <p14:tracePt t="14657" x="1587500" y="2381250"/>
          <p14:tracePt t="14674" x="1606550" y="2381250"/>
          <p14:tracePt t="14716" x="1612900" y="2381250"/>
          <p14:tracePt t="15594" x="1631950" y="2381250"/>
          <p14:tracePt t="15609" x="1670050" y="2368550"/>
          <p14:tracePt t="15616" x="1701800" y="2362200"/>
          <p14:tracePt t="15629" x="1733550" y="2355850"/>
          <p14:tracePt t="15639" x="1752600" y="2355850"/>
          <p14:tracePt t="15653" x="1790700" y="2355850"/>
          <p14:tracePt t="15670" x="1847850" y="2355850"/>
          <p14:tracePt t="15686" x="1930400" y="2355850"/>
          <p14:tracePt t="15703" x="1968500" y="2355850"/>
          <p14:tracePt t="15721" x="2019300" y="2355850"/>
          <p14:tracePt t="15736" x="2178050" y="2355850"/>
          <p14:tracePt t="15753" x="2228850" y="2355850"/>
          <p14:tracePt t="15770" x="2305050" y="2355850"/>
          <p14:tracePt t="15786" x="2336800" y="2355850"/>
          <p14:tracePt t="15803" x="2374900" y="2355850"/>
          <p14:tracePt t="15820" x="2400300" y="2355850"/>
          <p14:tracePt t="15836" x="2406650" y="2355850"/>
          <p14:tracePt t="15852" x="2413000" y="2355850"/>
          <p14:tracePt t="15869" x="2413000" y="2362200"/>
          <p14:tracePt t="15903" x="2400300" y="2368550"/>
          <p14:tracePt t="15918" x="2374900" y="2381250"/>
          <p14:tracePt t="15935" x="2362200" y="2387600"/>
          <p14:tracePt t="15952" x="2305050" y="2413000"/>
          <p14:tracePt t="15969" x="2190750" y="2451100"/>
          <p14:tracePt t="15988" x="2051050" y="2476500"/>
          <p14:tracePt t="16002" x="1955800" y="2501900"/>
          <p14:tracePt t="16018" x="1797050" y="2540000"/>
          <p14:tracePt t="16035" x="1720850" y="2559050"/>
          <p14:tracePt t="16051" x="1600200" y="2584450"/>
          <p14:tracePt t="16069" x="1549400" y="2597150"/>
          <p14:tracePt t="16086" x="1454150" y="2622550"/>
          <p14:tracePt t="16102" x="1435100" y="2622550"/>
          <p14:tracePt t="16118" x="1422400" y="2628900"/>
          <p14:tracePt t="16135" x="1397000" y="2628900"/>
          <p14:tracePt t="16151" x="1365250" y="2635250"/>
          <p14:tracePt t="16168" x="1352550" y="2641600"/>
          <p14:tracePt t="16185" x="1333500" y="2641600"/>
          <p14:tracePt t="16201" x="1308100" y="2641600"/>
          <p14:tracePt t="16218" x="1301750" y="2641600"/>
          <p14:tracePt t="16234" x="1295400" y="2647950"/>
          <p14:tracePt t="16338" x="1301750" y="2647950"/>
          <p14:tracePt t="16352" x="1314450" y="2647950"/>
          <p14:tracePt t="16359" x="1333500" y="2647950"/>
          <p14:tracePt t="16368" x="1365250" y="2641600"/>
          <p14:tracePt t="16383" x="1409700" y="2635250"/>
          <p14:tracePt t="16401" x="1460500" y="2635250"/>
          <p14:tracePt t="16417" x="1555750" y="2616200"/>
          <p14:tracePt t="16434" x="1670050" y="2609850"/>
          <p14:tracePt t="16451" x="1746250" y="2609850"/>
          <p14:tracePt t="16467" x="1771650" y="2609850"/>
          <p14:tracePt t="16484" x="1803400" y="2603500"/>
          <p14:tracePt t="16500" x="1822450" y="2603500"/>
          <p14:tracePt t="16517" x="1828800" y="2603500"/>
          <p14:tracePt t="16787" x="1866900" y="2597150"/>
          <p14:tracePt t="16801" x="1949450" y="2584450"/>
          <p14:tracePt t="16808" x="2051050" y="2578100"/>
          <p14:tracePt t="16822" x="2139950" y="2578100"/>
          <p14:tracePt t="16832" x="2241550" y="2565400"/>
          <p14:tracePt t="16849" x="2317750" y="2552700"/>
          <p14:tracePt t="16865" x="2444750" y="2546350"/>
          <p14:tracePt t="16882" x="2514600" y="2546350"/>
          <p14:tracePt t="16900" x="2552700" y="2546350"/>
          <p14:tracePt t="16915" x="2559050" y="2546350"/>
          <p14:tracePt t="16932" x="2571750" y="2546350"/>
          <p14:tracePt t="16949" x="2578100" y="2546350"/>
          <p14:tracePt t="17061" x="2584450" y="2546350"/>
          <p14:tracePt t="17103" x="2590800" y="2546350"/>
          <p14:tracePt t="17138" x="2597150" y="2546350"/>
          <p14:tracePt t="17152" x="2609850" y="2546350"/>
          <p14:tracePt t="17159" x="2628900" y="2546350"/>
          <p14:tracePt t="17173" x="2654300" y="2546350"/>
          <p14:tracePt t="17182" x="2698750" y="2552700"/>
          <p14:tracePt t="17197" x="2755900" y="2565400"/>
          <p14:tracePt t="17215" x="2908300" y="2584450"/>
          <p14:tracePt t="17231" x="3079750" y="2603500"/>
          <p14:tracePt t="17247" x="3155950" y="2622550"/>
          <p14:tracePt t="17265" x="3314700" y="2641600"/>
          <p14:tracePt t="17281" x="3397250" y="2660650"/>
          <p14:tracePt t="17298" x="3422650" y="2660650"/>
          <p14:tracePt t="17314" x="3448050" y="2660650"/>
          <p14:tracePt t="17331" x="3454400" y="2660650"/>
          <p14:tracePt t="17348" x="3460750" y="2660650"/>
          <p14:tracePt t="17404" x="3448050" y="2660650"/>
          <p14:tracePt t="17412" x="3435350" y="2667000"/>
          <p14:tracePt t="17418" x="3416300" y="2673350"/>
          <p14:tracePt t="17434" x="3397250" y="2673350"/>
          <p14:tracePt t="17447" x="3346450" y="2679700"/>
          <p14:tracePt t="17464" x="3200400" y="2692400"/>
          <p14:tracePt t="17480" x="3098800" y="2698750"/>
          <p14:tracePt t="17497" x="2882900" y="2717800"/>
          <p14:tracePt t="17513" x="2692400" y="2743200"/>
          <p14:tracePt t="17530" x="2546350" y="2762250"/>
          <p14:tracePt t="17546" x="2508250" y="2762250"/>
          <p14:tracePt t="17563" x="2470150" y="2768600"/>
          <p14:tracePt t="17580" x="2451100" y="2768600"/>
          <p14:tracePt t="17692" x="2457450" y="2768600"/>
          <p14:tracePt t="17699" x="2463800" y="2768600"/>
          <p14:tracePt t="17715" x="2476500" y="2768600"/>
          <p14:tracePt t="17729" x="2489200" y="2762250"/>
          <p14:tracePt t="17746" x="2520950" y="2755900"/>
          <p14:tracePt t="17763" x="2603500" y="2736850"/>
          <p14:tracePt t="17779" x="2660650" y="2730500"/>
          <p14:tracePt t="17796" x="2768600" y="2705100"/>
          <p14:tracePt t="17812" x="2863850" y="2667000"/>
          <p14:tracePt t="17829" x="2895600" y="2660650"/>
          <p14:tracePt t="17846" x="2921000" y="2641600"/>
          <p14:tracePt t="17862" x="2927350" y="2622550"/>
          <p14:tracePt t="17879" x="2914650" y="2609850"/>
          <p14:tracePt t="17896" x="2870200" y="2571750"/>
          <p14:tracePt t="17912" x="2781300" y="2520950"/>
          <p14:tracePt t="17928" x="2736850" y="2501900"/>
          <p14:tracePt t="17945" x="2622550" y="2457450"/>
          <p14:tracePt t="17962" x="2546350" y="2425700"/>
          <p14:tracePt t="17978" x="2387600" y="2393950"/>
          <p14:tracePt t="17995" x="2228850" y="2343150"/>
          <p14:tracePt t="18012" x="2152650" y="2324100"/>
          <p14:tracePt t="18029" x="2006600" y="2286000"/>
          <p14:tracePt t="18045" x="1898650" y="2279650"/>
          <p14:tracePt t="18061" x="1854200" y="2273300"/>
          <p14:tracePt t="18078" x="1797050" y="2260600"/>
          <p14:tracePt t="18095" x="1765300" y="2260600"/>
          <p14:tracePt t="18112" x="1758950" y="2260600"/>
          <p14:tracePt t="18128" x="1752600" y="2260600"/>
          <p14:tracePt t="18155" x="1746250" y="2260600"/>
          <p14:tracePt t="18183" x="1746250" y="2247900"/>
          <p14:tracePt t="18190" x="1739900" y="2247900"/>
          <p14:tracePt t="18204" x="1733550" y="2235200"/>
          <p14:tracePt t="18214" x="1727200" y="2222500"/>
          <p14:tracePt t="18227" x="1720850" y="2190750"/>
          <p14:tracePt t="18244" x="1708150" y="2171700"/>
          <p14:tracePt t="18261" x="1682750" y="2082800"/>
          <p14:tracePt t="18277" x="1670050" y="2038350"/>
          <p14:tracePt t="18294" x="1657350" y="2000250"/>
          <p14:tracePt t="18311" x="1651000" y="1930400"/>
          <p14:tracePt t="18327" x="1644650" y="1866900"/>
          <p14:tracePt t="18344" x="1644650" y="1860550"/>
          <p14:tracePt t="18360" x="1644650" y="1841500"/>
          <p14:tracePt t="18377" x="1644650" y="1835150"/>
          <p14:tracePt t="18435" x="1651000" y="1828800"/>
          <p14:tracePt t="18444" x="1657350" y="1828800"/>
          <p14:tracePt t="18464" x="1670050" y="1822450"/>
          <p14:tracePt t="18471" x="1682750" y="1816100"/>
          <p14:tracePt t="18485" x="1708150" y="1809750"/>
          <p14:tracePt t="18494" x="1727200" y="1803400"/>
          <p14:tracePt t="18510" x="1746250" y="1790700"/>
          <p14:tracePt t="18527" x="1797050" y="1765300"/>
          <p14:tracePt t="18543" x="1822450" y="1752600"/>
          <p14:tracePt t="18560" x="1828800" y="1752600"/>
          <p14:tracePt t="18583" x="1816100" y="1765300"/>
          <p14:tracePt t="18597" x="1797050" y="1771650"/>
          <p14:tracePt t="18609" x="1778000" y="1797050"/>
          <p14:tracePt t="18627" x="1708150" y="1860550"/>
          <p14:tracePt t="18644" x="1670050" y="1898650"/>
          <p14:tracePt t="18660" x="1600200" y="1987550"/>
          <p14:tracePt t="18675" x="1568450" y="2063750"/>
          <p14:tracePt t="18693" x="1562100" y="2095500"/>
          <p14:tracePt t="18710" x="1543050" y="2120900"/>
          <p14:tracePt t="18726" x="1536700" y="2133600"/>
          <p14:tracePt t="18743" x="1536700" y="2139950"/>
          <p14:tracePt t="18885" x="1543050" y="2139950"/>
          <p14:tracePt t="18893" x="1549400" y="2146300"/>
          <p14:tracePt t="18906" x="1555750" y="2146300"/>
          <p14:tracePt t="18913" x="1568450" y="2146300"/>
          <p14:tracePt t="18928" x="1587500" y="2146300"/>
          <p14:tracePt t="18942" x="1612900" y="2146300"/>
          <p14:tracePt t="18958" x="1714500" y="2146300"/>
          <p14:tracePt t="18975" x="1765300" y="2159000"/>
          <p14:tracePt t="18992" x="1885950" y="2159000"/>
          <p14:tracePt t="19008" x="1962150" y="2165350"/>
          <p14:tracePt t="19025" x="2012950" y="2165350"/>
          <p14:tracePt t="19041" x="2032000" y="2165350"/>
          <p14:tracePt t="19058" x="2057400" y="2171700"/>
          <p14:tracePt t="19075" x="2070100" y="2171700"/>
          <p14:tracePt t="19091" x="2076450" y="2171700"/>
          <p14:tracePt t="19138" x="2082800" y="2171700"/>
          <p14:tracePt t="19166" x="2082800" y="2178050"/>
          <p14:tracePt t="19172" x="2095500" y="2184400"/>
          <p14:tracePt t="19187" x="2108200" y="2190750"/>
          <p14:tracePt t="19194" x="2127250" y="2203450"/>
          <p14:tracePt t="19210" x="2146300" y="2216150"/>
          <p14:tracePt t="19224" x="2178050" y="2235200"/>
          <p14:tracePt t="19241" x="2273300" y="2279650"/>
          <p14:tracePt t="19257" x="2400300" y="2355850"/>
          <p14:tracePt t="19274" x="2470150" y="2406650"/>
          <p14:tracePt t="19291" x="2622550" y="2482850"/>
          <p14:tracePt t="19307" x="2749550" y="2565400"/>
          <p14:tracePt t="19324" x="2800350" y="2584450"/>
          <p14:tracePt t="19341" x="2863850" y="2616200"/>
          <p14:tracePt t="19357" x="2901950" y="2628900"/>
          <p14:tracePt t="19373" x="2908300" y="2628900"/>
          <p14:tracePt t="19391" x="2908300" y="2635250"/>
          <p14:tracePt t="19446" x="2895600" y="2635250"/>
          <p14:tracePt t="19453" x="2876550" y="2641600"/>
          <p14:tracePt t="19468" x="2844800" y="2654300"/>
          <p14:tracePt t="19476" x="2794000" y="2660650"/>
          <p14:tracePt t="19490" x="2736850" y="2667000"/>
          <p14:tracePt t="19506" x="2660650" y="2692400"/>
          <p14:tracePt t="19524" x="2349500" y="2730500"/>
          <p14:tracePt t="19539" x="2247900" y="2743200"/>
          <p14:tracePt t="19556" x="2133600" y="2762250"/>
          <p14:tracePt t="19573" x="1943100" y="2794000"/>
          <p14:tracePt t="19589" x="1784350" y="2813050"/>
          <p14:tracePt t="19606" x="1708150" y="2819400"/>
          <p14:tracePt t="19623" x="1600200" y="2838450"/>
          <p14:tracePt t="19639" x="1517650" y="2857500"/>
          <p14:tracePt t="19657" x="1460500" y="2870200"/>
          <p14:tracePt t="19673" x="1447800" y="2876550"/>
          <p14:tracePt t="19690" x="1428750" y="2882900"/>
          <p14:tracePt t="19706" x="1422400" y="2882900"/>
          <p14:tracePt t="19825" x="1435100" y="2882900"/>
          <p14:tracePt t="19840" x="1447800" y="2882900"/>
          <p14:tracePt t="19846" x="1460500" y="2882900"/>
          <p14:tracePt t="19861" x="1479550" y="2882900"/>
          <p14:tracePt t="19872" x="1517650" y="2889250"/>
          <p14:tracePt t="19889" x="1625600" y="2908300"/>
          <p14:tracePt t="19905" x="1701800" y="2921000"/>
          <p14:tracePt t="19922" x="1873250" y="2946400"/>
          <p14:tracePt t="19938" x="2051050" y="2990850"/>
          <p14:tracePt t="19955" x="2146300" y="2997200"/>
          <p14:tracePt t="19972" x="2273300" y="3016250"/>
          <p14:tracePt t="19988" x="2374900" y="3016250"/>
          <p14:tracePt t="20005" x="2406650" y="3016250"/>
          <p14:tracePt t="20022" x="2444750" y="3016250"/>
          <p14:tracePt t="20038" x="2482850" y="3016250"/>
          <p14:tracePt t="20054" x="2489200" y="3016250"/>
          <p14:tracePt t="20071" x="2501900" y="3009900"/>
          <p14:tracePt t="20088" x="2520950" y="3003550"/>
          <p14:tracePt t="20104" x="2527300" y="3003550"/>
          <p14:tracePt t="20121" x="2540000" y="2997200"/>
          <p14:tracePt t="20138" x="2552700" y="2990850"/>
          <p14:tracePt t="20155" x="2590800" y="2971800"/>
          <p14:tracePt t="20171" x="2603500" y="2971800"/>
          <p14:tracePt t="20187" x="2616200" y="2965450"/>
          <p14:tracePt t="20204" x="2641600" y="2959100"/>
          <p14:tracePt t="20221" x="2660650" y="2959100"/>
          <p14:tracePt t="20237" x="2673350" y="2965450"/>
          <p14:tracePt t="20254" x="2686050" y="2990850"/>
          <p14:tracePt t="20270" x="2711450" y="3079750"/>
          <p14:tracePt t="20287" x="2711450" y="3155950"/>
          <p14:tracePt t="20303" x="2717800" y="3359150"/>
          <p14:tracePt t="20320" x="2692400" y="3683000"/>
          <p14:tracePt t="20338" x="2654300" y="4121150"/>
          <p14:tracePt t="20353" x="2603500" y="4394200"/>
          <p14:tracePt t="20370" x="2559050" y="4927600"/>
          <p14:tracePt t="20387" x="2482850" y="5473700"/>
          <p14:tracePt t="20404" x="2470150" y="5689600"/>
          <p14:tracePt t="20420" x="2444750" y="5886450"/>
          <p14:tracePt t="20437" x="2381250" y="6248400"/>
          <p14:tracePt t="20453" x="2362200" y="6337300"/>
          <p14:tracePt t="20470" x="2317750" y="6438900"/>
          <p14:tracePt t="20486" x="2292350" y="6457950"/>
          <p14:tracePt t="20503" x="2266950" y="6489700"/>
          <p14:tracePt t="20520" x="2235200" y="6496050"/>
          <p14:tracePt t="20536" x="2216150" y="6496050"/>
          <p14:tracePt t="20553" x="2197100" y="6496050"/>
          <p14:tracePt t="20570" x="2178050" y="6496050"/>
          <p14:tracePt t="20619" x="2095500" y="6483350"/>
          <p14:tracePt t="20636" x="2063750" y="6477000"/>
          <p14:tracePt t="20653" x="2006600" y="6457950"/>
          <p14:tracePt t="20669" x="1949450" y="6438900"/>
          <p14:tracePt t="20686" x="1924050" y="6419850"/>
          <p14:tracePt t="20703" x="1873250" y="6400800"/>
          <p14:tracePt t="20719" x="1822450" y="6381750"/>
          <p14:tracePt t="20736" x="1797050" y="6375400"/>
          <p14:tracePt t="20753" x="1758950" y="6350000"/>
          <p14:tracePt t="20769" x="1733550" y="6343650"/>
          <p14:tracePt t="20785" x="1682750" y="6318250"/>
          <p14:tracePt t="20803" x="1625600" y="6299200"/>
          <p14:tracePt t="20818" x="1587500" y="6292850"/>
          <p14:tracePt t="20836" x="1524000" y="6273800"/>
          <p14:tracePt t="20852" x="1454150" y="6261100"/>
          <p14:tracePt t="20868" x="1416050" y="6254750"/>
          <p14:tracePt t="20885" x="1358900" y="6254750"/>
          <p14:tracePt t="20902" x="1320800" y="6254750"/>
          <p14:tracePt t="20918" x="1308100" y="6254750"/>
          <p14:tracePt t="20935" x="1276350" y="6254750"/>
          <p14:tracePt t="20952" x="1250950" y="6254750"/>
          <p14:tracePt t="20969" x="1225550" y="6254750"/>
          <p14:tracePt t="20985" x="1212850" y="6254750"/>
          <p14:tracePt t="21001" x="1187450" y="6254750"/>
          <p14:tracePt t="21018" x="1174750" y="6261100"/>
          <p14:tracePt t="21035" x="1149350" y="6267450"/>
          <p14:tracePt t="21051" x="1130300" y="6267450"/>
          <p14:tracePt t="21068" x="1066800" y="6267450"/>
          <p14:tracePt t="21084" x="1047750" y="6273800"/>
          <p14:tracePt t="21101" x="1022350" y="6273800"/>
          <p14:tracePt t="21117" x="984250" y="6273800"/>
          <p14:tracePt t="21134" x="958850" y="6273800"/>
          <p14:tracePt t="21151" x="946150" y="6273800"/>
          <p14:tracePt t="21167" x="939800" y="6273800"/>
          <p14:tracePt t="21184" x="933450" y="6267450"/>
          <p14:tracePt t="21201" x="920750" y="6261100"/>
          <p14:tracePt t="21243" x="914400" y="6261100"/>
          <p14:tracePt t="21313" x="914400" y="6254750"/>
          <p14:tracePt t="21418" x="914400" y="6248400"/>
          <p14:tracePt t="21572" x="920750" y="6242050"/>
          <p14:tracePt t="21579" x="933450" y="6235700"/>
          <p14:tracePt t="21593" x="946150" y="6229350"/>
          <p14:tracePt t="21602" x="958850" y="6216650"/>
          <p14:tracePt t="21616" x="990600" y="6197600"/>
          <p14:tracePt t="21633" x="1092200" y="6153150"/>
          <p14:tracePt t="21650" x="1168400" y="6134100"/>
          <p14:tracePt t="21665" x="1352550" y="6051550"/>
          <p14:tracePt t="21683" x="1504950" y="6007100"/>
          <p14:tracePt t="21699" x="2076450" y="5772150"/>
          <p14:tracePt t="21716" x="2298700" y="5670550"/>
          <p14:tracePt t="21732" x="2489200" y="5607050"/>
          <p14:tracePt t="21749" x="2813050" y="5480050"/>
          <p14:tracePt t="21765" x="3035300" y="5378450"/>
          <p14:tracePt t="21782" x="3130550" y="5340350"/>
          <p14:tracePt t="21799" x="3263900" y="5270500"/>
          <p14:tracePt t="21815" x="3365500" y="5226050"/>
          <p14:tracePt t="21833" x="3467100" y="5181600"/>
          <p14:tracePt t="21849" x="3524250" y="5156200"/>
          <p14:tracePt t="21865" x="3632200" y="5105400"/>
          <p14:tracePt t="21882" x="3714750" y="5080000"/>
          <p14:tracePt t="21898" x="3746500" y="5067300"/>
          <p14:tracePt t="21915" x="3784600" y="5054600"/>
          <p14:tracePt t="21931" x="3797300" y="5054600"/>
          <p14:tracePt t="21948" x="3816350" y="5060950"/>
          <p14:tracePt t="21964" x="3860800" y="504190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decorators2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print("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return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Hi, "+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("Alice")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None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#Since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the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wrapper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doesn’t explicitly return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#a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value, the call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to 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return_greetin</a:t>
            </a:r>
            <a:r>
              <a:rPr lang="en-US" altLang="en-US" sz="2400" spc="-1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</a:t>
            </a:r>
            <a:r>
              <a:rPr lang="en-US" alt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Non</a:t>
            </a:r>
            <a:r>
              <a:rPr lang="en-US" alt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400" spc="-1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.</a:t>
            </a:r>
            <a:endParaRPr lang="en-US" altLang="en-US" sz="240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 wrap="none"/>
          <a:lstStyle/>
          <a:p>
            <a:r>
              <a:rPr lang="en-US" b="1" dirty="0"/>
              <a:t>Returning a value from a decorator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200" y="685800"/>
            <a:ext cx="838200" cy="5334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17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ts val="0"/>
              </a:spcBef>
            </a:pPr>
            <a:endParaRPr lang="en-US" altLang="en-US" sz="24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decorators3.py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new_new_do_twice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func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def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b="1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latin typeface="Lucida Console" panose="020B0609040504020204" pitchFamily="49" charset="0"/>
              </a:rPr>
              <a:t>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args</a:t>
            </a:r>
            <a:r>
              <a:rPr lang="en-US" altLang="en-US" sz="2400" b="1" dirty="0">
                <a:latin typeface="Lucida Console" panose="020B0609040504020204" pitchFamily="49" charset="0"/>
              </a:rPr>
              <a:t>, **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kwargs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return 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wrap_do2x</a:t>
            </a: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decorators3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new_new_do_twice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new_new_do_twice</a:t>
            </a:r>
            <a:endParaRPr lang="en-US" altLang="en-US" sz="2400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400" dirty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print("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 return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Hi, "+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return_greeting</a:t>
            </a:r>
            <a:r>
              <a:rPr lang="en-US" altLang="en-US" sz="2400" dirty="0">
                <a:latin typeface="Lucida Console" panose="020B0609040504020204" pitchFamily="49" charset="0"/>
              </a:rPr>
              <a:t>("Alice")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Creating greeting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print(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hi_alice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Hi, Alice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2707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174"/>
    </mc:Choice>
    <mc:Fallback>
      <p:transition spd="slow" advTm="1011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</p:bldLst>
  </p:timing>
  <p:extLst>
    <p:ext uri="{3A86A75C-4F4B-4683-9AE1-C65F6400EC91}">
      <p14:laserTraceLst xmlns:p14="http://schemas.microsoft.com/office/powerpoint/2010/main">
        <p14:tracePtLst>
          <p14:tracePt t="721" x="3397250" y="1117600"/>
          <p14:tracePt t="729" x="3397250" y="1168400"/>
          <p14:tracePt t="738" x="3409950" y="1263650"/>
          <p14:tracePt t="756" x="3429000" y="1555750"/>
          <p14:tracePt t="772" x="3435350" y="1758950"/>
          <p14:tracePt t="789" x="3460750" y="2025650"/>
          <p14:tracePt t="806" x="3473450" y="2501900"/>
          <p14:tracePt t="822" x="3467100" y="2794000"/>
          <p14:tracePt t="839" x="3454400" y="3098800"/>
          <p14:tracePt t="855" x="3409950" y="3454400"/>
          <p14:tracePt t="872" x="3409950" y="3657600"/>
          <p14:tracePt t="888" x="3390900" y="3854450"/>
          <p14:tracePt t="905" x="3340100" y="4114800"/>
          <p14:tracePt t="922" x="3302000" y="4318000"/>
          <p14:tracePt t="939" x="3187700" y="4533900"/>
          <p14:tracePt t="955" x="3124200" y="4673600"/>
          <p14:tracePt t="971" x="3060700" y="4775200"/>
          <p14:tracePt t="988" x="2901950" y="4965700"/>
          <p14:tracePt t="1005" x="2794000" y="5048250"/>
          <p14:tracePt t="1021" x="2705100" y="5092700"/>
          <p14:tracePt t="1038" x="2552700" y="5175250"/>
          <p14:tracePt t="1054" x="2451100" y="5219700"/>
          <p14:tracePt t="1072" x="2355850" y="5257800"/>
          <p14:tracePt t="1088" x="2222500" y="5314950"/>
          <p14:tracePt t="1104" x="2101850" y="5372100"/>
          <p14:tracePt t="1122" x="2006600" y="5384800"/>
          <p14:tracePt t="1138" x="1873250" y="5441950"/>
          <p14:tracePt t="1154" x="1809750" y="5473700"/>
          <p14:tracePt t="1171" x="1695450" y="5524500"/>
          <p14:tracePt t="1187" x="1625600" y="5537200"/>
          <p14:tracePt t="1204" x="1574800" y="5556250"/>
          <p14:tracePt t="1221" x="1524000" y="5581650"/>
          <p14:tracePt t="1237" x="1511300" y="5594350"/>
          <p14:tracePt t="1255" x="1511300" y="5619750"/>
          <p14:tracePt t="1270" x="1492250" y="5657850"/>
          <p14:tracePt t="1287" x="1511300" y="5695950"/>
          <p14:tracePt t="1305" x="1543050" y="5740400"/>
          <p14:tracePt t="1321" x="1574800" y="5784850"/>
          <p14:tracePt t="1337" x="1600200" y="5822950"/>
          <p14:tracePt t="1353" x="1651000" y="5861050"/>
          <p14:tracePt t="1370" x="1689100" y="5911850"/>
          <p14:tracePt t="1387" x="1714500" y="5956300"/>
          <p14:tracePt t="1390" x="1739900" y="5969000"/>
          <p14:tracePt t="1404" x="1784350" y="6000750"/>
          <p14:tracePt t="1420" x="1822450" y="6019800"/>
          <p14:tracePt t="1437" x="1905000" y="6045200"/>
          <p14:tracePt t="1453" x="1962150" y="6051550"/>
          <p14:tracePt t="1470" x="2032000" y="6038850"/>
          <p14:tracePt t="1487" x="2152650" y="6057900"/>
          <p14:tracePt t="1503" x="2203450" y="6057900"/>
          <p14:tracePt t="1519" x="2228850" y="6057900"/>
          <p14:tracePt t="1536" x="2247900" y="6064250"/>
          <p14:tracePt t="1553" x="2254250" y="6064250"/>
          <p14:tracePt t="1570" x="2260600" y="6064250"/>
          <p14:tracePt t="1586" x="2266950" y="6064250"/>
          <p14:tracePt t="1602" x="2273300" y="6064250"/>
          <p14:tracePt t="2698" x="2279650" y="6051550"/>
          <p14:tracePt t="2705" x="2298700" y="6032500"/>
          <p14:tracePt t="2715" x="2324100" y="6013450"/>
          <p14:tracePt t="2733" x="2368550" y="5956300"/>
          <p14:tracePt t="2749" x="2476500" y="5842000"/>
          <p14:tracePt t="2765" x="2584450" y="5727700"/>
          <p14:tracePt t="2783" x="2768600" y="5480050"/>
          <p14:tracePt t="2799" x="2882900" y="5276850"/>
          <p14:tracePt t="2815" x="2978150" y="5054600"/>
          <p14:tracePt t="2832" x="3105150" y="4718050"/>
          <p14:tracePt t="2848" x="3155950" y="4508500"/>
          <p14:tracePt t="2865" x="3200400" y="4292600"/>
          <p14:tracePt t="2882" x="3263900" y="3994150"/>
          <p14:tracePt t="2898" x="3302000" y="3797300"/>
          <p14:tracePt t="2915" x="3333750" y="3619500"/>
          <p14:tracePt t="2931" x="3371850" y="3321050"/>
          <p14:tracePt t="2948" x="3403600" y="3117850"/>
          <p14:tracePt t="2965" x="3403600" y="2895600"/>
          <p14:tracePt t="2981" x="3384550" y="2813050"/>
          <p14:tracePt t="2998" x="3365500" y="2774950"/>
          <p14:tracePt t="3015" x="3346450" y="2724150"/>
          <p14:tracePt t="3031" x="3327400" y="2698750"/>
          <p14:tracePt t="3048" x="3308350" y="2673350"/>
          <p14:tracePt t="3064" x="3302000" y="2641600"/>
          <p14:tracePt t="3081" x="3295650" y="2616200"/>
          <p14:tracePt t="3098" x="3295650" y="2609850"/>
          <p14:tracePt t="3134" x="3295650" y="2603500"/>
          <p14:tracePt t="3150" x="3295650" y="2590800"/>
          <p14:tracePt t="3164" x="3295650" y="2578100"/>
          <p14:tracePt t="3601" x="3295650" y="2571750"/>
          <p14:tracePt t="3608" x="3295650" y="2559050"/>
          <p14:tracePt t="3615" x="3295650" y="2533650"/>
          <p14:tracePt t="3630" x="3282950" y="2476500"/>
          <p14:tracePt t="3645" x="3276600" y="2432050"/>
          <p14:tracePt t="3662" x="3257550" y="2387600"/>
          <p14:tracePt t="3679" x="3219450" y="2311400"/>
          <p14:tracePt t="3696" x="3175000" y="2266950"/>
          <p14:tracePt t="3712" x="3117850" y="2216150"/>
          <p14:tracePt t="3729" x="2978150" y="2082800"/>
          <p14:tracePt t="3745" x="2863850" y="1962150"/>
          <p14:tracePt t="3763" x="2730500" y="1854200"/>
          <p14:tracePt t="3778" x="2520950" y="1682750"/>
          <p14:tracePt t="3795" x="2393950" y="1606550"/>
          <p14:tracePt t="3812" x="2279650" y="1549400"/>
          <p14:tracePt t="3828" x="2139950" y="1479550"/>
          <p14:tracePt t="3845" x="2063750" y="1447800"/>
          <p14:tracePt t="3862" x="1962150" y="1422400"/>
          <p14:tracePt t="3878" x="1930400" y="1422400"/>
          <p14:tracePt t="3895" x="1905000" y="1435100"/>
          <p14:tracePt t="3911" x="1873250" y="1460500"/>
          <p14:tracePt t="3928" x="1866900" y="1479550"/>
          <p14:tracePt t="3945" x="1854200" y="1524000"/>
          <p14:tracePt t="3961" x="1854200" y="1549400"/>
          <p14:tracePt t="3978" x="1854200" y="1568450"/>
          <p14:tracePt t="3995" x="1860550" y="1619250"/>
          <p14:tracePt t="4011" x="1879600" y="1663700"/>
          <p14:tracePt t="4028" x="1905000" y="1695450"/>
          <p14:tracePt t="4044" x="1936750" y="1758950"/>
          <p14:tracePt t="4061" x="1974850" y="1797050"/>
          <p14:tracePt t="4078" x="2019300" y="1854200"/>
          <p14:tracePt t="4094" x="2108200" y="1924050"/>
          <p14:tracePt t="4111" x="2209800" y="1987550"/>
          <p14:tracePt t="4128" x="2330450" y="2057400"/>
          <p14:tracePt t="4144" x="2425700" y="2076450"/>
          <p14:tracePt t="4160" x="2520950" y="2095500"/>
          <p14:tracePt t="4178" x="2679700" y="2070100"/>
          <p14:tracePt t="4194" x="2755900" y="2038350"/>
          <p14:tracePt t="4210" x="2838450" y="1968500"/>
          <p14:tracePt t="4227" x="2946400" y="1847850"/>
          <p14:tracePt t="4243" x="2971800" y="1790700"/>
          <p14:tracePt t="4261" x="2990850" y="1708150"/>
          <p14:tracePt t="4276" x="2984500" y="1657350"/>
          <p14:tracePt t="4293" x="2959100" y="1600200"/>
          <p14:tracePt t="4311" x="2908300" y="1504950"/>
          <p14:tracePt t="4326" x="2832100" y="1454150"/>
          <p14:tracePt t="4343" x="2762250" y="1428750"/>
          <p14:tracePt t="4360" x="2559050" y="1390650"/>
          <p14:tracePt t="4377" x="2406650" y="1397000"/>
          <p14:tracePt t="4393" x="2260600" y="1435100"/>
          <p14:tracePt t="4410" x="2082800" y="1511300"/>
          <p14:tracePt t="4427" x="1968500" y="1606550"/>
          <p14:tracePt t="4430" x="1911350" y="1644650"/>
          <p14:tracePt t="4444" x="1841500" y="1714500"/>
          <p14:tracePt t="4460" x="1778000" y="1803400"/>
          <p14:tracePt t="4476" x="1746250" y="1879600"/>
          <p14:tracePt t="4493" x="1720850" y="1987550"/>
          <p14:tracePt t="4509" x="1720850" y="2051050"/>
          <p14:tracePt t="4526" x="1733550" y="2101850"/>
          <p14:tracePt t="4543" x="1784350" y="2165350"/>
          <p14:tracePt t="4559" x="1816100" y="2216150"/>
          <p14:tracePt t="4575" x="1860550" y="2235200"/>
          <p14:tracePt t="4592" x="1911350" y="2266950"/>
          <p14:tracePt t="4609" x="1936750" y="2273300"/>
          <p14:tracePt t="4626" x="1962150" y="2279650"/>
          <p14:tracePt t="4642" x="1987550" y="2279650"/>
          <p14:tracePt t="4659" x="2000250" y="2279650"/>
          <p14:tracePt t="4692" x="2006600" y="2273300"/>
          <p14:tracePt t="4712" x="2006600" y="2266950"/>
          <p14:tracePt t="5347" x="2006600" y="2254250"/>
          <p14:tracePt t="5354" x="2006600" y="2241550"/>
          <p14:tracePt t="5360" x="2000250" y="2222500"/>
          <p14:tracePt t="5374" x="2000250" y="2209800"/>
          <p14:tracePt t="5390" x="1962150" y="2127250"/>
          <p14:tracePt t="5406" x="1943100" y="2076450"/>
          <p14:tracePt t="5423" x="1898650" y="2012950"/>
          <p14:tracePt t="5439" x="1847850" y="1930400"/>
          <p14:tracePt t="5456" x="1797050" y="1873250"/>
          <p14:tracePt t="5459" x="1778000" y="1854200"/>
          <p14:tracePt t="5474" x="1739900" y="1816100"/>
          <p14:tracePt t="5489" x="1708150" y="1778000"/>
          <p14:tracePt t="5506" x="1676400" y="1752600"/>
          <p14:tracePt t="5523" x="1638300" y="1720850"/>
          <p14:tracePt t="5539" x="1625600" y="1708150"/>
          <p14:tracePt t="5556" x="1612900" y="1689100"/>
          <p14:tracePt t="5572" x="1593850" y="1676400"/>
          <p14:tracePt t="5589" x="1581150" y="1663700"/>
          <p14:tracePt t="5606" x="1568450" y="1651000"/>
          <p14:tracePt t="5622" x="1555750" y="1644650"/>
          <p14:tracePt t="5639" x="1549400" y="1638300"/>
          <p14:tracePt t="5657" x="1524000" y="1619250"/>
          <p14:tracePt t="5672" x="1517650" y="1612900"/>
          <p14:tracePt t="5688" x="1498600" y="1600200"/>
          <p14:tracePt t="5705" x="1473200" y="1587500"/>
          <p14:tracePt t="5722" x="1454150" y="1574800"/>
          <p14:tracePt t="5738" x="1435100" y="1568450"/>
          <p14:tracePt t="5755" x="1403350" y="1555750"/>
          <p14:tracePt t="5771" x="1371600" y="1543050"/>
          <p14:tracePt t="5789" x="1327150" y="1536700"/>
          <p14:tracePt t="5805" x="1289050" y="1530350"/>
          <p14:tracePt t="5821" x="1263650" y="1524000"/>
          <p14:tracePt t="5838" x="1231900" y="1511300"/>
          <p14:tracePt t="5855" x="1225550" y="1511300"/>
          <p14:tracePt t="5873" x="1212850" y="1511300"/>
          <p14:tracePt t="6182" x="1219200" y="1511300"/>
          <p14:tracePt t="6196" x="1225550" y="1511300"/>
          <p14:tracePt t="6204" x="1231900" y="1511300"/>
          <p14:tracePt t="6217" x="1244600" y="1511300"/>
          <p14:tracePt t="6223" x="1250950" y="1511300"/>
          <p14:tracePt t="6239" x="1263650" y="1511300"/>
          <p14:tracePt t="6253" x="1282700" y="1511300"/>
          <p14:tracePt t="6270" x="1308100" y="1511300"/>
          <p14:tracePt t="6287" x="1352550" y="1511300"/>
          <p14:tracePt t="6303" x="1397000" y="1504950"/>
          <p14:tracePt t="6320" x="1435100" y="1492250"/>
          <p14:tracePt t="6337" x="1517650" y="1498600"/>
          <p14:tracePt t="6353" x="1543050" y="1498600"/>
          <p14:tracePt t="6371" x="1619250" y="1504950"/>
          <p14:tracePt t="6387" x="1676400" y="1504950"/>
          <p14:tracePt t="6403" x="1714500" y="1504950"/>
          <p14:tracePt t="6420" x="1778000" y="1511300"/>
          <p14:tracePt t="6436" x="1835150" y="1517650"/>
          <p14:tracePt t="6453" x="1860550" y="1524000"/>
          <p14:tracePt t="6456" x="1879600" y="1524000"/>
          <p14:tracePt t="6472" x="1905000" y="1524000"/>
          <p14:tracePt t="6486" x="1949450" y="1536700"/>
          <p14:tracePt t="6502" x="1974850" y="1530350"/>
          <p14:tracePt t="6519" x="2012950" y="1530350"/>
          <p14:tracePt t="6535" x="2044700" y="1524000"/>
          <p14:tracePt t="6552" x="2070100" y="1524000"/>
          <p14:tracePt t="6569" x="2101850" y="1524000"/>
          <p14:tracePt t="6586" x="2139950" y="1524000"/>
          <p14:tracePt t="6603" x="2152650" y="1524000"/>
          <p14:tracePt t="6618" x="2171700" y="1524000"/>
          <p14:tracePt t="6635" x="2178050" y="1524000"/>
          <p14:tracePt t="6653" x="2190750" y="1524000"/>
          <p14:tracePt t="6685" x="2197100" y="1524000"/>
          <p14:tracePt t="6919" x="2197100" y="1536700"/>
          <p14:tracePt t="6926" x="2197100" y="1549400"/>
          <p14:tracePt t="6935" x="2197100" y="1562100"/>
          <p14:tracePt t="6951" x="2197100" y="1581150"/>
          <p14:tracePt t="6969" x="2171700" y="1663700"/>
          <p14:tracePt t="6985" x="2152650" y="1733550"/>
          <p14:tracePt t="7001" x="2101850" y="1905000"/>
          <p14:tracePt t="7018" x="2032000" y="2089150"/>
          <p14:tracePt t="7034" x="2000250" y="2171700"/>
          <p14:tracePt t="7051" x="1955800" y="2292350"/>
          <p14:tracePt t="7068" x="1924050" y="2355850"/>
          <p14:tracePt t="7084" x="1905000" y="2374900"/>
          <p14:tracePt t="7101" x="1898650" y="2400300"/>
          <p14:tracePt t="7117" x="1898650" y="2406650"/>
          <p14:tracePt t="7228" x="1898650" y="2400300"/>
          <p14:tracePt t="7234" x="1898650" y="2393950"/>
          <p14:tracePt t="7255" x="1898650" y="2381250"/>
          <p14:tracePt t="7270" x="1898650" y="2374900"/>
          <p14:tracePt t="7277" x="1898650" y="2362200"/>
          <p14:tracePt t="7286" x="1898650" y="2343150"/>
          <p14:tracePt t="7299" x="1898650" y="2324100"/>
          <p14:tracePt t="7316" x="1905000" y="2292350"/>
          <p14:tracePt t="7333" x="1917700" y="2222500"/>
          <p14:tracePt t="7349" x="1943100" y="2159000"/>
          <p14:tracePt t="7366" x="1949450" y="2133600"/>
          <p14:tracePt t="7383" x="1968500" y="2082800"/>
          <p14:tracePt t="7399" x="2000250" y="2044700"/>
          <p14:tracePt t="7416" x="2012950" y="2038350"/>
          <p14:tracePt t="7433" x="2038350" y="2019300"/>
          <p14:tracePt t="7450" x="2063750" y="2019300"/>
          <p14:tracePt t="7466" x="2089150" y="2012950"/>
          <p14:tracePt t="7482" x="2101850" y="2012950"/>
          <p14:tracePt t="7499" x="2133600" y="2012950"/>
          <p14:tracePt t="7516" x="2197100" y="2019300"/>
          <p14:tracePt t="7532" x="2254250" y="2038350"/>
          <p14:tracePt t="7549" x="2305050" y="2038350"/>
          <p14:tracePt t="7565" x="2527300" y="2070100"/>
          <p14:tracePt t="7582" x="2590800" y="2076450"/>
          <p14:tracePt t="7599" x="2679700" y="2076450"/>
          <p14:tracePt t="7615" x="2857500" y="2089150"/>
          <p14:tracePt t="7632" x="3041650" y="2082800"/>
          <p14:tracePt t="7649" x="3206750" y="2076450"/>
          <p14:tracePt t="7665" x="3270250" y="2076450"/>
          <p14:tracePt t="7682" x="3365500" y="2057400"/>
          <p14:tracePt t="7699" x="3435350" y="2051050"/>
          <p14:tracePt t="7715" x="3454400" y="2051050"/>
          <p14:tracePt t="7732" x="3479800" y="2051050"/>
          <p14:tracePt t="7748" x="3505200" y="2044700"/>
          <p14:tracePt t="7765" x="3517900" y="2044700"/>
          <p14:tracePt t="7782" x="3549650" y="2038350"/>
          <p14:tracePt t="7798" x="3587750" y="2025650"/>
          <p14:tracePt t="7815" x="3625850" y="2025650"/>
          <p14:tracePt t="7832" x="3689350" y="2012950"/>
          <p14:tracePt t="7848" x="3778250" y="2006600"/>
          <p14:tracePt t="7864" x="3829050" y="2000250"/>
          <p14:tracePt t="7881" x="3886200" y="2000250"/>
          <p14:tracePt t="7898" x="4038600" y="1987550"/>
          <p14:tracePt t="7914" x="4127500" y="1987550"/>
          <p14:tracePt t="7931" x="4318000" y="1981200"/>
          <p14:tracePt t="7947" x="4476750" y="1949450"/>
          <p14:tracePt t="7965" x="4578350" y="1930400"/>
          <p14:tracePt t="7981" x="4610100" y="1930400"/>
          <p14:tracePt t="7997" x="4641850" y="1924050"/>
          <p14:tracePt t="8014" x="4679950" y="1911350"/>
          <p14:tracePt t="8030" x="4679950" y="1905000"/>
          <p14:tracePt t="8063" x="4686300" y="1898650"/>
          <p14:tracePt t="8098" x="4686300" y="1892300"/>
          <p14:tracePt t="8196" x="4686300" y="1885950"/>
          <p14:tracePt t="8315" x="4673600" y="1885950"/>
          <p14:tracePt t="8330" x="4660900" y="1885950"/>
          <p14:tracePt t="8343" x="4629150" y="1898650"/>
          <p14:tracePt t="8350" x="4591050" y="1905000"/>
          <p14:tracePt t="8363" x="4521200" y="1924050"/>
          <p14:tracePt t="8379" x="4324350" y="1974850"/>
          <p14:tracePt t="8396" x="4210050" y="2006600"/>
          <p14:tracePt t="8413" x="3937000" y="2063750"/>
          <p14:tracePt t="8430" x="3663950" y="2127250"/>
          <p14:tracePt t="8446" x="3511550" y="2159000"/>
          <p14:tracePt t="8463" x="3270250" y="2216150"/>
          <p14:tracePt t="8479" x="3048000" y="2247900"/>
          <p14:tracePt t="8496" x="2971800" y="2266950"/>
          <p14:tracePt t="8513" x="2863850" y="2273300"/>
          <p14:tracePt t="8529" x="2838450" y="2273300"/>
          <p14:tracePt t="8546" x="2806700" y="2273300"/>
          <p14:tracePt t="8562" x="2794000" y="2273300"/>
          <p14:tracePt t="8617" x="2800350" y="2273300"/>
          <p14:tracePt t="8631" x="2806700" y="2273300"/>
          <p14:tracePt t="8638" x="2819400" y="2266950"/>
          <p14:tracePt t="8652" x="2844800" y="2260600"/>
          <p14:tracePt t="8661" x="2876550" y="2247900"/>
          <p14:tracePt t="8679" x="2914650" y="2228850"/>
          <p14:tracePt t="8695" x="3054350" y="2178050"/>
          <p14:tracePt t="8712" x="3232150" y="2127250"/>
          <p14:tracePt t="8728" x="3327400" y="2101850"/>
          <p14:tracePt t="8745" x="3536950" y="2038350"/>
          <p14:tracePt t="8761" x="3638550" y="1993900"/>
          <p14:tracePt t="8779" x="3835400" y="1924050"/>
          <p14:tracePt t="8794" x="3917950" y="1873250"/>
          <p14:tracePt t="8811" x="4000500" y="1828800"/>
          <p14:tracePt t="8828" x="4114800" y="1765300"/>
          <p14:tracePt t="8845" x="4146550" y="1739900"/>
          <p14:tracePt t="8861" x="4171950" y="1727200"/>
          <p14:tracePt t="8878" x="4178300" y="1727200"/>
          <p14:tracePt t="8911" x="4165600" y="1727200"/>
          <p14:tracePt t="8927" x="4102100" y="1758950"/>
          <p14:tracePt t="8944" x="4038600" y="1790700"/>
          <p14:tracePt t="8962" x="3911600" y="1866900"/>
          <p14:tracePt t="8977" x="3752850" y="1936750"/>
          <p14:tracePt t="8994" x="3657600" y="1974850"/>
          <p14:tracePt t="8997" x="3562350" y="2006600"/>
          <p14:tracePt t="9011" x="3448050" y="2051050"/>
          <p14:tracePt t="9027" x="3251200" y="2101850"/>
          <p14:tracePt t="9044" x="3079750" y="2152650"/>
          <p14:tracePt t="9061" x="2946400" y="2190750"/>
          <p14:tracePt t="9077" x="2895600" y="2197100"/>
          <p14:tracePt t="9094" x="2851150" y="2209800"/>
          <p14:tracePt t="9110" x="2813050" y="2222500"/>
          <p14:tracePt t="9127" x="2806700" y="2222500"/>
          <p14:tracePt t="9263" x="2806700" y="2228850"/>
          <p14:tracePt t="9583" x="2762250" y="2228850"/>
          <p14:tracePt t="9590" x="2686050" y="2203450"/>
          <p14:tracePt t="9604" x="2616200" y="2184400"/>
          <p14:tracePt t="9612" x="2540000" y="2178050"/>
          <p14:tracePt t="9628" x="2438400" y="2159000"/>
          <p14:tracePt t="9642" x="2336800" y="2146300"/>
          <p14:tracePt t="9658" x="2120900" y="2114550"/>
          <p14:tracePt t="9675" x="1898650" y="2082800"/>
          <p14:tracePt t="9691" x="1809750" y="2076450"/>
          <p14:tracePt t="9708" x="1644650" y="2076450"/>
          <p14:tracePt t="9725" x="1517650" y="2076450"/>
          <p14:tracePt t="9741" x="1473200" y="2063750"/>
          <p14:tracePt t="9759" x="1435100" y="2057400"/>
          <p14:tracePt t="9774" x="1416050" y="2051050"/>
          <p14:tracePt t="9791" x="1409700" y="2051050"/>
          <p14:tracePt t="9884" x="1409700" y="2057400"/>
          <p14:tracePt t="9955" x="1397000" y="2063750"/>
          <p14:tracePt t="9962" x="1390650" y="2063750"/>
          <p14:tracePt t="9976" x="1384300" y="2063750"/>
          <p14:tracePt t="9990" x="1377950" y="2070100"/>
          <p14:tracePt t="10007" x="1358900" y="2076450"/>
          <p14:tracePt t="10010" x="1346200" y="2076450"/>
          <p14:tracePt t="10040" x="1327150" y="2082800"/>
          <p14:tracePt t="10057" x="1314450" y="2089150"/>
          <p14:tracePt t="10074" x="1314450" y="2095500"/>
          <p14:tracePt t="10090" x="1308100" y="2095500"/>
          <p14:tracePt t="10107" x="1295400" y="2101850"/>
          <p14:tracePt t="10144" x="1289050" y="2108200"/>
          <p14:tracePt t="10186" x="1282700" y="2114550"/>
          <p14:tracePt t="10214" x="1276350" y="2120900"/>
          <p14:tracePt t="10242" x="1270000" y="2127250"/>
          <p14:tracePt t="10285" x="1270000" y="2133600"/>
          <p14:tracePt t="10383" x="1270000" y="2139950"/>
          <p14:tracePt t="10495" x="1276350" y="2139950"/>
          <p14:tracePt t="10593" x="1282700" y="2139950"/>
          <p14:tracePt t="10628" x="1289050" y="2139950"/>
          <p14:tracePt t="10657" x="1295400" y="2139950"/>
          <p14:tracePt t="10769" x="1295400" y="2133600"/>
          <p14:tracePt t="10846" x="1301750" y="2127250"/>
          <p14:tracePt t="10944" x="1308100" y="2127250"/>
          <p14:tracePt t="11049" x="1314450" y="2127250"/>
          <p14:tracePt t="11063" x="1320800" y="2127250"/>
          <p14:tracePt t="11078" x="1320800" y="2133600"/>
          <p14:tracePt t="11087" x="1333500" y="2133600"/>
          <p14:tracePt t="11103" x="1339850" y="2139950"/>
          <p14:tracePt t="11122" x="1346200" y="2139950"/>
          <p14:tracePt t="11136" x="1358900" y="2146300"/>
          <p14:tracePt t="11153" x="1371600" y="2152650"/>
          <p14:tracePt t="11170" x="1397000" y="2159000"/>
          <p14:tracePt t="11186" x="1422400" y="2165350"/>
          <p14:tracePt t="11203" x="1435100" y="2171700"/>
          <p14:tracePt t="11219" x="1454150" y="2184400"/>
          <p14:tracePt t="11253" x="1460500" y="2190750"/>
          <p14:tracePt t="11288" x="1466850" y="2190750"/>
          <p14:tracePt t="11394" x="1473200" y="2197100"/>
          <p14:tracePt t="11442" x="1473200" y="2190750"/>
          <p14:tracePt t="14365" x="1492250" y="2184400"/>
          <p14:tracePt t="14372" x="1517650" y="2171700"/>
          <p14:tracePt t="14386" x="1555750" y="2146300"/>
          <p14:tracePt t="14394" x="1587500" y="2120900"/>
          <p14:tracePt t="14409" x="1638300" y="2070100"/>
          <p14:tracePt t="14425" x="1663700" y="2038350"/>
          <p14:tracePt t="14442" x="1739900" y="1930400"/>
          <p14:tracePt t="14458" x="1752600" y="1898650"/>
          <p14:tracePt t="14475" x="1765300" y="1879600"/>
          <p14:tracePt t="14492" x="1765300" y="1835150"/>
          <p14:tracePt t="14508" x="1765300" y="1803400"/>
          <p14:tracePt t="14525" x="1765300" y="1790700"/>
          <p14:tracePt t="14542" x="1752600" y="1758950"/>
          <p14:tracePt t="14558" x="1727200" y="1727200"/>
          <p14:tracePt t="14575" x="1708150" y="1708150"/>
          <p14:tracePt t="14591" x="1670050" y="1670050"/>
          <p14:tracePt t="14608" x="1625600" y="1644650"/>
          <p14:tracePt t="14625" x="1593850" y="1612900"/>
          <p14:tracePt t="14641" x="1568450" y="1600200"/>
          <p14:tracePt t="14657" x="1536700" y="1587500"/>
          <p14:tracePt t="14674" x="1517650" y="1574800"/>
          <p14:tracePt t="14691" x="1511300" y="1574800"/>
          <p14:tracePt t="14707" x="1504950" y="1568450"/>
          <p14:tracePt t="14724" x="1498600" y="1568450"/>
          <p14:tracePt t="14996" x="1498600" y="1562100"/>
          <p14:tracePt t="15003" x="1504950" y="1562100"/>
          <p14:tracePt t="15018" x="1511300" y="1562100"/>
          <p14:tracePt t="15026" x="1517650" y="1562100"/>
          <p14:tracePt t="15042" x="1524000" y="1562100"/>
          <p14:tracePt t="15056" x="1536700" y="1555750"/>
          <p14:tracePt t="15073" x="1568450" y="1543050"/>
          <p14:tracePt t="15089" x="1631950" y="1517650"/>
          <p14:tracePt t="15106" x="1670050" y="1511300"/>
          <p14:tracePt t="15109" x="1727200" y="1498600"/>
          <p14:tracePt t="15123" x="1778000" y="1492250"/>
          <p14:tracePt t="15139" x="1873250" y="1479550"/>
          <p14:tracePt t="15156" x="1924050" y="1473200"/>
          <p14:tracePt t="15173" x="2038350" y="1466850"/>
          <p14:tracePt t="15189" x="2133600" y="1454150"/>
          <p14:tracePt t="15206" x="2184400" y="1454150"/>
          <p14:tracePt t="15222" x="2279650" y="1447800"/>
          <p14:tracePt t="15239" x="2336800" y="1441450"/>
          <p14:tracePt t="15256" x="2355850" y="1441450"/>
          <p14:tracePt t="15272" x="2381250" y="1441450"/>
          <p14:tracePt t="15289" x="2400300" y="1441450"/>
          <p14:tracePt t="15306" x="2406650" y="1441450"/>
          <p14:tracePt t="15439" x="2406650" y="1447800"/>
          <p14:tracePt t="15677" x="2413000" y="1447800"/>
          <p14:tracePt t="15692" x="2419350" y="1447800"/>
          <p14:tracePt t="15698" x="2425700" y="1447800"/>
          <p14:tracePt t="15707" x="2432050" y="1447800"/>
          <p14:tracePt t="15721" x="2444750" y="1447800"/>
          <p14:tracePt t="15737" x="2451100" y="1447800"/>
          <p14:tracePt t="15754" x="2489200" y="1447800"/>
          <p14:tracePt t="15770" x="2527300" y="1447800"/>
          <p14:tracePt t="15787" x="2559050" y="1447800"/>
          <p14:tracePt t="15805" x="2603500" y="1447800"/>
          <p14:tracePt t="15820" x="2660650" y="1454150"/>
          <p14:tracePt t="15836" x="2686050" y="1454150"/>
          <p14:tracePt t="15854" x="2724150" y="1454150"/>
          <p14:tracePt t="15870" x="2762250" y="1454150"/>
          <p14:tracePt t="15887" x="2774950" y="1454150"/>
          <p14:tracePt t="15903" x="2806700" y="1454150"/>
          <p14:tracePt t="15920" x="2832100" y="1454150"/>
          <p14:tracePt t="15938" x="2857500" y="1460500"/>
          <p14:tracePt t="15953" x="2876550" y="1460500"/>
          <p14:tracePt t="15970" x="2882900" y="1466850"/>
          <p14:tracePt t="15989" x="2927350" y="1466850"/>
          <p14:tracePt t="16003" x="2940050" y="1473200"/>
          <p14:tracePt t="16019" x="2952750" y="1473200"/>
          <p14:tracePt t="16037" x="2984500" y="1479550"/>
          <p14:tracePt t="16053" x="3009900" y="1479550"/>
          <p14:tracePt t="16069" x="3022600" y="1485900"/>
          <p14:tracePt t="16086" x="3054350" y="1485900"/>
          <p14:tracePt t="16103" x="3073400" y="1485900"/>
          <p14:tracePt t="16120" x="3086100" y="1485900"/>
          <p14:tracePt t="16136" x="3098800" y="1485900"/>
          <p14:tracePt t="16152" x="3105150" y="1485900"/>
          <p14:tracePt t="16169" x="3111500" y="1479550"/>
          <p14:tracePt t="16185" x="3124200" y="1479550"/>
          <p14:tracePt t="16202" x="3130550" y="1473200"/>
          <p14:tracePt t="16219" x="3143250" y="1466850"/>
          <p14:tracePt t="16252" x="3155950" y="1466850"/>
          <p14:tracePt t="16269" x="3168650" y="1460500"/>
          <p14:tracePt t="16286" x="3181350" y="1460500"/>
          <p14:tracePt t="16303" x="3200400" y="1460500"/>
          <p14:tracePt t="16318" x="3206750" y="1460500"/>
          <p14:tracePt t="16335" x="3225800" y="1460500"/>
          <p14:tracePt t="16352" x="3232150" y="1460500"/>
          <p14:tracePt t="16368" x="3238500" y="1454150"/>
          <p14:tracePt t="16791" x="3257550" y="1454150"/>
          <p14:tracePt t="16805" x="3302000" y="1454150"/>
          <p14:tracePt t="16812" x="3359150" y="1460500"/>
          <p14:tracePt t="16820" x="3422650" y="1460500"/>
          <p14:tracePt t="16834" x="3511550" y="1460500"/>
          <p14:tracePt t="16850" x="3625850" y="1460500"/>
          <p14:tracePt t="16867" x="3867150" y="1428750"/>
          <p14:tracePt t="16884" x="4140200" y="1371600"/>
          <p14:tracePt t="16900" x="4267200" y="1339850"/>
          <p14:tracePt t="16917" x="4502150" y="1276350"/>
          <p14:tracePt t="16933" x="4711700" y="1225550"/>
          <p14:tracePt t="16950" x="4800600" y="1212850"/>
          <p14:tracePt t="16967" x="4965700" y="1187450"/>
          <p14:tracePt t="16984" x="5073650" y="1155700"/>
          <p14:tracePt t="17002" x="5130800" y="1149350"/>
          <p14:tracePt t="17016" x="5187950" y="1136650"/>
          <p14:tracePt t="17033" x="5226050" y="1117600"/>
          <p14:tracePt t="17065" x="5232400" y="1111250"/>
          <p14:tracePt t="17085" x="5238750" y="1104900"/>
          <p14:tracePt t="17233" x="5245100" y="1104900"/>
          <p14:tracePt t="17246" x="5251450" y="1104900"/>
          <p14:tracePt t="17260" x="5264150" y="1104900"/>
          <p14:tracePt t="17268" x="5276850" y="1104900"/>
          <p14:tracePt t="17284" x="5295900" y="1104900"/>
          <p14:tracePt t="17298" x="5321300" y="1104900"/>
          <p14:tracePt t="17315" x="5378450" y="1104900"/>
          <p14:tracePt t="17332" x="5461000" y="1104900"/>
          <p14:tracePt t="17348" x="5530850" y="1092200"/>
          <p14:tracePt t="17365" x="5556250" y="1092200"/>
          <p14:tracePt t="17381" x="5588000" y="1092200"/>
          <p14:tracePt t="17398" x="5607050" y="1092200"/>
          <p14:tracePt t="17415" x="5613400" y="1092200"/>
          <p14:tracePt t="17431" x="5619750" y="1092200"/>
          <p14:tracePt t="17465" x="5626100" y="1092200"/>
          <p14:tracePt t="18054" x="5626100" y="1098550"/>
          <p14:tracePt t="18068" x="5613400" y="1104900"/>
          <p14:tracePt t="18082" x="5594350" y="1111250"/>
          <p14:tracePt t="18089" x="5562600" y="1123950"/>
          <p14:tracePt t="18103" x="5518150" y="1143000"/>
          <p14:tracePt t="18112" x="5461000" y="1174750"/>
          <p14:tracePt t="18130" x="5372100" y="1200150"/>
          <p14:tracePt t="18146" x="5041900" y="1327150"/>
          <p14:tracePt t="18162" x="4883150" y="1377950"/>
          <p14:tracePt t="18179" x="4552950" y="1454150"/>
          <p14:tracePt t="18195" x="4127500" y="1536700"/>
          <p14:tracePt t="18211" x="3956050" y="1555750"/>
          <p14:tracePt t="18229" x="3594100" y="1612900"/>
          <p14:tracePt t="18245" x="3302000" y="1657350"/>
          <p14:tracePt t="18262" x="3162300" y="1663700"/>
          <p14:tracePt t="18279" x="3048000" y="1663700"/>
          <p14:tracePt t="18295" x="2768600" y="1663700"/>
          <p14:tracePt t="18312" x="2705100" y="1663700"/>
          <p14:tracePt t="18328" x="2609850" y="1663700"/>
          <p14:tracePt t="18345" x="2571750" y="1663700"/>
          <p14:tracePt t="18378" x="2578100" y="1663700"/>
          <p14:tracePt t="18824" x="2571750" y="1670050"/>
          <p14:tracePt t="18838" x="2565400" y="1682750"/>
          <p14:tracePt t="18846" x="2559050" y="1689100"/>
          <p14:tracePt t="18860" x="2552700" y="1701800"/>
          <p14:tracePt t="18876" x="2546350" y="1720850"/>
          <p14:tracePt t="18893" x="2533650" y="1758950"/>
          <p14:tracePt t="18909" x="2520950" y="1797050"/>
          <p14:tracePt t="18926" x="2501900" y="1822450"/>
          <p14:tracePt t="18943" x="2476500" y="1866900"/>
          <p14:tracePt t="18959" x="2438400" y="1917700"/>
          <p14:tracePt t="18976" x="2425700" y="1936750"/>
          <p14:tracePt t="18993" x="2393950" y="1974850"/>
          <p14:tracePt t="19009" x="2374900" y="2000250"/>
          <p14:tracePt t="19026" x="2368550" y="2006600"/>
          <p14:tracePt t="19042" x="2362200" y="2012950"/>
          <p14:tracePt t="19140" x="2355850" y="2006600"/>
          <p14:tracePt t="19146" x="2355850" y="1993900"/>
          <p14:tracePt t="19161" x="2355850" y="1981200"/>
          <p14:tracePt t="19176" x="2343150" y="1943100"/>
          <p14:tracePt t="19192" x="2343150" y="1911350"/>
          <p14:tracePt t="19209" x="2324100" y="1873250"/>
          <p14:tracePt t="19211" x="2324100" y="1835150"/>
          <p14:tracePt t="19225" x="2317750" y="1790700"/>
          <p14:tracePt t="19242" x="2298700" y="1695450"/>
          <p14:tracePt t="19259" x="2286000" y="1644650"/>
          <p14:tracePt t="19275" x="2279650" y="1625600"/>
          <p14:tracePt t="19291" x="2273300" y="1606550"/>
          <p14:tracePt t="19309" x="2266950" y="1593850"/>
          <p14:tracePt t="19427" x="2266950" y="1600200"/>
          <p14:tracePt t="19442" x="2266950" y="1606550"/>
          <p14:tracePt t="19448" x="2266950" y="1612900"/>
          <p14:tracePt t="19457" x="2260600" y="1619250"/>
          <p14:tracePt t="19492" x="2254250" y="1631950"/>
          <p14:tracePt t="19512" x="2254250" y="1644650"/>
          <p14:tracePt t="19519" x="2254250" y="1657350"/>
          <p14:tracePt t="19527" x="2247900" y="1670050"/>
          <p14:tracePt t="19541" x="2247900" y="1682750"/>
          <p14:tracePt t="19557" x="2241550" y="1701800"/>
          <p14:tracePt t="19574" x="2241550" y="1720850"/>
          <p14:tracePt t="19591" x="2241550" y="1733550"/>
          <p14:tracePt t="19607" x="2241550" y="1739900"/>
          <p14:tracePt t="19659" x="2247900" y="1739900"/>
          <p14:tracePt t="19666" x="2254250" y="1733550"/>
          <p14:tracePt t="19680" x="2260600" y="1727200"/>
          <p14:tracePt t="19690" x="2266950" y="1714500"/>
          <p14:tracePt t="19707" x="2298700" y="1708150"/>
          <p14:tracePt t="19724" x="2362200" y="1676400"/>
          <p14:tracePt t="19740" x="2457450" y="1651000"/>
          <p14:tracePt t="19758" x="2578100" y="1631950"/>
          <p14:tracePt t="19773" x="2628900" y="1625600"/>
          <p14:tracePt t="19790" x="2673350" y="1612900"/>
          <p14:tracePt t="19807" x="2806700" y="1606550"/>
          <p14:tracePt t="19823" x="2844800" y="1606550"/>
          <p14:tracePt t="19840" x="2863850" y="1606550"/>
          <p14:tracePt t="19856" x="2895600" y="1600200"/>
          <p14:tracePt t="19872" x="2908300" y="1600200"/>
          <p14:tracePt t="19890" x="2914650" y="1593850"/>
          <p14:tracePt t="20291" x="2901950" y="1600200"/>
          <p14:tracePt t="20298" x="2882900" y="1612900"/>
          <p14:tracePt t="20312" x="2870200" y="1625600"/>
          <p14:tracePt t="20322" x="2844800" y="1644650"/>
          <p14:tracePt t="20338" x="2825750" y="1663700"/>
          <p14:tracePt t="20355" x="2768600" y="1701800"/>
          <p14:tracePt t="20371" x="2717800" y="1746250"/>
          <p14:tracePt t="20388" x="2692400" y="1771650"/>
          <p14:tracePt t="20404" x="2647950" y="1809750"/>
          <p14:tracePt t="20421" x="2635250" y="1828800"/>
          <p14:tracePt t="20438" x="2578100" y="1892300"/>
          <p14:tracePt t="20454" x="2552700" y="1911350"/>
          <p14:tracePt t="20471" x="2546350" y="1930400"/>
          <p14:tracePt t="20487" x="2527300" y="1943100"/>
          <p14:tracePt t="20504" x="2520950" y="1955800"/>
          <p14:tracePt t="20521" x="2514600" y="1955800"/>
          <p14:tracePt t="20537" x="2501900" y="1962150"/>
          <p14:tracePt t="20554" x="2489200" y="1968500"/>
          <p14:tracePt t="20571" x="2489200" y="1974850"/>
          <p14:tracePt t="20587" x="2482850" y="1974850"/>
          <p14:tracePt t="20604" x="2476500" y="1981200"/>
          <p14:tracePt t="20623" x="2463800" y="1987550"/>
          <p14:tracePt t="20642" x="2457450" y="1987550"/>
          <p14:tracePt t="20969" x="2413000" y="1987550"/>
          <p14:tracePt t="20983" x="2362200" y="1993900"/>
          <p14:tracePt t="20990" x="2311400" y="1993900"/>
          <p14:tracePt t="21005" x="2254250" y="2006600"/>
          <p14:tracePt t="21019" x="2190750" y="2006600"/>
          <p14:tracePt t="21036" x="2089150" y="2012950"/>
          <p14:tracePt t="21052" x="2051050" y="2012950"/>
          <p14:tracePt t="21069" x="1981200" y="2012950"/>
          <p14:tracePt t="21085" x="1930400" y="2012950"/>
          <p14:tracePt t="21103" x="1898650" y="2000250"/>
          <p14:tracePt t="21118" x="1885950" y="1993900"/>
          <p14:tracePt t="21135" x="1866900" y="1974850"/>
          <p14:tracePt t="21153" x="1847850" y="1943100"/>
          <p14:tracePt t="21168" x="1835150" y="1930400"/>
          <p14:tracePt t="21185" x="1803400" y="1885950"/>
          <p14:tracePt t="21202" x="1771650" y="1835150"/>
          <p14:tracePt t="21218" x="1758950" y="1816100"/>
          <p14:tracePt t="21235" x="1752600" y="1784350"/>
          <p14:tracePt t="21251" x="1720850" y="1739900"/>
          <p14:tracePt t="21268" x="1714500" y="1720850"/>
          <p14:tracePt t="21287" x="1708150" y="1714500"/>
          <p14:tracePt t="21301" x="1708150" y="1708150"/>
          <p14:tracePt t="21318" x="1708150" y="1701800"/>
          <p14:tracePt t="21531" x="1701800" y="1701800"/>
          <p14:tracePt t="21552" x="1695450" y="1708150"/>
          <p14:tracePt t="21567" x="1695450" y="1714500"/>
          <p14:tracePt t="21573" x="1689100" y="1714500"/>
          <p14:tracePt t="21587" x="1682750" y="1733550"/>
          <p14:tracePt t="21601" x="1676400" y="1746250"/>
          <p14:tracePt t="21617" x="1657350" y="1790700"/>
          <p14:tracePt t="21634" x="1631950" y="1816100"/>
          <p14:tracePt t="21650" x="1612900" y="1854200"/>
          <p14:tracePt t="21667" x="1600200" y="1892300"/>
          <p14:tracePt t="21683" x="1587500" y="1911350"/>
          <p14:tracePt t="21700" x="1581150" y="1930400"/>
          <p14:tracePt t="21716" x="1574800" y="1930400"/>
          <p14:tracePt t="21750" x="1568450" y="1936750"/>
          <p14:tracePt t="21966" x="1574800" y="1936750"/>
          <p14:tracePt t="21973" x="1581150" y="1943100"/>
          <p14:tracePt t="21987" x="1587500" y="1943100"/>
          <p14:tracePt t="21999" x="1593850" y="1943100"/>
          <p14:tracePt t="22016" x="1625600" y="1949450"/>
          <p14:tracePt t="22032" x="1651000" y="1955800"/>
          <p14:tracePt t="22049" x="1708150" y="1974850"/>
          <p14:tracePt t="22065" x="1778000" y="1981200"/>
          <p14:tracePt t="22082" x="1816100" y="1987550"/>
          <p14:tracePt t="22099" x="1885950" y="1987550"/>
          <p14:tracePt t="22115" x="1936750" y="1993900"/>
          <p14:tracePt t="22132" x="1955800" y="1993900"/>
          <p14:tracePt t="22149" x="1974850" y="2000250"/>
          <p14:tracePt t="22165" x="1981200" y="2000250"/>
          <p14:tracePt t="22205" x="1987550" y="2000250"/>
          <p14:tracePt t="22247" x="1993900" y="2000250"/>
          <p14:tracePt t="22268" x="2000250" y="2000250"/>
          <p14:tracePt t="22275" x="2006600" y="2000250"/>
          <p14:tracePt t="22289" x="2012950" y="2000250"/>
          <p14:tracePt t="22298" x="2019300" y="2000250"/>
          <p14:tracePt t="22314" x="2032000" y="1993900"/>
          <p14:tracePt t="22332" x="2082800" y="1993900"/>
          <p14:tracePt t="22348" x="2165350" y="1981200"/>
          <p14:tracePt t="22364" x="2203450" y="1981200"/>
          <p14:tracePt t="22381" x="2311400" y="1962150"/>
          <p14:tracePt t="22397" x="2406650" y="1955800"/>
          <p14:tracePt t="22414" x="2432050" y="1955800"/>
          <p14:tracePt t="22431" x="2476500" y="1955800"/>
          <p14:tracePt t="22449" x="2501900" y="1955800"/>
          <p14:tracePt t="22739" x="2508250" y="1949450"/>
          <p14:tracePt t="22759" x="2514600" y="1949450"/>
          <p14:tracePt t="22780" x="2527300" y="1949450"/>
          <p14:tracePt t="22788" x="2540000" y="1949450"/>
          <p14:tracePt t="22796" x="2559050" y="1962150"/>
          <p14:tracePt t="22813" x="2590800" y="1968500"/>
          <p14:tracePt t="22831" x="2686050" y="1981200"/>
          <p14:tracePt t="22846" x="2762250" y="2006600"/>
          <p14:tracePt t="22863" x="2984500" y="2044700"/>
          <p14:tracePt t="22879" x="3232150" y="2057400"/>
          <p14:tracePt t="22896" x="3359150" y="2057400"/>
          <p14:tracePt t="22913" x="3486150" y="2057400"/>
          <p14:tracePt t="22929" x="3740150" y="2038350"/>
          <p14:tracePt t="22945" x="3854450" y="2019300"/>
          <p14:tracePt t="22963" x="4064000" y="1968500"/>
          <p14:tracePt t="22979" x="4210050" y="1911350"/>
          <p14:tracePt t="22995" x="4279900" y="1892300"/>
          <p14:tracePt t="23013" x="4394200" y="1828800"/>
          <p14:tracePt t="23029" x="4419600" y="1816100"/>
          <p14:tracePt t="23045" x="4451350" y="1790700"/>
          <p14:tracePt t="23062" x="4470400" y="1778000"/>
          <p14:tracePt t="23095" x="4476750" y="1771650"/>
          <p14:tracePt t="23131" x="4476750" y="1765300"/>
          <p14:tracePt t="23230" x="4470400" y="1765300"/>
          <p14:tracePt t="23237" x="4464050" y="1765300"/>
          <p14:tracePt t="23251" x="4451350" y="1771650"/>
          <p14:tracePt t="23265" x="4425950" y="1771650"/>
          <p14:tracePt t="23278" x="4387850" y="1778000"/>
          <p14:tracePt t="23294" x="4235450" y="1790700"/>
          <p14:tracePt t="23311" x="4006850" y="1822450"/>
          <p14:tracePt t="23329" x="3721100" y="1854200"/>
          <p14:tracePt t="23344" x="3556000" y="1866900"/>
          <p14:tracePt t="23361" x="3263900" y="1911350"/>
          <p14:tracePt t="23378" x="2990850" y="1943100"/>
          <p14:tracePt t="23395" x="2889250" y="1949450"/>
          <p14:tracePt t="23411" x="2800350" y="1962150"/>
          <p14:tracePt t="23428" x="2654300" y="1981200"/>
          <p14:tracePt t="23444" x="2635250" y="1981200"/>
          <p14:tracePt t="23461" x="2628900" y="1987550"/>
          <p14:tracePt t="23477" x="2622550" y="1987550"/>
          <p14:tracePt t="23511" x="2628900" y="1987550"/>
          <p14:tracePt t="23518" x="2641600" y="1987550"/>
          <p14:tracePt t="23531" x="2660650" y="1987550"/>
          <p14:tracePt t="23543" x="2686050" y="1987550"/>
          <p14:tracePt t="23560" x="2768600" y="1968500"/>
          <p14:tracePt t="23577" x="2838450" y="1949450"/>
          <p14:tracePt t="23593" x="3028950" y="1930400"/>
          <p14:tracePt t="23610" x="3282950" y="1898650"/>
          <p14:tracePt t="23626" x="3429000" y="1860550"/>
          <p14:tracePt t="23644" x="3670300" y="1841500"/>
          <p14:tracePt t="23660" x="3797300" y="1841500"/>
          <p14:tracePt t="23676" x="3898900" y="1822450"/>
          <p14:tracePt t="23693" x="4083050" y="1803400"/>
          <p14:tracePt t="23709" x="4159250" y="1803400"/>
          <p14:tracePt t="23726" x="4171950" y="1803400"/>
          <p14:tracePt t="23743" x="4184650" y="1803400"/>
          <p14:tracePt t="23792" x="4178300" y="1803400"/>
          <p14:tracePt t="23805" x="4165600" y="1803400"/>
          <p14:tracePt t="23819" x="4146550" y="1809750"/>
          <p14:tracePt t="23828" x="4114800" y="1816100"/>
          <p14:tracePt t="23842" x="4064000" y="1835150"/>
          <p14:tracePt t="23859" x="3994150" y="1854200"/>
          <p14:tracePt t="23876" x="3733800" y="1943100"/>
          <p14:tracePt t="23892" x="3613150" y="1987550"/>
          <p14:tracePt t="23909" x="3378200" y="2070100"/>
          <p14:tracePt t="23926" x="3105150" y="2190750"/>
          <p14:tracePt t="23942" x="2997200" y="2228850"/>
          <p14:tracePt t="23959" x="2787650" y="2311400"/>
          <p14:tracePt t="23975" x="2616200" y="2374900"/>
          <p14:tracePt t="23992" x="2508250" y="2419350"/>
          <p14:tracePt t="24009" x="2463800" y="2419350"/>
          <p14:tracePt t="24025" x="2451100" y="2419350"/>
          <p14:tracePt t="24041" x="2444750" y="2419350"/>
          <p14:tracePt t="24142" x="2451100" y="2419350"/>
          <p14:tracePt t="24149" x="2457450" y="2419350"/>
          <p14:tracePt t="24163" x="2463800" y="2419350"/>
          <p14:tracePt t="24174" x="2476500" y="2413000"/>
          <p14:tracePt t="24192" x="2495550" y="2406650"/>
          <p14:tracePt t="24208" x="2540000" y="2387600"/>
          <p14:tracePt t="24224" x="2609850" y="2368550"/>
          <p14:tracePt t="24242" x="2679700" y="2355850"/>
          <p14:tracePt t="24258" x="2717800" y="2355850"/>
          <p14:tracePt t="24274" x="2787650" y="2355850"/>
          <p14:tracePt t="24291" x="2844800" y="2349500"/>
          <p14:tracePt t="24308" x="2870200" y="2343150"/>
          <p14:tracePt t="24325" x="2901950" y="2343150"/>
          <p14:tracePt t="24341" x="2914650" y="2336800"/>
          <p14:tracePt t="24359" x="2921000" y="2336800"/>
          <p14:tracePt t="24374" x="2927350" y="2330450"/>
          <p14:tracePt t="24402" x="2921000" y="2330450"/>
          <p14:tracePt t="24410" x="2908300" y="2324100"/>
          <p14:tracePt t="24424" x="2889250" y="2317750"/>
          <p14:tracePt t="24440" x="2870200" y="2305050"/>
          <p14:tracePt t="24457" x="2781300" y="2273300"/>
          <p14:tracePt t="24474" x="2622550" y="2222500"/>
          <p14:tracePt t="24491" x="2546350" y="2203450"/>
          <p14:tracePt t="24508" x="2336800" y="2165350"/>
          <p14:tracePt t="24524" x="2146300" y="2152650"/>
          <p14:tracePt t="24540" x="2070100" y="2152650"/>
          <p14:tracePt t="24557" x="1905000" y="2165350"/>
          <p14:tracePt t="24573" x="1771650" y="2197100"/>
          <p14:tracePt t="24590" x="1727200" y="2203450"/>
          <p14:tracePt t="24607" x="1682750" y="2222500"/>
          <p14:tracePt t="24623" x="1663700" y="2228850"/>
          <p14:tracePt t="24656" x="1663700" y="2235200"/>
          <p14:tracePt t="24690" x="1657350" y="2235200"/>
          <p14:tracePt t="24831" x="1657350" y="2228850"/>
          <p14:tracePt t="25392" x="1657350" y="2241550"/>
          <p14:tracePt t="25406" x="1657350" y="2247900"/>
          <p14:tracePt t="25413" x="1657350" y="2254250"/>
          <p14:tracePt t="25434" x="1657350" y="2260600"/>
          <p14:tracePt t="25505" x="1657350" y="2254250"/>
          <p14:tracePt t="25525" x="1657350" y="2247900"/>
          <p14:tracePt t="25532" x="1657350" y="2241550"/>
          <p14:tracePt t="25546" x="1657350" y="2235200"/>
          <p14:tracePt t="25568" x="1657350" y="2222500"/>
          <p14:tracePt t="25575" x="1657350" y="2197100"/>
          <p14:tracePt t="25589" x="1657350" y="2178050"/>
          <p14:tracePt t="25603" x="1657350" y="2120900"/>
          <p14:tracePt t="25619" x="1657350" y="2095500"/>
          <p14:tracePt t="25636" x="1657350" y="2063750"/>
          <p14:tracePt t="25653" x="1657350" y="2025650"/>
          <p14:tracePt t="25669" x="1657350" y="1993900"/>
          <p14:tracePt t="25686" x="1657350" y="1981200"/>
          <p14:tracePt t="25953" x="1657350" y="1987550"/>
          <p14:tracePt t="26010" x="1657350" y="1993900"/>
          <p14:tracePt t="26038" x="1657350" y="2000250"/>
          <p14:tracePt t="26045" x="1657350" y="2006600"/>
          <p14:tracePt t="26059" x="1663700" y="2012950"/>
          <p14:tracePt t="26068" x="1663700" y="2025650"/>
          <p14:tracePt t="26085" x="1670050" y="2044700"/>
          <p14:tracePt t="26102" x="1701800" y="2089150"/>
          <p14:tracePt t="26118" x="1752600" y="2178050"/>
          <p14:tracePt t="26135" x="1790700" y="2222500"/>
          <p14:tracePt t="26152" x="1854200" y="2311400"/>
          <p14:tracePt t="26168" x="1905000" y="2393950"/>
          <p14:tracePt t="26185" x="1943100" y="2444750"/>
          <p14:tracePt t="26201" x="1955800" y="2457450"/>
          <p14:tracePt t="26217" x="1962150" y="2470150"/>
          <p14:tracePt t="26235" x="1974850" y="2482850"/>
          <p14:tracePt t="26276" x="1981200" y="2482850"/>
          <p14:tracePt t="26298" x="1981200" y="2476500"/>
          <p14:tracePt t="26318" x="1974850" y="2470150"/>
          <p14:tracePt t="26326" x="1968500" y="2463800"/>
          <p14:tracePt t="26340" x="1955800" y="2457450"/>
          <p14:tracePt t="26351" x="1949450" y="2451100"/>
          <p14:tracePt t="26368" x="1911350" y="2419350"/>
          <p14:tracePt t="26384" x="1885950" y="2393950"/>
          <p14:tracePt t="26400" x="1822450" y="2324100"/>
          <p14:tracePt t="26417" x="1758950" y="2279650"/>
          <p14:tracePt t="26433" x="1682750" y="2197100"/>
          <p14:tracePt t="26450" x="1619250" y="2114550"/>
          <p14:tracePt t="26467" x="1549400" y="2044700"/>
          <p14:tracePt t="26483" x="1536700" y="2012950"/>
          <p14:tracePt t="26500" x="1511300" y="1993900"/>
          <p14:tracePt t="26517" x="1479550" y="1962150"/>
          <p14:tracePt t="26534" x="1473200" y="1955800"/>
          <p14:tracePt t="26551" x="1466850" y="1955800"/>
          <p14:tracePt t="26567" x="1460500" y="1949450"/>
          <p14:tracePt t="26789" x="1466850" y="1955800"/>
          <p14:tracePt t="26796" x="1473200" y="1962150"/>
          <p14:tracePt t="26810" x="1479550" y="1968500"/>
          <p14:tracePt t="26818" x="1485900" y="1981200"/>
          <p14:tracePt t="26833" x="1504950" y="1987550"/>
          <p14:tracePt t="26849" x="1530350" y="2006600"/>
          <p14:tracePt t="26866" x="1600200" y="2076450"/>
          <p14:tracePt t="26882" x="1689100" y="2152650"/>
          <p14:tracePt t="26899" x="1733550" y="2184400"/>
          <p14:tracePt t="26916" x="1816100" y="2247900"/>
          <p14:tracePt t="26932" x="1866900" y="2279650"/>
          <p14:tracePt t="26948" x="1885950" y="2292350"/>
          <p14:tracePt t="26965" x="1905000" y="2305050"/>
          <p14:tracePt t="26981" x="1911350" y="2305050"/>
          <p14:tracePt t="27015" x="1917700" y="2305050"/>
          <p14:tracePt t="27031" x="1924050" y="2305050"/>
          <p14:tracePt t="27063" x="1917700" y="2298700"/>
          <p14:tracePt t="27070" x="1911350" y="2292350"/>
          <p14:tracePt t="27081" x="1898650" y="2279650"/>
          <p14:tracePt t="27099" x="1866900" y="2260600"/>
          <p14:tracePt t="27114" x="1841500" y="2241550"/>
          <p14:tracePt t="27131" x="1797050" y="2209800"/>
          <p14:tracePt t="27148" x="1651000" y="2089150"/>
          <p14:tracePt t="27164" x="1593850" y="2051050"/>
          <p14:tracePt t="27181" x="1536700" y="2012950"/>
          <p14:tracePt t="27197" x="1441450" y="1943100"/>
          <p14:tracePt t="27214" x="1403350" y="1911350"/>
          <p14:tracePt t="27231" x="1384300" y="1898650"/>
          <p14:tracePt t="27247" x="1377950" y="1892300"/>
          <p14:tracePt t="27264" x="1365250" y="1885950"/>
          <p14:tracePt t="27323" x="1371600" y="1892300"/>
          <p14:tracePt t="27330" x="1390650" y="1898650"/>
          <p14:tracePt t="27344" x="1409700" y="1911350"/>
          <p14:tracePt t="27351" x="1441450" y="1917700"/>
          <p14:tracePt t="27364" x="1485900" y="1949450"/>
          <p14:tracePt t="27380" x="1543050" y="1974850"/>
          <p14:tracePt t="27397" x="1631950" y="2019300"/>
          <p14:tracePt t="27414" x="1866900" y="2101850"/>
          <p14:tracePt t="27430" x="2197100" y="2228850"/>
          <p14:tracePt t="27447" x="2330450" y="2273300"/>
          <p14:tracePt t="27464" x="2552700" y="2336800"/>
          <p14:tracePt t="27480" x="2641600" y="2355850"/>
          <p14:tracePt t="27497" x="2768600" y="2406650"/>
          <p14:tracePt t="27513" x="2806700" y="2419350"/>
          <p14:tracePt t="27530" x="2819400" y="2425700"/>
          <p14:tracePt t="27546" x="2825750" y="2425700"/>
          <p14:tracePt t="27610" x="2825750" y="2419350"/>
          <p14:tracePt t="27624" x="2825750" y="2413000"/>
          <p14:tracePt t="27632" x="2819400" y="2406650"/>
          <p14:tracePt t="27647" x="2806700" y="2400300"/>
          <p14:tracePt t="27663" x="2749550" y="2393950"/>
          <p14:tracePt t="27679" x="2705100" y="2374900"/>
          <p14:tracePt t="27696" x="2559050" y="2349500"/>
          <p14:tracePt t="27713" x="2368550" y="2298700"/>
          <p14:tracePt t="27730" x="2146300" y="2241550"/>
          <p14:tracePt t="27746" x="2019300" y="2209800"/>
          <p14:tracePt t="27762" x="1917700" y="2178050"/>
          <p14:tracePt t="27780" x="1689100" y="2101850"/>
          <p14:tracePt t="27795" x="1644650" y="2095500"/>
          <p14:tracePt t="27812" x="1612900" y="2076450"/>
          <p14:tracePt t="27829" x="1587500" y="2070100"/>
          <p14:tracePt t="27845" x="1581150" y="2070100"/>
          <p14:tracePt t="27884" x="1587500" y="2070100"/>
          <p14:tracePt t="27895" x="1600200" y="2070100"/>
          <p14:tracePt t="27912" x="1638300" y="2070100"/>
          <p14:tracePt t="27928" x="1670050" y="2076450"/>
          <p14:tracePt t="27945" x="1771650" y="2076450"/>
          <p14:tracePt t="27962" x="1962150" y="2095500"/>
          <p14:tracePt t="27979" x="2070100" y="2114550"/>
          <p14:tracePt t="27995" x="2273300" y="2159000"/>
          <p14:tracePt t="28011" x="2470150" y="2216150"/>
          <p14:tracePt t="28028" x="2552700" y="2247900"/>
          <p14:tracePt t="28045" x="2616200" y="2266950"/>
          <p14:tracePt t="28061" x="2743200" y="2336800"/>
          <p14:tracePt t="28078" x="2749550" y="2336800"/>
          <p14:tracePt t="28095" x="2755900" y="2336800"/>
          <p14:tracePt t="28165" x="2743200" y="2330450"/>
          <p14:tracePt t="28172" x="2711450" y="2324100"/>
          <p14:tracePt t="28186" x="2679700" y="2305050"/>
          <p14:tracePt t="28195" x="2628900" y="2298700"/>
          <p14:tracePt t="28211" x="2584450" y="2279650"/>
          <p14:tracePt t="28228" x="2425700" y="2222500"/>
          <p14:tracePt t="28243" x="2241550" y="2139950"/>
          <p14:tracePt t="28260" x="2159000" y="2108200"/>
          <p14:tracePt t="28277" x="1987550" y="2038350"/>
          <p14:tracePt t="28294" x="1835150" y="1981200"/>
          <p14:tracePt t="28310" x="1784350" y="1949450"/>
          <p14:tracePt t="28327" x="1714500" y="1911350"/>
          <p14:tracePt t="28343" x="1670050" y="1892300"/>
          <p14:tracePt t="28360" x="1657350" y="1885950"/>
          <p14:tracePt t="28425" x="1663700" y="1885950"/>
          <p14:tracePt t="28432" x="1676400" y="1898650"/>
          <p14:tracePt t="28446" x="1708150" y="1905000"/>
          <p14:tracePt t="28460" x="1739900" y="1924050"/>
          <p14:tracePt t="28476" x="1835150" y="1968500"/>
          <p14:tracePt t="28493" x="1917700" y="2000250"/>
          <p14:tracePt t="28510" x="2101850" y="2070100"/>
          <p14:tracePt t="28526" x="2311400" y="2139950"/>
          <p14:tracePt t="28543" x="2400300" y="2171700"/>
          <p14:tracePt t="28559" x="2571750" y="2235200"/>
          <p14:tracePt t="28577" x="2686050" y="2273300"/>
          <p14:tracePt t="28593" x="2730500" y="2286000"/>
          <p14:tracePt t="28610" x="2768600" y="2311400"/>
          <p14:tracePt t="28626" x="2781300" y="2317750"/>
          <p14:tracePt t="28643" x="2787650" y="2324100"/>
          <p14:tracePt t="28783" x="2794000" y="2324100"/>
          <p14:tracePt t="29256" x="2781300" y="2324100"/>
          <p14:tracePt t="29263" x="2743200" y="2324100"/>
          <p14:tracePt t="29277" x="2698750" y="2317750"/>
          <p14:tracePt t="29290" x="2635250" y="2305050"/>
          <p14:tracePt t="29307" x="2520950" y="2298700"/>
          <p14:tracePt t="29323" x="2451100" y="2286000"/>
          <p14:tracePt t="29341" x="2311400" y="2279650"/>
          <p14:tracePt t="29357" x="2152650" y="2260600"/>
          <p14:tracePt t="29373" x="2089150" y="2260600"/>
          <p14:tracePt t="29390" x="1987550" y="2247900"/>
          <p14:tracePt t="29407" x="1911350" y="2241550"/>
          <p14:tracePt t="29423" x="1892300" y="2241550"/>
          <p14:tracePt t="29440" x="1879600" y="2241550"/>
          <p14:tracePt t="29456" x="1873250" y="2241550"/>
          <p14:tracePt t="29473" x="1866900" y="2241550"/>
          <p14:tracePt t="29965" x="1860550" y="2235200"/>
          <p14:tracePt t="29979" x="1860550" y="2228850"/>
          <p14:tracePt t="29987" x="1854200" y="2228850"/>
          <p14:tracePt t="30000" x="1854200" y="2222500"/>
          <p14:tracePt t="30008" x="1847850" y="2222500"/>
          <p14:tracePt t="30024" x="1841500" y="2222500"/>
          <p14:tracePt t="30038" x="1828800" y="2209800"/>
          <p14:tracePt t="30054" x="1822450" y="2197100"/>
          <p14:tracePt t="30071" x="1784350" y="2184400"/>
          <p14:tracePt t="30087" x="1771650" y="2171700"/>
          <p14:tracePt t="30104" x="1739900" y="2159000"/>
          <p14:tracePt t="30121" x="1714500" y="2146300"/>
          <p14:tracePt t="30138" x="1701800" y="2139950"/>
          <p14:tracePt t="30155" x="1689100" y="2139950"/>
          <p14:tracePt t="30170" x="1676400" y="2139950"/>
          <p14:tracePt t="30204" x="1670050" y="2146300"/>
          <p14:tracePt t="30220" x="1670050" y="2159000"/>
          <p14:tracePt t="30253" x="1657350" y="2165350"/>
          <p14:tracePt t="30270" x="1657350" y="2171700"/>
          <p14:tracePt t="30317" x="1651000" y="2171700"/>
          <p14:tracePt t="30351" x="1651000" y="2178050"/>
          <p14:tracePt t="30457" x="1644650" y="2178050"/>
          <p14:tracePt t="30471" x="1644650" y="2165350"/>
          <p14:tracePt t="30492" x="1638300" y="2152650"/>
          <p14:tracePt t="30499" x="1638300" y="2146300"/>
          <p14:tracePt t="30513" x="1631950" y="2139950"/>
          <p14:tracePt t="30522" x="1625600" y="2133600"/>
          <p14:tracePt t="30536" x="1625600" y="2127250"/>
          <p14:tracePt t="30553" x="1612900" y="2101850"/>
          <p14:tracePt t="30570" x="1581150" y="2076450"/>
          <p14:tracePt t="30586" x="1568450" y="2057400"/>
          <p14:tracePt t="30603" x="1549400" y="2038350"/>
          <p14:tracePt t="30619" x="1530350" y="2019300"/>
          <p14:tracePt t="30636" x="1524000" y="2019300"/>
          <p14:tracePt t="30654" x="1517650" y="2006600"/>
          <p14:tracePt t="30723" x="1524000" y="2006600"/>
          <p14:tracePt t="30730" x="1530350" y="2006600"/>
          <p14:tracePt t="30738" x="1536700" y="2006600"/>
          <p14:tracePt t="30754" x="1549400" y="2006600"/>
          <p14:tracePt t="30769" x="1562100" y="2012950"/>
          <p14:tracePt t="30786" x="1619250" y="2019300"/>
          <p14:tracePt t="30801" x="1746250" y="2057400"/>
          <p14:tracePt t="30818" x="1828800" y="2076450"/>
          <p14:tracePt t="30835" x="2044700" y="2139950"/>
          <p14:tracePt t="30852" x="2279650" y="2216150"/>
          <p14:tracePt t="30868" x="2393950" y="2247900"/>
          <p14:tracePt t="30885" x="2616200" y="2298700"/>
          <p14:tracePt t="30901" x="2787650" y="2336800"/>
          <p14:tracePt t="30918" x="2838450" y="2355850"/>
          <p14:tracePt t="30935" x="2901950" y="2368550"/>
          <p14:tracePt t="30951" x="2927350" y="2374900"/>
          <p14:tracePt t="31180" x="2914650" y="2374900"/>
          <p14:tracePt t="31193" x="2889250" y="2374900"/>
          <p14:tracePt t="31203" x="2851150" y="2374900"/>
          <p14:tracePt t="31216" x="2813050" y="2374900"/>
          <p14:tracePt t="31233" x="2673350" y="2374900"/>
          <p14:tracePt t="31251" x="2520950" y="2374900"/>
          <p14:tracePt t="31267" x="2444750" y="2374900"/>
          <p14:tracePt t="31284" x="2368550" y="2374900"/>
          <p14:tracePt t="31300" x="2184400" y="2374900"/>
          <p14:tracePt t="31316" x="2146300" y="2374900"/>
          <p14:tracePt t="31335" x="2108200" y="2374900"/>
          <p14:tracePt t="31351" x="2095500" y="2374900"/>
          <p14:tracePt t="31366" x="2089150" y="2374900"/>
          <p14:tracePt t="31383" x="2082800" y="2374900"/>
          <p14:tracePt t="32082" x="2101850" y="2381250"/>
          <p14:tracePt t="32096" x="2139950" y="2387600"/>
          <p14:tracePt t="32103" x="2197100" y="2387600"/>
          <p14:tracePt t="32117" x="2260600" y="2400300"/>
          <p14:tracePt t="32132" x="2387600" y="2400300"/>
          <p14:tracePt t="32147" x="2451100" y="2406650"/>
          <p14:tracePt t="32163" x="2520950" y="2406650"/>
          <p14:tracePt t="32181" x="2635250" y="2425700"/>
          <p14:tracePt t="32197" x="2692400" y="2432050"/>
          <p14:tracePt t="32213" x="2705100" y="2438400"/>
          <p14:tracePt t="32230" x="2724150" y="2438400"/>
          <p14:tracePt t="32545" x="2717800" y="2432050"/>
          <p14:tracePt t="32552" x="2717800" y="2425700"/>
          <p14:tracePt t="32566" x="2711450" y="2419350"/>
          <p14:tracePt t="32579" x="2698750" y="2406650"/>
          <p14:tracePt t="32595" x="2660650" y="2387600"/>
          <p14:tracePt t="32612" x="2635250" y="2362200"/>
          <p14:tracePt t="32629" x="2514600" y="2286000"/>
          <p14:tracePt t="32645" x="2381250" y="2216150"/>
          <p14:tracePt t="32662" x="2286000" y="2178050"/>
          <p14:tracePt t="32679" x="2127250" y="2120900"/>
          <p14:tracePt t="32696" x="1968500" y="2089150"/>
          <p14:tracePt t="32712" x="1905000" y="2070100"/>
          <p14:tracePt t="32729" x="1784350" y="2057400"/>
          <p14:tracePt t="32744" x="1733550" y="2057400"/>
          <p14:tracePt t="32762" x="1682750" y="2057400"/>
          <p14:tracePt t="32778" x="1670050" y="2057400"/>
          <p14:tracePt t="32795" x="1663700" y="2057400"/>
          <p14:tracePt t="32812" x="1657350" y="2057400"/>
          <p14:tracePt t="32903" x="1663700" y="2051050"/>
          <p14:tracePt t="32917" x="1676400" y="2051050"/>
          <p14:tracePt t="32924" x="1689100" y="2044700"/>
          <p14:tracePt t="32938" x="1701800" y="2038350"/>
          <p14:tracePt t="32947" x="1720850" y="2032000"/>
          <p14:tracePt t="32961" x="1752600" y="2012950"/>
          <p14:tracePt t="32977" x="1822450" y="1987550"/>
          <p14:tracePt t="32995" x="1885950" y="1968500"/>
          <p14:tracePt t="33011" x="1911350" y="1955800"/>
          <p14:tracePt t="33027" x="1936750" y="1949450"/>
          <p14:tracePt t="33044" x="1981200" y="1936750"/>
          <p14:tracePt t="33061" x="1987550" y="1930400"/>
          <p14:tracePt t="33093" x="1993900" y="1930400"/>
          <p14:tracePt t="33110" x="1981200" y="1930400"/>
          <p14:tracePt t="33127" x="1974850" y="1936750"/>
          <p14:tracePt t="33144" x="1949450" y="1949450"/>
          <p14:tracePt t="33160" x="1911350" y="1981200"/>
          <p14:tracePt t="33177" x="1866900" y="2006600"/>
          <p14:tracePt t="33194" x="1835150" y="2025650"/>
          <p14:tracePt t="33210" x="1790700" y="2051050"/>
          <p14:tracePt t="33227" x="1758950" y="2063750"/>
          <p14:tracePt t="33243" x="1752600" y="2076450"/>
          <p14:tracePt t="33260" x="1739900" y="2089150"/>
          <p14:tracePt t="33296" x="1739900" y="2101850"/>
          <p14:tracePt t="33312" x="1739900" y="2108200"/>
          <p14:tracePt t="33326" x="1746250" y="2133600"/>
          <p14:tracePt t="33343" x="1752600" y="2133600"/>
          <p14:tracePt t="33360" x="1765300" y="2152650"/>
          <p14:tracePt t="33376" x="1771650" y="2152650"/>
          <p14:tracePt t="33393" x="1771650" y="2159000"/>
          <p14:tracePt t="33410" x="1771650" y="2165350"/>
          <p14:tracePt t="33430" x="1778000" y="2165350"/>
          <p14:tracePt t="33445" x="1784350" y="2165350"/>
          <p14:tracePt t="33821" x="1809750" y="2133600"/>
          <p14:tracePt t="33828" x="1841500" y="2089150"/>
          <p14:tracePt t="33844" x="1892300" y="2032000"/>
          <p14:tracePt t="33858" x="1993900" y="1892300"/>
          <p14:tracePt t="33874" x="2032000" y="1835150"/>
          <p14:tracePt t="33893" x="2101850" y="1752600"/>
          <p14:tracePt t="33908" x="2114550" y="1733550"/>
          <p14:tracePt t="33924" x="2127250" y="1720850"/>
          <p14:tracePt t="33941" x="2127250" y="1714500"/>
          <p14:tracePt t="33974" x="2133600" y="1708150"/>
          <p14:tracePt t="34088" x="2133600" y="1714500"/>
          <p14:tracePt t="34123" x="2127250" y="1720850"/>
          <p14:tracePt t="34130" x="2120900" y="1720850"/>
          <p14:tracePt t="34151" x="2114550" y="1727200"/>
          <p14:tracePt t="34159" x="2114550" y="1733550"/>
          <p14:tracePt t="34173" x="2108200" y="1739900"/>
          <p14:tracePt t="34190" x="2101850" y="1746250"/>
          <p14:tracePt t="34208" x="2063750" y="1790700"/>
          <p14:tracePt t="34223" x="2038350" y="1816100"/>
          <p14:tracePt t="34240" x="2019300" y="1835150"/>
          <p14:tracePt t="34257" x="1962150" y="1885950"/>
          <p14:tracePt t="34273" x="1905000" y="1943100"/>
          <p14:tracePt t="34290" x="1879600" y="1962150"/>
          <p14:tracePt t="34306" x="1835150" y="2019300"/>
          <p14:tracePt t="34323" x="1790700" y="2063750"/>
          <p14:tracePt t="34340" x="1778000" y="2076450"/>
          <p14:tracePt t="34357" x="1752600" y="2089150"/>
          <p14:tracePt t="34372" x="1746250" y="2101850"/>
          <p14:tracePt t="34390" x="1739900" y="2108200"/>
          <p14:tracePt t="34509" x="1739900" y="2101850"/>
          <p14:tracePt t="34530" x="1746250" y="2101850"/>
          <p14:tracePt t="34544" x="1752600" y="2095500"/>
          <p14:tracePt t="34551" x="1752600" y="2089150"/>
          <p14:tracePt t="34558" x="1758950" y="2082800"/>
          <p14:tracePt t="34575" x="1771650" y="2082800"/>
          <p14:tracePt t="34588" x="1778000" y="2082800"/>
          <p14:tracePt t="34605" x="1809750" y="2063750"/>
          <p14:tracePt t="34622" x="1847850" y="2038350"/>
          <p14:tracePt t="34639" x="1866900" y="2025650"/>
          <p14:tracePt t="34655" x="1905000" y="1993900"/>
          <p14:tracePt t="34672" x="1936750" y="1974850"/>
          <p14:tracePt t="34688" x="1943100" y="1968500"/>
          <p14:tracePt t="34705" x="1955800" y="1955800"/>
          <p14:tracePt t="34721" x="1955800" y="1949450"/>
          <p14:tracePt t="34769" x="1955800" y="1943100"/>
          <p14:tracePt t="34803" x="1955800" y="1936750"/>
          <p14:tracePt t="34832" x="1955800" y="1924050"/>
          <p14:tracePt t="34839" x="1949450" y="1924050"/>
          <p14:tracePt t="34860" x="1943100" y="1917700"/>
          <p14:tracePt t="34881" x="1936750" y="1911350"/>
          <p14:tracePt t="34895" x="1930400" y="1911350"/>
          <p14:tracePt t="34902" x="1924050" y="1911350"/>
          <p14:tracePt t="34923" x="1917700" y="1905000"/>
          <p14:tracePt t="34929" x="1911350" y="1905000"/>
          <p14:tracePt t="34943" x="1898650" y="1905000"/>
          <p14:tracePt t="34954" x="1885950" y="1905000"/>
          <p14:tracePt t="34971" x="1866900" y="1905000"/>
          <p14:tracePt t="34987" x="1828800" y="1924050"/>
          <p14:tracePt t="35004" x="1790700" y="1943100"/>
          <p14:tracePt t="35021" x="1752600" y="1955800"/>
          <p14:tracePt t="35037" x="1739900" y="1968500"/>
          <p14:tracePt t="35054" x="1720850" y="1981200"/>
          <p14:tracePt t="35071" x="1714500" y="1981200"/>
          <p14:tracePt t="35104" x="1714500" y="1987550"/>
          <p14:tracePt t="35176" x="1714500" y="1993900"/>
          <p14:tracePt t="35190" x="1727200" y="1993900"/>
          <p14:tracePt t="35204" x="1733550" y="1993900"/>
          <p14:tracePt t="35211" x="1739900" y="1993900"/>
          <p14:tracePt t="35225" x="1758950" y="1987550"/>
          <p14:tracePt t="35236" x="1771650" y="1987550"/>
          <p14:tracePt t="35253" x="1809750" y="1974850"/>
          <p14:tracePt t="35269" x="1835150" y="1968500"/>
          <p14:tracePt t="35286" x="1860550" y="1949450"/>
          <p14:tracePt t="35303" x="1885950" y="1943100"/>
          <p14:tracePt t="35320" x="1892300" y="1943100"/>
          <p14:tracePt t="35336" x="1898650" y="1943100"/>
          <p14:tracePt t="35353" x="1905000" y="1943100"/>
          <p14:tracePt t="35369" x="1911350" y="1943100"/>
          <p14:tracePt t="35387" x="1924050" y="1949450"/>
          <p14:tracePt t="35403" x="1949450" y="1968500"/>
          <p14:tracePt t="35419" x="1981200" y="1993900"/>
          <p14:tracePt t="35436" x="2089150" y="2051050"/>
          <p14:tracePt t="35452" x="2159000" y="2076450"/>
          <p14:tracePt t="35469" x="2343150" y="2146300"/>
          <p14:tracePt t="35486" x="2527300" y="2209800"/>
          <p14:tracePt t="35502" x="2609850" y="2228850"/>
          <p14:tracePt t="35519" x="2730500" y="2260600"/>
          <p14:tracePt t="35536" x="2787650" y="2266950"/>
          <p14:tracePt t="35552" x="2800350" y="2273300"/>
          <p14:tracePt t="35569" x="2813050" y="2273300"/>
          <p14:tracePt t="35632" x="2806700" y="2273300"/>
          <p14:tracePt t="35646" x="2794000" y="2273300"/>
          <p14:tracePt t="35654" x="2774950" y="2273300"/>
          <p14:tracePt t="35669" x="2755900" y="2266950"/>
          <p14:tracePt t="35685" x="2660650" y="2254250"/>
          <p14:tracePt t="35702" x="2520950" y="2235200"/>
          <p14:tracePt t="35718" x="2432050" y="2216150"/>
          <p14:tracePt t="35735" x="2336800" y="2184400"/>
          <p14:tracePt t="35752" x="2139950" y="2133600"/>
          <p14:tracePt t="35768" x="1974850" y="2108200"/>
          <p14:tracePt t="35784" x="1892300" y="2076450"/>
          <p14:tracePt t="35801" x="1797050" y="2051050"/>
          <p14:tracePt t="35818" x="1746250" y="2032000"/>
          <p14:tracePt t="35835" x="1733550" y="2032000"/>
          <p14:tracePt t="35851" x="1727200" y="2032000"/>
          <p14:tracePt t="35867" x="1720850" y="2032000"/>
          <p14:tracePt t="35955" x="1720850" y="2025650"/>
          <p14:tracePt t="36415" x="1720850" y="2019300"/>
          <p14:tracePt t="36507" x="1758950" y="2012950"/>
          <p14:tracePt t="36513" x="1778000" y="2012950"/>
          <p14:tracePt t="36527" x="1809750" y="2006600"/>
          <p14:tracePt t="36535" x="1835150" y="2006600"/>
          <p14:tracePt t="36551" x="1879600" y="2006600"/>
          <p14:tracePt t="36565" x="1917700" y="2006600"/>
          <p14:tracePt t="36582" x="2006600" y="2012950"/>
          <p14:tracePt t="36599" x="2114550" y="2025650"/>
          <p14:tracePt t="36615" x="2165350" y="2025650"/>
          <p14:tracePt t="36631" x="2254250" y="2025650"/>
          <p14:tracePt t="36648" x="2324100" y="2025650"/>
          <p14:tracePt t="36665" x="2343150" y="2025650"/>
          <p14:tracePt t="36682" x="2362200" y="2025650"/>
          <p14:tracePt t="36698" x="2368550" y="2025650"/>
          <p14:tracePt t="36794" x="2368550" y="2019300"/>
          <p14:tracePt t="36808" x="2355850" y="2019300"/>
          <p14:tracePt t="36817" x="2349500" y="2012950"/>
          <p14:tracePt t="36831" x="2336800" y="2000250"/>
          <p14:tracePt t="36847" x="2317750" y="1993900"/>
          <p14:tracePt t="36865" x="2216150" y="1955800"/>
          <p14:tracePt t="36881" x="2159000" y="1936750"/>
          <p14:tracePt t="36897" x="2095500" y="1917700"/>
          <p14:tracePt t="36914" x="1949450" y="1898650"/>
          <p14:tracePt t="36930" x="1816100" y="1879600"/>
          <p14:tracePt t="36947" x="1752600" y="1879600"/>
          <p14:tracePt t="36964" x="1657350" y="1898650"/>
          <p14:tracePt t="36981" x="1619250" y="1911350"/>
          <p14:tracePt t="36998" x="1587500" y="1917700"/>
          <p14:tracePt t="37014" x="1587500" y="1924050"/>
          <p14:tracePt t="37030" x="1587500" y="1930400"/>
          <p14:tracePt t="37067" x="1593850" y="1930400"/>
          <p14:tracePt t="37074" x="1606550" y="1930400"/>
          <p14:tracePt t="37089" x="1619250" y="1917700"/>
          <p14:tracePt t="37098" x="1638300" y="1911350"/>
          <p14:tracePt t="37113" x="1651000" y="1885950"/>
          <p14:tracePt t="37130" x="1682750" y="1866900"/>
          <p14:tracePt t="37146" x="1752600" y="1778000"/>
          <p14:tracePt t="37163" x="1765300" y="1746250"/>
          <p14:tracePt t="37181" x="1778000" y="1720850"/>
          <p14:tracePt t="37196" x="1784350" y="1714500"/>
          <p14:tracePt t="37213" x="1784350" y="1708150"/>
          <p14:tracePt t="37251" x="1778000" y="1708150"/>
          <p14:tracePt t="37263" x="1765300" y="1714500"/>
          <p14:tracePt t="37279" x="1746250" y="1727200"/>
          <p14:tracePt t="37296" x="1733550" y="1739900"/>
          <p14:tracePt t="37312" x="1695450" y="1765300"/>
          <p14:tracePt t="37329" x="1670050" y="1816100"/>
          <p14:tracePt t="37346" x="1663700" y="1841500"/>
          <p14:tracePt t="37363" x="1638300" y="1898650"/>
          <p14:tracePt t="37379" x="1631950" y="1949450"/>
          <p14:tracePt t="37395" x="1631950" y="1968500"/>
          <p14:tracePt t="37413" x="1644650" y="1993900"/>
          <p14:tracePt t="37429" x="1663700" y="2025650"/>
          <p14:tracePt t="37445" x="1689100" y="2032000"/>
          <p14:tracePt t="37462" x="1733550" y="2038350"/>
          <p14:tracePt t="37479" x="1771650" y="2038350"/>
          <p14:tracePt t="37496" x="1866900" y="2038350"/>
          <p14:tracePt t="37512" x="1968500" y="2032000"/>
          <p14:tracePt t="37528" x="2038350" y="2012950"/>
          <p14:tracePt t="37532" x="2089150" y="1993900"/>
          <p14:tracePt t="37545" x="2159000" y="1987550"/>
          <p14:tracePt t="37562" x="2254250" y="1968500"/>
          <p14:tracePt t="37578" x="2292350" y="1962150"/>
          <p14:tracePt t="37595" x="2343150" y="1955800"/>
          <p14:tracePt t="37611" x="2387600" y="1943100"/>
          <p14:tracePt t="37628" x="2400300" y="1943100"/>
          <p14:tracePt t="37645" x="2432050" y="1930400"/>
          <p14:tracePt t="37661" x="2451100" y="1917700"/>
          <p14:tracePt t="37679" x="2451100" y="1911350"/>
          <p14:tracePt t="37694" x="2451100" y="1905000"/>
          <p14:tracePt t="37742" x="2451100" y="1898650"/>
          <p14:tracePt t="37762" x="2451100" y="1892300"/>
          <p14:tracePt t="37778" x="2444750" y="1892300"/>
          <p14:tracePt t="37791" x="2438400" y="1892300"/>
          <p14:tracePt t="37798" x="2432050" y="1892300"/>
          <p14:tracePt t="37813" x="2419350" y="1892300"/>
          <p14:tracePt t="37828" x="2406650" y="1892300"/>
          <p14:tracePt t="37844" x="2362200" y="1892300"/>
          <p14:tracePt t="37861" x="2298700" y="1917700"/>
          <p14:tracePt t="37877" x="2254250" y="1936750"/>
          <p14:tracePt t="37894" x="2165350" y="2000250"/>
          <p14:tracePt t="37911" x="2114550" y="2044700"/>
          <p14:tracePt t="37927" x="2095500" y="2063750"/>
          <p14:tracePt t="37944" x="2089150" y="2095500"/>
          <p14:tracePt t="37960" x="2108200" y="2209800"/>
          <p14:tracePt t="37977" x="2120900" y="2241550"/>
          <p14:tracePt t="37994" x="2190750" y="2286000"/>
          <p14:tracePt t="38010" x="2273300" y="2324100"/>
          <p14:tracePt t="38027" x="2330450" y="2330450"/>
          <p14:tracePt t="38044" x="2457450" y="2330450"/>
          <p14:tracePt t="38060" x="2578100" y="2317750"/>
          <p14:tracePt t="38076" x="2628900" y="2311400"/>
          <p14:tracePt t="38094" x="2660650" y="2298700"/>
          <p14:tracePt t="38110" x="2705100" y="2279650"/>
          <p14:tracePt t="38127" x="2717800" y="2273300"/>
          <p14:tracePt t="38144" x="2724150" y="2273300"/>
          <p14:tracePt t="38160" x="2724150" y="2266950"/>
          <p14:tracePt t="38254" x="2730500" y="2266950"/>
          <p14:tracePt t="38353" x="2730500" y="2260600"/>
          <p14:tracePt t="38437" x="2730500" y="2254250"/>
          <p14:tracePt t="38451" x="2730500" y="2247900"/>
          <p14:tracePt t="38459" x="2730500" y="2235200"/>
          <p14:tracePt t="38472" x="2730500" y="2228850"/>
          <p14:tracePt t="38479" x="2724150" y="2222500"/>
          <p14:tracePt t="38495" x="2724150" y="2216150"/>
          <p14:tracePt t="38508" x="2711450" y="2197100"/>
          <p14:tracePt t="38525" x="2692400" y="2190750"/>
          <p14:tracePt t="38542" x="2635250" y="2184400"/>
          <p14:tracePt t="38559" x="2590800" y="2171700"/>
          <p14:tracePt t="38575" x="2540000" y="2165350"/>
          <p14:tracePt t="38592" x="2508250" y="2159000"/>
          <p14:tracePt t="38608" x="2489200" y="2152650"/>
          <p14:tracePt t="38625" x="2444750" y="2146300"/>
          <p14:tracePt t="38642" x="2387600" y="2146300"/>
          <p14:tracePt t="38658" x="2362200" y="2139950"/>
          <p14:tracePt t="38675" x="2266950" y="2120900"/>
          <p14:tracePt t="38691" x="2152650" y="2082800"/>
          <p14:tracePt t="38708" x="2076450" y="2063750"/>
          <p14:tracePt t="38725" x="1930400" y="2025650"/>
          <p14:tracePt t="38741" x="1854200" y="2006600"/>
          <p14:tracePt t="38758" x="1720850" y="1968500"/>
          <p14:tracePt t="38774" x="1606550" y="1930400"/>
          <p14:tracePt t="38791" x="1568450" y="1924050"/>
          <p14:tracePt t="38808" x="1504950" y="1905000"/>
          <p14:tracePt t="38824" x="1485900" y="1905000"/>
          <p14:tracePt t="38840" x="1479550" y="1905000"/>
          <p14:tracePt t="38886" x="1473200" y="1905000"/>
          <p14:tracePt t="39005" x="1479550" y="1905000"/>
          <p14:tracePt t="39012" x="1485900" y="1905000"/>
          <p14:tracePt t="39026" x="1498600" y="1905000"/>
          <p14:tracePt t="39041" x="1524000" y="1905000"/>
          <p14:tracePt t="39056" x="1549400" y="1905000"/>
          <p14:tracePt t="39073" x="1587500" y="1911350"/>
          <p14:tracePt t="39090" x="1720850" y="1930400"/>
          <p14:tracePt t="39106" x="1917700" y="1968500"/>
          <p14:tracePt t="39123" x="2032000" y="1981200"/>
          <p14:tracePt t="39140" x="2260600" y="2019300"/>
          <p14:tracePt t="39156" x="2476500" y="2063750"/>
          <p14:tracePt t="39173" x="2597150" y="2082800"/>
          <p14:tracePt t="39189" x="2774950" y="2133600"/>
          <p14:tracePt t="39206" x="2844800" y="2152650"/>
          <p14:tracePt t="39223" x="2940050" y="2190750"/>
          <p14:tracePt t="39239" x="2971800" y="2203450"/>
          <p14:tracePt t="39256" x="2984500" y="2222500"/>
          <p14:tracePt t="39273" x="3003550" y="2228850"/>
          <p14:tracePt t="39289" x="3009900" y="2228850"/>
          <p14:tracePt t="39363" x="3003550" y="2228850"/>
          <p14:tracePt t="39377" x="3003550" y="2222500"/>
          <p14:tracePt t="39384" x="2990850" y="2216150"/>
          <p14:tracePt t="39392" x="2965450" y="2209800"/>
          <p14:tracePt t="39408" x="2946400" y="2209800"/>
          <p14:tracePt t="39422" x="2921000" y="2203450"/>
          <p14:tracePt t="39438" x="2832100" y="2165350"/>
          <p14:tracePt t="39455" x="2673350" y="2120900"/>
          <p14:tracePt t="39472" x="2571750" y="2089150"/>
          <p14:tracePt t="39488" x="2349500" y="2025650"/>
          <p14:tracePt t="39505" x="2127250" y="1962150"/>
          <p14:tracePt t="39522" x="2025650" y="1930400"/>
          <p14:tracePt t="39539" x="1854200" y="1892300"/>
          <p14:tracePt t="39555" x="1746250" y="1860550"/>
          <p14:tracePt t="39571" x="1727200" y="1847850"/>
          <p14:tracePt t="39575" x="1714500" y="1847850"/>
          <p14:tracePt t="39590" x="1708150" y="1841500"/>
          <p14:tracePt t="39604" x="1701800" y="1841500"/>
          <p14:tracePt t="39644" x="1695450" y="1841500"/>
          <p14:tracePt t="39665" x="1695450" y="1847850"/>
          <p14:tracePt t="39672" x="1701800" y="1847850"/>
          <p14:tracePt t="39693" x="1708150" y="1854200"/>
          <p14:tracePt t="39707" x="1714500" y="1854200"/>
          <p14:tracePt t="39714" x="1720850" y="1860550"/>
          <p14:tracePt t="39728" x="1739900" y="1873250"/>
          <p14:tracePt t="39737" x="1765300" y="1879600"/>
          <p14:tracePt t="39754" x="1809750" y="1898650"/>
          <p14:tracePt t="39771" x="1917700" y="1943100"/>
          <p14:tracePt t="39787" x="2089150" y="2006600"/>
          <p14:tracePt t="39804" x="2184400" y="2025650"/>
          <p14:tracePt t="39820" x="2393950" y="2076450"/>
          <p14:tracePt t="39839" x="2495550" y="2108200"/>
          <p14:tracePt t="39854" x="2609850" y="2152650"/>
          <p14:tracePt t="39871" x="2806700" y="2222500"/>
          <p14:tracePt t="39887" x="2889250" y="2254250"/>
          <p14:tracePt t="39904" x="2997200" y="2298700"/>
          <p14:tracePt t="39921" x="3022600" y="2305050"/>
          <p14:tracePt t="39937" x="3041650" y="2305050"/>
          <p14:tracePt t="39954" x="3054350" y="2305050"/>
          <p14:tracePt t="41382" x="3022600" y="2305050"/>
          <p14:tracePt t="41389" x="2984500" y="2305050"/>
          <p14:tracePt t="41403" x="2946400" y="2305050"/>
          <p14:tracePt t="41414" x="2908300" y="2305050"/>
          <p14:tracePt t="41432" x="2813050" y="2305050"/>
          <p14:tracePt t="41449" x="2762250" y="2305050"/>
          <p14:tracePt t="41465" x="2679700" y="2292350"/>
          <p14:tracePt t="41482" x="2603500" y="2286000"/>
          <p14:tracePt t="41498" x="2571750" y="2286000"/>
          <p14:tracePt t="41515" x="2514600" y="2279650"/>
          <p14:tracePt t="41531" x="2463800" y="2273300"/>
          <p14:tracePt t="41548" x="2444750" y="2273300"/>
          <p14:tracePt t="41565" x="2425700" y="2266950"/>
          <p14:tracePt t="41581" x="2406650" y="2266950"/>
          <p14:tracePt t="41712" x="2400300" y="2266950"/>
          <p14:tracePt t="41719" x="2393950" y="2260600"/>
          <p14:tracePt t="41740" x="2381250" y="2254250"/>
          <p14:tracePt t="41754" x="2374900" y="2254250"/>
          <p14:tracePt t="41764" x="2368550" y="2254250"/>
          <p14:tracePt t="41780" x="2362200" y="2247900"/>
          <p14:tracePt t="41797" x="2324100" y="2235200"/>
          <p14:tracePt t="41813" x="2266950" y="2216150"/>
          <p14:tracePt t="41830" x="2222500" y="2203450"/>
          <p14:tracePt t="41847" x="2139950" y="2178050"/>
          <p14:tracePt t="41863" x="2044700" y="2152650"/>
          <p14:tracePt t="41881" x="1968500" y="2127250"/>
          <p14:tracePt t="41897" x="1943100" y="2120900"/>
          <p14:tracePt t="41914" x="1905000" y="2108200"/>
          <p14:tracePt t="41931" x="1885950" y="2101850"/>
          <p14:tracePt t="41947" x="1879600" y="2101850"/>
          <p14:tracePt t="41993" x="1873250" y="2095500"/>
          <p14:tracePt t="42344" x="1879600" y="2095500"/>
          <p14:tracePt t="42351" x="1892300" y="2095500"/>
          <p14:tracePt t="42365" x="1905000" y="2095500"/>
          <p14:tracePt t="42379" x="1911350" y="2095500"/>
          <p14:tracePt t="42395" x="1955800" y="2095500"/>
          <p14:tracePt t="42412" x="1987550" y="2095500"/>
          <p14:tracePt t="42428" x="2076450" y="2095500"/>
          <p14:tracePt t="42445" x="2178050" y="2095500"/>
          <p14:tracePt t="42463" x="2324100" y="2108200"/>
          <p14:tracePt t="42478" x="2387600" y="2120900"/>
          <p14:tracePt t="42494" x="2546350" y="2139950"/>
          <p14:tracePt t="42512" x="2609850" y="2159000"/>
          <p14:tracePt t="42528" x="2730500" y="2178050"/>
          <p14:tracePt t="42544" x="2825750" y="2190750"/>
          <p14:tracePt t="42562" x="2882900" y="2216150"/>
          <p14:tracePt t="42578" x="2921000" y="2216150"/>
          <p14:tracePt t="42594" x="2946400" y="2216150"/>
          <p14:tracePt t="42611" x="2990850" y="2228850"/>
          <p14:tracePt t="42627" x="2997200" y="2228850"/>
          <p14:tracePt t="42644" x="3003550" y="2228850"/>
          <p14:tracePt t="42842" x="3003550" y="2222500"/>
          <p14:tracePt t="42856" x="2997200" y="2222500"/>
          <p14:tracePt t="42863" x="2990850" y="2222500"/>
          <p14:tracePt t="42879" x="2978150" y="2222500"/>
          <p14:tracePt t="42893" x="2927350" y="2209800"/>
          <p14:tracePt t="42910" x="2876550" y="2197100"/>
          <p14:tracePt t="42927" x="2743200" y="2165350"/>
          <p14:tracePt t="42943" x="2660650" y="2133600"/>
          <p14:tracePt t="42960" x="2495550" y="2095500"/>
          <p14:tracePt t="42977" x="2324100" y="2044700"/>
          <p14:tracePt t="42993" x="2241550" y="2012950"/>
          <p14:tracePt t="43009" x="2108200" y="1974850"/>
          <p14:tracePt t="43026" x="2032000" y="1943100"/>
          <p14:tracePt t="43043" x="2006600" y="1936750"/>
          <p14:tracePt t="43060" x="1974850" y="1924050"/>
          <p14:tracePt t="43076" x="1968500" y="1917700"/>
          <p14:tracePt t="43092" x="1962150" y="1917700"/>
          <p14:tracePt t="43158" x="1955800" y="1917700"/>
          <p14:tracePt t="43404" x="1943100" y="1917700"/>
          <p14:tracePt t="43418" x="1936750" y="1917700"/>
          <p14:tracePt t="43426" x="1930400" y="1917700"/>
          <p14:tracePt t="43439" x="1930400" y="1924050"/>
          <p14:tracePt t="43446" x="1924050" y="1924050"/>
          <p14:tracePt t="43458" x="1917700" y="1930400"/>
          <p14:tracePt t="43475" x="1898650" y="1936750"/>
          <p14:tracePt t="43491" x="1885950" y="1943100"/>
          <p14:tracePt t="43508" x="1873250" y="1949450"/>
          <p14:tracePt t="43525" x="1835150" y="1974850"/>
          <p14:tracePt t="43541" x="1822450" y="1981200"/>
          <p14:tracePt t="43559" x="1803400" y="1987550"/>
          <p14:tracePt t="43575" x="1797050" y="1993900"/>
          <p14:tracePt t="43591" x="1790700" y="2000250"/>
          <p14:tracePt t="43608" x="1784350" y="2000250"/>
          <p14:tracePt t="43640" x="1778000" y="2000250"/>
          <p14:tracePt t="43867" x="1778000" y="2006600"/>
          <p14:tracePt t="43874" x="1778000" y="2012950"/>
          <p14:tracePt t="43895" x="1778000" y="2019300"/>
          <p14:tracePt t="43916" x="1778000" y="2025650"/>
          <p14:tracePt t="43937" x="1778000" y="2032000"/>
          <p14:tracePt t="43965" x="1778000" y="2038350"/>
          <p14:tracePt t="43986" x="1778000" y="2044700"/>
          <p14:tracePt t="44007" x="1778000" y="2051050"/>
          <p14:tracePt t="44014" x="1778000" y="2057400"/>
          <p14:tracePt t="44028" x="1778000" y="2063750"/>
          <p14:tracePt t="44050" x="1778000" y="2070100"/>
          <p14:tracePt t="44059" x="1778000" y="2076450"/>
          <p14:tracePt t="44077" x="1778000" y="2082800"/>
          <p14:tracePt t="44107" x="1778000" y="2089150"/>
          <p14:tracePt t="44120" x="1778000" y="2095500"/>
          <p14:tracePt t="44126" x="1778000" y="2101850"/>
          <p14:tracePt t="44142" x="1778000" y="2108200"/>
          <p14:tracePt t="44156" x="1778000" y="2120900"/>
          <p14:tracePt t="44176" x="1790700" y="2133600"/>
          <p14:tracePt t="44191" x="1803400" y="2139950"/>
          <p14:tracePt t="44205" x="1828800" y="2159000"/>
          <p14:tracePt t="44222" x="1879600" y="2197100"/>
          <p14:tracePt t="44239" x="1955800" y="2235200"/>
          <p14:tracePt t="44255" x="2000250" y="2254250"/>
          <p14:tracePt t="44272" x="2095500" y="2292350"/>
          <p14:tracePt t="44289" x="2203450" y="2317750"/>
          <p14:tracePt t="44305" x="2260600" y="2324100"/>
          <p14:tracePt t="44322" x="2362200" y="2336800"/>
          <p14:tracePt t="44338" x="2470150" y="2330450"/>
          <p14:tracePt t="44355" x="2520950" y="2330450"/>
          <p14:tracePt t="44372" x="2590800" y="2330450"/>
          <p14:tracePt t="44388" x="2647950" y="2330450"/>
          <p14:tracePt t="44405" x="2660650" y="2330450"/>
          <p14:tracePt t="44423" x="2686050" y="2330450"/>
          <p14:tracePt t="44438" x="2698750" y="2330450"/>
          <p14:tracePt t="44526" x="2692400" y="2330450"/>
          <p14:tracePt t="44541" x="2686050" y="2330450"/>
          <p14:tracePt t="44548" x="2679700" y="2330450"/>
          <p14:tracePt t="44562" x="2673350" y="2330450"/>
          <p14:tracePt t="44571" x="2660650" y="2330450"/>
          <p14:tracePt t="44587" x="2647950" y="2330450"/>
          <p14:tracePt t="44604" x="2603500" y="2330450"/>
          <p14:tracePt t="44621" x="2533650" y="2330450"/>
          <p14:tracePt t="44637" x="2495550" y="2330450"/>
          <p14:tracePt t="44654" x="2400300" y="2330450"/>
          <p14:tracePt t="44670" x="2311400" y="2343150"/>
          <p14:tracePt t="44687" x="2273300" y="2343150"/>
          <p14:tracePt t="44704" x="2203450" y="2349500"/>
          <p14:tracePt t="44720" x="2165350" y="2349500"/>
          <p14:tracePt t="44738" x="2127250" y="2349500"/>
          <p14:tracePt t="44753" x="2114550" y="2349500"/>
          <p14:tracePt t="44770" x="2108200" y="2349500"/>
          <p14:tracePt t="44787" x="2101850" y="2343150"/>
          <p14:tracePt t="44807" x="2095500" y="2336800"/>
          <p14:tracePt t="44829" x="2095500" y="2330450"/>
          <p14:tracePt t="44850" x="2082800" y="2324100"/>
          <p14:tracePt t="44857" x="2076450" y="2317750"/>
          <p14:tracePt t="44872" x="2063750" y="2305050"/>
          <p14:tracePt t="44886" x="2051050" y="2279650"/>
          <p14:tracePt t="44903" x="2012950" y="2241550"/>
          <p14:tracePt t="44920" x="1955800" y="2171700"/>
          <p14:tracePt t="44936" x="1917700" y="2127250"/>
          <p14:tracePt t="44953" x="1847850" y="2044700"/>
          <p14:tracePt t="44970" x="1784350" y="1974850"/>
          <p14:tracePt t="44986" x="1771650" y="1943100"/>
          <p14:tracePt t="45003" x="1746250" y="1911350"/>
          <p14:tracePt t="45020" x="1733550" y="1885950"/>
          <p14:tracePt t="45053" x="1727200" y="1879600"/>
          <p14:tracePt t="45082" x="1720850" y="1879600"/>
          <p14:tracePt t="45158" x="1714500" y="1892300"/>
          <p14:tracePt t="45179" x="1714500" y="1898650"/>
          <p14:tracePt t="45194" x="1714500" y="1905000"/>
          <p14:tracePt t="45208" x="1714500" y="1917700"/>
          <p14:tracePt t="45222" x="1714500" y="1930400"/>
          <p14:tracePt t="45229" x="1714500" y="1955800"/>
          <p14:tracePt t="45243" x="1720850" y="1981200"/>
          <p14:tracePt t="45252" x="1727200" y="2012950"/>
          <p14:tracePt t="45268" x="1727200" y="2051050"/>
          <p14:tracePt t="45285" x="1746250" y="2146300"/>
          <p14:tracePt t="45301" x="1752600" y="2203450"/>
          <p14:tracePt t="45318" x="1752600" y="2228850"/>
          <p14:tracePt t="45335" x="1758950" y="2266950"/>
          <p14:tracePt t="45351" x="1765300" y="2292350"/>
          <p14:tracePt t="45385" x="1765300" y="2298700"/>
          <p14:tracePt t="45460" x="1758950" y="2298700"/>
          <p14:tracePt t="45475" x="1758950" y="2292350"/>
          <p14:tracePt t="45481" x="1752600" y="2286000"/>
          <p14:tracePt t="45488" x="1746250" y="2279650"/>
          <p14:tracePt t="45504" x="1733550" y="2266950"/>
          <p14:tracePt t="45517" x="1720850" y="2254250"/>
          <p14:tracePt t="45534" x="1663700" y="2209800"/>
          <p14:tracePt t="45551" x="1574800" y="2152650"/>
          <p14:tracePt t="45567" x="1530350" y="2120900"/>
          <p14:tracePt t="45584" x="1416050" y="2044700"/>
          <p14:tracePt t="45602" x="1314450" y="1987550"/>
          <p14:tracePt t="45618" x="1276350" y="1968500"/>
          <p14:tracePt t="45634" x="1212850" y="1936750"/>
          <p14:tracePt t="45651" x="1174750" y="1930400"/>
          <p14:tracePt t="45667" x="1162050" y="1924050"/>
          <p14:tracePt t="45684" x="1149350" y="1917700"/>
          <p14:tracePt t="45701" x="1143000" y="1917700"/>
          <p14:tracePt t="45720" x="1136650" y="1917700"/>
          <p14:tracePt t="45980" x="1143000" y="1917700"/>
          <p14:tracePt t="45994" x="1155700" y="1917700"/>
          <p14:tracePt t="46002" x="1168400" y="1917700"/>
          <p14:tracePt t="46016" x="1193800" y="1924050"/>
          <p14:tracePt t="46032" x="1238250" y="1930400"/>
          <p14:tracePt t="46049" x="1257300" y="1930400"/>
          <p14:tracePt t="46065" x="1289050" y="1943100"/>
          <p14:tracePt t="46082" x="1295400" y="1943100"/>
          <p14:tracePt t="46099" x="1314450" y="1943100"/>
          <p14:tracePt t="46176" x="1308100" y="1943100"/>
          <p14:tracePt t="46183" x="1301750" y="1943100"/>
          <p14:tracePt t="46204" x="1295400" y="1943100"/>
          <p14:tracePt t="46212" x="1289050" y="1943100"/>
          <p14:tracePt t="46225" x="1282700" y="1943100"/>
          <p14:tracePt t="46247" x="1270000" y="1943100"/>
          <p14:tracePt t="46253" x="1263650" y="1943100"/>
          <p14:tracePt t="46265" x="1257300" y="1943100"/>
          <p14:tracePt t="46282" x="1244600" y="1943100"/>
          <p14:tracePt t="46298" x="1238250" y="1955800"/>
          <p14:tracePt t="46315" x="1231900" y="1955800"/>
          <p14:tracePt t="46331" x="1225550" y="1962150"/>
          <p14:tracePt t="46380" x="1231900" y="1962150"/>
          <p14:tracePt t="46401" x="1238250" y="1962150"/>
          <p14:tracePt t="46415" x="1250950" y="1962150"/>
          <p14:tracePt t="46422" x="1257300" y="1962150"/>
          <p14:tracePt t="46436" x="1276350" y="1962150"/>
          <p14:tracePt t="46447" x="1289050" y="1962150"/>
          <p14:tracePt t="46465" x="1320800" y="1962150"/>
          <p14:tracePt t="46481" x="1339850" y="1962150"/>
          <p14:tracePt t="46498" x="1365250" y="1955800"/>
          <p14:tracePt t="46514" x="1390650" y="1955800"/>
          <p14:tracePt t="46547" x="1403350" y="1955800"/>
          <p14:tracePt t="46892" x="1403350" y="1962150"/>
          <p14:tracePt t="46906" x="1403350" y="1968500"/>
          <p14:tracePt t="46915" x="1403350" y="1974850"/>
          <p14:tracePt t="46929" x="1403350" y="1981200"/>
          <p14:tracePt t="46946" x="1403350" y="1987550"/>
          <p14:tracePt t="46963" x="1403350" y="2032000"/>
          <p14:tracePt t="46979" x="1403350" y="2051050"/>
          <p14:tracePt t="46996" x="1409700" y="2063750"/>
          <p14:tracePt t="47012" x="1422400" y="2114550"/>
          <p14:tracePt t="47029" x="1441450" y="2165350"/>
          <p14:tracePt t="47046" x="1460500" y="2197100"/>
          <p14:tracePt t="47062" x="1498600" y="2247900"/>
          <p14:tracePt t="47079" x="1549400" y="2298700"/>
          <p14:tracePt t="47096" x="1606550" y="2343150"/>
          <p14:tracePt t="47112" x="1638300" y="2368550"/>
          <p14:tracePt t="47129" x="1682750" y="2393950"/>
          <p14:tracePt t="47146" x="1727200" y="2406650"/>
          <p14:tracePt t="47162" x="1739900" y="2413000"/>
          <p14:tracePt t="47178" x="1758950" y="2419350"/>
          <p14:tracePt t="47196" x="1765300" y="2419350"/>
          <p14:tracePt t="47231" x="1771650" y="2419350"/>
          <p14:tracePt t="47314" x="1771650" y="2413000"/>
          <p14:tracePt t="47328" x="1778000" y="2413000"/>
          <p14:tracePt t="47335" x="1790700" y="2413000"/>
          <p14:tracePt t="47349" x="1803400" y="2406650"/>
          <p14:tracePt t="47364" x="1816100" y="2400300"/>
          <p14:tracePt t="47378" x="1885950" y="2387600"/>
          <p14:tracePt t="47394" x="1943100" y="2368550"/>
          <p14:tracePt t="47411" x="2076450" y="2343150"/>
          <p14:tracePt t="47427" x="2235200" y="2298700"/>
          <p14:tracePt t="47444" x="2311400" y="2292350"/>
          <p14:tracePt t="47461" x="2457450" y="2260600"/>
          <p14:tracePt t="47477" x="2571750" y="2254250"/>
          <p14:tracePt t="47494" x="2609850" y="2254250"/>
          <p14:tracePt t="47511" x="2679700" y="2254250"/>
          <p14:tracePt t="47527" x="2717800" y="2254250"/>
          <p14:tracePt t="47544" x="2730500" y="2254250"/>
          <p14:tracePt t="47560" x="2768600" y="2254250"/>
          <p14:tracePt t="47577" x="2781300" y="2260600"/>
          <p14:tracePt t="47594" x="2813050" y="2266950"/>
          <p14:tracePt t="47610" x="2825750" y="2273300"/>
          <p14:tracePt t="47627" x="2838450" y="2273300"/>
          <p14:tracePt t="47644" x="2851150" y="2273300"/>
          <p14:tracePt t="47660" x="2857500" y="2273300"/>
          <p14:tracePt t="47693" x="2863850" y="2273300"/>
          <p14:tracePt t="47721" x="2870200" y="2279650"/>
          <p14:tracePt t="48065" x="2863850" y="2279650"/>
          <p14:tracePt t="48142" x="2857500" y="2279650"/>
          <p14:tracePt t="48261" x="2851150" y="2279650"/>
          <p14:tracePt t="48276" x="2844800" y="2279650"/>
          <p14:tracePt t="48282" x="2838450" y="2279650"/>
          <p14:tracePt t="48296" x="2819400" y="2279650"/>
          <p14:tracePt t="48307" x="2800350" y="2279650"/>
          <p14:tracePt t="48325" x="2711450" y="2286000"/>
          <p14:tracePt t="48341" x="2559050" y="2286000"/>
          <p14:tracePt t="48358" x="2457450" y="2286000"/>
          <p14:tracePt t="48374" x="2260600" y="2286000"/>
          <p14:tracePt t="48391" x="2070100" y="2254250"/>
          <p14:tracePt t="48407" x="1968500" y="2241550"/>
          <p14:tracePt t="48424" x="1822450" y="2203450"/>
          <p14:tracePt t="48441" x="1701800" y="2165350"/>
          <p14:tracePt t="48458" x="1600200" y="2133600"/>
          <p14:tracePt t="48474" x="1581150" y="2127250"/>
          <p14:tracePt t="48490" x="1562100" y="2108200"/>
          <p14:tracePt t="48508" x="1536700" y="2095500"/>
          <p14:tracePt t="48523" x="1530350" y="2095500"/>
          <p14:tracePt t="48563" x="1530350" y="2089150"/>
          <p14:tracePt t="48647" x="1530350" y="2082800"/>
          <p14:tracePt t="48690" x="1543050" y="2082800"/>
          <p14:tracePt t="48711" x="1555750" y="2082800"/>
          <p14:tracePt t="48718" x="1574800" y="2082800"/>
          <p14:tracePt t="48732" x="1606550" y="2082800"/>
          <p14:tracePt t="48740" x="1651000" y="2089150"/>
          <p14:tracePt t="48756" x="1714500" y="2101850"/>
          <p14:tracePt t="48774" x="1885950" y="2139950"/>
          <p14:tracePt t="48789" x="2101850" y="2171700"/>
          <p14:tracePt t="48806" x="2203450" y="2190750"/>
          <p14:tracePt t="48823" x="2317750" y="2216150"/>
          <p14:tracePt t="48839" x="2501900" y="2241550"/>
          <p14:tracePt t="48856" x="2635250" y="2273300"/>
          <p14:tracePt t="48873" x="2692400" y="2279650"/>
          <p14:tracePt t="48889" x="2705100" y="2279650"/>
          <p14:tracePt t="48906" x="2711450" y="2279650"/>
          <p14:tracePt t="48963" x="2698750" y="2273300"/>
          <p14:tracePt t="48970" x="2686050" y="2266950"/>
          <p14:tracePt t="48984" x="2660650" y="2254250"/>
          <p14:tracePt t="48992" x="2635250" y="2235200"/>
          <p14:tracePt t="49006" x="2590800" y="2222500"/>
          <p14:tracePt t="49022" x="2463800" y="2171700"/>
          <p14:tracePt t="49039" x="2400300" y="2146300"/>
          <p14:tracePt t="49055" x="2247900" y="2076450"/>
          <p14:tracePt t="49072" x="2089150" y="2012950"/>
          <p14:tracePt t="49089" x="2025650" y="2006600"/>
          <p14:tracePt t="49105" x="1924050" y="1968500"/>
          <p14:tracePt t="49122" x="1905000" y="1962150"/>
          <p14:tracePt t="49140" x="1873250" y="1955800"/>
          <p14:tracePt t="49155" x="1866900" y="1955800"/>
          <p14:tracePt t="49202" x="1873250" y="1962150"/>
          <p14:tracePt t="49209" x="1879600" y="1968500"/>
          <p14:tracePt t="49224" x="1892300" y="1974850"/>
          <p14:tracePt t="49238" x="1905000" y="1981200"/>
          <p14:tracePt t="49254" x="1943100" y="1993900"/>
          <p14:tracePt t="49271" x="1974850" y="2000250"/>
          <p14:tracePt t="49288" x="2070100" y="2038350"/>
          <p14:tracePt t="49305" x="2222500" y="2082800"/>
          <p14:tracePt t="49322" x="2400300" y="2114550"/>
          <p14:tracePt t="49338" x="2489200" y="2133600"/>
          <p14:tracePt t="49354" x="2660650" y="2146300"/>
          <p14:tracePt t="49371" x="2774950" y="2146300"/>
          <p14:tracePt t="49387" x="2806700" y="2146300"/>
          <p14:tracePt t="49404" x="2825750" y="2139950"/>
          <p14:tracePt t="49421" x="2838450" y="2139950"/>
          <p14:tracePt t="49438" x="2838450" y="2133600"/>
          <p14:tracePt t="49456" x="2838450" y="2127250"/>
          <p14:tracePt t="49471" x="2832100" y="2127250"/>
          <p14:tracePt t="49487" x="2806700" y="2114550"/>
          <p14:tracePt t="49505" x="2749550" y="2108200"/>
          <p14:tracePt t="49521" x="2692400" y="2095500"/>
          <p14:tracePt t="49537" x="2552700" y="2089150"/>
          <p14:tracePt t="49554" x="2362200" y="2076450"/>
          <p14:tracePt t="49570" x="2273300" y="2070100"/>
          <p14:tracePt t="49587" x="2089150" y="2057400"/>
          <p14:tracePt t="49603" x="1949450" y="2051050"/>
          <p14:tracePt t="49620" x="1898650" y="2038350"/>
          <p14:tracePt t="49637" x="1841500" y="2032000"/>
          <p14:tracePt t="49654" x="1828800" y="2032000"/>
          <p14:tracePt t="49670" x="1822450" y="2032000"/>
          <p14:tracePt t="49703" x="1828800" y="2032000"/>
          <p14:tracePt t="49719" x="1835150" y="2032000"/>
          <p14:tracePt t="49736" x="1885950" y="2057400"/>
          <p14:tracePt t="49753" x="1930400" y="2063750"/>
          <p14:tracePt t="49756" x="1987550" y="2082800"/>
          <p14:tracePt t="49769" x="2051050" y="2089150"/>
          <p14:tracePt t="49786" x="2222500" y="2120900"/>
          <p14:tracePt t="49803" x="2311400" y="2127250"/>
          <p14:tracePt t="49820" x="2514600" y="2152650"/>
          <p14:tracePt t="49836" x="2679700" y="2171700"/>
          <p14:tracePt t="49853" x="2743200" y="2171700"/>
          <p14:tracePt t="49869" x="2819400" y="2178050"/>
          <p14:tracePt t="49886" x="2838450" y="2178050"/>
          <p14:tracePt t="49902" x="2844800" y="2178050"/>
          <p14:tracePt t="49953" x="2838450" y="2178050"/>
          <p14:tracePt t="49967" x="2838450" y="2159000"/>
          <p14:tracePt t="50963" x="2825750" y="2159000"/>
          <p14:tracePt t="50970" x="2794000" y="2159000"/>
          <p14:tracePt t="50986" x="2774950" y="2165350"/>
          <p14:tracePt t="50999" x="2736850" y="2165350"/>
          <p14:tracePt t="51015" x="2660650" y="2165350"/>
          <p14:tracePt t="51032" x="2616200" y="2152650"/>
          <p14:tracePt t="51048" x="2527300" y="2146300"/>
          <p14:tracePt t="51065" x="2419350" y="2127250"/>
          <p14:tracePt t="51082" x="2298700" y="2101850"/>
          <p14:tracePt t="51098" x="2241550" y="2089150"/>
          <p14:tracePt t="51115" x="2152650" y="2076450"/>
          <p14:tracePt t="51132" x="2070100" y="2057400"/>
          <p14:tracePt t="51148" x="2038350" y="2057400"/>
          <p14:tracePt t="51165" x="1968500" y="2051050"/>
          <p14:tracePt t="51181" x="1924050" y="2051050"/>
          <p14:tracePt t="51198" x="1898650" y="2051050"/>
          <p14:tracePt t="51214" x="1879600" y="2051050"/>
          <p14:tracePt t="51231" x="1835150" y="2051050"/>
          <p14:tracePt t="51248" x="1822450" y="2051050"/>
          <p14:tracePt t="51265" x="1816100" y="2051050"/>
          <p14:tracePt t="51293" x="1809750" y="2051050"/>
          <p14:tracePt t="51342" x="1809750" y="2044700"/>
          <p14:tracePt t="52360" x="1822450" y="2032000"/>
          <p14:tracePt t="52367" x="1841500" y="2012950"/>
          <p14:tracePt t="52377" x="1885950" y="1987550"/>
          <p14:tracePt t="52394" x="1911350" y="1962150"/>
          <p14:tracePt t="52410" x="1974850" y="1924050"/>
          <p14:tracePt t="52427" x="1993900" y="1905000"/>
          <p14:tracePt t="52444" x="2051050" y="1879600"/>
          <p14:tracePt t="52460" x="2057400" y="1866900"/>
          <p14:tracePt t="52477" x="2070100" y="1860550"/>
          <p14:tracePt t="52494" x="2082800" y="1847850"/>
          <p14:tracePt t="52510" x="2089150" y="1841500"/>
          <p14:tracePt t="52527" x="2095500" y="1841500"/>
          <p14:tracePt t="52543" x="2108200" y="1835150"/>
          <p14:tracePt t="52560" x="2114550" y="1835150"/>
          <p14:tracePt t="52577" x="2120900" y="1828800"/>
          <p14:tracePt t="52593" x="2127250" y="1822450"/>
          <p14:tracePt t="52609" x="2133600" y="1816100"/>
          <p14:tracePt t="52627" x="2139950" y="1809750"/>
          <p14:tracePt t="52659" x="2146300" y="1809750"/>
          <p14:tracePt t="52678" x="2152650" y="1809750"/>
          <p14:tracePt t="52697" x="2159000" y="1809750"/>
          <p14:tracePt t="52717" x="2159000" y="1803400"/>
          <p14:tracePt t="52759" x="2165350" y="1797050"/>
          <p14:tracePt t="52788" x="2171700" y="1790700"/>
          <p14:tracePt t="52816" x="2178050" y="1784350"/>
          <p14:tracePt t="52837" x="2184400" y="1784350"/>
          <p14:tracePt t="52851" x="2190750" y="1778000"/>
          <p14:tracePt t="52859" x="2190750" y="1771650"/>
          <p14:tracePt t="52879" x="2197100" y="1758950"/>
          <p14:tracePt t="52886" x="2209800" y="1752600"/>
          <p14:tracePt t="52900" x="2228850" y="1739900"/>
          <p14:tracePt t="52909" x="2241550" y="1714500"/>
          <p14:tracePt t="52925" x="2260600" y="1701800"/>
          <p14:tracePt t="52942" x="2298700" y="1676400"/>
          <p14:tracePt t="52958" x="2330450" y="1644650"/>
          <p14:tracePt t="52975" x="2336800" y="1638300"/>
          <p14:tracePt t="52992" x="2355850" y="1625600"/>
          <p14:tracePt t="53008" x="2368550" y="1625600"/>
          <p14:tracePt t="53048" x="2374900" y="1625600"/>
          <p14:tracePt t="53061" x="2381250" y="1625600"/>
          <p14:tracePt t="53078" x="2393950" y="1625600"/>
          <p14:tracePt t="53092" x="2406650" y="1631950"/>
          <p14:tracePt t="53108" x="2419350" y="1631950"/>
          <p14:tracePt t="53125" x="2476500" y="1651000"/>
          <p14:tracePt t="53141" x="2584450" y="1657350"/>
          <p14:tracePt t="53158" x="2647950" y="1676400"/>
          <p14:tracePt t="53175" x="2781300" y="1689100"/>
          <p14:tracePt t="53191" x="2882900" y="1701800"/>
          <p14:tracePt t="53208" x="2927350" y="1701800"/>
          <p14:tracePt t="53224" x="2965450" y="1701800"/>
          <p14:tracePt t="53241" x="2984500" y="1708150"/>
          <p14:tracePt t="53258" x="2990850" y="1708150"/>
          <p14:tracePt t="53290" x="2997200" y="1708150"/>
          <p14:tracePt t="53988" x="2990850" y="1708150"/>
          <p14:tracePt t="54002" x="2984500" y="1714500"/>
          <p14:tracePt t="54009" x="2978150" y="1720850"/>
          <p14:tracePt t="54025" x="2971800" y="1727200"/>
          <p14:tracePt t="54038" x="2952750" y="1739900"/>
          <p14:tracePt t="54055" x="2914650" y="1758950"/>
          <p14:tracePt t="54072" x="2870200" y="1790700"/>
          <p14:tracePt t="54088" x="2755900" y="1854200"/>
          <p14:tracePt t="54104" x="2616200" y="1924050"/>
          <p14:tracePt t="54122" x="2489200" y="1987550"/>
          <p14:tracePt t="54138" x="2432050" y="2019300"/>
          <p14:tracePt t="54154" x="2349500" y="2051050"/>
          <p14:tracePt t="54171" x="2317750" y="2063750"/>
          <p14:tracePt t="54187" x="2305050" y="2070100"/>
          <p14:tracePt t="54204" x="2298700" y="2076450"/>
          <p14:tracePt t="54221" x="2286000" y="2076450"/>
          <p14:tracePt t="54339" x="2286000" y="2070100"/>
          <p14:tracePt t="54444" x="2292350" y="2070100"/>
          <p14:tracePt t="54451" x="2298700" y="2070100"/>
          <p14:tracePt t="54486" x="2311400" y="2070100"/>
          <p14:tracePt t="54501" x="2317750" y="2070100"/>
          <p14:tracePt t="54507" x="2330450" y="2076450"/>
          <p14:tracePt t="54523" x="2343150" y="2082800"/>
          <p14:tracePt t="54536" x="2374900" y="2101850"/>
          <p14:tracePt t="54553" x="2451100" y="2133600"/>
          <p14:tracePt t="54569" x="2501900" y="2152650"/>
          <p14:tracePt t="54586" x="2647950" y="2222500"/>
          <p14:tracePt t="54603" x="2698750" y="2241550"/>
          <p14:tracePt t="54620" x="2781300" y="2273300"/>
          <p14:tracePt t="54636" x="2806700" y="2279650"/>
          <p14:tracePt t="54653" x="2813050" y="2286000"/>
          <p14:tracePt t="54670" x="2819400" y="2286000"/>
          <p14:tracePt t="54686" x="2832100" y="2286000"/>
          <p14:tracePt t="54760" x="2819400" y="2286000"/>
          <p14:tracePt t="54788" x="2806700" y="2279650"/>
          <p14:tracePt t="54795" x="2806700" y="2273300"/>
          <p14:tracePt t="54809" x="2794000" y="2260600"/>
          <p14:tracePt t="54818" x="2768600" y="2247900"/>
          <p14:tracePt t="54835" x="2717800" y="2209800"/>
          <p14:tracePt t="54852" x="2616200" y="2152650"/>
          <p14:tracePt t="54869" x="2559050" y="2114550"/>
          <p14:tracePt t="54885" x="2501900" y="2070100"/>
          <p14:tracePt t="54902" x="2317750" y="1962150"/>
          <p14:tracePt t="54918" x="2273300" y="1936750"/>
          <p14:tracePt t="54936" x="2209800" y="1905000"/>
          <p14:tracePt t="54951" x="2190750" y="1898650"/>
          <p14:tracePt t="54968" x="2171700" y="1892300"/>
          <p14:tracePt t="54985" x="2165350" y="1885950"/>
          <p14:tracePt t="55035" x="2171700" y="1892300"/>
          <p14:tracePt t="55041" x="2178050" y="1892300"/>
          <p14:tracePt t="55055" x="2190750" y="1905000"/>
          <p14:tracePt t="55068" x="2203450" y="1911350"/>
          <p14:tracePt t="55084" x="2247900" y="1936750"/>
          <p14:tracePt t="55101" x="2286000" y="1962150"/>
          <p14:tracePt t="55118" x="2400300" y="2019300"/>
          <p14:tracePt t="55134" x="2463800" y="2051050"/>
          <p14:tracePt t="55151" x="2533650" y="2076450"/>
          <p14:tracePt t="55168" x="2673350" y="2133600"/>
          <p14:tracePt t="55184" x="2711450" y="2152650"/>
          <p14:tracePt t="55201" x="2743200" y="2159000"/>
          <p14:tracePt t="55217" x="2768600" y="2171700"/>
          <p14:tracePt t="55234" x="2774950" y="2171700"/>
          <p14:tracePt t="55250" x="2781300" y="2171700"/>
          <p14:tracePt t="55302" x="2787650" y="2171700"/>
          <p14:tracePt t="55776" x="2755900" y="2171700"/>
          <p14:tracePt t="55783" x="2717800" y="2184400"/>
          <p14:tracePt t="55797" x="2667000" y="2184400"/>
          <p14:tracePt t="55804" x="2597150" y="2197100"/>
          <p14:tracePt t="55818" x="2546350" y="2203450"/>
          <p14:tracePt t="55832" x="2482850" y="2209800"/>
          <p14:tracePt t="55848" x="2362200" y="2222500"/>
          <p14:tracePt t="55864" x="2311400" y="2222500"/>
          <p14:tracePt t="55868" x="2260600" y="2222500"/>
          <p14:tracePt t="55882" x="2197100" y="2222500"/>
          <p14:tracePt t="55898" x="2101850" y="2222500"/>
          <p14:tracePt t="55915" x="2063750" y="2222500"/>
          <p14:tracePt t="55931" x="2012950" y="2222500"/>
          <p14:tracePt t="55948" x="1981200" y="2216150"/>
          <p14:tracePt t="55965" x="1968500" y="2216150"/>
          <p14:tracePt t="55981" x="1955800" y="2209800"/>
          <p14:tracePt t="55998" x="1949450" y="2203450"/>
          <p14:tracePt t="56015" x="1936750" y="2203450"/>
          <p14:tracePt t="56225" x="1930400" y="2197100"/>
          <p14:tracePt t="56239" x="1917700" y="2184400"/>
          <p14:tracePt t="56247" x="1911350" y="2171700"/>
          <p14:tracePt t="56260" x="1898650" y="2152650"/>
          <p14:tracePt t="56268" x="1873250" y="2127250"/>
          <p14:tracePt t="56280" x="1860550" y="2108200"/>
          <p14:tracePt t="56297" x="1816100" y="2070100"/>
          <p14:tracePt t="56313" x="1803400" y="2057400"/>
          <p14:tracePt t="56331" x="1784350" y="2038350"/>
          <p14:tracePt t="56347" x="1771650" y="2025650"/>
          <p14:tracePt t="56401" x="1765300" y="2019300"/>
          <p14:tracePt t="56471" x="1765300" y="2025650"/>
          <p14:tracePt t="56478" x="1765300" y="2032000"/>
          <p14:tracePt t="56499" x="1765300" y="2038350"/>
          <p14:tracePt t="56506" x="1771650" y="2044700"/>
          <p14:tracePt t="56520" x="1778000" y="2044700"/>
          <p14:tracePt t="56529" x="1797050" y="2051050"/>
          <p14:tracePt t="56546" x="1809750" y="2057400"/>
          <p14:tracePt t="56563" x="1898650" y="2101850"/>
          <p14:tracePt t="56579" x="2019300" y="2152650"/>
          <p14:tracePt t="56596" x="2114550" y="2178050"/>
          <p14:tracePt t="56613" x="2292350" y="2222500"/>
          <p14:tracePt t="56629" x="2463800" y="2273300"/>
          <p14:tracePt t="56647" x="2616200" y="2279650"/>
          <p14:tracePt t="56662" x="2686050" y="2292350"/>
          <p14:tracePt t="56679" x="2736850" y="2292350"/>
          <p14:tracePt t="56696" x="2800350" y="2298700"/>
          <p14:tracePt t="56712" x="2806700" y="2298700"/>
          <p14:tracePt t="56793" x="2794000" y="2292350"/>
          <p14:tracePt t="56807" x="2781300" y="2286000"/>
          <p14:tracePt t="56815" x="2762250" y="2286000"/>
          <p14:tracePt t="56831" x="2736850" y="2273300"/>
          <p14:tracePt t="56845" x="2667000" y="2247900"/>
          <p14:tracePt t="56862" x="2609850" y="2216150"/>
          <p14:tracePt t="56878" x="2476500" y="2178050"/>
          <p14:tracePt t="56895" x="2406650" y="2159000"/>
          <p14:tracePt t="56913" x="2216150" y="2095500"/>
          <p14:tracePt t="56928" x="2178050" y="2076450"/>
          <p14:tracePt t="56945" x="2120900" y="2070100"/>
          <p14:tracePt t="56962" x="2038350" y="2044700"/>
          <p14:tracePt t="56978" x="1993900" y="2019300"/>
          <p14:tracePt t="56994" x="1981200" y="2019300"/>
          <p14:tracePt t="57012" x="1968500" y="2019300"/>
          <p14:tracePt t="57028" x="1962150" y="2019300"/>
          <p14:tracePt t="57109" x="1974850" y="2019300"/>
          <p14:tracePt t="57116" x="1987550" y="2025650"/>
          <p14:tracePt t="57127" x="2000250" y="2032000"/>
          <p14:tracePt t="57145" x="2051050" y="2057400"/>
          <p14:tracePt t="57160" x="2108200" y="2063750"/>
          <p14:tracePt t="57177" x="2171700" y="2082800"/>
          <p14:tracePt t="57194" x="2413000" y="2139950"/>
          <p14:tracePt t="57210" x="2489200" y="2159000"/>
          <p14:tracePt t="57227" x="2578100" y="2190750"/>
          <p14:tracePt t="57243" x="2743200" y="2254250"/>
          <p14:tracePt t="57260" x="2876550" y="2292350"/>
          <p14:tracePt t="57278" x="2959100" y="2336800"/>
          <p14:tracePt t="57293" x="2990850" y="2343150"/>
          <p14:tracePt t="57310" x="3009900" y="2355850"/>
          <p14:tracePt t="57327" x="3022600" y="2355850"/>
          <p14:tracePt t="57418" x="3016250" y="2349500"/>
          <p14:tracePt t="57439" x="3009900" y="2349500"/>
          <p14:tracePt t="57445" x="3003550" y="2349500"/>
          <p14:tracePt t="57462" x="2990850" y="2343150"/>
          <p14:tracePt t="57476" x="2978150" y="2336800"/>
          <p14:tracePt t="57493" x="2959100" y="2330450"/>
          <p14:tracePt t="57510" x="2908300" y="2311400"/>
          <p14:tracePt t="57526" x="2863850" y="2311400"/>
          <p14:tracePt t="57542" x="2755900" y="2266950"/>
          <p14:tracePt t="57559" x="2609850" y="2222500"/>
          <p14:tracePt t="57576" x="2527300" y="2197100"/>
          <p14:tracePt t="57593" x="2381250" y="2159000"/>
          <p14:tracePt t="57609" x="2260600" y="2127250"/>
          <p14:tracePt t="57625" x="2197100" y="2120900"/>
          <p14:tracePt t="57643" x="2127250" y="2101850"/>
          <p14:tracePt t="57659" x="2095500" y="2095500"/>
          <p14:tracePt t="57675" x="2082800" y="2089150"/>
          <p14:tracePt t="57692" x="2076450" y="2089150"/>
          <p14:tracePt t="57839" x="2082800" y="2089150"/>
          <p14:tracePt t="57846" x="2095500" y="2089150"/>
          <p14:tracePt t="57861" x="2108200" y="2089150"/>
          <p14:tracePt t="57875" x="2120900" y="2089150"/>
          <p14:tracePt t="57891" x="2190750" y="2101850"/>
          <p14:tracePt t="57908" x="2260600" y="2120900"/>
          <p14:tracePt t="57924" x="2406650" y="2165350"/>
          <p14:tracePt t="57941" x="2603500" y="2222500"/>
          <p14:tracePt t="57958" x="2800350" y="2298700"/>
          <p14:tracePt t="57974" x="2901950" y="2317750"/>
          <p14:tracePt t="57992" x="3048000" y="2374900"/>
          <p14:tracePt t="58008" x="3136900" y="2413000"/>
          <p14:tracePt t="58024" x="3155950" y="2419350"/>
          <p14:tracePt t="58041" x="3175000" y="2425700"/>
          <p14:tracePt t="58058" x="3181350" y="2425700"/>
          <p14:tracePt t="58647" x="3162300" y="2425700"/>
          <p14:tracePt t="58661" x="3130550" y="2425700"/>
          <p14:tracePt t="58668" x="3105150" y="2425700"/>
          <p14:tracePt t="58682" x="3067050" y="2425700"/>
          <p14:tracePt t="58691" x="3016250" y="2425700"/>
          <p14:tracePt t="58705" x="2965450" y="2425700"/>
          <p14:tracePt t="58722" x="2882900" y="2425700"/>
          <p14:tracePt t="58739" x="2825750" y="2425700"/>
          <p14:tracePt t="58755" x="2794000" y="2425700"/>
          <p14:tracePt t="58772" x="2774950" y="2425700"/>
          <p14:tracePt t="58788" x="2755900" y="2425700"/>
          <p14:tracePt t="58821" x="2749550" y="2425700"/>
          <p14:tracePt t="58851" x="2743200" y="2425700"/>
          <p14:tracePt t="58970" x="2736850" y="2425700"/>
          <p14:tracePt t="58984" x="2730500" y="2419350"/>
          <p14:tracePt t="58991" x="2724150" y="2406650"/>
          <p14:tracePt t="59005" x="2711450" y="2400300"/>
          <p14:tracePt t="59021" x="2679700" y="2381250"/>
          <p14:tracePt t="59037" x="2647950" y="2362200"/>
          <p14:tracePt t="59055" x="2603500" y="2349500"/>
          <p14:tracePt t="59071" x="2451100" y="2266950"/>
          <p14:tracePt t="59087" x="2381250" y="2247900"/>
          <p14:tracePt t="59104" x="2273300" y="2197100"/>
          <p14:tracePt t="59120" x="2228850" y="2190750"/>
          <p14:tracePt t="59137" x="2165350" y="2165350"/>
          <p14:tracePt t="59154" x="2146300" y="2159000"/>
          <p14:tracePt t="59170" x="2139950" y="2159000"/>
          <p14:tracePt t="59187" x="2127250" y="2159000"/>
          <p14:tracePt t="59220" x="2120900" y="2159000"/>
          <p14:tracePt t="59433" x="2114550" y="2159000"/>
          <p14:tracePt t="59454" x="2108200" y="2159000"/>
          <p14:tracePt t="59475" x="2101850" y="2159000"/>
          <p14:tracePt t="59482" x="2089150" y="2159000"/>
          <p14:tracePt t="59489" x="2082800" y="2159000"/>
          <p14:tracePt t="59505" x="2070100" y="2159000"/>
          <p14:tracePt t="59519" x="2051050" y="2159000"/>
          <p14:tracePt t="59536" x="2019300" y="2146300"/>
          <p14:tracePt t="59553" x="1962150" y="2133600"/>
          <p14:tracePt t="59569" x="1936750" y="2133600"/>
          <p14:tracePt t="59585" x="1898650" y="2120900"/>
          <p14:tracePt t="59603" x="1873250" y="2114550"/>
          <p14:tracePt t="59619" x="1866900" y="2108200"/>
          <p14:tracePt t="59635" x="1860550" y="2101850"/>
          <p14:tracePt t="59652" x="1854200" y="2095500"/>
          <p14:tracePt t="59693" x="1847850" y="2095500"/>
          <p14:tracePt t="59812" x="1854200" y="2095500"/>
          <p14:tracePt t="59826" x="1860550" y="2095500"/>
          <p14:tracePt t="59834" x="1873250" y="2089150"/>
          <p14:tracePt t="59841" x="1905000" y="2082800"/>
          <p14:tracePt t="59854" x="1930400" y="2076450"/>
          <p14:tracePt t="59868" x="1987550" y="2057400"/>
          <p14:tracePt t="59884" x="2133600" y="2019300"/>
          <p14:tracePt t="59901" x="2209800" y="1987550"/>
          <p14:tracePt t="59904" x="2292350" y="1968500"/>
          <p14:tracePt t="59918" x="2355850" y="1949450"/>
          <p14:tracePt t="59934" x="2451100" y="1924050"/>
          <p14:tracePt t="59951" x="2482850" y="1917700"/>
          <p14:tracePt t="59968" x="2514600" y="1911350"/>
          <p14:tracePt t="59984" x="2527300" y="1905000"/>
          <p14:tracePt t="60002" x="2533650" y="1905000"/>
          <p14:tracePt t="60052" x="2533650" y="1911350"/>
          <p14:tracePt t="60065" x="2527300" y="1917700"/>
          <p14:tracePt t="60072" x="2520950" y="1917700"/>
          <p14:tracePt t="60087" x="2508250" y="1924050"/>
          <p14:tracePt t="60101" x="2501900" y="1936750"/>
          <p14:tracePt t="60117" x="2470150" y="1968500"/>
          <p14:tracePt t="60135" x="2451100" y="1981200"/>
          <p14:tracePt t="60150" x="2400300" y="2038350"/>
          <p14:tracePt t="60167" x="2349500" y="2082800"/>
          <p14:tracePt t="60184" x="2298700" y="2139950"/>
          <p14:tracePt t="60200" x="2286000" y="2159000"/>
          <p14:tracePt t="60216" x="2254250" y="2203450"/>
          <p14:tracePt t="60235" x="2247900" y="2222500"/>
          <p14:tracePt t="60250" x="2241550" y="2228850"/>
          <p14:tracePt t="60266" x="2241550" y="2235200"/>
          <p14:tracePt t="60283" x="2235200" y="2241550"/>
          <p14:tracePt t="60325" x="2235200" y="2247900"/>
          <p14:tracePt t="60333" x="2241550" y="2247900"/>
          <p14:tracePt t="60353" x="2247900" y="2254250"/>
          <p14:tracePt t="60369" x="2260600" y="2260600"/>
          <p14:tracePt t="60383" x="2273300" y="2266950"/>
          <p14:tracePt t="60399" x="2305050" y="2273300"/>
          <p14:tracePt t="60402" x="2330450" y="2279650"/>
          <p14:tracePt t="60418" x="2355850" y="2286000"/>
          <p14:tracePt t="60433" x="2381250" y="2305050"/>
          <p14:tracePt t="60449" x="2438400" y="2317750"/>
          <p14:tracePt t="60466" x="2470150" y="2330450"/>
          <p14:tracePt t="60482" x="2482850" y="2336800"/>
          <p14:tracePt t="60500" x="2495550" y="2336800"/>
          <p14:tracePt t="60516" x="2508250" y="2336800"/>
          <p14:tracePt t="60816" x="2520950" y="2336800"/>
          <p14:tracePt t="60823" x="2533650" y="2336800"/>
          <p14:tracePt t="60837" x="2559050" y="2336800"/>
          <p14:tracePt t="60848" x="2590800" y="2336800"/>
          <p14:tracePt t="60865" x="2679700" y="2336800"/>
          <p14:tracePt t="60881" x="2730500" y="2343150"/>
          <p14:tracePt t="60898" x="2832100" y="2343150"/>
          <p14:tracePt t="60915" x="2901950" y="2343150"/>
          <p14:tracePt t="60931" x="2921000" y="2343150"/>
          <p14:tracePt t="60947" x="2940050" y="2343150"/>
          <p14:tracePt t="60965" x="2959100" y="2343150"/>
          <p14:tracePt t="60981" x="2965450" y="2343150"/>
          <p14:tracePt t="61497" x="2971800" y="2343150"/>
          <p14:tracePt t="62391" x="2971800" y="2349500"/>
          <p14:tracePt t="62398" x="2965450" y="2355850"/>
          <p14:tracePt t="62413" x="2965450" y="2362200"/>
          <p14:tracePt t="62426" x="2959100" y="2362200"/>
          <p14:tracePt t="62442" x="2946400" y="2374900"/>
          <p14:tracePt t="62531" x="2940050" y="2374900"/>
          <p14:tracePt t="62538" x="2933700" y="2374900"/>
          <p14:tracePt t="62601" x="2933700" y="2381250"/>
          <p14:tracePt t="62622" x="2933700" y="2387600"/>
          <p14:tracePt t="62629" x="2927350" y="2387600"/>
          <p14:tracePt t="62644" x="2921000" y="2387600"/>
          <p14:tracePt t="62658" x="2914650" y="2387600"/>
          <p14:tracePt t="62675" x="2895600" y="2387600"/>
          <p14:tracePt t="62692" x="2889250" y="2387600"/>
          <p14:tracePt t="62708" x="2863850" y="2387600"/>
          <p14:tracePt t="62725" x="2813050" y="2387600"/>
          <p14:tracePt t="62742" x="2743200" y="2381250"/>
          <p14:tracePt t="62758" x="2717800" y="2381250"/>
          <p14:tracePt t="62774" x="2660650" y="2381250"/>
          <p14:tracePt t="62792" x="2603500" y="2374900"/>
          <p14:tracePt t="62808" x="2571750" y="2374900"/>
          <p14:tracePt t="62824" x="2520950" y="2368550"/>
          <p14:tracePt t="62841" x="2476500" y="2368550"/>
          <p14:tracePt t="62857" x="2451100" y="2368550"/>
          <p14:tracePt t="62875" x="2432050" y="2362200"/>
          <p14:tracePt t="62890" x="2362200" y="2355850"/>
          <p14:tracePt t="62907" x="2343150" y="2355850"/>
          <p14:tracePt t="62924" x="2305050" y="2343150"/>
          <p14:tracePt t="62940" x="2273300" y="2343150"/>
          <p14:tracePt t="62957" x="2222500" y="2336800"/>
          <p14:tracePt t="62974" x="2184400" y="2324100"/>
          <p14:tracePt t="62990" x="2159000" y="2324100"/>
          <p14:tracePt t="63007" x="2108200" y="2305050"/>
          <p14:tracePt t="63024" x="2057400" y="2286000"/>
          <p14:tracePt t="63040" x="2032000" y="2279650"/>
          <p14:tracePt t="63057" x="1981200" y="2266950"/>
          <p14:tracePt t="63073" x="1943100" y="2266950"/>
          <p14:tracePt t="63090" x="1930400" y="2260600"/>
          <p14:tracePt t="63107" x="1905000" y="2260600"/>
          <p14:tracePt t="63123" x="1892300" y="2260600"/>
          <p14:tracePt t="63156" x="1885950" y="2260600"/>
          <p14:tracePt t="63205" x="1879600" y="2260600"/>
          <p14:tracePt t="63373" x="1879600" y="2254250"/>
          <p14:tracePt t="63422" x="1879600" y="2247900"/>
          <p14:tracePt t="63443" x="1879600" y="2241550"/>
          <p14:tracePt t="63451" x="1879600" y="2235200"/>
          <p14:tracePt t="63473" x="1879600" y="2222500"/>
          <p14:tracePt t="63486" x="1879600" y="2216150"/>
          <p14:tracePt t="63493" x="1873250" y="2197100"/>
          <p14:tracePt t="63508" x="1866900" y="2178050"/>
          <p14:tracePt t="63522" x="1860550" y="2114550"/>
          <p14:tracePt t="63538" x="1854200" y="2076450"/>
          <p14:tracePt t="63556" x="1841500" y="1981200"/>
          <p14:tracePt t="63572" x="1841500" y="1943100"/>
          <p14:tracePt t="63588" x="1847850" y="1847850"/>
          <p14:tracePt t="63606" x="1854200" y="1784350"/>
          <p14:tracePt t="63622" x="1860550" y="1752600"/>
          <p14:tracePt t="63639" x="1860550" y="1720850"/>
          <p14:tracePt t="63655" x="1866900" y="1701800"/>
          <p14:tracePt t="63671" x="1866900" y="1695450"/>
          <p14:tracePt t="63705" x="1866900" y="1689100"/>
          <p14:tracePt t="64097" x="1873250" y="1689100"/>
          <p14:tracePt t="64104" x="1885950" y="1689100"/>
          <p14:tracePt t="64118" x="1892300" y="1689100"/>
          <p14:tracePt t="64125" x="1898650" y="1682750"/>
          <p14:tracePt t="64139" x="1911350" y="1682750"/>
          <p14:tracePt t="64154" x="1955800" y="1676400"/>
          <p14:tracePt t="64170" x="1993900" y="1676400"/>
          <p14:tracePt t="64187" x="2044700" y="1676400"/>
          <p14:tracePt t="64203" x="2146300" y="1676400"/>
          <p14:tracePt t="64219" x="2266950" y="1676400"/>
          <p14:tracePt t="64237" x="2368550" y="1676400"/>
          <p14:tracePt t="64252" x="2406650" y="1670050"/>
          <p14:tracePt t="64269" x="2463800" y="1663700"/>
          <p14:tracePt t="64287" x="2508250" y="1657350"/>
          <p14:tracePt t="64303" x="2520950" y="1657350"/>
          <p14:tracePt t="64319" x="2533650" y="1657350"/>
          <p14:tracePt t="64356" x="2540000" y="1657350"/>
          <p14:tracePt t="64399" x="2546350" y="1651000"/>
          <p14:tracePt t="64454" x="2552700" y="1651000"/>
          <p14:tracePt t="64476" x="2565400" y="1651000"/>
          <p14:tracePt t="64490" x="2571750" y="1651000"/>
          <p14:tracePt t="64497" x="2571750" y="1644650"/>
          <p14:tracePt t="64505" x="2578100" y="1644650"/>
          <p14:tracePt t="64521" x="2590800" y="1644650"/>
          <p14:tracePt t="64535" x="2609850" y="1644650"/>
          <p14:tracePt t="64552" x="2673350" y="1644650"/>
          <p14:tracePt t="64568" x="2730500" y="1644650"/>
          <p14:tracePt t="64585" x="2755900" y="1644650"/>
          <p14:tracePt t="64602" x="2806700" y="1644650"/>
          <p14:tracePt t="64618" x="2838450" y="1644650"/>
          <p14:tracePt t="64635" x="2851150" y="1644650"/>
          <p14:tracePt t="64652" x="2857500" y="1644650"/>
          <p14:tracePt t="64668" x="2863850" y="1644650"/>
          <p14:tracePt t="64701" x="2870200" y="1644650"/>
          <p14:tracePt t="65171" x="2870200" y="1651000"/>
          <p14:tracePt t="65178" x="2863850" y="1651000"/>
          <p14:tracePt t="65226" x="2863850" y="1657350"/>
          <p14:tracePt t="65241" x="2863850" y="1663700"/>
          <p14:tracePt t="65249" x="2857500" y="1663700"/>
          <p14:tracePt t="65262" x="2857500" y="1670050"/>
          <p14:tracePt t="65269" x="2851150" y="1676400"/>
          <p14:tracePt t="65283" x="2844800" y="1689100"/>
          <p14:tracePt t="65299" x="2832100" y="1714500"/>
          <p14:tracePt t="65316" x="2819400" y="1733550"/>
          <p14:tracePt t="65333" x="2781300" y="1790700"/>
          <p14:tracePt t="65349" x="2717800" y="1854200"/>
          <p14:tracePt t="65365" x="2686050" y="1898650"/>
          <p14:tracePt t="65382" x="2590800" y="1987550"/>
          <p14:tracePt t="65399" x="2533650" y="2025650"/>
          <p14:tracePt t="65415" x="2425700" y="2120900"/>
          <p14:tracePt t="65432" x="2311400" y="2216150"/>
          <p14:tracePt t="65448" x="2254250" y="2266950"/>
          <p14:tracePt t="65466" x="2159000" y="2336800"/>
          <p14:tracePt t="65482" x="2095500" y="2381250"/>
          <p14:tracePt t="65498" x="2082800" y="2393950"/>
          <p14:tracePt t="65515" x="2063750" y="2406650"/>
          <p14:tracePt t="65531" x="2057400" y="2413000"/>
          <p14:tracePt t="65669" x="2057400" y="2406650"/>
          <p14:tracePt t="65740" x="2051050" y="2400300"/>
          <p14:tracePt t="65761" x="2044700" y="2400300"/>
          <p14:tracePt t="65768" x="2038350" y="2393950"/>
          <p14:tracePt t="65783" x="2032000" y="2393950"/>
          <p14:tracePt t="65797" x="2025650" y="2387600"/>
          <p14:tracePt t="65814" x="2000250" y="2381250"/>
          <p14:tracePt t="65832" x="1949450" y="2368550"/>
          <p14:tracePt t="65847" x="1924050" y="2362200"/>
          <p14:tracePt t="65864" x="1879600" y="2349500"/>
          <p14:tracePt t="65881" x="1841500" y="2330450"/>
          <p14:tracePt t="65897" x="1816100" y="2324100"/>
          <p14:tracePt t="65914" x="1790700" y="2317750"/>
          <p14:tracePt t="65930" x="1784350" y="2311400"/>
          <p14:tracePt t="65947" x="1778000" y="2311400"/>
          <p14:tracePt t="65950" x="1771650" y="2311400"/>
          <p14:tracePt t="66105" x="1778000" y="2311400"/>
          <p14:tracePt t="66118" x="1790700" y="2311400"/>
          <p14:tracePt t="66133" x="1797050" y="2311400"/>
          <p14:tracePt t="66140" x="1816100" y="2311400"/>
          <p14:tracePt t="66153" x="1835150" y="2311400"/>
          <p14:tracePt t="66163" x="1854200" y="2311400"/>
          <p14:tracePt t="66179" x="1898650" y="2317750"/>
          <p14:tracePt t="66196" x="1955800" y="2317750"/>
          <p14:tracePt t="66212" x="2012950" y="2330450"/>
          <p14:tracePt t="66229" x="2032000" y="2336800"/>
          <p14:tracePt t="66246" x="2063750" y="2336800"/>
          <p14:tracePt t="66263" x="2082800" y="2343150"/>
          <p14:tracePt t="66280" x="2089150" y="2343150"/>
          <p14:tracePt t="66315" x="2095500" y="2343150"/>
          <p14:tracePt t="66372" x="2101850" y="2343150"/>
          <p14:tracePt t="66442" x="2108200" y="2343150"/>
          <p14:tracePt t="66470" x="2114550" y="2343150"/>
          <p14:tracePt t="66540" x="2120900" y="2336800"/>
          <p14:tracePt t="66645" x="2127250" y="2336800"/>
          <p14:tracePt t="66673" x="2133600" y="2336800"/>
          <p14:tracePt t="66680" x="2146300" y="2336800"/>
          <p14:tracePt t="66702" x="2152650" y="2336800"/>
          <p14:tracePt t="66715" x="2165350" y="2336800"/>
          <p14:tracePt t="66727" x="2178050" y="2336800"/>
          <p14:tracePt t="66745" x="2209800" y="2336800"/>
          <p14:tracePt t="66761" x="2222500" y="2336800"/>
          <p14:tracePt t="66777" x="2266950" y="2336800"/>
          <p14:tracePt t="66794" x="2279650" y="2336800"/>
          <p14:tracePt t="66811" x="2292350" y="2336800"/>
          <p14:tracePt t="66828" x="2298700" y="2336800"/>
          <p14:tracePt t="66864" x="2305050" y="2343150"/>
          <p14:tracePt t="66891" x="2311400" y="2349500"/>
          <p14:tracePt t="66905" x="2317750" y="2349500"/>
          <p14:tracePt t="67316" x="2305050" y="2349500"/>
          <p14:tracePt t="67323" x="2279650" y="2355850"/>
          <p14:tracePt t="67337" x="2260600" y="2362200"/>
          <p14:tracePt t="67345" x="2241550" y="2362200"/>
          <p14:tracePt t="67361" x="2222500" y="2362200"/>
          <p14:tracePt t="67376" x="2178050" y="2368550"/>
          <p14:tracePt t="67392" x="2159000" y="2368550"/>
          <p14:tracePt t="67409" x="2120900" y="2368550"/>
          <p14:tracePt t="67425" x="2095500" y="2368550"/>
          <p14:tracePt t="67442" x="2063750" y="2368550"/>
          <p14:tracePt t="67458" x="2038350" y="2368550"/>
          <p14:tracePt t="67475" x="2025650" y="2368550"/>
          <p14:tracePt t="67492" x="2019300" y="2368550"/>
          <p14:tracePt t="67508" x="2000250" y="2362200"/>
          <p14:tracePt t="67525" x="1993900" y="2362200"/>
          <p14:tracePt t="67542" x="1987550" y="2362200"/>
          <p14:tracePt t="67558" x="1981200" y="2355850"/>
          <p14:tracePt t="67618" x="1974850" y="2355850"/>
          <p14:tracePt t="67724" x="1968500" y="2349500"/>
          <p14:tracePt t="67738" x="1968500" y="2343150"/>
          <p14:tracePt t="67745" x="1968500" y="2330450"/>
          <p14:tracePt t="67760" x="1962150" y="2324100"/>
          <p14:tracePt t="67774" x="1949450" y="2305050"/>
          <p14:tracePt t="67790" x="1943100" y="2292350"/>
          <p14:tracePt t="67807" x="1930400" y="2279650"/>
          <p14:tracePt t="67824" x="1905000" y="2247900"/>
          <p14:tracePt t="67840" x="1873250" y="2209800"/>
          <p14:tracePt t="67858" x="1841500" y="2190750"/>
          <p14:tracePt t="67874" x="1828800" y="2178050"/>
          <p14:tracePt t="67891" x="1803400" y="2171700"/>
          <p14:tracePt t="67907" x="1784350" y="2171700"/>
          <p14:tracePt t="67924" x="1771650" y="2171700"/>
          <p14:tracePt t="67940" x="1765300" y="2171700"/>
          <p14:tracePt t="67957" x="1765300" y="2178050"/>
          <p14:tracePt t="67973" x="1765300" y="2184400"/>
          <p14:tracePt t="67991" x="1778000" y="2203450"/>
          <p14:tracePt t="68006" x="1803400" y="2228850"/>
          <p14:tracePt t="68023" x="1835150" y="2254250"/>
          <p14:tracePt t="68040" x="1911350" y="2305050"/>
          <p14:tracePt t="68056" x="1968500" y="2336800"/>
          <p14:tracePt t="68073" x="2101850" y="2374900"/>
          <p14:tracePt t="68090" x="2197100" y="2393950"/>
          <p14:tracePt t="68106" x="2235200" y="2393950"/>
          <p14:tracePt t="68123" x="2286000" y="2393950"/>
          <p14:tracePt t="68139" x="2305050" y="2393950"/>
          <p14:tracePt t="68156" x="2311400" y="2393950"/>
          <p14:tracePt t="68812" x="2311400" y="2400300"/>
          <p14:tracePt t="68819" x="2305050" y="2425700"/>
          <p14:tracePt t="68833" x="2286000" y="2444750"/>
          <p14:tracePt t="68840" x="2279650" y="2463800"/>
          <p14:tracePt t="68854" x="2266950" y="2489200"/>
          <p14:tracePt t="68870" x="2247900" y="2540000"/>
          <p14:tracePt t="68887" x="2228850" y="2571750"/>
          <p14:tracePt t="68904" x="2203450" y="2641600"/>
          <p14:tracePt t="68920" x="2178050" y="2717800"/>
          <p14:tracePt t="68937" x="2171700" y="2755900"/>
          <p14:tracePt t="68954" x="2146300" y="2838450"/>
          <p14:tracePt t="68970" x="2139950" y="2895600"/>
          <p14:tracePt t="68986" x="2108200" y="3003550"/>
          <p14:tracePt t="69003" x="2089150" y="3143250"/>
          <p14:tracePt t="69020" x="2089150" y="3213100"/>
          <p14:tracePt t="69037" x="2089150" y="3352800"/>
          <p14:tracePt t="69053" x="2095500" y="3479800"/>
          <p14:tracePt t="69069" x="2101850" y="3543300"/>
          <p14:tracePt t="69086" x="2120900" y="3651250"/>
          <p14:tracePt t="69103" x="2127250" y="3695700"/>
          <p14:tracePt t="69119" x="2133600" y="3708400"/>
          <p14:tracePt t="69136" x="2139950" y="3714750"/>
          <p14:tracePt t="69152" x="2152650" y="3714750"/>
          <p14:tracePt t="69169" x="2165350" y="3714750"/>
          <p14:tracePt t="69185" x="2178050" y="3714750"/>
          <p14:tracePt t="69746" x="2171700" y="3714750"/>
          <p14:tracePt t="69752" x="2152650" y="3714750"/>
          <p14:tracePt t="69760" x="2133600" y="3721100"/>
          <p14:tracePt t="69774" x="2101850" y="3727450"/>
          <p14:tracePt t="69783" x="2076450" y="3727450"/>
          <p14:tracePt t="69800" x="2051050" y="3740150"/>
          <p14:tracePt t="69817" x="2019300" y="3746500"/>
          <p14:tracePt t="69833" x="1993900" y="3752850"/>
          <p14:tracePt t="69851" x="1993900" y="3759200"/>
          <p14:tracePt t="69866" x="1987550" y="3759200"/>
          <p14:tracePt t="69921" x="1981200" y="3765550"/>
          <p14:tracePt t="70005" x="1981200" y="3771900"/>
          <p14:tracePt t="70033" x="1981200" y="3778250"/>
          <p14:tracePt t="70040" x="1987550" y="3778250"/>
          <p14:tracePt t="70054" x="1993900" y="3778250"/>
          <p14:tracePt t="70076" x="2006600" y="3784600"/>
          <p14:tracePt t="70085" x="2012950" y="3790950"/>
          <p14:tracePt t="70099" x="2019300" y="3790950"/>
          <p14:tracePt t="70116" x="2044700" y="3803650"/>
          <p14:tracePt t="70133" x="2095500" y="3822700"/>
          <p14:tracePt t="70149" x="2114550" y="3829050"/>
          <p14:tracePt t="70166" x="2146300" y="3848100"/>
          <p14:tracePt t="70182" x="2216150" y="3873500"/>
          <p14:tracePt t="70199" x="2235200" y="3886200"/>
          <p14:tracePt t="70216" x="2279650" y="3905250"/>
          <p14:tracePt t="70232" x="2298700" y="3911600"/>
          <p14:tracePt t="70249" x="2324100" y="3917950"/>
          <p14:tracePt t="70266" x="2343150" y="3924300"/>
          <p14:tracePt t="70307" x="2343150" y="3930650"/>
          <p14:tracePt t="70342" x="2343150" y="3937000"/>
          <p14:tracePt t="70363" x="2336800" y="3943350"/>
          <p14:tracePt t="70384" x="2330450" y="3949700"/>
          <p14:tracePt t="70391" x="2324100" y="3956050"/>
          <p14:tracePt t="70405" x="2324100" y="3962400"/>
          <p14:tracePt t="70414" x="2317750" y="3968750"/>
          <p14:tracePt t="70431" x="2305050" y="3968750"/>
          <p14:tracePt t="70448" x="2266950" y="3994150"/>
          <p14:tracePt t="70465" x="2235200" y="4025900"/>
          <p14:tracePt t="70481" x="2203450" y="4051300"/>
          <p14:tracePt t="70498" x="2165350" y="4095750"/>
          <p14:tracePt t="70514" x="2133600" y="4121150"/>
          <p14:tracePt t="70533" x="2063750" y="4210050"/>
          <p14:tracePt t="70548" x="2044700" y="4241800"/>
          <p14:tracePt t="70564" x="2025650" y="4286250"/>
          <p14:tracePt t="70581" x="2000250" y="4368800"/>
          <p14:tracePt t="70597" x="1987550" y="4425950"/>
          <p14:tracePt t="70614" x="1981200" y="4457700"/>
          <p14:tracePt t="70631" x="1974850" y="4489450"/>
          <p14:tracePt t="70647" x="1968500" y="4521200"/>
          <p14:tracePt t="70664" x="1968500" y="4533900"/>
          <p14:tracePt t="70680" x="1968500" y="4559300"/>
          <p14:tracePt t="70697" x="1968500" y="4584700"/>
          <p14:tracePt t="70715" x="1968500" y="4616450"/>
          <p14:tracePt t="70730" x="1962150" y="4648200"/>
          <p14:tracePt t="70747" x="1962150" y="4692650"/>
          <p14:tracePt t="70764" x="1962150" y="4762500"/>
          <p14:tracePt t="70780" x="1962150" y="4800600"/>
          <p14:tracePt t="70797" x="1962150" y="4838700"/>
          <p14:tracePt t="70813" x="1974850" y="4940300"/>
          <p14:tracePt t="70830" x="1981200" y="4959350"/>
          <p14:tracePt t="70847" x="1993900" y="4991100"/>
          <p14:tracePt t="70863" x="2006600" y="5022850"/>
          <p14:tracePt t="70880" x="2025650" y="5054600"/>
          <p14:tracePt t="70897" x="2044700" y="5092700"/>
          <p14:tracePt t="70913" x="2044700" y="5105400"/>
          <p14:tracePt t="70929" x="2057400" y="5130800"/>
          <p14:tracePt t="70947" x="2070100" y="5149850"/>
          <p14:tracePt t="70979" x="2076450" y="5156200"/>
          <p14:tracePt t="70996" x="2076450" y="5162550"/>
          <p14:tracePt t="71058" x="2076450" y="5156200"/>
          <p14:tracePt t="71079" x="2082800" y="5143500"/>
          <p14:tracePt t="71086" x="2082800" y="5130800"/>
          <p14:tracePt t="71095" x="2089150" y="5111750"/>
          <p14:tracePt t="71112" x="2095500" y="5080000"/>
          <p14:tracePt t="71129" x="2095500" y="4991100"/>
          <p14:tracePt t="71145" x="2108200" y="4933950"/>
          <p14:tracePt t="71162" x="2114550" y="4781550"/>
          <p14:tracePt t="71179" x="2114550" y="4578350"/>
          <p14:tracePt t="71195" x="2108200" y="4451350"/>
          <p14:tracePt t="71213" x="2089150" y="4165600"/>
          <p14:tracePt t="71229" x="2051050" y="3733800"/>
          <p14:tracePt t="71245" x="2038350" y="3543300"/>
          <p14:tracePt t="71262" x="2025650" y="3340100"/>
          <p14:tracePt t="71278" x="2006600" y="3244850"/>
          <p14:tracePt t="71295" x="2006600" y="3232150"/>
          <p14:tracePt t="71312" x="2006600" y="3213100"/>
          <p14:tracePt t="71328" x="2006600" y="3206750"/>
          <p14:tracePt t="71444" x="2006600" y="3213100"/>
          <p14:tracePt t="71479" x="2006600" y="3219450"/>
          <p14:tracePt t="71487" x="2006600" y="3225800"/>
          <p14:tracePt t="71500" x="2006600" y="3232150"/>
          <p14:tracePt t="71510" x="2006600" y="3238500"/>
          <p14:tracePt t="71527" x="2000250" y="3257550"/>
          <p14:tracePt t="71544" x="1987550" y="3302000"/>
          <p14:tracePt t="71561" x="1968500" y="3409950"/>
          <p14:tracePt t="71578" x="1943100" y="3543300"/>
          <p14:tracePt t="71594" x="1930400" y="3619500"/>
          <p14:tracePt t="71611" x="1892300" y="3790950"/>
          <p14:tracePt t="71628" x="1854200" y="3949700"/>
          <p14:tracePt t="71644" x="1835150" y="4025900"/>
          <p14:tracePt t="71660" x="1803400" y="4197350"/>
          <p14:tracePt t="71677" x="1784350" y="4349750"/>
          <p14:tracePt t="71694" x="1771650" y="4419600"/>
          <p14:tracePt t="71711" x="1765300" y="4521200"/>
          <p14:tracePt t="71727" x="1758950" y="4616450"/>
          <p14:tracePt t="71744" x="1758950" y="4641850"/>
          <p14:tracePt t="71761" x="1758950" y="4679950"/>
          <p14:tracePt t="71777" x="1765300" y="4768850"/>
          <p14:tracePt t="71793" x="1771650" y="4787900"/>
          <p14:tracePt t="71810" x="1784350" y="4838700"/>
          <p14:tracePt t="71826" x="1797050" y="4870450"/>
          <p14:tracePt t="71843" x="1809750" y="4940300"/>
          <p14:tracePt t="71860" x="1835150" y="5010150"/>
          <p14:tracePt t="71876" x="1854200" y="5054600"/>
          <p14:tracePt t="71893" x="1885950" y="5130800"/>
          <p14:tracePt t="71910" x="1917700" y="5194300"/>
          <p14:tracePt t="71926" x="1943100" y="5226050"/>
          <p14:tracePt t="71943" x="1962150" y="5276850"/>
          <p14:tracePt t="71959" x="1981200" y="5321300"/>
          <p14:tracePt t="71976" x="2000250" y="5340350"/>
          <p14:tracePt t="71993" x="2019300" y="5372100"/>
          <p14:tracePt t="72009" x="2032000" y="5416550"/>
          <p14:tracePt t="72026" x="2038350" y="5448300"/>
          <p14:tracePt t="72042" x="2051050" y="5486400"/>
          <p14:tracePt t="72059" x="2057400" y="5511800"/>
          <p14:tracePt t="72077" x="2070100" y="5562600"/>
          <p14:tracePt t="72092" x="2076450" y="5581650"/>
          <p14:tracePt t="72109" x="2076450" y="5600700"/>
          <p14:tracePt t="72126" x="2076450" y="5638800"/>
          <p14:tracePt t="72142" x="2070100" y="5664200"/>
          <p14:tracePt t="72159" x="2070100" y="5670550"/>
          <p14:tracePt t="72510" x="2063750" y="5689600"/>
          <p14:tracePt t="72517" x="2044700" y="5708650"/>
          <p14:tracePt t="72532" x="2019300" y="5727700"/>
          <p14:tracePt t="72541" x="1987550" y="5765800"/>
          <p14:tracePt t="72557" x="1968500" y="5784850"/>
          <p14:tracePt t="72574" x="1917700" y="5842000"/>
          <p14:tracePt t="72591" x="1873250" y="5886450"/>
          <p14:tracePt t="72607" x="1841500" y="5911850"/>
          <p14:tracePt t="72624" x="1784350" y="5956300"/>
          <p14:tracePt t="72641" x="1765300" y="5969000"/>
          <p14:tracePt t="72658" x="1714500" y="6013450"/>
          <p14:tracePt t="72674" x="1701800" y="6026150"/>
          <p14:tracePt t="72690" x="1689100" y="6032500"/>
          <p14:tracePt t="72707" x="1670050" y="6051550"/>
          <p14:tracePt t="72724" x="1651000" y="6064250"/>
          <p14:tracePt t="72740" x="1644650" y="6070600"/>
          <p14:tracePt t="72757" x="1638300" y="6076950"/>
          <p14:tracePt t="72773" x="1619250" y="6089650"/>
          <p14:tracePt t="72790" x="1612900" y="6089650"/>
          <p14:tracePt t="72806" x="1606550" y="6089650"/>
          <p14:tracePt t="72823" x="1600200" y="6089650"/>
          <p14:tracePt t="72861" x="1593850" y="6089650"/>
          <p14:tracePt t="72889" x="1587500" y="6089650"/>
          <p14:tracePt t="72910" x="1581150" y="6089650"/>
          <p14:tracePt t="72924" x="1574800" y="6083300"/>
          <p14:tracePt t="72932" x="1562100" y="6076950"/>
          <p14:tracePt t="72940" x="1555750" y="6070600"/>
          <p14:tracePt t="72956" x="1549400" y="6057900"/>
          <p14:tracePt t="72973" x="1504950" y="6019800"/>
          <p14:tracePt t="72989" x="1460500" y="5994400"/>
          <p14:tracePt t="73006" x="1447800" y="5975350"/>
          <p14:tracePt t="73024" x="1409700" y="5943600"/>
          <p14:tracePt t="73039" x="1384300" y="5930900"/>
          <p14:tracePt t="73056" x="1371600" y="5924550"/>
          <p14:tracePt t="73073" x="1365250" y="5911850"/>
          <p14:tracePt t="73089" x="1358900" y="5911850"/>
          <p14:tracePt t="73240" x="1358900" y="5905500"/>
          <p14:tracePt t="73268" x="1365250" y="5899150"/>
          <p14:tracePt t="73282" x="1371600" y="5899150"/>
          <p14:tracePt t="73291" x="1384300" y="5899150"/>
          <p14:tracePt t="73305" x="1390650" y="5899150"/>
          <p14:tracePt t="73321" x="1397000" y="5899150"/>
          <p14:tracePt t="73339" x="1460500" y="5892800"/>
          <p14:tracePt t="73354" x="1492250" y="5892800"/>
          <p14:tracePt t="73371" x="1517650" y="5892800"/>
          <p14:tracePt t="73388" x="1574800" y="5892800"/>
          <p14:tracePt t="73405" x="1644650" y="5892800"/>
          <p14:tracePt t="73421" x="1670050" y="5892800"/>
          <p14:tracePt t="73438" x="1727200" y="5905500"/>
          <p14:tracePt t="73454" x="1778000" y="5911850"/>
          <p14:tracePt t="73471" x="1797050" y="5918200"/>
          <p14:tracePt t="73487" x="1816100" y="5924550"/>
          <p14:tracePt t="73504" x="1828800" y="5924550"/>
          <p14:tracePt t="73584" x="1822450" y="5930900"/>
          <p14:tracePt t="73605" x="1816100" y="5930900"/>
          <p14:tracePt t="73612" x="1803400" y="5930900"/>
          <p14:tracePt t="73626" x="1797050" y="5930900"/>
          <p14:tracePt t="73636" x="1784350" y="5937250"/>
          <p14:tracePt t="73656" x="1758950" y="5943600"/>
          <p14:tracePt t="73670" x="1739900" y="5943600"/>
          <p14:tracePt t="73688" x="1689100" y="5949950"/>
          <p14:tracePt t="73704" x="1651000" y="5962650"/>
          <p14:tracePt t="73720" x="1625600" y="5962650"/>
          <p14:tracePt t="73737" x="1606550" y="5962650"/>
          <p14:tracePt t="73754" x="1593850" y="5969000"/>
          <p14:tracePt t="73770" x="1587500" y="5969000"/>
          <p14:tracePt t="73803" x="1606550" y="5969000"/>
          <p14:tracePt t="73819" x="1619250" y="5969000"/>
          <p14:tracePt t="73837" x="1657350" y="5962650"/>
          <p14:tracePt t="73853" x="1733550" y="5956300"/>
          <p14:tracePt t="73869" x="1790700" y="5943600"/>
          <p14:tracePt t="73886" x="1924050" y="5924550"/>
          <p14:tracePt t="73903" x="2000250" y="5905500"/>
          <p14:tracePt t="73919" x="2133600" y="5886450"/>
          <p14:tracePt t="73936" x="2235200" y="5880100"/>
          <p14:tracePt t="73953" x="2286000" y="5880100"/>
          <p14:tracePt t="73969" x="2330450" y="5880100"/>
          <p14:tracePt t="73986" x="2400300" y="5873750"/>
          <p14:tracePt t="74002" x="2438400" y="5873750"/>
          <p14:tracePt t="74019" x="2476500" y="5873750"/>
          <p14:tracePt t="74035" x="2489200" y="5873750"/>
          <p14:tracePt t="74052" x="2501900" y="5873750"/>
          <p14:tracePt t="74069" x="2508250" y="5873750"/>
          <p14:tracePt t="74086" x="2514600" y="5873750"/>
          <p14:tracePt t="74195" x="2508250" y="5873750"/>
          <p14:tracePt t="74203" x="2501900" y="5880100"/>
          <p14:tracePt t="74216" x="2489200" y="5880100"/>
          <p14:tracePt t="74223" x="2476500" y="5880100"/>
          <p14:tracePt t="74238" x="2457450" y="5886450"/>
          <p14:tracePt t="74252" x="2438400" y="5899150"/>
          <p14:tracePt t="74268" x="2355850" y="5911850"/>
          <p14:tracePt t="74285" x="2286000" y="5930900"/>
          <p14:tracePt t="74301" x="2165350" y="5969000"/>
          <p14:tracePt t="74318" x="2019300" y="6019800"/>
          <p14:tracePt t="74336" x="1885950" y="6057900"/>
          <p14:tracePt t="74351" x="1841500" y="6083300"/>
          <p14:tracePt t="74368" x="1752600" y="6121400"/>
          <p14:tracePt t="74385" x="1733550" y="6127750"/>
          <p14:tracePt t="74401" x="1701800" y="6146800"/>
          <p14:tracePt t="74418" x="1682750" y="6159500"/>
          <p14:tracePt t="74434" x="1663700" y="6165850"/>
          <p14:tracePt t="74451" x="1657350" y="6165850"/>
          <p14:tracePt t="74469" x="1638300" y="6172200"/>
          <p14:tracePt t="74484" x="1631950" y="6178550"/>
          <p14:tracePt t="74501" x="1619250" y="6178550"/>
          <p14:tracePt t="74519" x="1600200" y="6178550"/>
          <p14:tracePt t="74535" x="1587500" y="6178550"/>
          <p14:tracePt t="74551" x="1562100" y="6178550"/>
          <p14:tracePt t="74568" x="1543050" y="6178550"/>
          <p14:tracePt t="74583" x="1530350" y="6178550"/>
          <p14:tracePt t="74600" x="1492250" y="6178550"/>
          <p14:tracePt t="74617" x="1473200" y="6178550"/>
          <p14:tracePt t="74634" x="1460500" y="6178550"/>
          <p14:tracePt t="74651" x="1435100" y="6178550"/>
          <p14:tracePt t="74668" x="1409700" y="6178550"/>
          <p14:tracePt t="74683" x="1403350" y="6178550"/>
          <p14:tracePt t="74700" x="1384300" y="6184900"/>
          <p14:tracePt t="74716" x="1371600" y="6191250"/>
          <p14:tracePt t="74733" x="1365250" y="6191250"/>
          <p14:tracePt t="74750" x="1346200" y="6197600"/>
          <p14:tracePt t="74767" x="1333500" y="6197600"/>
          <p14:tracePt t="74783" x="1327150" y="6197600"/>
          <p14:tracePt t="74800" x="1320800" y="6203950"/>
          <p14:tracePt t="74816" x="1308100" y="6210300"/>
          <p14:tracePt t="74834" x="1295400" y="6216650"/>
          <p14:tracePt t="74850" x="1289050" y="6216650"/>
          <p14:tracePt t="74866" x="1289050" y="6223000"/>
          <p14:tracePt t="74883" x="1276350" y="6229350"/>
          <p14:tracePt t="74899" x="1263650" y="6242050"/>
          <p14:tracePt t="74916" x="1257300" y="6248400"/>
          <p14:tracePt t="74932" x="1250950" y="6254750"/>
          <p14:tracePt t="74960" x="1244600" y="6261100"/>
          <p14:tracePt t="74969" x="1244600" y="6267450"/>
          <p14:tracePt t="74995" x="1238250" y="6273800"/>
          <p14:tracePt t="75017" x="1231900" y="6280150"/>
          <p14:tracePt t="75037" x="1231900" y="6286500"/>
          <p14:tracePt t="75044" x="1225550" y="6286500"/>
          <p14:tracePt t="75066" x="1225550" y="6292850"/>
          <p14:tracePt t="75086" x="1219200" y="6299200"/>
          <p14:tracePt t="75107" x="1212850" y="6299200"/>
          <p14:tracePt t="75115" x="1212850" y="6305550"/>
          <p14:tracePt t="75135" x="1212850" y="6311900"/>
          <p14:tracePt t="75156" x="1206500" y="6318250"/>
          <p14:tracePt t="75177" x="1200150" y="6318250"/>
          <p14:tracePt t="75184" x="1193800" y="6324600"/>
          <p14:tracePt t="75206" x="1193800" y="6330950"/>
          <p14:tracePt t="75227" x="1187450" y="6330950"/>
          <p14:tracePt t="75249" x="1181100" y="6337300"/>
          <p14:tracePt t="75276" x="1174750" y="6337300"/>
          <p14:tracePt t="75311" x="1174750" y="6343650"/>
          <p14:tracePt t="75325" x="1174750" y="6350000"/>
          <p14:tracePt t="75346" x="1181100" y="6356350"/>
          <p14:tracePt t="75360" x="1187450" y="6356350"/>
          <p14:tracePt t="75367" x="1193800" y="6356350"/>
          <p14:tracePt t="75381" x="1200150" y="6356350"/>
          <p14:tracePt t="75397" x="1225550" y="6356350"/>
          <p14:tracePt t="75414" x="1238250" y="6356350"/>
          <p14:tracePt t="75431" x="1270000" y="6356350"/>
          <p14:tracePt t="75447" x="1308100" y="6356350"/>
          <p14:tracePt t="75464" x="1320800" y="6356350"/>
          <p14:tracePt t="75481" x="1346200" y="6350000"/>
          <p14:tracePt t="75497" x="1358900" y="6350000"/>
          <p14:tracePt t="75515" x="1377950" y="6350000"/>
          <p14:tracePt t="75760" x="1403350" y="6350000"/>
          <p14:tracePt t="75767" x="1441450" y="6350000"/>
          <p14:tracePt t="75782" x="1485900" y="6350000"/>
          <p14:tracePt t="75796" x="1524000" y="6343650"/>
          <p14:tracePt t="75813" x="1612900" y="6343650"/>
          <p14:tracePt t="75830" x="1644650" y="6330950"/>
          <p14:tracePt t="75846" x="1689100" y="6324600"/>
          <p14:tracePt t="75863" x="1708150" y="6324600"/>
          <p14:tracePt t="75880" x="1720850" y="6324600"/>
          <p14:tracePt t="75978" x="1714500" y="6330950"/>
          <p14:tracePt t="75999" x="1708150" y="6330950"/>
          <p14:tracePt t="76013" x="1695450" y="6337300"/>
          <p14:tracePt t="76020" x="1682750" y="6337300"/>
          <p14:tracePt t="76029" x="1663700" y="6343650"/>
          <p14:tracePt t="76045" x="1631950" y="6350000"/>
          <p14:tracePt t="76062" x="1562100" y="6356350"/>
          <p14:tracePt t="76078" x="1485900" y="6369050"/>
          <p14:tracePt t="76095" x="1441450" y="6375400"/>
          <p14:tracePt t="76112" x="1371600" y="6381750"/>
          <p14:tracePt t="76128" x="1352550" y="6381750"/>
          <p14:tracePt t="76145" x="1314450" y="6388100"/>
          <p14:tracePt t="76161" x="1295400" y="6388100"/>
          <p14:tracePt t="76178" x="1289050" y="6388100"/>
          <p14:tracePt t="76195" x="1282700" y="6388100"/>
          <p14:tracePt t="76238" x="1289050" y="6388100"/>
          <p14:tracePt t="76252" x="1295400" y="6381750"/>
          <p14:tracePt t="76261" x="1308100" y="6375400"/>
          <p14:tracePt t="76278" x="1320800" y="6369050"/>
          <p14:tracePt t="76294" x="1358900" y="6343650"/>
          <p14:tracePt t="76311" x="1441450" y="6305550"/>
          <p14:tracePt t="76328" x="1498600" y="6273800"/>
          <p14:tracePt t="76344" x="1631950" y="6235700"/>
          <p14:tracePt t="76361" x="1701800" y="6216650"/>
          <p14:tracePt t="76378" x="1847850" y="6184900"/>
          <p14:tracePt t="76394" x="1892300" y="6178550"/>
          <p14:tracePt t="76411" x="1911350" y="6178550"/>
          <p14:tracePt t="76428" x="1943100" y="6178550"/>
          <p14:tracePt t="76444" x="1949450" y="6172200"/>
          <p14:tracePt t="76461" x="1955800" y="6172200"/>
          <p14:tracePt t="76477" x="1962150" y="6172200"/>
          <p14:tracePt t="76510" x="1968500" y="6165850"/>
          <p14:tracePt t="76553" x="1974850" y="6159500"/>
          <p14:tracePt t="76666" x="1981200" y="6146800"/>
          <p14:tracePt t="77322" x="1987550" y="6127750"/>
          <p14:tracePt t="77336" x="2000250" y="6083300"/>
          <p14:tracePt t="77344" x="2019300" y="6045200"/>
          <p14:tracePt t="77360" x="2044700" y="5988050"/>
          <p14:tracePt t="77374" x="2082800" y="5880100"/>
          <p14:tracePt t="77391" x="2114550" y="5810250"/>
          <p14:tracePt t="77408" x="2152650" y="5689600"/>
          <p14:tracePt t="77424" x="2178050" y="5632450"/>
          <p14:tracePt t="77441" x="2247900" y="5486400"/>
          <p14:tracePt t="77457" x="2266950" y="5454650"/>
          <p14:tracePt t="77473" x="2273300" y="5435600"/>
          <p14:tracePt t="77491" x="2292350" y="5397500"/>
          <p14:tracePt t="77507" x="2298700" y="5391150"/>
          <p14:tracePt t="77523" x="2305050" y="5384800"/>
          <p14:tracePt t="77540" x="2305050" y="5378450"/>
          <p14:tracePt t="77652" x="2305050" y="5365750"/>
          <p14:tracePt t="77666" x="2311400" y="5359400"/>
          <p14:tracePt t="79700" x="2311400" y="5346700"/>
          <p14:tracePt t="79713" x="2292350" y="5321300"/>
          <p14:tracePt t="79720" x="2292350" y="5289550"/>
          <p14:tracePt t="79736" x="2279650" y="5251450"/>
          <p14:tracePt t="79749" x="2260600" y="5143500"/>
          <p14:tracePt t="79766" x="2254250" y="5092700"/>
          <p14:tracePt t="79782" x="2241550" y="5035550"/>
          <p14:tracePt t="79799" x="2222500" y="4806950"/>
          <p14:tracePt t="79816" x="2216150" y="4718050"/>
          <p14:tracePt t="79833" x="2190750" y="4533900"/>
          <p14:tracePt t="79849" x="2190750" y="4432300"/>
          <p14:tracePt t="79865" x="2190750" y="4229100"/>
          <p14:tracePt t="79884" x="2190750" y="4025900"/>
          <p14:tracePt t="79898" x="2190750" y="3930650"/>
          <p14:tracePt t="79915" x="2190750" y="3752850"/>
          <p14:tracePt t="79932" x="2197100" y="3619500"/>
          <p14:tracePt t="79949" x="2197100" y="3568700"/>
          <p14:tracePt t="79965" x="2197100" y="3511550"/>
          <p14:tracePt t="79982" x="2203450" y="3473450"/>
          <p14:tracePt t="79998" x="2203450" y="3460750"/>
          <p14:tracePt t="80015" x="2203450" y="3448050"/>
          <p14:tracePt t="80032" x="2197100" y="3422650"/>
          <p14:tracePt t="80048" x="2190750" y="3416300"/>
          <p14:tracePt t="80065" x="2184400" y="3403600"/>
          <p14:tracePt t="80093" x="2190750" y="3403600"/>
          <p14:tracePt t="80633" x="2203450" y="3397250"/>
          <p14:tracePt t="80640" x="2235200" y="3384550"/>
          <p14:tracePt t="80654" x="2260600" y="3365500"/>
          <p14:tracePt t="80663" x="2305050" y="3340100"/>
          <p14:tracePt t="80679" x="2336800" y="3327400"/>
          <p14:tracePt t="80697" x="2425700" y="3270250"/>
          <p14:tracePt t="80713" x="2508250" y="3219450"/>
          <p14:tracePt t="80730" x="2540000" y="3181350"/>
          <p14:tracePt t="80746" x="2597150" y="3143250"/>
          <p14:tracePt t="80762" x="2616200" y="3130550"/>
          <p14:tracePt t="80779" x="2654300" y="3092450"/>
          <p14:tracePt t="80796" x="2679700" y="3060700"/>
          <p14:tracePt t="80812" x="2698750" y="3041650"/>
          <p14:tracePt t="80829" x="2736850" y="2990850"/>
          <p14:tracePt t="80845" x="2794000" y="2940050"/>
          <p14:tracePt t="80862" x="2832100" y="2901950"/>
          <p14:tracePt t="80879" x="2933700" y="2794000"/>
          <p14:tracePt t="80895" x="3067050" y="2679700"/>
          <p14:tracePt t="80912" x="3124200" y="2597150"/>
          <p14:tracePt t="80928" x="3251200" y="2451100"/>
          <p14:tracePt t="80945" x="3340100" y="2311400"/>
          <p14:tracePt t="80962" x="3378200" y="2254250"/>
          <p14:tracePt t="80978" x="3422650" y="2159000"/>
          <p14:tracePt t="80995" x="3435350" y="2089150"/>
          <p14:tracePt t="81012" x="3435350" y="2057400"/>
          <p14:tracePt t="81028" x="3435350" y="2006600"/>
          <p14:tracePt t="81044" x="3435350" y="1987550"/>
          <p14:tracePt t="81062" x="3441700" y="1955800"/>
          <p14:tracePt t="81078" x="3448050" y="1936750"/>
          <p14:tracePt t="81095" x="3448050" y="1924050"/>
          <p14:tracePt t="81111" x="3460750" y="1911350"/>
          <p14:tracePt t="81128" x="3460750" y="1905000"/>
          <p14:tracePt t="81145" x="3467100" y="1898650"/>
          <p14:tracePt t="81161" x="3473450" y="1885950"/>
          <p14:tracePt t="81177" x="3473450" y="1879600"/>
          <p14:tracePt t="81478" x="3454400" y="1885950"/>
          <p14:tracePt t="81485" x="3397250" y="1924050"/>
          <p14:tracePt t="81499" x="3340100" y="1955800"/>
          <p14:tracePt t="81509" x="3282950" y="1993900"/>
          <p14:tracePt t="81527" x="3143250" y="2057400"/>
          <p14:tracePt t="81543" x="3073400" y="2089150"/>
          <p14:tracePt t="81559" x="2940050" y="2127250"/>
          <p14:tracePt t="81577" x="2806700" y="2165350"/>
          <p14:tracePt t="81593" x="2743200" y="2184400"/>
          <p14:tracePt t="81609" x="2628900" y="2222500"/>
          <p14:tracePt t="81626" x="2533650" y="2266950"/>
          <p14:tracePt t="81643" x="2501900" y="2286000"/>
          <p14:tracePt t="81661" x="2425700" y="2324100"/>
          <p14:tracePt t="81676" x="2368550" y="2381250"/>
          <p14:tracePt t="81693" x="2336800" y="2406650"/>
          <p14:tracePt t="81711" x="2292350" y="2451100"/>
          <p14:tracePt t="81726" x="2247900" y="2476500"/>
          <p14:tracePt t="81743" x="2235200" y="2501900"/>
          <p14:tracePt t="81759" x="2209800" y="2520950"/>
          <p14:tracePt t="81775" x="2197100" y="2533650"/>
          <p14:tracePt t="81792" x="2165350" y="2559050"/>
          <p14:tracePt t="81809" x="2139950" y="2584450"/>
          <p14:tracePt t="81825" x="2127250" y="2597150"/>
          <p14:tracePt t="81842" x="2101850" y="2609850"/>
          <p14:tracePt t="81858" x="2082800" y="2628900"/>
          <p14:tracePt t="81875" x="2070100" y="2635250"/>
          <p14:tracePt t="81892" x="2051050" y="2641600"/>
          <p14:tracePt t="81908" x="2044700" y="2641600"/>
          <p14:tracePt t="81925" x="2032000" y="2641600"/>
          <p14:tracePt t="81942" x="2019300" y="2641600"/>
          <p14:tracePt t="81958" x="2000250" y="2628900"/>
          <p14:tracePt t="81975" x="1987550" y="2622550"/>
          <p14:tracePt t="81992" x="1968500" y="2609850"/>
          <p14:tracePt t="82008" x="1930400" y="2590800"/>
          <p14:tracePt t="82025" x="1898650" y="2571750"/>
          <p14:tracePt t="82041" x="1866900" y="2565400"/>
          <p14:tracePt t="82058" x="1822450" y="2540000"/>
          <p14:tracePt t="82075" x="1797050" y="2533650"/>
          <p14:tracePt t="82091" x="1752600" y="2514600"/>
          <p14:tracePt t="82108" x="1733550" y="2508250"/>
          <p14:tracePt t="82124" x="1689100" y="2482850"/>
          <p14:tracePt t="82141" x="1657350" y="2476500"/>
          <p14:tracePt t="82158" x="1638300" y="2470150"/>
          <p14:tracePt t="82174" x="1600200" y="2463800"/>
          <p14:tracePt t="82191" x="1568450" y="2463800"/>
          <p14:tracePt t="82208" x="1555750" y="2463800"/>
          <p14:tracePt t="82224" x="1543050" y="2463800"/>
          <p14:tracePt t="82241" x="1530350" y="2463800"/>
          <p14:tracePt t="82257" x="1524000" y="2463800"/>
          <p14:tracePt t="82290" x="1517650" y="2463800"/>
          <p14:tracePt t="82348" x="1511300" y="2463800"/>
          <p14:tracePt t="82376" x="1511300" y="2457450"/>
          <p14:tracePt t="82461" x="1504950" y="2451100"/>
          <p14:tracePt t="82489" x="1498600" y="2451100"/>
          <p14:tracePt t="82552" x="1492250" y="2451100"/>
          <p14:tracePt t="82622" x="1492250" y="2444750"/>
          <p14:tracePt t="82657" x="1485900" y="2444750"/>
          <p14:tracePt t="82720" x="1479550" y="2438400"/>
          <p14:tracePt t="83121" x="1485900" y="2451100"/>
          <p14:tracePt t="83127" x="1492250" y="2476500"/>
          <p14:tracePt t="83142" x="1511300" y="2508250"/>
          <p14:tracePt t="83154" x="1536700" y="2565400"/>
          <p14:tracePt t="83171" x="1587500" y="2692400"/>
          <p14:tracePt t="83187" x="1619250" y="2768600"/>
          <p14:tracePt t="83204" x="1676400" y="2940050"/>
          <p14:tracePt t="83220" x="1758950" y="3162300"/>
          <p14:tracePt t="83237" x="1797050" y="3289300"/>
          <p14:tracePt t="83240" x="1847850" y="3429000"/>
          <p14:tracePt t="83256" x="1879600" y="3556000"/>
          <p14:tracePt t="83270" x="1968500" y="3778250"/>
          <p14:tracePt t="83287" x="1987550" y="3867150"/>
          <p14:tracePt t="83304" x="2044700" y="4025900"/>
          <p14:tracePt t="83320" x="2070100" y="4108450"/>
          <p14:tracePt t="83337" x="2108200" y="4292600"/>
          <p14:tracePt t="83353" x="2139950" y="4483100"/>
          <p14:tracePt t="83370" x="2146300" y="4584700"/>
          <p14:tracePt t="83387" x="2178050" y="4730750"/>
          <p14:tracePt t="83403" x="2203450" y="4851400"/>
          <p14:tracePt t="83420" x="2216150" y="4889500"/>
          <p14:tracePt t="83437" x="2235200" y="4965700"/>
          <p14:tracePt t="83453" x="2254250" y="5003800"/>
          <p14:tracePt t="83470" x="2260600" y="5016500"/>
          <p14:tracePt t="83486" x="2273300" y="5048250"/>
          <p14:tracePt t="83503" x="2279650" y="5048250"/>
          <p14:tracePt t="83536" x="2286000" y="5048250"/>
          <p14:tracePt t="83553" x="2305050" y="5035550"/>
          <p14:tracePt t="83873" x="2305050" y="5067300"/>
          <p14:tracePt t="83880" x="2305050" y="5111750"/>
          <p14:tracePt t="83894" x="2292350" y="5162550"/>
          <p14:tracePt t="83903" x="2279650" y="5219700"/>
          <p14:tracePt t="83918" x="2260600" y="5270500"/>
          <p14:tracePt t="83935" x="2247900" y="5327650"/>
          <p14:tracePt t="83951" x="2235200" y="5461000"/>
          <p14:tracePt t="83968" x="2222500" y="5499100"/>
          <p14:tracePt t="83986" x="2222500" y="5581650"/>
          <p14:tracePt t="84001" x="2216150" y="5632450"/>
          <p14:tracePt t="84018" x="2197100" y="5727700"/>
          <p14:tracePt t="84035" x="2190750" y="5822950"/>
          <p14:tracePt t="84051" x="2190750" y="5848350"/>
          <p14:tracePt t="84068" x="2178050" y="5899150"/>
          <p14:tracePt t="84085" x="2178050" y="5943600"/>
          <p14:tracePt t="84101" x="2171700" y="5962650"/>
          <p14:tracePt t="84118" x="2165350" y="6000750"/>
          <p14:tracePt t="84134" x="2165350" y="6032500"/>
          <p14:tracePt t="84151" x="2152650" y="6057900"/>
          <p14:tracePt t="84168" x="2146300" y="6076950"/>
          <p14:tracePt t="84185" x="2146300" y="6083300"/>
          <p14:tracePt t="84217" x="2139950" y="6089650"/>
          <p14:tracePt t="84252" x="2139950" y="6096000"/>
          <p14:tracePt t="84357" x="2146300" y="6096000"/>
          <p14:tracePt t="84385" x="2152650" y="6096000"/>
          <p14:tracePt t="84391" x="2159000" y="6096000"/>
          <p14:tracePt t="84406" x="2165350" y="6096000"/>
          <p14:tracePt t="84416" x="2171700" y="6096000"/>
          <p14:tracePt t="84434" x="2178050" y="6096000"/>
          <p14:tracePt t="84450" x="2197100" y="6096000"/>
          <p14:tracePt t="84466" x="2247900" y="6096000"/>
          <p14:tracePt t="84484" x="2298700" y="6096000"/>
          <p14:tracePt t="84500" x="2324100" y="6096000"/>
          <p14:tracePt t="84516" x="2374900" y="6102350"/>
          <p14:tracePt t="84533" x="2406650" y="6108700"/>
          <p14:tracePt t="84549" x="2413000" y="6108700"/>
          <p14:tracePt t="84566" x="2419350" y="6108700"/>
          <p14:tracePt t="84583" x="2425700" y="6121400"/>
          <p14:tracePt t="84599" x="2413000" y="6127750"/>
          <p14:tracePt t="84616" x="2400300" y="6140450"/>
          <p14:tracePt t="84632" x="2355850" y="6153150"/>
          <p14:tracePt t="84649" x="2286000" y="6178550"/>
          <p14:tracePt t="84666" x="2190750" y="6191250"/>
          <p14:tracePt t="84682" x="2139950" y="6197600"/>
          <p14:tracePt t="84699" x="2051050" y="6197600"/>
          <p14:tracePt t="84716" x="1968500" y="6197600"/>
          <p14:tracePt t="84732" x="1943100" y="6197600"/>
          <p14:tracePt t="84748" x="1905000" y="6203950"/>
          <p14:tracePt t="84765" x="1885950" y="6203950"/>
          <p14:tracePt t="84782" x="1879600" y="6210300"/>
          <p14:tracePt t="84799" x="1873250" y="6210300"/>
          <p14:tracePt t="84834" x="1873250" y="6216650"/>
          <p14:tracePt t="84883" x="1873250" y="6223000"/>
          <p14:tracePt t="84899" x="1879600" y="6223000"/>
          <p14:tracePt t="84919" x="1885950" y="6223000"/>
          <p14:tracePt t="84926" x="1898650" y="6223000"/>
          <p14:tracePt t="84934" x="1911350" y="6223000"/>
          <p14:tracePt t="84948" x="1930400" y="6223000"/>
          <p14:tracePt t="84964" x="1962150" y="6223000"/>
          <p14:tracePt t="84981" x="2019300" y="6223000"/>
          <p14:tracePt t="84997" x="2082800" y="6216650"/>
          <p14:tracePt t="85014" x="2127250" y="6210300"/>
          <p14:tracePt t="85031" x="2159000" y="6203950"/>
          <p14:tracePt t="85047" x="2184400" y="6197600"/>
          <p14:tracePt t="85064" x="2190750" y="6197600"/>
          <p14:tracePt t="85081" x="2184400" y="6184900"/>
          <p14:tracePt t="85097" x="2165350" y="6178550"/>
          <p14:tracePt t="85114" x="2152650" y="6172200"/>
          <p14:tracePt t="85131" x="2120900" y="6140450"/>
          <p14:tracePt t="85147" x="2095500" y="6121400"/>
          <p14:tracePt t="85164" x="2076450" y="6102350"/>
          <p14:tracePt t="85180" x="2063750" y="6064250"/>
          <p14:tracePt t="85197" x="2063750" y="6045200"/>
          <p14:tracePt t="85214" x="2095500" y="6000750"/>
          <p14:tracePt t="85231" x="2108200" y="5981700"/>
          <p14:tracePt t="85247" x="2139950" y="5962650"/>
          <p14:tracePt t="85264" x="2203450" y="5930900"/>
          <p14:tracePt t="85280" x="2254250" y="5899150"/>
          <p14:tracePt t="85283" x="2292350" y="5886450"/>
          <p14:tracePt t="85313" x="2349500" y="5854700"/>
          <p14:tracePt t="85330" x="2387600" y="5829300"/>
          <p14:tracePt t="85348" x="2406650" y="5829300"/>
          <p14:tracePt t="85363" x="2413000" y="5822950"/>
          <p14:tracePt t="85459" x="2406650" y="5822950"/>
          <p14:tracePt t="85466" x="2400300" y="5822950"/>
          <p14:tracePt t="85482" x="2393950" y="5822950"/>
          <p14:tracePt t="85496" x="2362200" y="5829300"/>
          <p14:tracePt t="85513" x="2343150" y="5842000"/>
          <p14:tracePt t="85530" x="2260600" y="5861050"/>
          <p14:tracePt t="85546" x="2216150" y="5880100"/>
          <p14:tracePt t="85562" x="2070100" y="5918200"/>
          <p14:tracePt t="85579" x="1917700" y="5956300"/>
          <p14:tracePt t="85595" x="1822450" y="5981700"/>
          <p14:tracePt t="85612" x="1676400" y="6019800"/>
          <p14:tracePt t="85629" x="1581150" y="6045200"/>
          <p14:tracePt t="85645" x="1536700" y="6064250"/>
          <p14:tracePt t="85662" x="1498600" y="6070600"/>
          <p14:tracePt t="85678" x="1485900" y="6076950"/>
          <p14:tracePt t="85695" x="1479550" y="6076950"/>
          <p14:tracePt t="85712" x="1473200" y="6076950"/>
          <p14:tracePt t="85796" x="1466850" y="6089650"/>
          <p14:tracePt t="85818" x="1460500" y="6096000"/>
          <p14:tracePt t="85832" x="1454150" y="6102350"/>
          <p14:tracePt t="85838" x="1454150" y="6108700"/>
          <p14:tracePt t="85847" x="1447800" y="6108700"/>
          <p14:tracePt t="85861" x="1447800" y="6115050"/>
          <p14:tracePt t="85878" x="1447800" y="6121400"/>
          <p14:tracePt t="85896" x="1441450" y="6127750"/>
          <p14:tracePt t="85911" x="1441450" y="6134100"/>
          <p14:tracePt t="85928" x="1435100" y="6134100"/>
          <p14:tracePt t="85944" x="1435100" y="6140450"/>
          <p14:tracePt t="85978" x="1435100" y="6146800"/>
          <p14:tracePt t="85994" x="1435100" y="6153150"/>
          <p14:tracePt t="86021" x="1435100" y="6159500"/>
          <p14:tracePt t="86056" x="1435100" y="6165850"/>
          <p14:tracePt t="86078" x="1435100" y="6172200"/>
          <p14:tracePt t="86112" x="1447800" y="6172200"/>
          <p14:tracePt t="86120" x="1460500" y="6178550"/>
          <p14:tracePt t="86128" x="1473200" y="6178550"/>
          <p14:tracePt t="86143" x="1498600" y="6178550"/>
          <p14:tracePt t="86160" x="1530350" y="6178550"/>
          <p14:tracePt t="86177" x="1606550" y="6178550"/>
          <p14:tracePt t="86194" x="1701800" y="6172200"/>
          <p14:tracePt t="86211" x="1765300" y="6172200"/>
          <p14:tracePt t="86227" x="1784350" y="6172200"/>
          <p14:tracePt t="86243" x="1822450" y="6172200"/>
          <p14:tracePt t="86261" x="1841500" y="6165850"/>
          <p14:tracePt t="86293" x="1841500" y="6159500"/>
          <p14:tracePt t="86310" x="1822450" y="6153150"/>
          <p14:tracePt t="86327" x="1809750" y="6153150"/>
          <p14:tracePt t="86344" x="1758950" y="6153150"/>
          <p14:tracePt t="86359" x="1682750" y="6153150"/>
          <p14:tracePt t="86376" x="1644650" y="6153150"/>
          <p14:tracePt t="86393" x="1524000" y="6140450"/>
          <p14:tracePt t="86410" x="1422400" y="6140450"/>
          <p14:tracePt t="86426" x="1397000" y="6140450"/>
          <p14:tracePt t="86443" x="1333500" y="6146800"/>
          <p14:tracePt t="86459" x="1301750" y="6146800"/>
          <p14:tracePt t="86476" x="1295400" y="6146800"/>
          <p14:tracePt t="86493" x="1289050" y="6153150"/>
          <p14:tracePt t="86509" x="1282700" y="6153150"/>
          <p14:tracePt t="86526" x="1276350" y="6153150"/>
          <p14:tracePt t="86569" x="1270000" y="6153150"/>
          <p14:tracePt t="86667" x="1270000" y="6159500"/>
          <p14:tracePt t="86702" x="1270000" y="6165850"/>
          <p14:tracePt t="86710" x="1263650" y="6172200"/>
          <p14:tracePt t="86730" x="1263650" y="6178550"/>
          <p14:tracePt t="86737" x="1263650" y="6184900"/>
          <p14:tracePt t="86773" x="1257300" y="6184900"/>
          <p14:tracePt t="86808" x="1257300" y="6191250"/>
          <p14:tracePt t="86829" x="1257300" y="6197600"/>
          <p14:tracePt t="86864" x="1257300" y="6203950"/>
          <p14:tracePt t="86983" x="1263650" y="6203950"/>
          <p14:tracePt t="87018" x="1270000" y="6203950"/>
          <p14:tracePt t="87039" x="1276350" y="6203950"/>
          <p14:tracePt t="87074" x="1282700" y="6203950"/>
          <p14:tracePt t="87130" x="1295400" y="6203950"/>
          <p14:tracePt t="87151" x="1301750" y="6197600"/>
          <p14:tracePt t="87166" x="1308100" y="6197600"/>
          <p14:tracePt t="87180" x="1314450" y="6197600"/>
          <p14:tracePt t="87194" x="1320800" y="6191250"/>
          <p14:tracePt t="87201" x="1327150" y="6191250"/>
          <p14:tracePt t="87214" x="1333500" y="6191250"/>
          <p14:tracePt t="87223" x="1346200" y="6191250"/>
          <p14:tracePt t="87239" x="1358900" y="6191250"/>
          <p14:tracePt t="87257" x="1384300" y="6184900"/>
          <p14:tracePt t="87273" x="1409700" y="6184900"/>
          <p14:tracePt t="87290" x="1416050" y="6184900"/>
          <p14:tracePt t="87307" x="1428750" y="6184900"/>
          <p14:tracePt t="87323" x="1435100" y="6184900"/>
          <p14:tracePt t="87342" x="1441450" y="6184900"/>
          <p14:tracePt t="87362" x="1447800" y="6184900"/>
          <p14:tracePt t="87446" x="1454150" y="6178550"/>
          <p14:tracePt t="87559" x="1460500" y="6178550"/>
          <p14:tracePt t="88506" x="1492250" y="6172200"/>
          <p14:tracePt t="88513" x="1536700" y="6134100"/>
          <p14:tracePt t="88527" x="1593850" y="6102350"/>
          <p14:tracePt t="88536" x="1663700" y="6064250"/>
          <p14:tracePt t="88552" x="1714500" y="6038850"/>
          <p14:tracePt t="88569" x="1771650" y="6007100"/>
          <p14:tracePt t="88585" x="1943100" y="5892800"/>
          <p14:tracePt t="88602" x="1993900" y="5848350"/>
          <p14:tracePt t="88619" x="2076450" y="5765800"/>
          <p14:tracePt t="88635" x="2101850" y="5734050"/>
          <p14:tracePt t="88652" x="2190750" y="5638800"/>
          <p14:tracePt t="88669" x="2286000" y="5543550"/>
          <p14:tracePt t="88685" x="2330450" y="5499100"/>
          <p14:tracePt t="88701" x="2406650" y="5416550"/>
          <p14:tracePt t="88718" x="2463800" y="5359400"/>
          <p14:tracePt t="88735" x="2489200" y="5327650"/>
          <p14:tracePt t="88752" x="2527300" y="5270500"/>
          <p14:tracePt t="88768" x="2565400" y="5219700"/>
          <p14:tracePt t="88784" x="2578100" y="5207000"/>
          <p14:tracePt t="88802" x="2609850" y="5162550"/>
          <p14:tracePt t="88818" x="2641600" y="5105400"/>
          <p14:tracePt t="88834" x="2679700" y="5073650"/>
          <p14:tracePt t="88851" x="2743200" y="4997450"/>
          <p14:tracePt t="88868" x="2774950" y="4946650"/>
          <p14:tracePt t="88884" x="2863850" y="4845050"/>
          <p14:tracePt t="88901" x="2940050" y="4730750"/>
          <p14:tracePt t="88917" x="2978150" y="4686300"/>
          <p14:tracePt t="88935" x="3041650" y="4584700"/>
          <p14:tracePt t="88950" x="3054350" y="4572000"/>
          <p14:tracePt t="88967" x="3060700" y="4565650"/>
          <p14:tracePt t="89000" x="3041650" y="4584700"/>
          <p14:tracePt t="89017" x="3009900" y="4616450"/>
          <p14:tracePt t="89034" x="2908300" y="4737100"/>
          <p14:tracePt t="89050" x="2711450" y="4946650"/>
          <p14:tracePt t="89067" x="2597150" y="5086350"/>
          <p14:tracePt t="89083" x="2330450" y="5391150"/>
          <p14:tracePt t="89100" x="2101850" y="5632450"/>
          <p14:tracePt t="89118" x="1905000" y="5822950"/>
          <p14:tracePt t="89134" x="1835150" y="5911850"/>
          <p14:tracePt t="89150" x="1714500" y="6064250"/>
          <p14:tracePt t="89167" x="1625600" y="6165850"/>
          <p14:tracePt t="89183" x="1574800" y="6223000"/>
          <p14:tracePt t="89200" x="1530350" y="6261100"/>
          <p14:tracePt t="89216" x="1454150" y="6337300"/>
          <p14:tracePt t="89233" x="1441450" y="6362700"/>
          <p14:tracePt t="89250" x="1428750" y="6375400"/>
          <p14:tracePt t="89266" x="1409700" y="6388100"/>
          <p14:tracePt t="89283" x="1403350" y="6394450"/>
          <p14:tracePt t="89300" x="1397000" y="6394450"/>
          <p14:tracePt t="89377" x="1403350" y="6394450"/>
          <p14:tracePt t="89391" x="1409700" y="6394450"/>
          <p14:tracePt t="89399" x="1422400" y="6394450"/>
          <p14:tracePt t="89412" x="1435100" y="6394450"/>
          <p14:tracePt t="89419" x="1460500" y="6394450"/>
          <p14:tracePt t="89433" x="1485900" y="6381750"/>
          <p14:tracePt t="89449" x="1562100" y="6362700"/>
          <p14:tracePt t="89466" x="1600200" y="6343650"/>
          <p14:tracePt t="89483" x="1701800" y="6299200"/>
          <p14:tracePt t="89499" x="1803400" y="6242050"/>
          <p14:tracePt t="89515" x="1860550" y="6216650"/>
          <p14:tracePt t="89532" x="1962150" y="6159500"/>
          <p14:tracePt t="89548" x="2012950" y="6134100"/>
          <p14:tracePt t="89566" x="2082800" y="6089650"/>
          <p14:tracePt t="89582" x="2114550" y="6064250"/>
          <p14:tracePt t="89598" x="2127250" y="6051550"/>
          <p14:tracePt t="89616" x="2133600" y="6038850"/>
          <p14:tracePt t="89632" x="2139950" y="6032500"/>
          <p14:tracePt t="89700" x="2139950" y="6026150"/>
          <p14:tracePt t="89707" x="2133600" y="6026150"/>
          <p14:tracePt t="89721" x="2127250" y="6026150"/>
          <p14:tracePt t="89742" x="2120900" y="6026150"/>
          <p14:tracePt t="89751" x="2114550" y="6026150"/>
          <p14:tracePt t="89764" x="2108200" y="6026150"/>
          <p14:tracePt t="89781" x="2101850" y="6019800"/>
          <p14:tracePt t="89799" x="2101850" y="6013450"/>
          <p14:tracePt t="89814" x="2101850" y="6007100"/>
          <p14:tracePt t="89848" x="2120900" y="5962650"/>
          <p14:tracePt t="89864" x="2139950" y="5911850"/>
          <p14:tracePt t="89881" x="2178050" y="5842000"/>
          <p14:tracePt t="89897" x="2311400" y="5607050"/>
          <p14:tracePt t="89914" x="2514600" y="5213350"/>
          <p14:tracePt t="89931" x="2616200" y="4965700"/>
          <p14:tracePt t="89947" x="2825750" y="4413250"/>
          <p14:tracePt t="89964" x="2978150" y="3892550"/>
          <p14:tracePt t="89981" x="3067050" y="3365500"/>
          <p14:tracePt t="89997" x="3098800" y="3124200"/>
          <p14:tracePt t="90013" x="3124200" y="2667000"/>
          <p14:tracePt t="90031" x="3136900" y="2273300"/>
          <p14:tracePt t="90047" x="3136900" y="2133600"/>
          <p14:tracePt t="90063" x="3136900" y="1968500"/>
          <p14:tracePt t="90080" x="3130550" y="1917700"/>
          <p14:tracePt t="90097" x="3130550" y="1911350"/>
          <p14:tracePt t="90114" x="3130550" y="1905000"/>
          <p14:tracePt t="90453" x="3143250" y="1905000"/>
          <p14:tracePt t="90460" x="3168650" y="1898650"/>
          <p14:tracePt t="90474" x="3206750" y="1898650"/>
          <p14:tracePt t="90482" x="3232150" y="1898650"/>
          <p14:tracePt t="90498" x="3251200" y="1898650"/>
          <p14:tracePt t="90513" x="3302000" y="1898650"/>
          <p14:tracePt t="90529" x="3333750" y="1898650"/>
          <p14:tracePt t="90545" x="3371850" y="1898650"/>
          <p14:tracePt t="90562" x="3390900" y="1905000"/>
          <p14:tracePt t="90579" x="3429000" y="1911350"/>
          <p14:tracePt t="90595" x="3435350" y="1917700"/>
          <p14:tracePt t="90612" x="3441700" y="1924050"/>
          <p14:tracePt t="90629" x="3441700" y="1930400"/>
          <p14:tracePt t="90645" x="3422650" y="1943100"/>
          <p14:tracePt t="90661" x="3403600" y="1949450"/>
          <p14:tracePt t="90678" x="3333750" y="1981200"/>
          <p14:tracePt t="90694" x="3200400" y="2019300"/>
          <p14:tracePt t="90711" x="3092450" y="2051050"/>
          <p14:tracePt t="90728" x="2901950" y="2089150"/>
          <p14:tracePt t="90744" x="2781300" y="2120900"/>
          <p14:tracePt t="90762" x="2578100" y="2165350"/>
          <p14:tracePt t="90778" x="2381250" y="2222500"/>
          <p14:tracePt t="90794" x="2209800" y="2273300"/>
          <p14:tracePt t="90812" x="2101850" y="2298700"/>
          <p14:tracePt t="90827" x="2070100" y="2311400"/>
          <p14:tracePt t="90844" x="2038350" y="2317750"/>
          <p14:tracePt t="90861" x="1993900" y="2324100"/>
          <p14:tracePt t="90877" x="1993900" y="2330450"/>
          <p14:tracePt t="90894" x="1987550" y="2330450"/>
          <p14:tracePt t="90972" x="1981200" y="2330450"/>
          <p14:tracePt t="91064" x="1981200" y="2336800"/>
          <p14:tracePt t="91204" x="1981200" y="2343150"/>
          <p14:tracePt t="91211" x="1981200" y="2349500"/>
          <p14:tracePt t="91226" x="1987550" y="2368550"/>
          <p14:tracePt t="91232" x="1993900" y="2381250"/>
          <p14:tracePt t="91246" x="2012950" y="2419350"/>
          <p14:tracePt t="91259" x="2032000" y="2476500"/>
          <p14:tracePt t="91276" x="2082800" y="2660650"/>
          <p14:tracePt t="91293" x="2127250" y="2806700"/>
          <p14:tracePt t="91310" x="2203450" y="3187700"/>
          <p14:tracePt t="91326" x="2305050" y="3644900"/>
          <p14:tracePt t="91343" x="2362200" y="3848100"/>
          <p14:tracePt t="91359" x="2425700" y="4197350"/>
          <p14:tracePt t="91375" x="2457450" y="4425950"/>
          <p14:tracePt t="91392" x="2463800" y="4514850"/>
          <p14:tracePt t="91409" x="2451100" y="4648200"/>
          <p14:tracePt t="91426" x="2425700" y="4756150"/>
          <p14:tracePt t="91442" x="2406650" y="4813300"/>
          <p14:tracePt t="91458" x="2349500" y="4921250"/>
          <p14:tracePt t="91475" x="2317750" y="5035550"/>
          <p14:tracePt t="91493" x="2279650" y="5130800"/>
          <p14:tracePt t="91508" x="2260600" y="5175250"/>
          <p14:tracePt t="91525" x="2235200" y="5245100"/>
          <p14:tracePt t="91542" x="2228850" y="5321300"/>
          <p14:tracePt t="91906" x="2222500" y="5391150"/>
          <p14:tracePt t="91919" x="2203450" y="5492750"/>
          <p14:tracePt t="91927" x="2190750" y="5581650"/>
          <p14:tracePt t="91941" x="2171700" y="5664200"/>
          <p14:tracePt t="91957" x="2146300" y="5772150"/>
          <p14:tracePt t="91974" x="2127250" y="5810250"/>
          <p14:tracePt t="91990" x="2114550" y="5861050"/>
          <p14:tracePt t="92008" x="2095500" y="5911850"/>
          <p14:tracePt t="92024" x="2089150" y="5937250"/>
          <p14:tracePt t="92040" x="2082800" y="5969000"/>
          <p14:tracePt t="92056" x="2070100" y="5981700"/>
          <p14:tracePt t="92074" x="2057400" y="6013450"/>
          <p14:tracePt t="92090" x="2051050" y="6026150"/>
          <p14:tracePt t="92124" x="2051050" y="6045200"/>
          <p14:tracePt t="92139" x="2044700" y="6051550"/>
          <p14:tracePt t="92156" x="2044700" y="6057900"/>
          <p14:tracePt t="92173" x="2044700" y="6064250"/>
          <p14:tracePt t="92189" x="2044700" y="6070600"/>
          <p14:tracePt t="92460" x="2044700" y="6076950"/>
          <p14:tracePt t="92467" x="2038350" y="6076950"/>
          <p14:tracePt t="92481" x="2032000" y="6083300"/>
          <p14:tracePt t="92491" x="2025650" y="6089650"/>
          <p14:tracePt t="92505" x="2019300" y="6102350"/>
          <p14:tracePt t="92522" x="2000250" y="6115050"/>
          <p14:tracePt t="92538" x="2000250" y="6127750"/>
          <p14:tracePt t="92555" x="1993900" y="6134100"/>
          <p14:tracePt t="92572" x="1987550" y="6134100"/>
          <p14:tracePt t="92604" x="1981200" y="6134100"/>
          <p14:tracePt t="92649" x="1974850" y="6140450"/>
          <p14:tracePt t="92677" x="1974850" y="6146800"/>
          <p14:tracePt t="92706" x="1968500" y="6146800"/>
          <p14:tracePt t="92727" x="1955800" y="6146800"/>
          <p14:tracePt t="92762" x="1955800" y="6153150"/>
          <p14:tracePt t="92818" x="1949450" y="6153150"/>
          <p14:tracePt t="93190" x="1962150" y="6134100"/>
          <p14:tracePt t="93196" x="2000250" y="6089650"/>
          <p14:tracePt t="93211" x="2038350" y="6019800"/>
          <p14:tracePt t="93220" x="2089150" y="5949950"/>
          <p14:tracePt t="93236" x="2139950" y="5867400"/>
          <p14:tracePt t="93253" x="2235200" y="5645150"/>
          <p14:tracePt t="93269" x="2292350" y="5492750"/>
          <p14:tracePt t="93286" x="2393950" y="5060950"/>
          <p14:tracePt t="93303" x="2463800" y="4584700"/>
          <p14:tracePt t="93319" x="2476500" y="4349750"/>
          <p14:tracePt t="93336" x="2489200" y="3975100"/>
          <p14:tracePt t="93352" x="2489200" y="3733800"/>
          <p14:tracePt t="93369" x="2482850" y="3644900"/>
          <p14:tracePt t="93385" x="2463800" y="3479800"/>
          <p14:tracePt t="93402" x="2444750" y="3333750"/>
          <p14:tracePt t="93419" x="2425700" y="3257550"/>
          <p14:tracePt t="93436" x="2406650" y="3098800"/>
          <p14:tracePt t="93452" x="2400300" y="2959100"/>
          <p14:tracePt t="93468" x="2387600" y="2895600"/>
          <p14:tracePt t="93485" x="2381250" y="2762250"/>
          <p14:tracePt t="93502" x="2349500" y="2609850"/>
          <p14:tracePt t="93518" x="2330450" y="2540000"/>
          <p14:tracePt t="93535" x="2324100" y="2413000"/>
          <p14:tracePt t="93551" x="2311400" y="2317750"/>
          <p14:tracePt t="93568" x="2298700" y="2273300"/>
          <p14:tracePt t="93584" x="2279650" y="2235200"/>
          <p14:tracePt t="93601" x="2279650" y="2222500"/>
          <p14:tracePt t="93618" x="2279650" y="2216150"/>
          <p14:tracePt t="93634" x="2273300" y="2216150"/>
          <p14:tracePt t="93674" x="2273300" y="2228850"/>
          <p14:tracePt t="93681" x="2273300" y="2247900"/>
          <p14:tracePt t="93688" x="2273300" y="2273300"/>
          <p14:tracePt t="93704" x="2273300" y="2317750"/>
          <p14:tracePt t="93717" x="2266950" y="2393950"/>
          <p14:tracePt t="93734" x="2266950" y="2571750"/>
          <p14:tracePt t="93752" x="2266950" y="2832100"/>
          <p14:tracePt t="93767" x="2266950" y="2990850"/>
          <p14:tracePt t="93783" x="2266950" y="3378200"/>
          <p14:tracePt t="93801" x="2266950" y="3860800"/>
          <p14:tracePt t="93817" x="2266950" y="4070350"/>
          <p14:tracePt t="93834" x="2279650" y="4305300"/>
          <p14:tracePt t="93851" x="2266950" y="4781550"/>
          <p14:tracePt t="93867" x="2216150" y="5194300"/>
          <p14:tracePt t="93884" x="2178050" y="5372100"/>
          <p14:tracePt t="93900" x="2095500" y="5683250"/>
          <p14:tracePt t="93917" x="2076450" y="5753100"/>
          <p14:tracePt t="93934" x="2051050" y="5861050"/>
          <p14:tracePt t="93950" x="2019300" y="5905500"/>
          <p14:tracePt t="93967" x="1974850" y="6007100"/>
          <p14:tracePt t="93984" x="1955800" y="6064250"/>
          <p14:tracePt t="94000" x="1949450" y="6083300"/>
          <p14:tracePt t="94016" x="1943100" y="6108700"/>
          <p14:tracePt t="94034" x="1936750" y="6134100"/>
          <p14:tracePt t="94051" x="1936750" y="6159500"/>
          <p14:tracePt t="94066" x="1936750" y="6178550"/>
          <p14:tracePt t="94083" x="1917700" y="6216650"/>
          <p14:tracePt t="94099" x="1917700" y="6229350"/>
          <p14:tracePt t="94116" x="1917700" y="6242050"/>
          <p14:tracePt t="94133" x="1917700" y="6254750"/>
          <p14:tracePt t="94149" x="1917700" y="6261100"/>
          <p14:tracePt t="94166" x="1917700" y="6273800"/>
          <p14:tracePt t="94182" x="1917700" y="6280150"/>
          <p14:tracePt t="94215" x="1917700" y="6286500"/>
          <p14:tracePt t="94236" x="1917700" y="6292850"/>
          <p14:tracePt t="94271" x="1924050" y="6292850"/>
          <p14:tracePt t="94390" x="1930400" y="6292850"/>
          <p14:tracePt t="94411" x="1936750" y="6286500"/>
          <p14:tracePt t="94433" x="1949450" y="6280150"/>
          <p14:tracePt t="94453" x="1955800" y="6280150"/>
          <p14:tracePt t="94474" x="1962150" y="6280150"/>
          <p14:tracePt t="94482" x="1968500" y="6280150"/>
          <p14:tracePt t="94496" x="1981200" y="6273800"/>
          <p14:tracePt t="94502" x="1993900" y="6267450"/>
          <p14:tracePt t="94518" x="2006600" y="6267450"/>
          <p14:tracePt t="94531" x="2025650" y="6254750"/>
          <p14:tracePt t="94548" x="2038350" y="6248400"/>
          <p14:tracePt t="94565" x="2044700" y="6248400"/>
          <p14:tracePt t="94581" x="2057400" y="6242050"/>
          <p14:tracePt t="94598" x="2063750" y="6235700"/>
          <p14:tracePt t="94615" x="2070100" y="6229350"/>
          <p14:tracePt t="94631" x="2076450" y="6229350"/>
          <p14:tracePt t="94667" x="2076450" y="6223000"/>
          <p14:tracePt t="94733" x="2082800" y="6223000"/>
          <p14:tracePt t="94797" x="2089150" y="6216650"/>
          <p14:tracePt t="94846" x="2089150" y="6210300"/>
          <p14:tracePt t="94853" x="2089150" y="6203950"/>
          <p14:tracePt t="94867" x="2089150" y="6197600"/>
          <p14:tracePt t="94880" x="2089150" y="6191250"/>
          <p14:tracePt t="94897" x="2089150" y="6165850"/>
          <p14:tracePt t="94913" x="2101850" y="6146800"/>
          <p14:tracePt t="94930" x="2101850" y="6089650"/>
          <p14:tracePt t="94947" x="2101850" y="5975350"/>
          <p14:tracePt t="94963" x="2095500" y="5886450"/>
          <p14:tracePt t="94980" x="2095500" y="5645150"/>
          <p14:tracePt t="94996" x="2095500" y="5334000"/>
          <p14:tracePt t="95013" x="2082800" y="5168900"/>
          <p14:tracePt t="95030" x="2082800" y="4749800"/>
          <p14:tracePt t="95047" x="2038350" y="4292600"/>
          <p14:tracePt t="95063" x="2012950" y="4095750"/>
          <p14:tracePt t="95079" x="1968500" y="3759200"/>
          <p14:tracePt t="95096" x="1905000" y="3435350"/>
          <p14:tracePt t="95113" x="1873250" y="3168650"/>
          <p14:tracePt t="95129" x="1866900" y="3054350"/>
          <p14:tracePt t="95146" x="1854200" y="2959100"/>
          <p14:tracePt t="95163" x="1835150" y="2743200"/>
          <p14:tracePt t="95179" x="1835150" y="2692400"/>
          <p14:tracePt t="95196" x="1841500" y="2635250"/>
          <p14:tracePt t="95212" x="1847850" y="2571750"/>
          <p14:tracePt t="95229" x="1847850" y="2520950"/>
          <p14:tracePt t="95246" x="1847850" y="2501900"/>
          <p14:tracePt t="95262" x="1847850" y="2470150"/>
          <p14:tracePt t="95279" x="1847850" y="2457450"/>
          <p14:tracePt t="95296" x="1847850" y="2451100"/>
          <p14:tracePt t="95312" x="1847850" y="2444750"/>
          <p14:tracePt t="95576" x="1847850" y="2451100"/>
          <p14:tracePt t="95583" x="1847850" y="2463800"/>
          <p14:tracePt t="95597" x="1847850" y="2476500"/>
          <p14:tracePt t="95611" x="1847850" y="2495550"/>
          <p14:tracePt t="95627" x="1847850" y="2597150"/>
          <p14:tracePt t="95644" x="1847850" y="2673350"/>
          <p14:tracePt t="95661" x="1847850" y="2940050"/>
          <p14:tracePt t="95677" x="1841500" y="3340100"/>
          <p14:tracePt t="95694" x="1841500" y="3600450"/>
          <p14:tracePt t="95710" x="1822450" y="4121150"/>
          <p14:tracePt t="95727" x="1797050" y="4629150"/>
          <p14:tracePt t="95744" x="1797050" y="4832350"/>
          <p14:tracePt t="95761" x="1771650" y="5187950"/>
          <p14:tracePt t="95777" x="1771650" y="5314950"/>
          <p14:tracePt t="95795" x="1739900" y="5619750"/>
          <p14:tracePt t="95810" x="1733550" y="5689600"/>
          <p14:tracePt t="95827" x="1733550" y="5753100"/>
          <p14:tracePt t="95844" x="1714500" y="5835650"/>
          <p14:tracePt t="95860" x="1708150" y="5861050"/>
          <p14:tracePt t="95877" x="1708150" y="5867400"/>
          <p14:tracePt t="95920" x="1708150" y="5873750"/>
          <p14:tracePt t="95969" x="1708150" y="5880100"/>
          <p14:tracePt t="95977" x="1708150" y="5886450"/>
          <p14:tracePt t="95990" x="1708150" y="5899150"/>
          <p14:tracePt t="95997" x="1701800" y="5905500"/>
          <p14:tracePt t="96010" x="1701800" y="5911850"/>
          <p14:tracePt t="96026" x="1701800" y="5949950"/>
          <p14:tracePt t="96043" x="1701800" y="5962650"/>
          <p14:tracePt t="96060" x="1701800" y="5981700"/>
          <p14:tracePt t="96077" x="1708150" y="6070600"/>
          <p14:tracePt t="96092" x="1708150" y="6096000"/>
          <p14:tracePt t="96110" x="1714500" y="6159500"/>
          <p14:tracePt t="96125" x="1727200" y="6184900"/>
          <p14:tracePt t="96142" x="1733550" y="6210300"/>
          <p14:tracePt t="96159" x="1733550" y="6223000"/>
          <p14:tracePt t="96175" x="1733550" y="6229350"/>
          <p14:tracePt t="96261" x="1739900" y="6229350"/>
          <p14:tracePt t="96310" x="1746250" y="6229350"/>
          <p14:tracePt t="96359" x="1752600" y="6229350"/>
          <p14:tracePt t="96376" x="1758950" y="6223000"/>
          <p14:tracePt t="96409" x="1765300" y="6216650"/>
          <p14:tracePt t="96428" x="1771650" y="6210300"/>
          <p14:tracePt t="96477" x="1778000" y="6210300"/>
          <p14:tracePt t="96492" x="1784350" y="6203950"/>
          <p14:tracePt t="96510" x="1790700" y="6203950"/>
          <p14:tracePt t="96526" x="1797050" y="6197600"/>
          <p14:tracePt t="96542" x="1803400" y="6191250"/>
          <p14:tracePt t="96576" x="1803400" y="6184900"/>
          <p14:tracePt t="96592" x="1809750" y="6178550"/>
          <p14:tracePt t="96626" x="1809750" y="6172200"/>
          <p14:tracePt t="96643" x="1816100" y="6172200"/>
          <p14:tracePt t="96675" x="1816100" y="6165850"/>
          <p14:tracePt t="96693" x="1822450" y="6159500"/>
          <p14:tracePt t="96711" x="1822450" y="6153150"/>
          <p14:tracePt t="96725" x="1822450" y="6146800"/>
          <p14:tracePt t="96745" x="1822450" y="6140450"/>
          <p14:tracePt t="96757" x="1816100" y="6140450"/>
          <p14:tracePt t="96774" x="1809750" y="6134100"/>
          <p14:tracePt t="96791" x="1797050" y="6127750"/>
          <p14:tracePt t="96807" x="1778000" y="6115050"/>
          <p14:tracePt t="96824" x="1746250" y="6108700"/>
          <p14:tracePt t="96840" x="1701800" y="6089650"/>
          <p14:tracePt t="96857" x="1682750" y="6083300"/>
          <p14:tracePt t="96873" x="1631950" y="6076950"/>
          <p14:tracePt t="96890" x="1574800" y="6076950"/>
          <p14:tracePt t="96906" x="1549400" y="6076950"/>
          <p14:tracePt t="96924" x="1479550" y="6076950"/>
          <p14:tracePt t="96939" x="1409700" y="6089650"/>
          <p14:tracePt t="96956" x="1371600" y="6089650"/>
          <p14:tracePt t="96973" x="1282700" y="6096000"/>
          <p14:tracePt t="96989" x="1206500" y="6108700"/>
          <p14:tracePt t="97006" x="1174750" y="6127750"/>
          <p14:tracePt t="97023" x="1136650" y="6146800"/>
          <p14:tracePt t="97039" x="1098550" y="6159500"/>
          <p14:tracePt t="97056" x="1085850" y="6165850"/>
          <p14:tracePt t="97073" x="1079500" y="6165850"/>
          <p14:tracePt t="97089" x="1073150" y="6172200"/>
          <p14:tracePt t="97106" x="1066800" y="6172200"/>
          <p14:tracePt t="97584" x="1073150" y="6172200"/>
          <p14:tracePt t="97591" x="1079500" y="6172200"/>
          <p14:tracePt t="97619" x="1085850" y="6165850"/>
          <p14:tracePt t="97633" x="1092200" y="6165850"/>
          <p14:tracePt t="97640" x="1098550" y="6159500"/>
          <p14:tracePt t="97656" x="1117600" y="6146800"/>
          <p14:tracePt t="97670" x="1130300" y="6140450"/>
          <p14:tracePt t="97687" x="1193800" y="6102350"/>
          <p14:tracePt t="97704" x="1320800" y="6032500"/>
          <p14:tracePt t="97720" x="1390650" y="5981700"/>
          <p14:tracePt t="97737" x="1555750" y="5822950"/>
          <p14:tracePt t="97754" x="1771650" y="5594350"/>
          <p14:tracePt t="97770" x="1892300" y="5435600"/>
          <p14:tracePt t="97787" x="2120900" y="5099050"/>
          <p14:tracePt t="97803" x="2286000" y="4711700"/>
          <p14:tracePt t="97820" x="2343150" y="4527550"/>
          <p14:tracePt t="97837" x="2406650" y="4203700"/>
          <p14:tracePt t="97853" x="2425700" y="3943350"/>
          <p14:tracePt t="97870" x="2425700" y="3803650"/>
          <p14:tracePt t="97887" x="2387600" y="3530600"/>
          <p14:tracePt t="97903" x="2343150" y="3238500"/>
          <p14:tracePt t="97920" x="2324100" y="3111500"/>
          <p14:tracePt t="97936" x="2260600" y="2889250"/>
          <p14:tracePt t="97953" x="2228850" y="2813050"/>
          <p14:tracePt t="97971" x="2197100" y="2705100"/>
          <p14:tracePt t="97986" x="2190750" y="2692400"/>
          <p14:tracePt t="98006" x="2190750" y="2686050"/>
          <p14:tracePt t="98082" x="2190750" y="2692400"/>
          <p14:tracePt t="98152" x="2190750" y="2686050"/>
          <p14:tracePt t="98174" x="2184400" y="2679700"/>
          <p14:tracePt t="98181" x="2178050" y="2673350"/>
          <p14:tracePt t="98195" x="2159000" y="2660650"/>
          <p14:tracePt t="98204" x="2146300" y="2654300"/>
          <p14:tracePt t="98218" x="2127250" y="2647950"/>
          <p14:tracePt t="98235" x="2095500" y="2641600"/>
          <p14:tracePt t="98252" x="1936750" y="2603500"/>
          <p14:tracePt t="98268" x="1866900" y="2597150"/>
          <p14:tracePt t="98286" x="1803400" y="2584450"/>
          <p14:tracePt t="98301" x="1606550" y="2559050"/>
          <p14:tracePt t="98318" x="1555750" y="2559050"/>
          <p14:tracePt t="98335" x="1498600" y="2546350"/>
          <p14:tracePt t="98351" x="1409700" y="2533650"/>
          <p14:tracePt t="98368" x="1390650" y="2533650"/>
          <p14:tracePt t="98385" x="1365250" y="2527300"/>
          <p14:tracePt t="98401" x="1352550" y="2527300"/>
          <p14:tracePt t="98418" x="1333500" y="2527300"/>
          <p14:tracePt t="98434" x="1327150" y="2520950"/>
          <p14:tracePt t="98461" x="1320800" y="2520950"/>
          <p14:tracePt t="98482" x="1314450" y="2520950"/>
          <p14:tracePt t="98497" x="1308100" y="2520950"/>
          <p14:tracePt t="98504" x="1301750" y="2520950"/>
          <p14:tracePt t="98520" x="1295400" y="2527300"/>
          <p14:tracePt t="98534" x="1289050" y="2527300"/>
          <p14:tracePt t="98595" x="1282700" y="2533650"/>
          <p14:tracePt t="98658" x="1289050" y="2533650"/>
          <p14:tracePt t="98665" x="1295400" y="2533650"/>
          <p14:tracePt t="98672" x="1301750" y="2533650"/>
          <p14:tracePt t="98687" x="1314450" y="2533650"/>
          <p14:tracePt t="98701" x="1333500" y="2533650"/>
          <p14:tracePt t="98717" x="1403350" y="2520950"/>
          <p14:tracePt t="98733" x="1441450" y="2514600"/>
          <p14:tracePt t="98750" x="1536700" y="2508250"/>
          <p14:tracePt t="98766" x="1619250" y="2489200"/>
          <p14:tracePt t="98784" x="1670050" y="2482850"/>
          <p14:tracePt t="98800" x="1689100" y="2476500"/>
          <p14:tracePt t="98816" x="1714500" y="2470150"/>
          <p14:tracePt t="98854" x="1701800" y="2470150"/>
          <p14:tracePt t="98869" x="1689100" y="2470150"/>
          <p14:tracePt t="98884" x="1651000" y="2482850"/>
          <p14:tracePt t="98900" x="1619250" y="2482850"/>
          <p14:tracePt t="98917" x="1543050" y="2495550"/>
          <p14:tracePt t="98933" x="1473200" y="2495550"/>
          <p14:tracePt t="98949" x="1454150" y="2508250"/>
          <p14:tracePt t="98968" x="1422400" y="2508250"/>
          <p14:tracePt t="98983" x="1403350" y="2508250"/>
          <p14:tracePt t="98999" x="1397000" y="2508250"/>
          <p14:tracePt t="99044" x="1409700" y="2508250"/>
          <p14:tracePt t="99058" x="1422400" y="2508250"/>
          <p14:tracePt t="99066" x="1435100" y="2508250"/>
          <p14:tracePt t="99079" x="1454150" y="2508250"/>
          <p14:tracePt t="99086" x="1466850" y="2508250"/>
          <p14:tracePt t="99099" x="1485900" y="2508250"/>
          <p14:tracePt t="99115" x="1536700" y="2501900"/>
          <p14:tracePt t="99132" x="1562100" y="2501900"/>
          <p14:tracePt t="99150" x="1587500" y="2495550"/>
          <p14:tracePt t="99166" x="1638300" y="2489200"/>
          <p14:tracePt t="99182" x="1651000" y="2489200"/>
          <p14:tracePt t="99199" x="1657350" y="2489200"/>
          <p14:tracePt t="99215" x="1663700" y="2495550"/>
          <p14:tracePt t="99232" x="1670050" y="2533650"/>
          <p14:tracePt t="99248" x="1676400" y="2622550"/>
          <p14:tracePt t="99265" x="1670050" y="2711450"/>
          <p14:tracePt t="99282" x="1651000" y="2946400"/>
          <p14:tracePt t="99298" x="1625600" y="3238500"/>
          <p14:tracePt t="99315" x="1612900" y="3454400"/>
          <p14:tracePt t="99332" x="1587500" y="3911600"/>
          <p14:tracePt t="99348" x="1574800" y="4330700"/>
          <p14:tracePt t="99365" x="1581150" y="4521200"/>
          <p14:tracePt t="99382" x="1606550" y="4851400"/>
          <p14:tracePt t="99398" x="1644650" y="5067300"/>
          <p14:tracePt t="99414" x="1663700" y="5149850"/>
          <p14:tracePt t="99431" x="1701800" y="5245100"/>
          <p14:tracePt t="99448" x="1733550" y="5308600"/>
          <p14:tracePt t="99465" x="1746250" y="5327650"/>
          <p14:tracePt t="99481" x="1758950" y="5378450"/>
          <p14:tracePt t="99497" x="1765300" y="5391150"/>
          <p14:tracePt t="99515" x="1790700" y="5448300"/>
          <p14:tracePt t="99531" x="1797050" y="5461000"/>
          <p14:tracePt t="99547" x="1803400" y="5473700"/>
          <p14:tracePt t="99564" x="1816100" y="5499100"/>
          <p14:tracePt t="99580" x="1828800" y="5530850"/>
          <p14:tracePt t="99597" x="1835150" y="5543550"/>
          <p14:tracePt t="99614" x="1854200" y="5581650"/>
          <p14:tracePt t="99630" x="1866900" y="5613400"/>
          <p14:tracePt t="99649" x="1879600" y="5638800"/>
          <p14:tracePt t="99664" x="1885950" y="5651500"/>
          <p14:tracePt t="99681" x="1898650" y="5676900"/>
          <p14:tracePt t="99698" x="1898650" y="5702300"/>
          <p14:tracePt t="99714" x="1905000" y="5715000"/>
          <p14:tracePt t="99730" x="1911350" y="5740400"/>
          <p14:tracePt t="99748" x="1911350" y="5759450"/>
          <p14:tracePt t="99765" x="1917700" y="5772150"/>
          <p14:tracePt t="99781" x="1917700" y="5778500"/>
          <p14:tracePt t="99798" x="1930400" y="5810250"/>
          <p14:tracePt t="99814" x="1930400" y="5816600"/>
          <p14:tracePt t="99832" x="1930400" y="5829300"/>
          <p14:tracePt t="99848" x="1930400" y="5835650"/>
          <p14:tracePt t="99863" x="1930400" y="5842000"/>
          <p14:tracePt t="99915" x="1936750" y="5848350"/>
          <p14:tracePt t="99949" x="1936750" y="5854700"/>
          <p14:tracePt t="100015" x="1936750" y="5867400"/>
          <p14:tracePt t="100029" x="1936750" y="5873750"/>
          <p14:tracePt t="100047" x="1936750" y="5880100"/>
          <p14:tracePt t="100064" x="1936750" y="5892800"/>
          <p14:tracePt t="100080" x="1930400" y="5892800"/>
          <p14:tracePt t="100133" x="1924050" y="5899150"/>
          <p14:tracePt t="100147" x="1924050" y="5905500"/>
          <p14:tracePt t="100163" x="1917700" y="5911850"/>
          <p14:tracePt t="100180" x="1911350" y="5918200"/>
          <p14:tracePt t="100198" x="1898650" y="5924550"/>
          <p14:tracePt t="100213" x="1892300" y="5924550"/>
          <p14:tracePt t="100231" x="1885950" y="5930900"/>
          <p14:tracePt t="100245" x="1879600" y="5930900"/>
          <p14:tracePt t="100262" x="1866900" y="5930900"/>
          <p14:tracePt t="100278" x="1847850" y="5937250"/>
          <p14:tracePt t="100295" x="1822450" y="5949950"/>
          <p14:tracePt t="100311" x="1790700" y="5969000"/>
          <p14:tracePt t="100329" x="1778000" y="5975350"/>
          <p14:tracePt t="100345" x="1752600" y="5988050"/>
          <p14:tracePt t="100361" x="1733550" y="5994400"/>
          <p14:tracePt t="100378" x="1720850" y="5994400"/>
          <p14:tracePt t="100411" x="1714500" y="5994400"/>
          <p14:tracePt t="100428" x="1708150" y="5994400"/>
          <p14:tracePt t="100504" x="1708150" y="600075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5968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This is like what 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55563" lvl="0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55563" lvl="0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  <a:p>
            <a:pPr marL="55563" lvl="0">
              <a:lnSpc>
                <a:spcPct val="92000"/>
              </a:lnSpc>
            </a:pP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020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108"/>
    </mc:Choice>
    <mc:Fallback>
      <p:transition spd="slow" advTm="301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0" x="3892550" y="3352800"/>
          <p14:tracePt t="667" x="3905250" y="3333750"/>
          <p14:tracePt t="682" x="3911600" y="3302000"/>
          <p14:tracePt t="692" x="3930650" y="3257550"/>
          <p14:tracePt t="705" x="3949700" y="3206750"/>
          <p14:tracePt t="722" x="3975100" y="3149600"/>
          <p14:tracePt t="739" x="4070350" y="2819400"/>
          <p14:tracePt t="755" x="4121150" y="2635250"/>
          <p14:tracePt t="772" x="4178300" y="2432050"/>
          <p14:tracePt t="788" x="4273550" y="2044700"/>
          <p14:tracePt t="805" x="4318000" y="1739900"/>
          <p14:tracePt t="822" x="4362450" y="1562100"/>
          <p14:tracePt t="838" x="4368800" y="1504950"/>
          <p14:tracePt t="855" x="4406900" y="1409700"/>
          <p14:tracePt t="872" x="4419600" y="1365250"/>
          <p14:tracePt t="888" x="4451350" y="1270000"/>
          <p14:tracePt t="905" x="4464050" y="1212850"/>
          <p14:tracePt t="921" x="4470400" y="1149350"/>
          <p14:tracePt t="937" x="4476750" y="1123950"/>
          <p14:tracePt t="941" x="4483100" y="1092200"/>
          <p14:tracePt t="955" x="4502150" y="1073150"/>
          <p14:tracePt t="971" x="4533900" y="984250"/>
          <p14:tracePt t="987" x="4540250" y="946150"/>
          <p14:tracePt t="1005" x="4572000" y="838200"/>
          <p14:tracePt t="1021" x="4584700" y="755650"/>
          <p14:tracePt t="1037" x="4603750" y="723900"/>
          <p14:tracePt t="1054" x="4610100" y="698500"/>
          <p14:tracePt t="1071" x="4610100" y="692150"/>
          <p14:tracePt t="1104" x="4616450" y="685800"/>
          <p14:tracePt t="1120" x="4622800" y="685800"/>
          <p14:tracePt t="1137" x="4635500" y="685800"/>
          <p14:tracePt t="1153" x="4654550" y="692150"/>
          <p14:tracePt t="1170" x="4660900" y="692150"/>
          <p14:tracePt t="1187" x="4699000" y="704850"/>
          <p14:tracePt t="1203" x="4737100" y="711200"/>
          <p14:tracePt t="1220" x="4768850" y="717550"/>
          <p14:tracePt t="1237" x="4826000" y="730250"/>
          <p14:tracePt t="1254" x="4883150" y="736600"/>
          <p14:tracePt t="1270" x="4902200" y="742950"/>
          <p14:tracePt t="1287" x="4946650" y="749300"/>
          <p14:tracePt t="1303" x="4965700" y="749300"/>
          <p14:tracePt t="1321" x="4972050" y="755650"/>
          <p14:tracePt t="1353" x="4978400" y="755650"/>
          <p14:tracePt t="1372" x="4984750" y="755650"/>
          <p14:tracePt t="1390" x="4997450" y="762000"/>
          <p14:tracePt t="1412" x="5010150" y="768350"/>
          <p14:tracePt t="1425" x="5016500" y="774700"/>
          <p14:tracePt t="1436" x="5029200" y="774700"/>
          <p14:tracePt t="1455" x="5041900" y="774700"/>
          <p14:tracePt t="1469" x="5054600" y="774700"/>
          <p14:tracePt t="1486" x="5099050" y="787400"/>
          <p14:tracePt t="1503" x="5137150" y="793750"/>
          <p14:tracePt t="1519" x="5162550" y="800100"/>
          <p14:tracePt t="1535" x="5207000" y="800100"/>
          <p14:tracePt t="1553" x="5238750" y="800100"/>
          <p14:tracePt t="1569" x="5251450" y="806450"/>
          <p14:tracePt t="1586" x="5257800" y="806450"/>
          <p14:tracePt t="1602" x="5270500" y="806450"/>
          <p14:tracePt t="1643" x="5270500" y="793750"/>
          <p14:tracePt t="1652" x="5270500" y="787400"/>
          <p14:tracePt t="10622" x="5270500" y="800100"/>
          <p14:tracePt t="10629" x="5270500" y="819150"/>
          <p14:tracePt t="10637" x="5264150" y="844550"/>
          <p14:tracePt t="10654" x="5264150" y="882650"/>
          <p14:tracePt t="10672" x="5264150" y="971550"/>
          <p14:tracePt t="10687" x="5264150" y="1009650"/>
          <p14:tracePt t="10704" x="5276850" y="1060450"/>
          <p14:tracePt t="10721" x="5314950" y="1117600"/>
          <p14:tracePt t="10737" x="5334000" y="1143000"/>
          <p14:tracePt t="10754" x="5353050" y="1168400"/>
          <p14:tracePt t="10771" x="5384800" y="1200150"/>
          <p14:tracePt t="10787" x="5410200" y="1212850"/>
          <p14:tracePt t="10804" x="5441950" y="1225550"/>
          <p14:tracePt t="10820" x="5461000" y="1231900"/>
          <p14:tracePt t="10837" x="5486400" y="1238250"/>
          <p14:tracePt t="10854" x="5511800" y="1244600"/>
          <p14:tracePt t="10870" x="5568950" y="1244600"/>
          <p14:tracePt t="10887" x="5619750" y="1244600"/>
          <p14:tracePt t="10903" x="5683250" y="1244600"/>
          <p14:tracePt t="10920" x="5727700" y="1250950"/>
          <p14:tracePt t="10936" x="5759450" y="1250950"/>
          <p14:tracePt t="10953" x="5816600" y="1257300"/>
          <p14:tracePt t="10970" x="5854700" y="1257300"/>
          <p14:tracePt t="10987" x="5911850" y="1263650"/>
          <p14:tracePt t="11003" x="5949950" y="1263650"/>
          <p14:tracePt t="11020" x="5994400" y="1263650"/>
          <p14:tracePt t="11037" x="6051550" y="1263650"/>
          <p14:tracePt t="11053" x="6076950" y="1263650"/>
          <p14:tracePt t="11069" x="6127750" y="1257300"/>
          <p14:tracePt t="11086" x="6165850" y="1250950"/>
          <p14:tracePt t="11102" x="6191250" y="1250950"/>
          <p14:tracePt t="11105" x="6203950" y="1250950"/>
          <p14:tracePt t="11119" x="6223000" y="1244600"/>
          <p14:tracePt t="11135" x="6254750" y="1244600"/>
          <p14:tracePt t="11152" x="6267450" y="1244600"/>
          <p14:tracePt t="11169" x="6305550" y="1244600"/>
          <p14:tracePt t="11186" x="6330950" y="1244600"/>
          <p14:tracePt t="11202" x="6343650" y="1244600"/>
          <p14:tracePt t="11219" x="6362700" y="1244600"/>
          <p14:tracePt t="11235" x="6369050" y="1244600"/>
          <p14:tracePt t="11252" x="6375400" y="1244600"/>
          <p14:tracePt t="11269" x="6381750" y="1244600"/>
          <p14:tracePt t="11305" x="6388100" y="1244600"/>
          <p14:tracePt t="11808" x="6381750" y="1244600"/>
          <p14:tracePt t="11829" x="6375400" y="1244600"/>
          <p14:tracePt t="11836" x="6369050" y="1244600"/>
          <p14:tracePt t="11851" x="6356350" y="1244600"/>
          <p14:tracePt t="11857" x="6350000" y="1244600"/>
          <p14:tracePt t="11867" x="6330950" y="1244600"/>
          <p14:tracePt t="11883" x="6311900" y="1244600"/>
          <p14:tracePt t="11900" x="6242050" y="1244600"/>
          <p14:tracePt t="11916" x="6178550" y="1244600"/>
          <p14:tracePt t="11933" x="6026150" y="1244600"/>
          <p14:tracePt t="11950" x="5784850" y="1257300"/>
          <p14:tracePt t="11966" x="5657850" y="1257300"/>
          <p14:tracePt t="11983" x="5334000" y="1289050"/>
          <p14:tracePt t="12000" x="4997450" y="1327150"/>
          <p14:tracePt t="12016" x="4826000" y="1352550"/>
          <p14:tracePt t="12033" x="4546600" y="1384300"/>
          <p14:tracePt t="12049" x="4337050" y="1416050"/>
          <p14:tracePt t="12066" x="4273550" y="1428750"/>
          <p14:tracePt t="12083" x="4229100" y="1435100"/>
          <p14:tracePt t="13193" x="4197350" y="1454150"/>
          <p14:tracePt t="13200" x="4165600" y="1466850"/>
          <p14:tracePt t="13212" x="4127500" y="1485900"/>
          <p14:tracePt t="13229" x="4051300" y="1517650"/>
          <p14:tracePt t="13245" x="4006850" y="1543050"/>
          <p14:tracePt t="13262" x="3937000" y="1562100"/>
          <p14:tracePt t="13278" x="3860800" y="1593850"/>
          <p14:tracePt t="13295" x="3816350" y="1606550"/>
          <p14:tracePt t="13313" x="3759200" y="1638300"/>
          <p14:tracePt t="13328" x="3727450" y="1657350"/>
          <p14:tracePt t="13345" x="3651250" y="1676400"/>
          <p14:tracePt t="13362" x="3594100" y="1701800"/>
          <p14:tracePt t="13378" x="3568700" y="1701800"/>
          <p14:tracePt t="13395" x="3511550" y="1714500"/>
          <p14:tracePt t="13412" x="3473450" y="1727200"/>
          <p14:tracePt t="13428" x="3441700" y="1727200"/>
          <p14:tracePt t="13445" x="3403600" y="1733550"/>
          <p14:tracePt t="13461" x="3378200" y="1733550"/>
          <p14:tracePt t="13478" x="3365500" y="1733550"/>
          <p14:tracePt t="13495" x="3346450" y="1733550"/>
          <p14:tracePt t="13510" x="3340100" y="1733550"/>
          <p14:tracePt t="13544" x="3333750" y="1733550"/>
          <p14:tracePt t="13621" x="3340100" y="1733550"/>
          <p14:tracePt t="13628" x="3346450" y="1733550"/>
          <p14:tracePt t="13642" x="3352800" y="1733550"/>
          <p14:tracePt t="13649" x="3359150" y="1733550"/>
          <p14:tracePt t="13664" x="3371850" y="1733550"/>
          <p14:tracePt t="13677" x="3384550" y="1733550"/>
          <p14:tracePt t="13694" x="3429000" y="1739900"/>
          <p14:tracePt t="13710" x="3467100" y="1739900"/>
          <p14:tracePt t="13727" x="3562350" y="1752600"/>
          <p14:tracePt t="13743" x="3683000" y="1784350"/>
          <p14:tracePt t="13761" x="3740150" y="1803400"/>
          <p14:tracePt t="13776" x="3848100" y="1828800"/>
          <p14:tracePt t="13793" x="3956050" y="1854200"/>
          <p14:tracePt t="13810" x="4051300" y="1873250"/>
          <p14:tracePt t="13827" x="4089400" y="1873250"/>
          <p14:tracePt t="13843" x="4171950" y="1879600"/>
          <p14:tracePt t="13860" x="4229100" y="1879600"/>
          <p14:tracePt t="13876" x="4254500" y="1879600"/>
          <p14:tracePt t="13893" x="4273550" y="1879600"/>
          <p14:tracePt t="13910" x="4343400" y="1879600"/>
          <p14:tracePt t="13926" x="4368800" y="1879600"/>
          <p14:tracePt t="13944" x="4425950" y="1873250"/>
          <p14:tracePt t="13960" x="4451350" y="1873250"/>
          <p14:tracePt t="13976" x="4502150" y="1873250"/>
          <p14:tracePt t="13994" x="4552950" y="1873250"/>
          <p14:tracePt t="14009" x="4572000" y="1873250"/>
          <p14:tracePt t="14026" x="4597400" y="1873250"/>
          <p14:tracePt t="14042" x="4622800" y="1873250"/>
          <p14:tracePt t="14075" x="4635500" y="1873250"/>
          <p14:tracePt t="14092" x="4654550" y="1873250"/>
          <p14:tracePt t="14109" x="4660900" y="1873250"/>
          <p14:tracePt t="14126" x="4667250" y="1873250"/>
          <p14:tracePt t="14142" x="4686300" y="1866900"/>
          <p14:tracePt t="14159" x="4692650" y="1866900"/>
          <p14:tracePt t="14162" x="4705350" y="1866900"/>
          <p14:tracePt t="14178" x="4718050" y="1866900"/>
          <p14:tracePt t="14192" x="4749800" y="1860550"/>
          <p14:tracePt t="14208" x="4768850" y="1860550"/>
          <p14:tracePt t="14225" x="4819650" y="1860550"/>
          <p14:tracePt t="14242" x="4845050" y="1860550"/>
          <p14:tracePt t="14259" x="4914900" y="1860550"/>
          <p14:tracePt t="14274" x="4991100" y="1860550"/>
          <p14:tracePt t="14291" x="5035550" y="1860550"/>
          <p14:tracePt t="14309" x="5111750" y="1860550"/>
          <p14:tracePt t="14325" x="5181600" y="1847850"/>
          <p14:tracePt t="14341" x="5213350" y="1847850"/>
          <p14:tracePt t="14358" x="5270500" y="1828800"/>
          <p14:tracePt t="14374" x="5308600" y="1822450"/>
          <p14:tracePt t="14391" x="5340350" y="1822450"/>
          <p14:tracePt t="14408" x="5378450" y="1816100"/>
          <p14:tracePt t="14424" x="5416550" y="1816100"/>
          <p14:tracePt t="14442" x="5448300" y="1809750"/>
          <p14:tracePt t="14458" x="5461000" y="1803400"/>
          <p14:tracePt t="14474" x="5486400" y="1803400"/>
          <p14:tracePt t="14491" x="5499100" y="1803400"/>
          <p14:tracePt t="14507" x="5505450" y="1803400"/>
          <p14:tracePt t="14541" x="5518150" y="1803400"/>
          <p14:tracePt t="14577" x="5524500" y="1803400"/>
          <p14:tracePt t="14666" x="5530850" y="1803400"/>
          <p14:tracePt t="14694" x="5537200" y="1803400"/>
          <p14:tracePt t="14716" x="5543550" y="1809750"/>
          <p14:tracePt t="14722" x="5549900" y="1809750"/>
          <p14:tracePt t="14737" x="5556250" y="1809750"/>
          <p14:tracePt t="14744" x="5568950" y="1809750"/>
          <p14:tracePt t="14757" x="5575300" y="1816100"/>
          <p14:tracePt t="14773" x="5607050" y="1822450"/>
          <p14:tracePt t="14790" x="5619750" y="1828800"/>
          <p14:tracePt t="14807" x="5651500" y="1841500"/>
          <p14:tracePt t="14823" x="5676900" y="1847850"/>
          <p14:tracePt t="14840" x="5683250" y="1854200"/>
          <p14:tracePt t="14857" x="5695950" y="1854200"/>
          <p14:tracePt t="14873" x="5702300" y="1854200"/>
          <p14:tracePt t="14961" x="5708650" y="1854200"/>
          <p14:tracePt t="14996" x="5715000" y="1854200"/>
          <p14:tracePt t="15010" x="5721350" y="1854200"/>
          <p14:tracePt t="15024" x="5727700" y="1854200"/>
          <p14:tracePt t="15716" x="5708650" y="1854200"/>
          <p14:tracePt t="15723" x="5664200" y="1866900"/>
          <p14:tracePt t="15739" x="5619750" y="1879600"/>
          <p14:tracePt t="15753" x="5556250" y="1905000"/>
          <p14:tracePt t="15770" x="5429250" y="1955800"/>
          <p14:tracePt t="15787" x="5257800" y="2025650"/>
          <p14:tracePt t="15803" x="5175250" y="2063750"/>
          <p14:tracePt t="15820" x="4978400" y="2171700"/>
          <p14:tracePt t="15836" x="4768850" y="2279650"/>
          <p14:tracePt t="15853" x="4648200" y="2317750"/>
          <p14:tracePt t="15870" x="4400550" y="2419350"/>
          <p14:tracePt t="15886" x="4146550" y="2495550"/>
          <p14:tracePt t="15902" x="4044950" y="2527300"/>
          <p14:tracePt t="15920" x="3848100" y="2584450"/>
          <p14:tracePt t="15936" x="3676650" y="2628900"/>
          <p14:tracePt t="15953" x="3613150" y="2647950"/>
          <p14:tracePt t="15969" x="3549650" y="2654300"/>
          <p14:tracePt t="15986" x="3511550" y="2654300"/>
          <p14:tracePt t="16002" x="3505200" y="2647950"/>
          <p14:tracePt t="16019" x="3556000" y="2628900"/>
          <p14:tracePt t="16584" x="3530600" y="2609850"/>
          <p14:tracePt t="16601" x="3467100" y="2597150"/>
          <p14:tracePt t="16617" x="3448050" y="2578100"/>
          <p14:tracePt t="16635" x="3390900" y="2540000"/>
          <p14:tracePt t="16650" x="3359150" y="2501900"/>
          <p14:tracePt t="16667" x="3333750" y="2482850"/>
          <p14:tracePt t="16683" x="3289300" y="2438400"/>
          <p14:tracePt t="16699" x="3257550" y="2400300"/>
          <p14:tracePt t="16717" x="3225800" y="2368550"/>
          <p14:tracePt t="16733" x="3219450" y="2349500"/>
          <p14:tracePt t="16750" x="3213100" y="2336800"/>
          <p14:tracePt t="16766" x="3206750" y="2324100"/>
          <p14:tracePt t="16799" x="3206750" y="2317750"/>
          <p14:tracePt t="16816" x="3219450" y="2311400"/>
          <p14:tracePt t="16832" x="3232150" y="2298700"/>
          <p14:tracePt t="16851" x="3244850" y="2292350"/>
          <p14:tracePt t="16866" x="3251200" y="2292350"/>
          <p14:tracePt t="16883" x="3270250" y="2279650"/>
          <p14:tracePt t="16900" x="3295650" y="2273300"/>
          <p14:tracePt t="16916" x="3314700" y="2273300"/>
          <p14:tracePt t="16932" x="3365500" y="2266950"/>
          <p14:tracePt t="16949" x="3441700" y="2266950"/>
          <p14:tracePt t="16965" x="3492500" y="2266950"/>
          <p14:tracePt t="16984" x="3600450" y="2266950"/>
          <p14:tracePt t="16999" x="3740150" y="2260600"/>
          <p14:tracePt t="17015" x="3816350" y="2241550"/>
          <p14:tracePt t="17033" x="3962400" y="2228850"/>
          <p14:tracePt t="17049" x="4114800" y="2222500"/>
          <p14:tracePt t="17065" x="4178300" y="2209800"/>
          <p14:tracePt t="17082" x="4324350" y="2203450"/>
          <p14:tracePt t="17099" x="4387850" y="2190750"/>
          <p14:tracePt t="17115" x="4540250" y="2190750"/>
          <p14:tracePt t="17132" x="4654550" y="2190750"/>
          <p14:tracePt t="17149" x="4705350" y="2190750"/>
          <p14:tracePt t="17165" x="4813300" y="2190750"/>
          <p14:tracePt t="17182" x="4883150" y="2190750"/>
          <p14:tracePt t="17198" x="4902200" y="2197100"/>
          <p14:tracePt t="17215" x="4959350" y="2197100"/>
          <p14:tracePt t="17231" x="5029200" y="2216150"/>
          <p14:tracePt t="17248" x="5060950" y="2222500"/>
          <p14:tracePt t="17265" x="5124450" y="2241550"/>
          <p14:tracePt t="17281" x="5200650" y="2260600"/>
          <p14:tracePt t="17298" x="5245100" y="2279650"/>
          <p14:tracePt t="17315" x="5327650" y="2317750"/>
          <p14:tracePt t="17331" x="5416550" y="2355850"/>
          <p14:tracePt t="17348" x="5461000" y="2387600"/>
          <p14:tracePt t="17364" x="5549900" y="2438400"/>
          <p14:tracePt t="17381" x="5568950" y="2444750"/>
          <p14:tracePt t="17398" x="5619750" y="2463800"/>
          <p14:tracePt t="17431" x="5651500" y="2444750"/>
          <p14:tracePt t="17448" x="5670550" y="2425700"/>
          <p14:tracePt t="21901" x="5651500" y="2444750"/>
          <p14:tracePt t="21908" x="5607050" y="2470150"/>
          <p14:tracePt t="21922" x="5562600" y="2482850"/>
          <p14:tracePt t="21936" x="5518150" y="2520950"/>
          <p14:tracePt t="21951" x="5422900" y="2565400"/>
          <p14:tracePt t="21965" x="5353050" y="2597150"/>
          <p14:tracePt t="21982" x="5207000" y="2647950"/>
          <p14:tracePt t="21999" x="5111750" y="2667000"/>
          <p14:tracePt t="22015" x="4933950" y="2705100"/>
          <p14:tracePt t="22031" x="4806950" y="2730500"/>
          <p14:tracePt t="22050" x="4425950" y="2768600"/>
          <p14:tracePt t="22065" x="4318000" y="2781300"/>
          <p14:tracePt t="22081" x="4203700" y="2794000"/>
          <p14:tracePt t="22098" x="4000500" y="2832100"/>
          <p14:tracePt t="22114" x="3803650" y="2870200"/>
          <p14:tracePt t="22131" x="3702050" y="2895600"/>
          <p14:tracePt t="22148" x="3517900" y="2946400"/>
          <p14:tracePt t="22164" x="3340100" y="2984500"/>
          <p14:tracePt t="22182" x="3213100" y="3041650"/>
          <p14:tracePt t="22198" x="3143250" y="3079750"/>
          <p14:tracePt t="22214" x="3028950" y="3181350"/>
          <p14:tracePt t="22232" x="2933700" y="3276600"/>
          <p14:tracePt t="22247" x="2895600" y="3333750"/>
          <p14:tracePt t="22264" x="2838450" y="3429000"/>
          <p14:tracePt t="22281" x="2832100" y="3454400"/>
          <p14:tracePt t="23124" x="2813050" y="3467100"/>
          <p14:tracePt t="23131" x="2787650" y="3479800"/>
          <p14:tracePt t="23147" x="2768600" y="3505200"/>
          <p14:tracePt t="23161" x="2736850" y="3530600"/>
          <p14:tracePt t="23177" x="2724150" y="3543300"/>
          <p14:tracePt t="23194" x="2698750" y="3568700"/>
          <p14:tracePt t="23211" x="2667000" y="3600450"/>
          <p14:tracePt t="23227" x="2635250" y="3638550"/>
          <p14:tracePt t="23244" x="2616200" y="3676650"/>
          <p14:tracePt t="23261" x="2609850" y="3702050"/>
          <p14:tracePt t="23277" x="2597150" y="3733800"/>
          <p14:tracePt t="23294" x="2590800" y="3765550"/>
          <p14:tracePt t="23310" x="2590800" y="3790950"/>
          <p14:tracePt t="23313" x="2590800" y="3810000"/>
          <p14:tracePt t="23330" x="2597150" y="3829050"/>
          <p14:tracePt t="23343" x="2616200" y="3886200"/>
          <p14:tracePt t="23360" x="2628900" y="3917950"/>
          <p14:tracePt t="23377" x="2660650" y="3981450"/>
          <p14:tracePt t="23393" x="2673350" y="4013200"/>
          <p14:tracePt t="23410" x="2717800" y="4108450"/>
          <p14:tracePt t="23427" x="2774950" y="4210050"/>
          <p14:tracePt t="23443" x="2813050" y="4279900"/>
          <p14:tracePt t="23460" x="2882900" y="4419600"/>
          <p14:tracePt t="23476" x="2965450" y="4565650"/>
          <p14:tracePt t="23493" x="3003550" y="4622800"/>
          <p14:tracePt t="23510" x="3067050" y="4730750"/>
          <p14:tracePt t="23526" x="3105150" y="4781550"/>
          <p14:tracePt t="23543" x="3117850" y="4794250"/>
          <p14:tracePt t="23560" x="3136900" y="4819650"/>
          <p14:tracePt t="23576" x="3155950" y="4845050"/>
          <p14:tracePt t="23593" x="3155950" y="4857750"/>
          <p14:tracePt t="23609" x="3168650" y="4889500"/>
          <p14:tracePt t="23626" x="3187700" y="4914900"/>
          <p14:tracePt t="23643" x="3219450" y="4940300"/>
          <p14:tracePt t="23659" x="3232150" y="4953000"/>
          <p14:tracePt t="23676" x="3244850" y="4965700"/>
          <p14:tracePt t="23693" x="3314700" y="5010150"/>
          <p14:tracePt t="23709" x="3346450" y="5029200"/>
          <p14:tracePt t="23726" x="3378200" y="5035550"/>
          <p14:tracePt t="23742" x="3486150" y="5048250"/>
          <p14:tracePt t="23759" x="3625850" y="5035550"/>
          <p14:tracePt t="23776" x="3708400" y="5029200"/>
          <p14:tracePt t="23792" x="3937000" y="4997450"/>
          <p14:tracePt t="23809" x="4178300" y="4946650"/>
          <p14:tracePt t="23826" x="4406900" y="4921250"/>
          <p14:tracePt t="23842" x="4521200" y="4921250"/>
          <p14:tracePt t="23858" x="4724400" y="4902200"/>
          <p14:tracePt t="23875" x="4908550" y="4895850"/>
          <p14:tracePt t="23891" x="4997450" y="4895850"/>
          <p14:tracePt t="23908" x="5137150" y="4895850"/>
          <p14:tracePt t="23925" x="5251450" y="4895850"/>
          <p14:tracePt t="23941" x="5314950" y="4902200"/>
          <p14:tracePt t="23960" x="5422900" y="4914900"/>
          <p14:tracePt t="23975" x="5499100" y="4914900"/>
          <p14:tracePt t="23991" x="5543550" y="4921250"/>
          <p14:tracePt t="24009" x="5613400" y="4940300"/>
          <p14:tracePt t="24025" x="5632450" y="4946650"/>
          <p14:tracePt t="24041" x="5670550" y="4953000"/>
          <p14:tracePt t="24058" x="5695950" y="4959350"/>
          <p14:tracePt t="24091" x="5708650" y="4965700"/>
          <p14:tracePt t="24108" x="5715000" y="4965700"/>
          <p14:tracePt t="24141" x="5721350" y="4965700"/>
          <p14:tracePt t="24157" x="5727700" y="4972050"/>
          <p14:tracePt t="24174" x="5734050" y="4972050"/>
          <p14:tracePt t="24191" x="5740400" y="4978400"/>
          <p14:tracePt t="24207" x="5746750" y="4984750"/>
          <p14:tracePt t="24224" x="5746750" y="4991100"/>
          <p14:tracePt t="24257" x="5753100" y="5003800"/>
          <p14:tracePt t="24276" x="5759450" y="5003800"/>
          <p14:tracePt t="25200" x="5753100" y="4978400"/>
          <p14:tracePt t="25207" x="5727700" y="4933950"/>
          <p14:tracePt t="25223" x="5695950" y="4889500"/>
          <p14:tracePt t="25237" x="5664200" y="4838700"/>
          <p14:tracePt t="25254" x="5600700" y="4749800"/>
          <p14:tracePt t="25271" x="5499100" y="4610100"/>
          <p14:tracePt t="25287" x="5448300" y="4527550"/>
          <p14:tracePt t="25303" x="5334000" y="4375150"/>
          <p14:tracePt t="25320" x="5238750" y="4248150"/>
          <p14:tracePt t="25337" x="5187950" y="4203700"/>
          <p14:tracePt t="25354" x="5092700" y="4095750"/>
          <p14:tracePt t="25370" x="5016500" y="3994150"/>
          <p14:tracePt t="25387" x="4978400" y="3924300"/>
          <p14:tracePt t="25404" x="4902200" y="3810000"/>
          <p14:tracePt t="25420" x="4819650" y="3714750"/>
          <p14:tracePt t="25436" x="4781550" y="3670300"/>
          <p14:tracePt t="25453" x="4705350" y="3587750"/>
          <p14:tracePt t="25470" x="4629150" y="3511550"/>
          <p14:tracePt t="25487" x="4597400" y="3486150"/>
          <p14:tracePt t="25503" x="4527550" y="3416300"/>
          <p14:tracePt t="25519" x="4483100" y="3378200"/>
          <p14:tracePt t="25537" x="4381500" y="3282950"/>
          <p14:tracePt t="25553" x="4337050" y="3257550"/>
          <p14:tracePt t="25569" x="4292600" y="3232150"/>
          <p14:tracePt t="25586" x="4203700" y="3187700"/>
          <p14:tracePt t="25603" x="4089400" y="3130550"/>
          <p14:tracePt t="25619" x="4044950" y="3092450"/>
          <p14:tracePt t="25636" x="3924300" y="3048000"/>
          <p14:tracePt t="25652" x="3822700" y="2990850"/>
          <p14:tracePt t="25669" x="3778250" y="2978150"/>
          <p14:tracePt t="25685" x="3657600" y="2921000"/>
          <p14:tracePt t="25702" x="3479800" y="2857500"/>
          <p14:tracePt t="25719" x="3390900" y="2838450"/>
          <p14:tracePt t="25735" x="3219450" y="2800350"/>
          <p14:tracePt t="25752" x="3067050" y="2774950"/>
          <p14:tracePt t="25769" x="2889250" y="2781300"/>
          <p14:tracePt t="25785" x="2800350" y="2781300"/>
          <p14:tracePt t="25802" x="2641600" y="2755900"/>
          <p14:tracePt t="25819" x="2508250" y="2711450"/>
          <p14:tracePt t="25835" x="2451100" y="2673350"/>
          <p14:tracePt t="25852" x="2349500" y="2628900"/>
          <p14:tracePt t="25868" x="2305050" y="2609850"/>
          <p14:tracePt t="25885" x="2197100" y="2571750"/>
          <p14:tracePt t="25902" x="2133600" y="2533650"/>
          <p14:tracePt t="25918" x="2089150" y="2501900"/>
          <p14:tracePt t="25935" x="2076450" y="2501900"/>
          <p14:tracePt t="25951" x="2070100" y="2482850"/>
          <p14:tracePt t="25968" x="2070100" y="2470150"/>
          <p14:tracePt t="26384" x="2032000" y="2457450"/>
          <p14:tracePt t="26391" x="2000250" y="2438400"/>
          <p14:tracePt t="26400" x="1955800" y="2413000"/>
          <p14:tracePt t="26416" x="1924050" y="2400300"/>
          <p14:tracePt t="26433" x="1892300" y="2374900"/>
          <p14:tracePt t="26450" x="1847850" y="2355850"/>
          <p14:tracePt t="26466" x="1816100" y="2343150"/>
          <p14:tracePt t="26483" x="1784350" y="2355850"/>
          <p14:tracePt t="26499" x="1771650" y="2362200"/>
          <p14:tracePt t="26516" x="1765300" y="2374900"/>
          <p14:tracePt t="26532" x="1765300" y="2406650"/>
          <p14:tracePt t="26549" x="1765300" y="2419350"/>
          <p14:tracePt t="26566" x="1784350" y="2463800"/>
          <p14:tracePt t="26582" x="1847850" y="2552700"/>
          <p14:tracePt t="26599" x="1879600" y="2597150"/>
          <p14:tracePt t="26616" x="2000250" y="2686050"/>
          <p14:tracePt t="26632" x="2146300" y="2755900"/>
          <p14:tracePt t="26649" x="2247900" y="2781300"/>
          <p14:tracePt t="26666" x="2444750" y="2806700"/>
          <p14:tracePt t="26682" x="2584450" y="2794000"/>
          <p14:tracePt t="26699" x="2654300" y="2781300"/>
          <p14:tracePt t="26716" x="2762250" y="2755900"/>
          <p14:tracePt t="26732" x="2800350" y="2736850"/>
          <p14:tracePt t="26750" x="2838450" y="2711450"/>
          <p14:tracePt t="26765" x="2838450" y="2698750"/>
          <p14:tracePt t="26781" x="2838450" y="2686050"/>
          <p14:tracePt t="26799" x="2806700" y="2635250"/>
          <p14:tracePt t="26815" x="2755900" y="2571750"/>
          <p14:tracePt t="26831" x="2711450" y="2540000"/>
          <p14:tracePt t="26848" x="2635250" y="2501900"/>
          <p14:tracePt t="26865" x="2552700" y="2482850"/>
          <p14:tracePt t="26881" x="2501900" y="2482850"/>
          <p14:tracePt t="26898" x="2368550" y="2508250"/>
          <p14:tracePt t="26914" x="2228850" y="2571750"/>
          <p14:tracePt t="26932" x="2114550" y="2647950"/>
          <p14:tracePt t="26948" x="2070100" y="2698750"/>
          <p14:tracePt t="26964" x="2012950" y="2743200"/>
          <p14:tracePt t="26981" x="1993900" y="2781300"/>
          <p14:tracePt t="26998" x="1987550" y="2794000"/>
          <p14:tracePt t="27014" x="1987550" y="2806700"/>
          <p14:tracePt t="27031" x="2032000" y="2838450"/>
          <p14:tracePt t="27047" x="2051050" y="2851150"/>
          <p14:tracePt t="27065" x="2089150" y="2870200"/>
          <p14:tracePt t="27080" x="2171700" y="2882900"/>
          <p14:tracePt t="27097" x="2305050" y="2901950"/>
          <p14:tracePt t="27115" x="2438400" y="2889250"/>
          <p14:tracePt t="27130" x="2559050" y="2851150"/>
          <p14:tracePt t="27147" x="2609850" y="2832100"/>
          <p14:tracePt t="27164" x="2692400" y="2781300"/>
          <p14:tracePt t="27181" x="2711450" y="2762250"/>
          <p14:tracePt t="27198" x="2724150" y="2724150"/>
          <p14:tracePt t="27213" x="2724150" y="2667000"/>
          <p14:tracePt t="27230" x="2711450" y="2635250"/>
          <p14:tracePt t="27247" x="2667000" y="2546350"/>
          <p14:tracePt t="27263" x="2590800" y="2476500"/>
          <p14:tracePt t="27280" x="2546350" y="2432050"/>
          <p14:tracePt t="27297" x="2444750" y="2355850"/>
          <p14:tracePt t="27313" x="2324100" y="2317750"/>
          <p14:tracePt t="27330" x="2254250" y="2305050"/>
          <p14:tracePt t="27347" x="2159000" y="2298700"/>
          <p14:tracePt t="27363" x="2120900" y="2311400"/>
          <p14:tracePt t="27381" x="2025650" y="2349500"/>
          <p14:tracePt t="27396" x="2006600" y="2355850"/>
          <p14:tracePt t="27413" x="1981200" y="2368550"/>
          <p14:tracePt t="27430" x="1968500" y="2374900"/>
          <p14:tracePt t="27446" x="1955800" y="2387600"/>
          <p14:tracePt t="27463" x="1955800" y="2393950"/>
          <p14:tracePt t="27480" x="1955800" y="2400300"/>
          <p14:tracePt t="27496" x="1962150" y="2406650"/>
          <p14:tracePt t="28079" x="2006600" y="2406650"/>
          <p14:tracePt t="28086" x="2057400" y="2413000"/>
          <p14:tracePt t="28096" x="2108200" y="2425700"/>
          <p14:tracePt t="28110" x="2165350" y="2432050"/>
          <p14:tracePt t="28127" x="2216150" y="2444750"/>
          <p14:tracePt t="28144" x="2349500" y="2451100"/>
          <p14:tracePt t="28160" x="2387600" y="2451100"/>
          <p14:tracePt t="28178" x="2457450" y="2457450"/>
          <p14:tracePt t="28193" x="2489200" y="2457450"/>
          <p14:tracePt t="28210" x="2578100" y="2451100"/>
          <p14:tracePt t="28227" x="2660650" y="2438400"/>
          <p14:tracePt t="28243" x="2711450" y="2438400"/>
          <p14:tracePt t="28260" x="2819400" y="2432050"/>
          <p14:tracePt t="28277" x="2921000" y="2419350"/>
          <p14:tracePt t="28294" x="2984500" y="2419350"/>
          <p14:tracePt t="28310" x="3105150" y="2413000"/>
          <p14:tracePt t="28326" x="3232150" y="2406650"/>
          <p14:tracePt t="28343" x="3302000" y="2393950"/>
          <p14:tracePt t="28360" x="3422650" y="2368550"/>
          <p14:tracePt t="28376" x="3556000" y="2330450"/>
          <p14:tracePt t="28393" x="3606800" y="2317750"/>
          <p14:tracePt t="28410" x="3740150" y="2298700"/>
          <p14:tracePt t="28426" x="3841750" y="2292350"/>
          <p14:tracePt t="28443" x="3879850" y="2292350"/>
          <p14:tracePt t="28459" x="3962400" y="2286000"/>
          <p14:tracePt t="28476" x="4000500" y="2286000"/>
          <p14:tracePt t="28493" x="4070350" y="2273300"/>
          <p14:tracePt t="28509" x="4152900" y="2279650"/>
          <p14:tracePt t="28525" x="4191000" y="2273300"/>
          <p14:tracePt t="28543" x="4298950" y="2260600"/>
          <p14:tracePt t="28559" x="4432300" y="2228850"/>
          <p14:tracePt t="28576" x="4521200" y="2197100"/>
          <p14:tracePt t="28592" x="4705350" y="2146300"/>
          <p14:tracePt t="28609" x="4889500" y="2114550"/>
          <p14:tracePt t="28625" x="4965700" y="2108200"/>
          <p14:tracePt t="28642" x="5130800" y="2089150"/>
          <p14:tracePt t="28658" x="5276850" y="2076450"/>
          <p14:tracePt t="28676" x="5391150" y="2082800"/>
          <p14:tracePt t="28692" x="5454650" y="2082800"/>
          <p14:tracePt t="28708" x="5549900" y="2082800"/>
          <p14:tracePt t="28725" x="5588000" y="2082800"/>
          <p14:tracePt t="28741" x="5645150" y="2070100"/>
          <p14:tracePt t="28758" x="5689600" y="2063750"/>
          <p14:tracePt t="28775" x="5778500" y="2025650"/>
          <p14:tracePt t="28792" x="5803900" y="2019300"/>
          <p14:tracePt t="28808" x="5842000" y="2000250"/>
          <p14:tracePt t="28824" x="5892800" y="1981200"/>
          <p14:tracePt t="28841" x="5949950" y="1974850"/>
          <p14:tracePt t="28859" x="5994400" y="1968500"/>
          <p14:tracePt t="28875" x="6000750" y="1968500"/>
          <p14:tracePt t="28891" x="6026150" y="1968500"/>
          <p14:tracePt t="28908" x="6051550" y="1974850"/>
          <p14:tracePt t="28924" x="6064250" y="1974850"/>
          <p14:tracePt t="28941" x="6083300" y="1981200"/>
          <p14:tracePt t="28958" x="6096000" y="1981200"/>
          <p14:tracePt t="28974" x="6102350" y="1981200"/>
          <p14:tracePt t="28991" x="6115050" y="1987550"/>
          <p14:tracePt t="29007" x="6121400" y="1993900"/>
          <p14:tracePt t="29024" x="6127750" y="2000250"/>
          <p14:tracePt t="29041" x="6140450" y="2006600"/>
          <p14:tracePt t="29057" x="6140450" y="2012950"/>
          <p14:tracePt t="29090" x="6146800" y="2012950"/>
          <p14:tracePt t="29107" x="6153150" y="2019300"/>
          <p14:tracePt t="29139" x="6159500" y="2019300"/>
          <p14:tracePt t="29153" x="6165850" y="2019300"/>
          <p14:tracePt t="29188" x="6172200" y="2019300"/>
          <p14:tracePt t="29216" x="6172200" y="2025650"/>
          <p14:tracePt t="29245" x="6172200" y="2032000"/>
          <p14:tracePt t="29265" x="6172200" y="2038350"/>
          <p14:tracePt t="29308" x="6165850" y="2044700"/>
          <p14:tracePt t="29336" x="6153150" y="2051050"/>
          <p14:tracePt t="29349" x="6146800" y="2051050"/>
          <p14:tracePt t="29359" x="6140450" y="2057400"/>
          <p14:tracePt t="29373" x="6121400" y="2063750"/>
          <p14:tracePt t="29389" x="6089650" y="2070100"/>
          <p14:tracePt t="29406" x="5937250" y="2120900"/>
          <p14:tracePt t="29422" x="5861050" y="2139950"/>
          <p14:tracePt t="29439" x="5765800" y="2171700"/>
          <p14:tracePt t="29456" x="5530850" y="2247900"/>
          <p14:tracePt t="29472" x="5289550" y="2311400"/>
          <p14:tracePt t="29490" x="5175250" y="2343150"/>
          <p14:tracePt t="29506" x="4914900" y="2374900"/>
          <p14:tracePt t="29522" x="4686300" y="2406650"/>
          <p14:tracePt t="29540" x="4457700" y="2438400"/>
          <p14:tracePt t="29556" x="4356100" y="2457450"/>
          <p14:tracePt t="29572" x="4159250" y="2489200"/>
          <p14:tracePt t="29589" x="3968750" y="2540000"/>
          <p14:tracePt t="29605" x="3873500" y="2559050"/>
          <p14:tracePt t="29622" x="3702050" y="2597150"/>
          <p14:tracePt t="29639" x="3549650" y="2641600"/>
          <p14:tracePt t="29655" x="3479800" y="2660650"/>
          <p14:tracePt t="29674" x="3371850" y="2686050"/>
          <p14:tracePt t="29688" x="3314700" y="2698750"/>
          <p14:tracePt t="29705" x="3302000" y="27051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47790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51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653"/>
    </mc:Choice>
    <mc:Fallback>
      <p:transition spd="slow" advTm="776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74" x="3295650" y="2705100"/>
          <p14:tracePt t="681" x="3263900" y="2705100"/>
          <p14:tracePt t="700" x="3244850" y="2705100"/>
          <p14:tracePt t="710" x="3219450" y="2705100"/>
          <p14:tracePt t="726" x="3143250" y="2724150"/>
          <p14:tracePt t="743" x="3117850" y="2724150"/>
          <p14:tracePt t="759" x="3060700" y="2730500"/>
          <p14:tracePt t="776" x="2990850" y="2736850"/>
          <p14:tracePt t="794" x="2921000" y="2755900"/>
          <p14:tracePt t="809" x="2889250" y="2755900"/>
          <p14:tracePt t="826" x="2813050" y="2755900"/>
          <p14:tracePt t="843" x="2736850" y="2755900"/>
          <p14:tracePt t="859" x="2692400" y="2749550"/>
          <p14:tracePt t="875" x="2654300" y="2730500"/>
          <p14:tracePt t="892" x="2527300" y="2711450"/>
          <p14:tracePt t="909" x="2489200" y="2711450"/>
          <p14:tracePt t="925" x="2451100" y="2711450"/>
          <p14:tracePt t="942" x="2381250" y="2692400"/>
          <p14:tracePt t="959" x="2330450" y="2686050"/>
          <p14:tracePt t="976" x="2279650" y="2679700"/>
          <p14:tracePt t="992" x="2247900" y="2673350"/>
          <p14:tracePt t="1009" x="2197100" y="2654300"/>
          <p14:tracePt t="1026" x="2165350" y="2641600"/>
          <p14:tracePt t="1042" x="2152650" y="2635250"/>
          <p14:tracePt t="1058" x="2127250" y="2628900"/>
          <p14:tracePt t="1075" x="2108200" y="2628900"/>
          <p14:tracePt t="1108" x="2101850" y="2628900"/>
          <p14:tracePt t="1125" x="2095500" y="2628900"/>
          <p14:tracePt t="1194" x="2089150" y="2628900"/>
          <p14:tracePt t="1214" x="2076450" y="2628900"/>
          <p14:tracePt t="1235" x="2070100" y="2628900"/>
          <p14:tracePt t="1242" x="2063750" y="2635250"/>
          <p14:tracePt t="1284" x="2057400" y="2635250"/>
          <p14:tracePt t="1298" x="2051050" y="2635250"/>
          <p14:tracePt t="1305" x="2044700" y="2635250"/>
          <p14:tracePt t="1326" x="2038350" y="2635250"/>
          <p14:tracePt t="1333" x="2032000" y="2641600"/>
          <p14:tracePt t="1354" x="2025650" y="2641600"/>
          <p14:tracePt t="1382" x="2019300" y="2641600"/>
          <p14:tracePt t="1424" x="2012950" y="2641600"/>
          <p14:tracePt t="1453" x="2006600" y="2647950"/>
          <p14:tracePt t="1467" x="2006600" y="2654300"/>
          <p14:tracePt t="1477" x="2006600" y="2660650"/>
          <p14:tracePt t="1516" x="2006600" y="2667000"/>
          <p14:tracePt t="1544" x="2006600" y="2673350"/>
          <p14:tracePt t="1565" x="2012950" y="2679700"/>
          <p14:tracePt t="1586" x="2019300" y="2686050"/>
          <p14:tracePt t="1614" x="2025650" y="2686050"/>
          <p14:tracePt t="1628" x="2032000" y="2686050"/>
          <p14:tracePt t="1635" x="2038350" y="2686050"/>
          <p14:tracePt t="1649" x="2044700" y="2686050"/>
          <p14:tracePt t="1659" x="2051050" y="2692400"/>
          <p14:tracePt t="1674" x="2057400" y="2692400"/>
          <p14:tracePt t="1690" x="2089150" y="2705100"/>
          <p14:tracePt t="1714" x="2114550" y="2717800"/>
          <p14:tracePt t="1724" x="2133600" y="2724150"/>
          <p14:tracePt t="1739" x="2146300" y="2730500"/>
          <p14:tracePt t="1756" x="2178050" y="2743200"/>
          <p14:tracePt t="1773" x="2203450" y="2755900"/>
          <p14:tracePt t="1790" x="2216150" y="2755900"/>
          <p14:tracePt t="1792" x="2222500" y="2762250"/>
          <p14:tracePt t="1807" x="2228850" y="2762250"/>
          <p14:tracePt t="1823" x="2235200" y="2762250"/>
          <p14:tracePt t="1859" x="2241550" y="2768600"/>
          <p14:tracePt t="1958" x="2247900" y="2768600"/>
          <p14:tracePt t="2000" x="2254250" y="2768600"/>
          <p14:tracePt t="2007" x="2260600" y="2768600"/>
          <p14:tracePt t="2015" x="2266950" y="2768600"/>
          <p14:tracePt t="2028" x="2273300" y="2768600"/>
          <p14:tracePt t="2038" x="2279650" y="2768600"/>
          <p14:tracePt t="2058" x="2286000" y="2768600"/>
          <p14:tracePt t="2078" x="2292350" y="2768600"/>
          <p14:tracePt t="2088" x="2298700" y="2768600"/>
          <p14:tracePt t="2106" x="2311400" y="2768600"/>
          <p14:tracePt t="2121" x="2324100" y="2768600"/>
          <p14:tracePt t="2138" x="2336800" y="2768600"/>
          <p14:tracePt t="2155" x="2374900" y="2768600"/>
          <p14:tracePt t="2171" x="2444750" y="2768600"/>
          <p14:tracePt t="2189" x="2482850" y="2755900"/>
          <p14:tracePt t="2204" x="2565400" y="2749550"/>
          <p14:tracePt t="2221" x="2654300" y="2743200"/>
          <p14:tracePt t="2238" x="2698750" y="2743200"/>
          <p14:tracePt t="2255" x="2774950" y="2730500"/>
          <p14:tracePt t="2271" x="2857500" y="2717800"/>
          <p14:tracePt t="2288" x="2914650" y="2717800"/>
          <p14:tracePt t="2304" x="2946400" y="2717800"/>
          <p14:tracePt t="2321" x="2971800" y="2711450"/>
          <p14:tracePt t="2338" x="3086100" y="2686050"/>
          <p14:tracePt t="2354" x="3136900" y="2673350"/>
          <p14:tracePt t="2371" x="3232150" y="2667000"/>
          <p14:tracePt t="2387" x="3314700" y="2660650"/>
          <p14:tracePt t="2404" x="3365500" y="2660650"/>
          <p14:tracePt t="2420" x="3403600" y="2660650"/>
          <p14:tracePt t="2437" x="3505200" y="2660650"/>
          <p14:tracePt t="2454" x="3530600" y="2660650"/>
          <p14:tracePt t="2471" x="3581400" y="2660650"/>
          <p14:tracePt t="2487" x="3594100" y="2660650"/>
          <p14:tracePt t="2504" x="3619500" y="2660650"/>
          <p14:tracePt t="2520" x="3625850" y="2660650"/>
          <p14:tracePt t="2537" x="3632200" y="2660650"/>
          <p14:tracePt t="2569" x="3638550" y="2660650"/>
          <p14:tracePt t="2709" x="3638550" y="2654300"/>
          <p14:tracePt t="3042" x="3670300" y="2654300"/>
          <p14:tracePt t="3049" x="3721100" y="2654300"/>
          <p14:tracePt t="3063" x="3797300" y="2647950"/>
          <p14:tracePt t="3071" x="3860800" y="2635250"/>
          <p14:tracePt t="3085" x="3937000" y="2628900"/>
          <p14:tracePt t="3101" x="4121150" y="2609850"/>
          <p14:tracePt t="3118" x="4197350" y="2609850"/>
          <p14:tracePt t="3135" x="4400550" y="2597150"/>
          <p14:tracePt t="3151" x="4578350" y="2578100"/>
          <p14:tracePt t="3169" x="4724400" y="2565400"/>
          <p14:tracePt t="3184" x="4787900" y="2559050"/>
          <p14:tracePt t="3201" x="4826000" y="2559050"/>
          <p14:tracePt t="3218" x="4933950" y="2559050"/>
          <p14:tracePt t="3235" x="4959350" y="2559050"/>
          <p14:tracePt t="3251" x="4984750" y="2565400"/>
          <p14:tracePt t="3268" x="5022850" y="2565400"/>
          <p14:tracePt t="3284" x="5054600" y="2565400"/>
          <p14:tracePt t="3301" x="5105400" y="2571750"/>
          <p14:tracePt t="3317" x="5137150" y="2571750"/>
          <p14:tracePt t="3334" x="5181600" y="2578100"/>
          <p14:tracePt t="3351" x="5251450" y="2578100"/>
          <p14:tracePt t="3367" x="5289550" y="2578100"/>
          <p14:tracePt t="3385" x="5384800" y="2571750"/>
          <p14:tracePt t="3401" x="5486400" y="2559050"/>
          <p14:tracePt t="3417" x="5543550" y="2552700"/>
          <p14:tracePt t="3436" x="5645150" y="2546350"/>
          <p14:tracePt t="3451" x="5753100" y="2514600"/>
          <p14:tracePt t="3467" x="5810250" y="2514600"/>
          <p14:tracePt t="3485" x="5886450" y="2514600"/>
          <p14:tracePt t="3500" x="5943600" y="2514600"/>
          <p14:tracePt t="3516" x="5962650" y="2514600"/>
          <p14:tracePt t="3534" x="6007100" y="2514600"/>
          <p14:tracePt t="3550" x="6038850" y="2533650"/>
          <p14:tracePt t="3566" x="6057900" y="2533650"/>
          <p14:tracePt t="3583" x="6083300" y="2546350"/>
          <p14:tracePt t="3600" x="6096000" y="2546350"/>
          <p14:tracePt t="3633" x="6102350" y="2546350"/>
          <p14:tracePt t="3989" x="6083300" y="2546350"/>
          <p14:tracePt t="3996" x="6032500" y="2559050"/>
          <p14:tracePt t="4010" x="5969000" y="2559050"/>
          <p14:tracePt t="4018" x="5892800" y="2578100"/>
          <p14:tracePt t="4034" x="5784850" y="2584450"/>
          <p14:tracePt t="4048" x="5543550" y="2616200"/>
          <p14:tracePt t="4066" x="5181600" y="2679700"/>
          <p14:tracePt t="4082" x="4984750" y="2724150"/>
          <p14:tracePt t="4098" x="4756150" y="2762250"/>
          <p14:tracePt t="4115" x="4337050" y="2832100"/>
          <p14:tracePt t="4131" x="3943350" y="2882900"/>
          <p14:tracePt t="4148" x="3771900" y="2908300"/>
          <p14:tracePt t="4165" x="3422650" y="2933700"/>
          <p14:tracePt t="4181" x="3143250" y="2946400"/>
          <p14:tracePt t="4197" x="3016250" y="2946400"/>
          <p14:tracePt t="4215" x="2800350" y="2940050"/>
          <p14:tracePt t="4231" x="2622550" y="2940050"/>
          <p14:tracePt t="4247" x="2533650" y="2940050"/>
          <p14:tracePt t="4264" x="2406650" y="2940050"/>
          <p14:tracePt t="4281" x="2317750" y="2940050"/>
          <p14:tracePt t="4298" x="2247900" y="2933700"/>
          <p14:tracePt t="4314" x="2216150" y="2933700"/>
          <p14:tracePt t="4330" x="2165350" y="2927350"/>
          <p14:tracePt t="4348" x="2146300" y="2927350"/>
          <p14:tracePt t="4364" x="2095500" y="2927350"/>
          <p14:tracePt t="4380" x="2070100" y="2927350"/>
          <p14:tracePt t="4397" x="2000250" y="2946400"/>
          <p14:tracePt t="4414" x="1974850" y="2952750"/>
          <p14:tracePt t="4430" x="1955800" y="2952750"/>
          <p14:tracePt t="4447" x="1936750" y="2952750"/>
          <p14:tracePt t="4463" x="1930400" y="2952750"/>
          <p14:tracePt t="4487" x="1924050" y="2952750"/>
          <p14:tracePt t="4530" x="1917700" y="2952750"/>
          <p14:tracePt t="4579" x="1911350" y="2952750"/>
          <p14:tracePt t="4803" x="1905000" y="2959100"/>
          <p14:tracePt t="4831" x="1898650" y="2965450"/>
          <p14:tracePt t="4852" x="1892300" y="2965450"/>
          <p14:tracePt t="4859" x="1885950" y="2965450"/>
          <p14:tracePt t="4873" x="1879600" y="2965450"/>
          <p14:tracePt t="4881" x="1866900" y="2965450"/>
          <p14:tracePt t="4895" x="1854200" y="2965450"/>
          <p14:tracePt t="4912" x="1822450" y="2965450"/>
          <p14:tracePt t="4929" x="1797050" y="2965450"/>
          <p14:tracePt t="4945" x="1708150" y="2946400"/>
          <p14:tracePt t="4962" x="1600200" y="2921000"/>
          <p14:tracePt t="4979" x="1479550" y="2882900"/>
          <p14:tracePt t="4995" x="1416050" y="2863850"/>
          <p14:tracePt t="5011" x="1289050" y="2813050"/>
          <p14:tracePt t="5029" x="1181100" y="2768600"/>
          <p14:tracePt t="5045" x="1123950" y="2749550"/>
          <p14:tracePt t="5061" x="1085850" y="2743200"/>
          <p14:tracePt t="5079" x="1003300" y="2724150"/>
          <p14:tracePt t="5095" x="946150" y="2724150"/>
          <p14:tracePt t="5113" x="901700" y="2717800"/>
          <p14:tracePt t="5128" x="882650" y="2717800"/>
          <p14:tracePt t="5144" x="850900" y="2717800"/>
          <p14:tracePt t="5161" x="825500" y="2724150"/>
          <p14:tracePt t="5178" x="800100" y="2730500"/>
          <p14:tracePt t="5194" x="774700" y="2736850"/>
          <p14:tracePt t="5211" x="749300" y="2749550"/>
          <p14:tracePt t="5227" x="749300" y="2755900"/>
          <p14:tracePt t="5244" x="736600" y="2762250"/>
          <p14:tracePt t="5260" x="730250" y="2762250"/>
          <p14:tracePt t="5277" x="723900" y="2768600"/>
          <p14:tracePt t="5310" x="717550" y="2768600"/>
          <p14:tracePt t="5345" x="711200" y="2768600"/>
          <p14:tracePt t="5365" x="711200" y="2774950"/>
          <p14:tracePt t="5372" x="704850" y="2774950"/>
          <p14:tracePt t="5393" x="704850" y="2781300"/>
          <p14:tracePt t="5400" x="704850" y="2787650"/>
          <p14:tracePt t="5414" x="704850" y="2794000"/>
          <p14:tracePt t="5427" x="704850" y="2800350"/>
          <p14:tracePt t="5444" x="704850" y="2813050"/>
          <p14:tracePt t="5460" x="704850" y="2819400"/>
          <p14:tracePt t="5477" x="704850" y="2863850"/>
          <p14:tracePt t="5493" x="711200" y="2889250"/>
          <p14:tracePt t="5510" x="711200" y="2914650"/>
          <p14:tracePt t="5527" x="723900" y="2959100"/>
          <p14:tracePt t="5543" x="749300" y="3009900"/>
          <p14:tracePt t="5560" x="768350" y="3028950"/>
          <p14:tracePt t="5577" x="806450" y="3067050"/>
          <p14:tracePt t="5594" x="850900" y="3098800"/>
          <p14:tracePt t="5611" x="895350" y="3117850"/>
          <p14:tracePt t="5627" x="908050" y="3124200"/>
          <p14:tracePt t="5646" x="933450" y="3124200"/>
          <p14:tracePt t="5660" x="946150" y="3124200"/>
          <p14:tracePt t="5677" x="958850" y="3124200"/>
          <p14:tracePt t="5722" x="965200" y="3124200"/>
          <p14:tracePt t="5764" x="971550" y="3124200"/>
          <p14:tracePt t="5799" x="977900" y="3124200"/>
          <p14:tracePt t="5834" x="984250" y="3124200"/>
          <p14:tracePt t="5848" x="990600" y="3124200"/>
          <p14:tracePt t="5869" x="996950" y="3124200"/>
          <p14:tracePt t="5890" x="996950" y="3130550"/>
          <p14:tracePt t="5904" x="1003300" y="3130550"/>
          <p14:tracePt t="5911" x="1009650" y="3130550"/>
          <p14:tracePt t="5928" x="1022350" y="3130550"/>
          <p14:tracePt t="5942" x="1047750" y="3130550"/>
          <p14:tracePt t="5959" x="1066800" y="3136900"/>
          <p14:tracePt t="5976" x="1123950" y="3136900"/>
          <p14:tracePt t="5992" x="1162050" y="3136900"/>
          <p14:tracePt t="6009" x="1257300" y="3136900"/>
          <p14:tracePt t="6025" x="1371600" y="3136900"/>
          <p14:tracePt t="6041" x="1435100" y="3124200"/>
          <p14:tracePt t="6058" x="1562100" y="3117850"/>
          <p14:tracePt t="6076" x="1695450" y="3105150"/>
          <p14:tracePt t="6092" x="1758950" y="3098800"/>
          <p14:tracePt t="6109" x="1911350" y="3086100"/>
          <p14:tracePt t="6125" x="2070100" y="3079750"/>
          <p14:tracePt t="6144" x="2209800" y="3067050"/>
          <p14:tracePt t="6159" x="2260600" y="3067050"/>
          <p14:tracePt t="6174" x="2368550" y="3067050"/>
          <p14:tracePt t="6190" x="2419350" y="3067050"/>
          <p14:tracePt t="6207" x="2514600" y="3079750"/>
          <p14:tracePt t="6224" x="2571750" y="3079750"/>
          <p14:tracePt t="6240" x="2590800" y="3086100"/>
          <p14:tracePt t="6257" x="2628900" y="3092450"/>
          <p14:tracePt t="6274" x="2641600" y="3092450"/>
          <p14:tracePt t="6292" x="2667000" y="3092450"/>
          <p14:tracePt t="6324" x="2673350" y="3092450"/>
          <p14:tracePt t="6544" x="2692400" y="3092450"/>
          <p14:tracePt t="6558" x="2730500" y="3092450"/>
          <p14:tracePt t="6565" x="2768600" y="3086100"/>
          <p14:tracePt t="6573" x="2819400" y="3086100"/>
          <p14:tracePt t="6589" x="2895600" y="3086100"/>
          <p14:tracePt t="6607" x="3067050" y="3073400"/>
          <p14:tracePt t="6623" x="3181350" y="3067050"/>
          <p14:tracePt t="6639" x="3397250" y="3054350"/>
          <p14:tracePt t="6657" x="3625850" y="3035300"/>
          <p14:tracePt t="6673" x="3727450" y="3022600"/>
          <p14:tracePt t="6690" x="3905250" y="2990850"/>
          <p14:tracePt t="6705" x="4064000" y="2971800"/>
          <p14:tracePt t="6722" x="4114800" y="2952750"/>
          <p14:tracePt t="6739" x="4222750" y="2933700"/>
          <p14:tracePt t="6755" x="4273550" y="2927350"/>
          <p14:tracePt t="6772" x="4286250" y="2927350"/>
          <p14:tracePt t="6790" x="4298950" y="2927350"/>
          <p14:tracePt t="6805" x="4305300" y="2927350"/>
          <p14:tracePt t="7302" x="4311650" y="2927350"/>
          <p14:tracePt t="7308" x="4318000" y="2933700"/>
          <p14:tracePt t="7323" x="4324350" y="2940050"/>
          <p14:tracePt t="7337" x="4343400" y="2946400"/>
          <p14:tracePt t="7353" x="4349750" y="2952750"/>
          <p14:tracePt t="7370" x="4387850" y="2965450"/>
          <p14:tracePt t="7387" x="4445000" y="2978150"/>
          <p14:tracePt t="7403" x="4489450" y="2984500"/>
          <p14:tracePt t="7420" x="4572000" y="3003550"/>
          <p14:tracePt t="7436" x="4660900" y="3009900"/>
          <p14:tracePt t="7453" x="4699000" y="3009900"/>
          <p14:tracePt t="7470" x="4781550" y="3009900"/>
          <p14:tracePt t="7486" x="4819650" y="3009900"/>
          <p14:tracePt t="7503" x="4864100" y="3003550"/>
          <p14:tracePt t="7520" x="4933950" y="2978150"/>
          <p14:tracePt t="7536" x="4965700" y="2971800"/>
          <p14:tracePt t="7553" x="4984750" y="2965450"/>
          <p14:tracePt t="7569" x="5035550" y="2940050"/>
          <p14:tracePt t="7586" x="5067300" y="2927350"/>
          <p14:tracePt t="7604" x="5092700" y="2921000"/>
          <p14:tracePt t="7619" x="5105400" y="2914650"/>
          <p14:tracePt t="7635" x="5105400" y="2908300"/>
          <p14:tracePt t="7653" x="5124450" y="2895600"/>
          <p14:tracePt t="7669" x="5130800" y="2882900"/>
          <p14:tracePt t="7686" x="5137150" y="2870200"/>
          <p14:tracePt t="7702" x="5137150" y="2863850"/>
          <p14:tracePt t="8089" x="5181600" y="2863850"/>
          <p14:tracePt t="8096" x="5226050" y="2876550"/>
          <p14:tracePt t="8110" x="5289550" y="2882900"/>
          <p14:tracePt t="8120" x="5346700" y="2895600"/>
          <p14:tracePt t="8134" x="5410200" y="2895600"/>
          <p14:tracePt t="8151" x="5562600" y="2901950"/>
          <p14:tracePt t="8167" x="5727700" y="2901950"/>
          <p14:tracePt t="8184" x="5803900" y="2901950"/>
          <p14:tracePt t="8201" x="5892800" y="2901950"/>
          <p14:tracePt t="8217" x="6127750" y="2889250"/>
          <p14:tracePt t="8234" x="6191250" y="2889250"/>
          <p14:tracePt t="8251" x="6254750" y="2889250"/>
          <p14:tracePt t="8268" x="6273800" y="2889250"/>
          <p14:tracePt t="8284" x="6286500" y="2889250"/>
          <p14:tracePt t="8348" x="6280150" y="2895600"/>
          <p14:tracePt t="8355" x="6273800" y="2895600"/>
          <p14:tracePt t="8370" x="6261100" y="2901950"/>
          <p14:tracePt t="8384" x="6229350" y="2908300"/>
          <p14:tracePt t="8400" x="6134100" y="2927350"/>
          <p14:tracePt t="8417" x="6083300" y="2927350"/>
          <p14:tracePt t="8433" x="6019800" y="2927350"/>
          <p14:tracePt t="8450" x="5702300" y="2921000"/>
          <p14:tracePt t="8466" x="5575300" y="2908300"/>
          <p14:tracePt t="8483" x="5232400" y="2895600"/>
          <p14:tracePt t="8500" x="4781550" y="2882900"/>
          <p14:tracePt t="8516" x="4521200" y="2882900"/>
          <p14:tracePt t="8533" x="3930650" y="2882900"/>
          <p14:tracePt t="8549" x="3644900" y="2882900"/>
          <p14:tracePt t="8567" x="2743200" y="2819400"/>
          <p14:tracePt t="8583" x="2476500" y="2806700"/>
          <p14:tracePt t="8599" x="2241550" y="2806700"/>
          <p14:tracePt t="8616" x="1911350" y="2781300"/>
          <p14:tracePt t="8632" x="1682750" y="2781300"/>
          <p14:tracePt t="8651" x="1568450" y="2794000"/>
          <p14:tracePt t="8666" x="1422400" y="2825750"/>
          <p14:tracePt t="8682" x="1327150" y="2832100"/>
          <p14:tracePt t="8699" x="1301750" y="2838450"/>
          <p14:tracePt t="8716" x="1263650" y="2870200"/>
          <p14:tracePt t="8732" x="1231900" y="2882900"/>
          <p14:tracePt t="8750" x="1212850" y="2895600"/>
          <p14:tracePt t="8766" x="1200150" y="2901950"/>
          <p14:tracePt t="8781" x="1181100" y="2933700"/>
          <p14:tracePt t="8799" x="1168400" y="2959100"/>
          <p14:tracePt t="8815" x="1162050" y="2971800"/>
          <p14:tracePt t="8832" x="1155700" y="3003550"/>
          <p14:tracePt t="8849" x="1136650" y="3022600"/>
          <p14:tracePt t="8865" x="1111250" y="3048000"/>
          <p14:tracePt t="8883" x="1079500" y="3079750"/>
          <p14:tracePt t="8899" x="1041400" y="3117850"/>
          <p14:tracePt t="8915" x="1035050" y="3130550"/>
          <p14:tracePt t="8932" x="1009650" y="3155950"/>
          <p14:tracePt t="8948" x="1003300" y="3175000"/>
          <p14:tracePt t="8966" x="977900" y="3213100"/>
          <p14:tracePt t="8981" x="965200" y="3238500"/>
          <p14:tracePt t="8998" x="965200" y="3251200"/>
          <p14:tracePt t="9015" x="958850" y="3263900"/>
          <p14:tracePt t="9048" x="958850" y="3270250"/>
          <p14:tracePt t="9065" x="958850" y="3276600"/>
          <p14:tracePt t="9081" x="958850" y="3289300"/>
          <p14:tracePt t="9115" x="958850" y="3295650"/>
          <p14:tracePt t="9131" x="971550" y="3302000"/>
          <p14:tracePt t="9164" x="984250" y="3308350"/>
          <p14:tracePt t="9180" x="990600" y="3314700"/>
          <p14:tracePt t="9198" x="996950" y="3321050"/>
          <p14:tracePt t="9214" x="1003300" y="3327400"/>
          <p14:tracePt t="9230" x="1009650" y="3333750"/>
          <p14:tracePt t="9247" x="1022350" y="3340100"/>
          <p14:tracePt t="9264" x="1028700" y="3340100"/>
          <p14:tracePt t="9296" x="1035050" y="3346450"/>
          <p14:tracePt t="9313" x="1035050" y="3352800"/>
          <p14:tracePt t="9332" x="1041400" y="3359150"/>
          <p14:tracePt t="9346" x="1047750" y="3359150"/>
          <p14:tracePt t="9363" x="1054100" y="3365500"/>
          <p14:tracePt t="9382" x="1060450" y="3365500"/>
          <p14:tracePt t="9402" x="1073150" y="3371850"/>
          <p14:tracePt t="9430" x="1079500" y="3378200"/>
          <p14:tracePt t="9444" x="1085850" y="3378200"/>
          <p14:tracePt t="9451" x="1092200" y="3378200"/>
          <p14:tracePt t="9466" x="1098550" y="3378200"/>
          <p14:tracePt t="9479" x="1117600" y="3384550"/>
          <p14:tracePt t="9496" x="1130300" y="3390900"/>
          <p14:tracePt t="9513" x="1143000" y="3397250"/>
          <p14:tracePt t="9529" x="1187450" y="3403600"/>
          <p14:tracePt t="9546" x="1219200" y="3429000"/>
          <p14:tracePt t="9563" x="1263650" y="3435350"/>
          <p14:tracePt t="9579" x="1282700" y="3441700"/>
          <p14:tracePt t="9595" x="1327150" y="3454400"/>
          <p14:tracePt t="9613" x="1358900" y="3467100"/>
          <p14:tracePt t="9629" x="1377950" y="3473450"/>
          <p14:tracePt t="9645" x="1403350" y="3479800"/>
          <p14:tracePt t="9662" x="1441450" y="3486150"/>
          <p14:tracePt t="9679" x="1454150" y="3492500"/>
          <p14:tracePt t="9695" x="1466850" y="3492500"/>
          <p14:tracePt t="9712" x="1492250" y="3492500"/>
          <p14:tracePt t="9728" x="1498600" y="3492500"/>
          <p14:tracePt t="9746" x="1517650" y="3492500"/>
          <p14:tracePt t="9762" x="1530350" y="3492500"/>
          <p14:tracePt t="9778" x="1536700" y="3492500"/>
          <p14:tracePt t="9795" x="1549400" y="3492500"/>
          <p14:tracePt t="9812" x="1568450" y="3492500"/>
          <p14:tracePt t="9828" x="1574800" y="3492500"/>
          <p14:tracePt t="9845" x="1587500" y="3492500"/>
          <p14:tracePt t="9862" x="1600200" y="3498850"/>
          <p14:tracePt t="9865" x="1606550" y="3498850"/>
          <p14:tracePt t="9879" x="1625600" y="3498850"/>
          <p14:tracePt t="9911" x="1631950" y="3498850"/>
          <p14:tracePt t="9928" x="1651000" y="3498850"/>
          <p14:tracePt t="9945" x="1670050" y="3498850"/>
          <p14:tracePt t="9961" x="1676400" y="3498850"/>
          <p14:tracePt t="9978" x="1695450" y="3498850"/>
          <p14:tracePt t="9994" x="1714500" y="3498850"/>
          <p14:tracePt t="10011" x="1727200" y="3492500"/>
          <p14:tracePt t="10027" x="1752600" y="3492500"/>
          <p14:tracePt t="10044" x="1778000" y="3486150"/>
          <p14:tracePt t="10061" x="1790700" y="3486150"/>
          <p14:tracePt t="10077" x="1797050" y="3486150"/>
          <p14:tracePt t="10094" x="1803400" y="3486150"/>
          <p14:tracePt t="10111" x="1809750" y="3486150"/>
          <p14:tracePt t="10166" x="1816100" y="3486150"/>
          <p14:tracePt t="10223" x="1822450" y="3486150"/>
          <p14:tracePt t="10272" x="1828800" y="3486150"/>
          <p14:tracePt t="11465" x="1835150" y="3486150"/>
          <p14:tracePt t="11479" x="1841500" y="3486150"/>
          <p14:tracePt t="11492" x="1847850" y="3479800"/>
          <p14:tracePt t="11513" x="1854200" y="3479800"/>
          <p14:tracePt t="11534" x="1854200" y="3473450"/>
          <p14:tracePt t="11548" x="1854200" y="3467100"/>
          <p14:tracePt t="11557" x="1854200" y="3460750"/>
          <p14:tracePt t="11569" x="1860550" y="3454400"/>
          <p14:tracePt t="11576" x="1866900" y="3441700"/>
          <p14:tracePt t="11589" x="1873250" y="3429000"/>
          <p14:tracePt t="11605" x="1879600" y="3397250"/>
          <p14:tracePt t="11622" x="1885950" y="3384550"/>
          <p14:tracePt t="11639" x="1892300" y="3365500"/>
          <p14:tracePt t="11655" x="1898650" y="3321050"/>
          <p14:tracePt t="11672" x="1898650" y="3295650"/>
          <p14:tracePt t="11690" x="1898650" y="3263900"/>
          <p14:tracePt t="11705" x="1898650" y="3251200"/>
          <p14:tracePt t="11722" x="1898650" y="3219450"/>
          <p14:tracePt t="11739" x="1898650" y="3194050"/>
          <p14:tracePt t="11755" x="1898650" y="3181350"/>
          <p14:tracePt t="11772" x="1885950" y="3149600"/>
          <p14:tracePt t="11788" x="1854200" y="3105150"/>
          <p14:tracePt t="11805" x="1841500" y="3092450"/>
          <p14:tracePt t="11821" x="1790700" y="3067050"/>
          <p14:tracePt t="11838" x="1701800" y="3041650"/>
          <p14:tracePt t="11855" x="1651000" y="3022600"/>
          <p14:tracePt t="11871" x="1530350" y="3003550"/>
          <p14:tracePt t="11888" x="1377950" y="2990850"/>
          <p14:tracePt t="11905" x="1301750" y="2984500"/>
          <p14:tracePt t="11921" x="1143000" y="2984500"/>
          <p14:tracePt t="11938" x="1016000" y="2971800"/>
          <p14:tracePt t="11955" x="965200" y="2971800"/>
          <p14:tracePt t="11971" x="869950" y="2965450"/>
          <p14:tracePt t="11988" x="819150" y="2946400"/>
          <p14:tracePt t="12006" x="730250" y="2927350"/>
          <p14:tracePt t="12021" x="717550" y="2927350"/>
          <p14:tracePt t="12038" x="704850" y="2927350"/>
          <p14:tracePt t="12054" x="692150" y="2921000"/>
          <p14:tracePt t="12070" x="685800" y="2921000"/>
          <p14:tracePt t="12104" x="692150" y="2927350"/>
          <p14:tracePt t="12120" x="698500" y="2940050"/>
          <p14:tracePt t="12137" x="704850" y="2946400"/>
          <p14:tracePt t="12153" x="717550" y="2965450"/>
          <p14:tracePt t="12170" x="717550" y="2971800"/>
          <p14:tracePt t="12187" x="730250" y="2997200"/>
          <p14:tracePt t="12203" x="742950" y="3003550"/>
          <p14:tracePt t="12220" x="755650" y="3016250"/>
          <p14:tracePt t="12238" x="781050" y="3035300"/>
          <p14:tracePt t="12253" x="800100" y="3048000"/>
          <p14:tracePt t="12270" x="850900" y="3060700"/>
          <p14:tracePt t="12287" x="920750" y="3073400"/>
          <p14:tracePt t="12304" x="952500" y="3073400"/>
          <p14:tracePt t="12320" x="977900" y="3067050"/>
          <p14:tracePt t="12336" x="1041400" y="3048000"/>
          <p14:tracePt t="12353" x="1066800" y="3028950"/>
          <p14:tracePt t="12370" x="1085850" y="3003550"/>
          <p14:tracePt t="12386" x="1085850" y="2990850"/>
          <p14:tracePt t="12403" x="1079500" y="2952750"/>
          <p14:tracePt t="12420" x="1060450" y="2921000"/>
          <p14:tracePt t="12436" x="1035050" y="2889250"/>
          <p14:tracePt t="12453" x="996950" y="2857500"/>
          <p14:tracePt t="12470" x="958850" y="2819400"/>
          <p14:tracePt t="12486" x="946150" y="2819400"/>
          <p14:tracePt t="12504" x="908050" y="2813050"/>
          <p14:tracePt t="12520" x="876300" y="2819400"/>
          <p14:tracePt t="12536" x="857250" y="2832100"/>
          <p14:tracePt t="12553" x="831850" y="2870200"/>
          <p14:tracePt t="12569" x="812800" y="2921000"/>
          <p14:tracePt t="12586" x="800100" y="2940050"/>
          <p14:tracePt t="12602" x="793750" y="2984500"/>
          <p14:tracePt t="12619" x="793750" y="3003550"/>
          <p14:tracePt t="12636" x="793750" y="3035300"/>
          <p14:tracePt t="12653" x="793750" y="3067050"/>
          <p14:tracePt t="12668" x="800100" y="3086100"/>
          <p14:tracePt t="12685" x="819150" y="3117850"/>
          <p14:tracePt t="12702" x="838200" y="3130550"/>
          <p14:tracePt t="12718" x="850900" y="3143250"/>
          <p14:tracePt t="12735" x="882650" y="3175000"/>
          <p14:tracePt t="12752" x="920750" y="3194050"/>
          <p14:tracePt t="12768" x="946150" y="3194050"/>
          <p14:tracePt t="12785" x="996950" y="3181350"/>
          <p14:tracePt t="12801" x="1041400" y="3136900"/>
          <p14:tracePt t="12818" x="1066800" y="3105150"/>
          <p14:tracePt t="12834" x="1092200" y="3041650"/>
          <p14:tracePt t="12852" x="1098550" y="2984500"/>
          <p14:tracePt t="12868" x="1092200" y="2927350"/>
          <p14:tracePt t="12884" x="1073150" y="2895600"/>
          <p14:tracePt t="12901" x="1022350" y="2825750"/>
          <p14:tracePt t="12918" x="946150" y="2787650"/>
          <p14:tracePt t="12934" x="908050" y="2774950"/>
          <p14:tracePt t="12951" x="863600" y="2768600"/>
          <p14:tracePt t="12968" x="793750" y="2781300"/>
          <p14:tracePt t="12985" x="711200" y="2813050"/>
          <p14:tracePt t="13001" x="679450" y="2825750"/>
          <p14:tracePt t="13018" x="635000" y="2870200"/>
          <p14:tracePt t="13034" x="615950" y="2921000"/>
          <p14:tracePt t="13051" x="609600" y="2971800"/>
          <p14:tracePt t="13067" x="615950" y="2997200"/>
          <p14:tracePt t="13084" x="647700" y="3054350"/>
          <p14:tracePt t="13100" x="698500" y="3105150"/>
          <p14:tracePt t="13117" x="723900" y="3117850"/>
          <p14:tracePt t="13134" x="781050" y="3149600"/>
          <p14:tracePt t="13150" x="844550" y="3181350"/>
          <p14:tracePt t="13167" x="876300" y="3187700"/>
          <p14:tracePt t="13184" x="901700" y="3187700"/>
          <p14:tracePt t="13200" x="984250" y="3162300"/>
          <p14:tracePt t="13216" x="1003300" y="3143250"/>
          <p14:tracePt t="13233" x="1028700" y="3105150"/>
          <p14:tracePt t="13250" x="1054100" y="3054350"/>
          <p14:tracePt t="13266" x="1060450" y="2997200"/>
          <p14:tracePt t="13283" x="1047750" y="2940050"/>
          <p14:tracePt t="13300" x="1041400" y="2921000"/>
          <p14:tracePt t="13316" x="996950" y="2863850"/>
          <p14:tracePt t="13333" x="946150" y="2819400"/>
          <p14:tracePt t="13349" x="914400" y="2800350"/>
          <p14:tracePt t="13366" x="863600" y="2781300"/>
          <p14:tracePt t="13382" x="812800" y="2781300"/>
          <p14:tracePt t="13399" x="793750" y="2787650"/>
          <p14:tracePt t="13416" x="749300" y="2825750"/>
          <p14:tracePt t="13432" x="717550" y="2870200"/>
          <p14:tracePt t="13449" x="711200" y="2889250"/>
          <p14:tracePt t="13466" x="704850" y="2946400"/>
          <p14:tracePt t="13482" x="711200" y="2997200"/>
          <p14:tracePt t="13500" x="742950" y="3048000"/>
          <p14:tracePt t="13516" x="755650" y="3073400"/>
          <p14:tracePt t="13532" x="812800" y="3117850"/>
          <p14:tracePt t="13549" x="831850" y="3130550"/>
          <p14:tracePt t="13565" x="895350" y="3155950"/>
          <p14:tracePt t="13582" x="933450" y="3155950"/>
          <p14:tracePt t="13598" x="996950" y="3130550"/>
          <p14:tracePt t="13615" x="1066800" y="3060700"/>
          <p14:tracePt t="13632" x="1092200" y="3016250"/>
          <p14:tracePt t="13648" x="1130300" y="2952750"/>
          <p14:tracePt t="13665" x="1136650" y="2895600"/>
          <p14:tracePt t="13682" x="1130300" y="2851150"/>
          <p14:tracePt t="13698" x="1117600" y="2838450"/>
          <p14:tracePt t="13715" x="1073150" y="2794000"/>
          <p14:tracePt t="13732" x="1022350" y="2768600"/>
          <p14:tracePt t="13748" x="990600" y="2762250"/>
          <p14:tracePt t="13765" x="939800" y="2749550"/>
          <p14:tracePt t="13781" x="901700" y="2755900"/>
          <p14:tracePt t="13798" x="876300" y="2768600"/>
          <p14:tracePt t="13816" x="838200" y="2800350"/>
          <p14:tracePt t="13831" x="806450" y="2844800"/>
          <p14:tracePt t="13848" x="793750" y="2863850"/>
          <p14:tracePt t="13865" x="762000" y="2914650"/>
          <p14:tracePt t="13881" x="755650" y="2946400"/>
          <p14:tracePt t="13897" x="742950" y="3003550"/>
          <p14:tracePt t="13915" x="742950" y="3060700"/>
          <p14:tracePt t="13930" x="749300" y="3092450"/>
          <p14:tracePt t="13947" x="774700" y="3143250"/>
          <p14:tracePt t="13951" x="793750" y="3162300"/>
          <p14:tracePt t="13964" x="825500" y="3181350"/>
          <p14:tracePt t="13980" x="844550" y="3194050"/>
          <p14:tracePt t="13997" x="914400" y="3213100"/>
          <p14:tracePt t="14014" x="996950" y="3200400"/>
          <p14:tracePt t="14030" x="1028700" y="3175000"/>
          <p14:tracePt t="14048" x="1098550" y="3105150"/>
          <p14:tracePt t="14064" x="1155700" y="3016250"/>
          <p14:tracePt t="14081" x="1168400" y="2971800"/>
          <p14:tracePt t="14097" x="1162050" y="2914650"/>
          <p14:tracePt t="14114" x="1123950" y="2851150"/>
          <p14:tracePt t="14131" x="1041400" y="2800350"/>
          <p14:tracePt t="14146" x="1009650" y="2774950"/>
          <p14:tracePt t="14163" x="958850" y="2755900"/>
          <p14:tracePt t="14180" x="850900" y="2736850"/>
          <p14:tracePt t="14197" x="742950" y="2749550"/>
          <p14:tracePt t="14213" x="685800" y="2768600"/>
          <p14:tracePt t="14230" x="609600" y="2819400"/>
          <p14:tracePt t="14246" x="577850" y="2863850"/>
          <p14:tracePt t="14263" x="571500" y="2889250"/>
          <p14:tracePt t="14279" x="584200" y="2952750"/>
          <p14:tracePt t="14296" x="615950" y="3009900"/>
          <p14:tracePt t="14313" x="641350" y="3054350"/>
          <p14:tracePt t="14329" x="685800" y="3111500"/>
          <p14:tracePt t="14346" x="755650" y="3168650"/>
          <p14:tracePt t="14363" x="819150" y="3213100"/>
          <p14:tracePt t="14379" x="850900" y="3225800"/>
          <p14:tracePt t="14395" x="908050" y="3225800"/>
          <p14:tracePt t="14413" x="952500" y="3187700"/>
          <p14:tracePt t="14429" x="977900" y="3155950"/>
          <p14:tracePt t="14446" x="996950" y="3117850"/>
          <p14:tracePt t="14462" x="1003300" y="2997200"/>
          <p14:tracePt t="14479" x="1003300" y="2952750"/>
          <p14:tracePt t="14482" x="984250" y="2921000"/>
          <p14:tracePt t="14496" x="971550" y="2889250"/>
          <p14:tracePt t="14512" x="933450" y="2838450"/>
          <p14:tracePt t="14528" x="914400" y="2825750"/>
          <p14:tracePt t="14546" x="876300" y="2794000"/>
          <p14:tracePt t="14562" x="857250" y="2787650"/>
          <p14:tracePt t="14579" x="825500" y="2787650"/>
          <p14:tracePt t="14595" x="787400" y="2819400"/>
          <p14:tracePt t="14612" x="781050" y="2832100"/>
          <p14:tracePt t="14628" x="762000" y="2870200"/>
          <p14:tracePt t="14645" x="742950" y="2914650"/>
          <p14:tracePt t="14661" x="742950" y="2933700"/>
          <p14:tracePt t="14679" x="742950" y="2978150"/>
          <p14:tracePt t="14695" x="755650" y="3028950"/>
          <p14:tracePt t="14711" x="768350" y="3048000"/>
          <p14:tracePt t="14728" x="793750" y="3079750"/>
          <p14:tracePt t="14744" x="838200" y="3117850"/>
          <p14:tracePt t="14761" x="863600" y="3130550"/>
          <p14:tracePt t="14778" x="901700" y="3149600"/>
          <p14:tracePt t="14794" x="933450" y="3155950"/>
          <p14:tracePt t="14811" x="965200" y="3155950"/>
          <p14:tracePt t="14827" x="996950" y="3143250"/>
          <p14:tracePt t="14844" x="1016000" y="3117850"/>
          <p14:tracePt t="14861" x="1035050" y="3086100"/>
          <p14:tracePt t="14877" x="1041400" y="3035300"/>
          <p14:tracePt t="14894" x="1041400" y="3009900"/>
          <p14:tracePt t="14911" x="1035050" y="2946400"/>
          <p14:tracePt t="14927" x="996950" y="2895600"/>
          <p14:tracePt t="14944" x="977900" y="2876550"/>
          <p14:tracePt t="14960" x="946150" y="2832100"/>
          <p14:tracePt t="14977" x="908050" y="2806700"/>
          <p14:tracePt t="14995" x="876300" y="2800350"/>
          <p14:tracePt t="15010" x="857250" y="2800350"/>
          <p14:tracePt t="15027" x="812800" y="2819400"/>
          <p14:tracePt t="15044" x="781050" y="2838450"/>
          <p14:tracePt t="15061" x="755650" y="2851150"/>
          <p14:tracePt t="15077" x="742950" y="2863850"/>
          <p14:tracePt t="15094" x="717550" y="2895600"/>
          <p14:tracePt t="15110" x="717550" y="2908300"/>
          <p14:tracePt t="15127" x="717550" y="2933700"/>
          <p14:tracePt t="15144" x="717550" y="2952750"/>
          <p14:tracePt t="15160" x="723900" y="2965450"/>
          <p14:tracePt t="15177" x="730250" y="2971800"/>
          <p14:tracePt t="15666" x="749300" y="2971800"/>
          <p14:tracePt t="15674" x="768350" y="2971800"/>
          <p14:tracePt t="15687" x="787400" y="2965450"/>
          <p14:tracePt t="15694" x="800100" y="2965450"/>
          <p14:tracePt t="15711" x="825500" y="2952750"/>
          <p14:tracePt t="15725" x="831850" y="2952750"/>
          <p14:tracePt t="15741" x="857250" y="2952750"/>
          <p14:tracePt t="15758" x="882650" y="2952750"/>
          <p14:tracePt t="15774" x="901700" y="2952750"/>
          <p14:tracePt t="15791" x="939800" y="2952750"/>
          <p14:tracePt t="15807" x="971550" y="2952750"/>
          <p14:tracePt t="15824" x="984250" y="2959100"/>
          <p14:tracePt t="15841" x="1009650" y="2965450"/>
          <p14:tracePt t="15857" x="1022350" y="2965450"/>
          <p14:tracePt t="15874" x="1028700" y="2965450"/>
          <p14:tracePt t="15891" x="1047750" y="2965450"/>
          <p14:tracePt t="15907" x="1054100" y="2965450"/>
          <p14:tracePt t="15923" x="1060450" y="2965450"/>
          <p14:tracePt t="15996" x="1066800" y="2965450"/>
          <p14:tracePt t="16031" x="1073150" y="2965450"/>
          <p14:tracePt t="16066" x="1079500" y="2965450"/>
          <p14:tracePt t="16172" x="1073150" y="2965450"/>
          <p14:tracePt t="16227" x="1066800" y="2965450"/>
          <p14:tracePt t="16509" x="1073150" y="2965450"/>
          <p14:tracePt t="16529" x="1079500" y="2965450"/>
          <p14:tracePt t="16558" x="1085850" y="2965450"/>
          <p14:tracePt t="16579" x="1092200" y="2965450"/>
          <p14:tracePt t="16607" x="1098550" y="2965450"/>
          <p14:tracePt t="16663" x="1104900" y="2965450"/>
          <p14:tracePt t="16677" x="1111250" y="2965450"/>
          <p14:tracePt t="16698" x="1117600" y="2965450"/>
          <p14:tracePt t="16719" x="1123950" y="2965450"/>
          <p14:tracePt t="16740" x="1136650" y="2965450"/>
          <p14:tracePt t="16747" x="1143000" y="2965450"/>
          <p14:tracePt t="16768" x="1155700" y="2965450"/>
          <p14:tracePt t="16783" x="1174750" y="2965450"/>
          <p14:tracePt t="16790" x="1206500" y="2965450"/>
          <p14:tracePt t="16805" x="1231900" y="2965450"/>
          <p14:tracePt t="16820" x="1301750" y="2965450"/>
          <p14:tracePt t="16837" x="1339850" y="2965450"/>
          <p14:tracePt t="16854" x="1428750" y="2965450"/>
          <p14:tracePt t="16871" x="1473200" y="2965450"/>
          <p14:tracePt t="16888" x="1612900" y="2965450"/>
          <p14:tracePt t="16904" x="1657350" y="2965450"/>
          <p14:tracePt t="16920" x="1682750" y="2959100"/>
          <p14:tracePt t="16937" x="1752600" y="2959100"/>
          <p14:tracePt t="16953" x="1816100" y="2959100"/>
          <p14:tracePt t="16970" x="1835150" y="2959100"/>
          <p14:tracePt t="16987" x="1892300" y="2959100"/>
          <p14:tracePt t="17003" x="1949450" y="2959100"/>
          <p14:tracePt t="17021" x="1981200" y="2959100"/>
          <p14:tracePt t="17036" x="2038350" y="2959100"/>
          <p14:tracePt t="17053" x="2108200" y="2952750"/>
          <p14:tracePt t="17070" x="2209800" y="2952750"/>
          <p14:tracePt t="17086" x="2260600" y="2940050"/>
          <p14:tracePt t="17103" x="2393950" y="2933700"/>
          <p14:tracePt t="17120" x="2508250" y="2921000"/>
          <p14:tracePt t="17136" x="2571750" y="2921000"/>
          <p14:tracePt t="17153" x="2628900" y="2914650"/>
          <p14:tracePt t="17169" x="2698750" y="2908300"/>
          <p14:tracePt t="17186" x="2717800" y="2908300"/>
          <p14:tracePt t="17204" x="2736850" y="2901950"/>
          <p14:tracePt t="17484" x="2730500" y="2901950"/>
          <p14:tracePt t="17491" x="2724150" y="2901950"/>
          <p14:tracePt t="17505" x="2711450" y="2901950"/>
          <p14:tracePt t="17518" x="2705100" y="2901950"/>
          <p14:tracePt t="17535" x="2654300" y="2914650"/>
          <p14:tracePt t="17551" x="2597150" y="2933700"/>
          <p14:tracePt t="17569" x="2451100" y="2971800"/>
          <p14:tracePt t="17585" x="2228850" y="3035300"/>
          <p14:tracePt t="17601" x="2101850" y="3067050"/>
          <p14:tracePt t="17618" x="1790700" y="3111500"/>
          <p14:tracePt t="17634" x="1498600" y="3155950"/>
          <p14:tracePt t="17651" x="1358900" y="3155950"/>
          <p14:tracePt t="17668" x="1143000" y="3168650"/>
          <p14:tracePt t="17684" x="990600" y="3162300"/>
          <p14:tracePt t="17702" x="920750" y="3155950"/>
          <p14:tracePt t="17717" x="901700" y="3155950"/>
          <p14:tracePt t="17735" x="889000" y="3149600"/>
          <p14:tracePt t="17786" x="895350" y="3149600"/>
          <p14:tracePt t="17793" x="901700" y="3149600"/>
          <p14:tracePt t="17801" x="908050" y="3149600"/>
          <p14:tracePt t="17817" x="914400" y="3149600"/>
          <p14:tracePt t="17834" x="927100" y="3149600"/>
          <p14:tracePt t="17850" x="939800" y="3143250"/>
          <p14:tracePt t="17867" x="958850" y="3136900"/>
          <p14:tracePt t="17885" x="1003300" y="3130550"/>
          <p14:tracePt t="17900" x="1022350" y="3124200"/>
          <p14:tracePt t="17917" x="1117600" y="3098800"/>
          <p14:tracePt t="17934" x="1276350" y="3048000"/>
          <p14:tracePt t="17950" x="1377950" y="3009900"/>
          <p14:tracePt t="17967" x="1612900" y="2946400"/>
          <p14:tracePt t="17984" x="1885950" y="2832100"/>
          <p14:tracePt t="18000" x="2025650" y="2768600"/>
          <p14:tracePt t="18017" x="2247900" y="2705100"/>
          <p14:tracePt t="18033" x="2419350" y="2667000"/>
          <p14:tracePt t="18050" x="2482850" y="2660650"/>
          <p14:tracePt t="18067" x="2546350" y="2660650"/>
          <p14:tracePt t="18083" x="2571750" y="2660650"/>
          <p14:tracePt t="18117" x="2578100" y="2660650"/>
          <p14:tracePt t="18326" x="2520950" y="2686050"/>
          <p14:tracePt t="18334" x="2438400" y="2730500"/>
          <p14:tracePt t="18348" x="2343150" y="2768600"/>
          <p14:tracePt t="18354" x="2254250" y="2781300"/>
          <p14:tracePt t="18365" x="2152650" y="2800350"/>
          <p14:tracePt t="18383" x="1962150" y="2819400"/>
          <p14:tracePt t="18398" x="1860550" y="2819400"/>
          <p14:tracePt t="18415" x="1784350" y="2819400"/>
          <p14:tracePt t="18432" x="1625600" y="2832100"/>
          <p14:tracePt t="18448" x="1600200" y="2825750"/>
          <p14:tracePt t="18465" x="1574800" y="2825750"/>
          <p14:tracePt t="18482" x="1562100" y="2825750"/>
          <p14:tracePt t="18498" x="1555750" y="2825750"/>
          <p14:tracePt t="18544" x="1555750" y="2819400"/>
          <p14:tracePt t="18558" x="1562100" y="2819400"/>
          <p14:tracePt t="18567" x="1574800" y="2819400"/>
          <p14:tracePt t="18582" x="1587500" y="2819400"/>
          <p14:tracePt t="18598" x="1612900" y="2813050"/>
          <p14:tracePt t="18615" x="1651000" y="2806700"/>
          <p14:tracePt t="18631" x="1682750" y="2806700"/>
          <p14:tracePt t="18648" x="1771650" y="2806700"/>
          <p14:tracePt t="18664" x="1885950" y="2806700"/>
          <p14:tracePt t="18681" x="1962150" y="2806700"/>
          <p14:tracePt t="18698" x="2038350" y="2813050"/>
          <p14:tracePt t="18714" x="2305050" y="2813050"/>
          <p14:tracePt t="18730" x="2406650" y="2813050"/>
          <p14:tracePt t="18748" x="2571750" y="2806700"/>
          <p14:tracePt t="18764" x="2635250" y="2806700"/>
          <p14:tracePt t="18781" x="2743200" y="2806700"/>
          <p14:tracePt t="18797" x="2781300" y="2800350"/>
          <p14:tracePt t="18814" x="2794000" y="2800350"/>
          <p14:tracePt t="18831" x="2800350" y="2794000"/>
          <p14:tracePt t="18888" x="2787650" y="2800350"/>
          <p14:tracePt t="18895" x="2774950" y="2806700"/>
          <p14:tracePt t="18909" x="2755900" y="2806700"/>
          <p14:tracePt t="18916" x="2724150" y="2825750"/>
          <p14:tracePt t="18930" x="2686050" y="2832100"/>
          <p14:tracePt t="18947" x="2565400" y="2851150"/>
          <p14:tracePt t="18963" x="2489200" y="2857500"/>
          <p14:tracePt t="18980" x="2311400" y="2870200"/>
          <p14:tracePt t="18996" x="2120900" y="2870200"/>
          <p14:tracePt t="19014" x="2006600" y="2882900"/>
          <p14:tracePt t="19016" x="1905000" y="2882900"/>
          <p14:tracePt t="19030" x="1803400" y="2889250"/>
          <p14:tracePt t="19046" x="1701800" y="2889250"/>
          <p14:tracePt t="19064" x="1441450" y="2901950"/>
          <p14:tracePt t="19079" x="1377950" y="2901950"/>
          <p14:tracePt t="19096" x="1327150" y="2908300"/>
          <p14:tracePt t="19113" x="1276350" y="2908300"/>
          <p14:tracePt t="19129" x="1250950" y="2914650"/>
          <p14:tracePt t="19146" x="1244600" y="2921000"/>
          <p14:tracePt t="19162" x="1238250" y="2921000"/>
          <p14:tracePt t="19197" x="1244600" y="2921000"/>
          <p14:tracePt t="19204" x="1250950" y="2921000"/>
          <p14:tracePt t="19218" x="1257300" y="2921000"/>
          <p14:tracePt t="19229" x="1276350" y="2921000"/>
          <p14:tracePt t="19246" x="1295400" y="2921000"/>
          <p14:tracePt t="19263" x="1352550" y="2921000"/>
          <p14:tracePt t="19279" x="1422400" y="2927350"/>
          <p14:tracePt t="19296" x="1536700" y="2940050"/>
          <p14:tracePt t="19312" x="1587500" y="2946400"/>
          <p14:tracePt t="19330" x="1765300" y="2946400"/>
          <p14:tracePt t="19346" x="1968500" y="2946400"/>
          <p14:tracePt t="19363" x="2063750" y="2959100"/>
          <p14:tracePt t="19379" x="2228850" y="2965450"/>
          <p14:tracePt t="19395" x="2305050" y="2965450"/>
          <p14:tracePt t="19412" x="2419350" y="2978150"/>
          <p14:tracePt t="19429" x="2489200" y="2971800"/>
          <p14:tracePt t="19445" x="2501900" y="2971800"/>
          <p14:tracePt t="19462" x="2508250" y="2971800"/>
          <p14:tracePt t="19478" x="2514600" y="2978150"/>
          <p14:tracePt t="19547" x="2508250" y="2978150"/>
          <p14:tracePt t="19554" x="2508250" y="2971800"/>
          <p14:tracePt t="19564" x="2495550" y="2965450"/>
          <p14:tracePt t="22682" x="2482850" y="2965450"/>
          <p14:tracePt t="22689" x="2470150" y="2978150"/>
          <p14:tracePt t="22700" x="2457450" y="2978150"/>
          <p14:tracePt t="22717" x="2444750" y="2984500"/>
          <p14:tracePt t="22733" x="2406650" y="2997200"/>
          <p14:tracePt t="22750" x="2393950" y="2997200"/>
          <p14:tracePt t="22767" x="2349500" y="2997200"/>
          <p14:tracePt t="22784" x="2343150" y="2997200"/>
          <p14:tracePt t="22800" x="2324100" y="2990850"/>
          <p14:tracePt t="22816" x="2305050" y="2978150"/>
          <p14:tracePt t="22833" x="2273300" y="2971800"/>
          <p14:tracePt t="22852" x="2247900" y="2959100"/>
          <p14:tracePt t="22866" x="2228850" y="2959100"/>
          <p14:tracePt t="22883" x="2190750" y="2946400"/>
          <p14:tracePt t="22900" x="2159000" y="2940050"/>
          <p14:tracePt t="22916" x="2146300" y="2933700"/>
          <p14:tracePt t="22933" x="2114550" y="2933700"/>
          <p14:tracePt t="22950" x="2082800" y="2933700"/>
          <p14:tracePt t="22966" x="2063750" y="2933700"/>
          <p14:tracePt t="22983" x="2019300" y="2933700"/>
          <p14:tracePt t="22999" x="1981200" y="2933700"/>
          <p14:tracePt t="23016" x="1968500" y="2933700"/>
          <p14:tracePt t="23033" x="1936750" y="2933700"/>
          <p14:tracePt t="23049" x="1898650" y="2921000"/>
          <p14:tracePt t="23066" x="1879600" y="2921000"/>
          <p14:tracePt t="23070" x="1860550" y="2908300"/>
          <p14:tracePt t="23085" x="1828800" y="2901950"/>
          <p14:tracePt t="23099" x="1803400" y="2895600"/>
          <p14:tracePt t="23116" x="1739900" y="2882900"/>
          <p14:tracePt t="23132" x="1701800" y="2876550"/>
          <p14:tracePt t="23148" x="1676400" y="2870200"/>
          <p14:tracePt t="23166" x="1644650" y="2863850"/>
          <p14:tracePt t="23182" x="1612900" y="2863850"/>
          <p14:tracePt t="23199" x="1593850" y="2863850"/>
          <p14:tracePt t="23216" x="1562100" y="2863850"/>
          <p14:tracePt t="23232" x="1530350" y="2863850"/>
          <p14:tracePt t="23248" x="1517650" y="2863850"/>
          <p14:tracePt t="23265" x="1492250" y="2863850"/>
          <p14:tracePt t="23282" x="1479550" y="2863850"/>
          <p14:tracePt t="23298" x="1473200" y="2863850"/>
          <p14:tracePt t="23315" x="1466850" y="2863850"/>
          <p14:tracePt t="23331" x="1460500" y="2863850"/>
          <p14:tracePt t="23351" x="1460500" y="2870200"/>
          <p14:tracePt t="23370" x="1460500" y="2876550"/>
          <p14:tracePt t="23391" x="1460500" y="2882900"/>
          <p14:tracePt t="23433" x="1460500" y="2889250"/>
          <p14:tracePt t="23439" x="1460500" y="2895600"/>
          <p14:tracePt t="23489" x="1460500" y="2901950"/>
          <p14:tracePt t="23503" x="1460500" y="2908300"/>
          <p14:tracePt t="23510" x="1466850" y="2908300"/>
          <p14:tracePt t="23532" x="1473200" y="2914650"/>
          <p14:tracePt t="23538" x="1479550" y="2914650"/>
          <p14:tracePt t="23552" x="1479550" y="2921000"/>
          <p14:tracePt t="23564" x="1492250" y="2927350"/>
          <p14:tracePt t="23581" x="1517650" y="2940050"/>
          <p14:tracePt t="23597" x="1530350" y="2946400"/>
          <p14:tracePt t="23614" x="1581150" y="2959100"/>
          <p14:tracePt t="23631" x="1663700" y="2984500"/>
          <p14:tracePt t="23647" x="1708150" y="3003550"/>
          <p14:tracePt t="23665" x="1828800" y="3028950"/>
          <p14:tracePt t="23680" x="1968500" y="3041650"/>
          <p14:tracePt t="23697" x="2044700" y="3041650"/>
          <p14:tracePt t="23714" x="2178050" y="3054350"/>
          <p14:tracePt t="23730" x="2228850" y="3054350"/>
          <p14:tracePt t="23747" x="2317750" y="3067050"/>
          <p14:tracePt t="23764" x="2381250" y="3079750"/>
          <p14:tracePt t="23780" x="2400300" y="3079750"/>
          <p14:tracePt t="23797" x="2432050" y="3086100"/>
          <p14:tracePt t="23813" x="2451100" y="3086100"/>
          <p14:tracePt t="23830" x="2463800" y="3092450"/>
          <p14:tracePt t="23847" x="2470150" y="3092450"/>
          <p14:tracePt t="24022" x="2476500" y="3086100"/>
          <p14:tracePt t="24064" x="2482850" y="3086100"/>
          <p14:tracePt t="24085" x="2489200" y="3086100"/>
          <p14:tracePt t="24093" x="2495550" y="3086100"/>
          <p14:tracePt t="24114" x="2501900" y="3086100"/>
          <p14:tracePt t="24120" x="2508250" y="3086100"/>
          <p14:tracePt t="24142" x="2514600" y="3086100"/>
          <p14:tracePt t="24156" x="2527300" y="3086100"/>
          <p14:tracePt t="24165" x="2533650" y="3086100"/>
          <p14:tracePt t="24178" x="2552700" y="3086100"/>
          <p14:tracePt t="24195" x="2616200" y="3086100"/>
          <p14:tracePt t="24212" x="2667000" y="3086100"/>
          <p14:tracePt t="24228" x="2800350" y="3086100"/>
          <p14:tracePt t="24245" x="3003550" y="3073400"/>
          <p14:tracePt t="24262" x="3257550" y="3067050"/>
          <p14:tracePt t="24278" x="3384550" y="3054350"/>
          <p14:tracePt t="24295" x="3524250" y="3041650"/>
          <p14:tracePt t="24311" x="3937000" y="2978150"/>
          <p14:tracePt t="24328" x="4089400" y="2940050"/>
          <p14:tracePt t="24345" x="4216400" y="2908300"/>
          <p14:tracePt t="24361" x="4457700" y="2857500"/>
          <p14:tracePt t="24378" x="4654550" y="2806700"/>
          <p14:tracePt t="24395" x="4813300" y="2787650"/>
          <p14:tracePt t="24411" x="4864100" y="2787650"/>
          <p14:tracePt t="24428" x="4921250" y="2787650"/>
          <p14:tracePt t="24444" x="4959350" y="2794000"/>
          <p14:tracePt t="24461" x="4959350" y="2800350"/>
          <p14:tracePt t="24478" x="4965700" y="2806700"/>
          <p14:tracePt t="24956" x="4927600" y="2819400"/>
          <p14:tracePt t="24963" x="4864100" y="2838450"/>
          <p14:tracePt t="24978" x="4781550" y="2870200"/>
          <p14:tracePt t="24992" x="4679950" y="2901950"/>
          <p14:tracePt t="25009" x="4445000" y="2952750"/>
          <p14:tracePt t="25027" x="4191000" y="3009900"/>
          <p14:tracePt t="25042" x="4051300" y="3028950"/>
          <p14:tracePt t="25059" x="3778250" y="3060700"/>
          <p14:tracePt t="25076" x="3530600" y="3092450"/>
          <p14:tracePt t="25092" x="3416300" y="3111500"/>
          <p14:tracePt t="25109" x="3225800" y="3136900"/>
          <p14:tracePt t="25125" x="3035300" y="3155950"/>
          <p14:tracePt t="25142" x="2952750" y="3175000"/>
          <p14:tracePt t="25160" x="2787650" y="3181350"/>
          <p14:tracePt t="25175" x="2635250" y="3206750"/>
          <p14:tracePt t="25192" x="2565400" y="3225800"/>
          <p14:tracePt t="25209" x="2432050" y="3244850"/>
          <p14:tracePt t="25226" x="2349500" y="3257550"/>
          <p14:tracePt t="25242" x="2330450" y="3263900"/>
          <p14:tracePt t="25258" x="2298700" y="3270250"/>
          <p14:tracePt t="25274" x="2286000" y="3276600"/>
          <p14:tracePt t="25291" x="2266950" y="3282950"/>
          <p14:tracePt t="25308" x="2241550" y="3289300"/>
          <p14:tracePt t="25324" x="2228850" y="3289300"/>
          <p14:tracePt t="25342" x="2203450" y="3302000"/>
          <p14:tracePt t="25358" x="2184400" y="3302000"/>
          <p14:tracePt t="25391" x="2165350" y="3302000"/>
          <p14:tracePt t="25407" x="2159000" y="3302000"/>
          <p14:tracePt t="25441" x="2152650" y="3302000"/>
          <p14:tracePt t="25468" x="2146300" y="3302000"/>
          <p14:tracePt t="25594" x="2139950" y="3302000"/>
          <p14:tracePt t="25609" x="2133600" y="3302000"/>
          <p14:tracePt t="25629" x="2120900" y="3302000"/>
          <p14:tracePt t="25643" x="2114550" y="3302000"/>
          <p14:tracePt t="25665" x="2101850" y="3302000"/>
          <p14:tracePt t="25707" x="2089150" y="3308350"/>
          <p14:tracePt t="25728" x="2082800" y="3308350"/>
          <p14:tracePt t="25749" x="2082800" y="3314700"/>
          <p14:tracePt t="25757" x="2076450" y="3314700"/>
          <p14:tracePt t="38796" x="2082800" y="3314700"/>
          <p14:tracePt t="38812" x="2095500" y="3308350"/>
          <p14:tracePt t="38817" x="2108200" y="3302000"/>
          <p14:tracePt t="38828" x="2120900" y="3295650"/>
          <p14:tracePt t="38845" x="2133600" y="3289300"/>
          <p14:tracePt t="38862" x="2152650" y="3270250"/>
          <p14:tracePt t="38879" x="2165350" y="3263900"/>
          <p14:tracePt t="38895" x="2197100" y="3238500"/>
          <p14:tracePt t="38912" x="2222500" y="3213100"/>
          <p14:tracePt t="38928" x="2247900" y="3206750"/>
          <p14:tracePt t="38945" x="2266950" y="3175000"/>
          <p14:tracePt t="38962" x="2279650" y="3149600"/>
          <p14:tracePt t="38979" x="2292350" y="3124200"/>
          <p14:tracePt t="38995" x="2298700" y="3117850"/>
          <p14:tracePt t="39012" x="2298700" y="3092450"/>
          <p14:tracePt t="39028" x="2298700" y="3086100"/>
          <p14:tracePt t="39044" x="2298700" y="3079750"/>
          <p14:tracePt t="39061" x="2298700" y="3067050"/>
          <p14:tracePt t="39079" x="2298700" y="3060700"/>
          <p14:tracePt t="39128" x="2298700" y="3054350"/>
          <p14:tracePt t="39259" x="2292350" y="3054350"/>
          <p14:tracePt t="39266" x="2286000" y="3048000"/>
          <p14:tracePt t="39280" x="2279650" y="3041650"/>
          <p14:tracePt t="39294" x="2279650" y="3035300"/>
          <p14:tracePt t="39310" x="2273300" y="3022600"/>
          <p14:tracePt t="39327" x="2260600" y="3016250"/>
          <p14:tracePt t="39344" x="2235200" y="2997200"/>
          <p14:tracePt t="39360" x="2171700" y="2978150"/>
          <p14:tracePt t="39376" x="2127250" y="2959100"/>
          <p14:tracePt t="39394" x="2082800" y="2940050"/>
          <p14:tracePt t="39409" x="1898650" y="2882900"/>
          <p14:tracePt t="39426" x="1822450" y="2876550"/>
          <p14:tracePt t="39443" x="1676400" y="2857500"/>
          <p14:tracePt t="39460" x="1600200" y="2857500"/>
          <p14:tracePt t="39478" x="1441450" y="2844800"/>
          <p14:tracePt t="39494" x="1416050" y="2844800"/>
          <p14:tracePt t="39510" x="1397000" y="2844800"/>
          <p14:tracePt t="39526" x="1377950" y="2844800"/>
          <p14:tracePt t="39543" x="1365250" y="2838450"/>
          <p14:tracePt t="39610" x="1358900" y="2844800"/>
          <p14:tracePt t="39638" x="1365250" y="2844800"/>
          <p14:tracePt t="39660" x="1371600" y="2844800"/>
          <p14:tracePt t="39674" x="1377950" y="2844800"/>
          <p14:tracePt t="39681" x="1384300" y="2844800"/>
          <p14:tracePt t="39702" x="1390650" y="2844800"/>
          <p14:tracePt t="39711" x="1397000" y="2844800"/>
          <p14:tracePt t="39730" x="1403350" y="2844800"/>
          <p14:tracePt t="39745" x="1416050" y="2844800"/>
          <p14:tracePt t="39759" x="1447800" y="2838450"/>
          <p14:tracePt t="39775" x="1466850" y="2838450"/>
          <p14:tracePt t="39792" x="1492250" y="2832100"/>
          <p14:tracePt t="39811" x="1568450" y="2825750"/>
          <p14:tracePt t="39827" x="1657350" y="2825750"/>
          <p14:tracePt t="39844" x="1752600" y="2825750"/>
          <p14:tracePt t="39859" x="1790700" y="2825750"/>
          <p14:tracePt t="39877" x="1879600" y="2825750"/>
          <p14:tracePt t="39894" x="1936750" y="2819400"/>
          <p14:tracePt t="39910" x="1968500" y="2806700"/>
          <p14:tracePt t="39926" x="2025650" y="2800350"/>
          <p14:tracePt t="39942" x="2057400" y="2787650"/>
          <p14:tracePt t="39975" x="2070100" y="2787650"/>
          <p14:tracePt t="39991" x="2076450" y="2787650"/>
          <p14:tracePt t="40039" x="2082800" y="2787650"/>
          <p14:tracePt t="40081" x="2089150" y="2787650"/>
          <p14:tracePt t="40102" x="2095500" y="2787650"/>
          <p14:tracePt t="40123" x="2108200" y="2787650"/>
          <p14:tracePt t="40130" x="2120900" y="2787650"/>
          <p14:tracePt t="40144" x="2133600" y="2787650"/>
          <p14:tracePt t="40157" x="2165350" y="2787650"/>
          <p14:tracePt t="40174" x="2266950" y="2800350"/>
          <p14:tracePt t="40191" x="2343150" y="2800350"/>
          <p14:tracePt t="40208" x="2559050" y="2819400"/>
          <p14:tracePt t="40225" x="2813050" y="2838450"/>
          <p14:tracePt t="40241" x="2971800" y="2851150"/>
          <p14:tracePt t="40258" x="3314700" y="2901950"/>
          <p14:tracePt t="40274" x="3632200" y="2946400"/>
          <p14:tracePt t="40290" x="3778250" y="2971800"/>
          <p14:tracePt t="40307" x="4076700" y="3028950"/>
          <p14:tracePt t="40323" x="4330700" y="3073400"/>
          <p14:tracePt t="40341" x="4546600" y="3092450"/>
          <p14:tracePt t="40357" x="4635500" y="3098800"/>
          <p14:tracePt t="40373" x="4705350" y="3111500"/>
          <p14:tracePt t="40390" x="4794250" y="3117850"/>
          <p14:tracePt t="40407" x="4845050" y="3136900"/>
          <p14:tracePt t="40423" x="4857750" y="3136900"/>
          <p14:tracePt t="40441" x="4864100" y="3136900"/>
          <p14:tracePt t="40474" x="4870450" y="3136900"/>
          <p14:tracePt t="40691" x="4876800" y="3136900"/>
          <p14:tracePt t="40726" x="4883150" y="3136900"/>
          <p14:tracePt t="40937" x="4876800" y="3136900"/>
          <p14:tracePt t="40951" x="4864100" y="3136900"/>
          <p14:tracePt t="40965" x="4857750" y="3136900"/>
          <p14:tracePt t="40973" x="4851400" y="3136900"/>
          <p14:tracePt t="40988" x="4838700" y="3136900"/>
          <p14:tracePt t="41004" x="4826000" y="3130550"/>
          <p14:tracePt t="41020" x="4781550" y="3124200"/>
          <p14:tracePt t="41037" x="4667250" y="3098800"/>
          <p14:tracePt t="41054" x="4603750" y="3079750"/>
          <p14:tracePt t="41071" x="4445000" y="3048000"/>
          <p14:tracePt t="41087" x="4241800" y="3022600"/>
          <p14:tracePt t="41104" x="4140200" y="3009900"/>
          <p14:tracePt t="41121" x="3924300" y="2990850"/>
          <p14:tracePt t="41137" x="3695700" y="2990850"/>
          <p14:tracePt t="41155" x="3479800" y="2990850"/>
          <p14:tracePt t="41170" x="3365500" y="2990850"/>
          <p14:tracePt t="41187" x="3149600" y="3016250"/>
          <p14:tracePt t="41204" x="3054350" y="3035300"/>
          <p14:tracePt t="41220" x="2876550" y="3073400"/>
          <p14:tracePt t="41236" x="2743200" y="3124200"/>
          <p14:tracePt t="41253" x="2686050" y="3143250"/>
          <p14:tracePt t="41270" x="2597150" y="3175000"/>
          <p14:tracePt t="41286" x="2559050" y="3194050"/>
          <p14:tracePt t="41303" x="2451100" y="3232150"/>
          <p14:tracePt t="41320" x="2432050" y="3244850"/>
          <p14:tracePt t="41337" x="2400300" y="3257550"/>
          <p14:tracePt t="41353" x="2330450" y="3289300"/>
          <p14:tracePt t="41369" x="2305050" y="3308350"/>
          <p14:tracePt t="41386" x="2286000" y="3314700"/>
          <p14:tracePt t="41402" x="2254250" y="3340100"/>
          <p14:tracePt t="41419" x="2216150" y="3359150"/>
          <p14:tracePt t="41436" x="2203450" y="3371850"/>
          <p14:tracePt t="41452" x="2178050" y="3384550"/>
          <p14:tracePt t="41469" x="2165350" y="3397250"/>
          <p14:tracePt t="41485" x="2159000" y="3403600"/>
          <p14:tracePt t="41519" x="2152650" y="3403600"/>
          <p14:tracePt t="41540" x="2152650" y="3397250"/>
          <p14:tracePt t="42792" x="2159000" y="3384550"/>
          <p14:tracePt t="42799" x="2165350" y="3378200"/>
          <p14:tracePt t="42806" x="2171700" y="3365500"/>
          <p14:tracePt t="42820" x="2190750" y="3352800"/>
          <p14:tracePt t="42830" x="2197100" y="3327400"/>
          <p14:tracePt t="42849" x="2222500" y="3295650"/>
          <p14:tracePt t="42864" x="2235200" y="3270250"/>
          <p14:tracePt t="42881" x="2254250" y="3244850"/>
          <p14:tracePt t="42898" x="2260600" y="3232150"/>
          <p14:tracePt t="42914" x="2279650" y="3213100"/>
          <p14:tracePt t="42930" x="2279650" y="3206750"/>
          <p14:tracePt t="42947" x="2286000" y="3181350"/>
          <p14:tracePt t="42963" x="2286000" y="3175000"/>
          <p14:tracePt t="42980" x="2286000" y="3162300"/>
          <p14:tracePt t="42996" x="2286000" y="3149600"/>
          <p14:tracePt t="43014" x="2286000" y="3143250"/>
          <p14:tracePt t="43080" x="2286000" y="3136900"/>
          <p14:tracePt t="43101" x="2286000" y="3130550"/>
          <p14:tracePt t="43129" x="2279650" y="3124200"/>
          <p14:tracePt t="43149" x="2266950" y="3117850"/>
          <p14:tracePt t="43171" x="2260600" y="3117850"/>
          <p14:tracePt t="43178" x="2254250" y="3111500"/>
          <p14:tracePt t="43192" x="2247900" y="3111500"/>
          <p14:tracePt t="44576" x="2247900" y="3105150"/>
          <p14:tracePt t="44583" x="2247900" y="3098800"/>
          <p14:tracePt t="44660" x="2247900" y="3092450"/>
          <p14:tracePt t="44724" x="2247900" y="3086100"/>
          <p14:tracePt t="45004" x="2247900" y="3092450"/>
          <p14:tracePt t="45025" x="2247900" y="3098800"/>
          <p14:tracePt t="45032" x="2241550" y="3105150"/>
          <p14:tracePt t="45067" x="2235200" y="3117850"/>
          <p14:tracePt t="45082" x="2228850" y="3130550"/>
          <p14:tracePt t="45096" x="2222500" y="3143250"/>
          <p14:tracePt t="45103" x="2222500" y="3162300"/>
          <p14:tracePt t="45117" x="2216150" y="3187700"/>
          <p14:tracePt t="45125" x="2203450" y="3213100"/>
          <p14:tracePt t="45139" x="2197100" y="3238500"/>
          <p14:tracePt t="45156" x="2184400" y="3282950"/>
          <p14:tracePt t="45173" x="2184400" y="3308350"/>
          <p14:tracePt t="45189" x="2171700" y="3359150"/>
          <p14:tracePt t="45206" x="2171700" y="3365500"/>
          <p14:tracePt t="45222" x="2165350" y="3416300"/>
          <p14:tracePt t="45239" x="2165350" y="3429000"/>
          <p14:tracePt t="45272" x="2165350" y="3441700"/>
          <p14:tracePt t="45289" x="2165350" y="3448050"/>
          <p14:tracePt t="45468" x="2171700" y="3441700"/>
          <p14:tracePt t="45482" x="2171700" y="3435350"/>
          <p14:tracePt t="45496" x="2178050" y="3422650"/>
          <p14:tracePt t="45505" x="2178050" y="3416300"/>
          <p14:tracePt t="46170" x="2178050" y="3403600"/>
          <p14:tracePt t="46178" x="2184400" y="3384550"/>
          <p14:tracePt t="46186" x="2190750" y="3371850"/>
          <p14:tracePt t="46202" x="2197100" y="3359150"/>
          <p14:tracePt t="46220" x="2216150" y="3308350"/>
          <p14:tracePt t="46235" x="2222500" y="3289300"/>
          <p14:tracePt t="46252" x="2235200" y="3244850"/>
          <p14:tracePt t="46269" x="2241550" y="3206750"/>
          <p14:tracePt t="46285" x="2241550" y="3194050"/>
          <p14:tracePt t="46302" x="2247900" y="3175000"/>
          <p14:tracePt t="46335" x="2247900" y="3168650"/>
          <p14:tracePt t="46360" x="2247900" y="3162300"/>
          <p14:tracePt t="46395" x="2247900" y="3155950"/>
          <p14:tracePt t="46430" x="2241550" y="3149600"/>
          <p14:tracePt t="46437" x="2241550" y="3143250"/>
          <p14:tracePt t="46486" x="2235200" y="3136900"/>
          <p14:tracePt t="46521" x="2235200" y="3130550"/>
          <p14:tracePt t="46528" x="2228850" y="3130550"/>
          <p14:tracePt t="46570" x="2222500" y="3124200"/>
          <p14:tracePt t="46577" x="2216150" y="3124200"/>
          <p14:tracePt t="46606" x="2216150" y="3117850"/>
          <p14:tracePt t="46627" x="2209800" y="3111500"/>
          <p14:tracePt t="46648" x="2197100" y="3111500"/>
          <p14:tracePt t="46690" x="2190750" y="3111500"/>
          <p14:tracePt t="46697" x="2190750" y="3105150"/>
          <p14:tracePt t="46711" x="2184400" y="3105150"/>
          <p14:tracePt t="46732" x="2178050" y="3105150"/>
          <p14:tracePt t="46739" x="2171700" y="3105150"/>
          <p14:tracePt t="46751" x="2165350" y="3105150"/>
          <p14:tracePt t="46767" x="2159000" y="3105150"/>
          <p14:tracePt t="46784" x="2146300" y="3105150"/>
          <p14:tracePt t="46800" x="2133600" y="3098800"/>
          <p14:tracePt t="46817" x="2076450" y="3098800"/>
          <p14:tracePt t="46834" x="2057400" y="3098800"/>
          <p14:tracePt t="46850" x="2032000" y="3086100"/>
          <p14:tracePt t="46866" x="1987550" y="3086100"/>
          <p14:tracePt t="46884" x="1949450" y="3079750"/>
          <p14:tracePt t="46901" x="1898650" y="3079750"/>
          <p14:tracePt t="46917" x="1873250" y="3079750"/>
          <p14:tracePt t="46933" x="1822450" y="3079750"/>
          <p14:tracePt t="46950" x="1752600" y="3079750"/>
          <p14:tracePt t="46967" x="1727200" y="3073400"/>
          <p14:tracePt t="46983" x="1657350" y="3073400"/>
          <p14:tracePt t="46999" x="1600200" y="3067050"/>
          <p14:tracePt t="47016" x="1581150" y="3067050"/>
          <p14:tracePt t="47033" x="1517650" y="3060700"/>
          <p14:tracePt t="47049" x="1473200" y="3060700"/>
          <p14:tracePt t="47066" x="1454150" y="3060700"/>
          <p14:tracePt t="47084" x="1403350" y="3060700"/>
          <p14:tracePt t="47099" x="1358900" y="3060700"/>
          <p14:tracePt t="47116" x="1333500" y="3060700"/>
          <p14:tracePt t="47133" x="1282700" y="3060700"/>
          <p14:tracePt t="47149" x="1257300" y="3060700"/>
          <p14:tracePt t="47166" x="1206500" y="3060700"/>
          <p14:tracePt t="47182" x="1174750" y="3060700"/>
          <p14:tracePt t="47199" x="1162050" y="3060700"/>
          <p14:tracePt t="47216" x="1136650" y="3067050"/>
          <p14:tracePt t="47232" x="1123950" y="3067050"/>
          <p14:tracePt t="47266" x="1117600" y="3073400"/>
          <p14:tracePt t="47282" x="1111250" y="3073400"/>
          <p14:tracePt t="47299" x="1104900" y="3073400"/>
          <p14:tracePt t="47315" x="1092200" y="3073400"/>
          <p14:tracePt t="47332" x="1085850" y="3073400"/>
          <p14:tracePt t="47349" x="1079500" y="3073400"/>
          <p14:tracePt t="47365" x="1079500" y="3079750"/>
          <p14:tracePt t="47382" x="1066800" y="3079750"/>
          <p14:tracePt t="47413" x="1060450" y="3079750"/>
          <p14:tracePt t="47441" x="1054100" y="3079750"/>
          <p14:tracePt t="47449" x="1047750" y="3079750"/>
          <p14:tracePt t="47469" x="1041400" y="3079750"/>
          <p14:tracePt t="47483" x="1041400" y="3073400"/>
          <p14:tracePt t="47490" x="1035050" y="3073400"/>
          <p14:tracePt t="47511" x="1028700" y="3067050"/>
          <p14:tracePt t="47518" x="1022350" y="3067050"/>
          <p14:tracePt t="47534" x="1016000" y="3060700"/>
          <p14:tracePt t="47553" x="1003300" y="3054350"/>
          <p14:tracePt t="47564" x="996950" y="3048000"/>
          <p14:tracePt t="47581" x="971550" y="3028950"/>
          <p14:tracePt t="47598" x="958850" y="3022600"/>
          <p14:tracePt t="47614" x="927100" y="2997200"/>
          <p14:tracePt t="47631" x="901700" y="2971800"/>
          <p14:tracePt t="47647" x="889000" y="2959100"/>
          <p14:tracePt t="47664" x="857250" y="2946400"/>
          <p14:tracePt t="47681" x="850900" y="2933700"/>
          <p14:tracePt t="47697" x="844550" y="2933700"/>
          <p14:tracePt t="47714" x="838200" y="2933700"/>
          <p14:tracePt t="47730" x="831850" y="2933700"/>
          <p14:tracePt t="47747" x="825500" y="2940050"/>
          <p14:tracePt t="47764" x="825500" y="2952750"/>
          <p14:tracePt t="47780" x="825500" y="2959100"/>
          <p14:tracePt t="47797" x="825500" y="2990850"/>
          <p14:tracePt t="47814" x="831850" y="3022600"/>
          <p14:tracePt t="47830" x="850900" y="3048000"/>
          <p14:tracePt t="47848" x="863600" y="3086100"/>
          <p14:tracePt t="47863" x="876300" y="3130550"/>
          <p14:tracePt t="47880" x="882650" y="3143250"/>
          <p14:tracePt t="47883" x="895350" y="3162300"/>
          <p14:tracePt t="47897" x="901700" y="3181350"/>
          <p14:tracePt t="47913" x="927100" y="3219450"/>
          <p14:tracePt t="47930" x="933450" y="3238500"/>
          <p14:tracePt t="47946" x="946150" y="3263900"/>
          <p14:tracePt t="47963" x="958850" y="3289300"/>
          <p14:tracePt t="47980" x="958850" y="3314700"/>
          <p14:tracePt t="47996" x="971550" y="3340100"/>
          <p14:tracePt t="48013" x="971550" y="3371850"/>
          <p14:tracePt t="48029" x="977900" y="3384550"/>
          <p14:tracePt t="48046" x="990600" y="3416300"/>
          <p14:tracePt t="48062" x="996950" y="3429000"/>
          <p14:tracePt t="48080" x="1009650" y="3454400"/>
          <p14:tracePt t="48096" x="1016000" y="3479800"/>
          <p14:tracePt t="48112" x="1022350" y="3486150"/>
          <p14:tracePt t="48129" x="1022350" y="3492500"/>
          <p14:tracePt t="48145" x="1028700" y="3498850"/>
          <p14:tracePt t="48185" x="1035050" y="3505200"/>
          <p14:tracePt t="48213" x="1041400" y="3505200"/>
          <p14:tracePt t="48283" x="1054100" y="3505200"/>
          <p14:tracePt t="48290" x="1054100" y="3498850"/>
          <p14:tracePt t="48312" x="1060450" y="3498850"/>
          <p14:tracePt t="48325" x="1066800" y="3498850"/>
          <p14:tracePt t="48353" x="1073150" y="3492500"/>
          <p14:tracePt t="48374" x="1079500" y="3492500"/>
          <p14:tracePt t="48396" x="1085850" y="3492500"/>
          <p14:tracePt t="48402" x="1092200" y="3492500"/>
          <p14:tracePt t="48416" x="1104900" y="3486150"/>
          <p14:tracePt t="48428" x="1117600" y="3486150"/>
          <p14:tracePt t="48445" x="1168400" y="3473450"/>
          <p14:tracePt t="48461" x="1206500" y="3473450"/>
          <p14:tracePt t="48478" x="1289050" y="3467100"/>
          <p14:tracePt t="48495" x="1403350" y="3467100"/>
          <p14:tracePt t="48511" x="1466850" y="3467100"/>
          <p14:tracePt t="48528" x="1612900" y="3479800"/>
          <p14:tracePt t="48544" x="1752600" y="3486150"/>
          <p14:tracePt t="48562" x="1816100" y="3486150"/>
          <p14:tracePt t="48579" x="1930400" y="3486150"/>
          <p14:tracePt t="48594" x="2012950" y="3486150"/>
          <p14:tracePt t="48611" x="2044700" y="3486150"/>
          <p14:tracePt t="48627" x="2082800" y="3473450"/>
          <p14:tracePt t="48643" x="2101850" y="3473450"/>
          <p14:tracePt t="48662" x="2108200" y="3473450"/>
          <p14:tracePt t="48694" x="2120900" y="3467100"/>
          <p14:tracePt t="68762" x="2114550" y="3460750"/>
          <p14:tracePt t="68769" x="2095500" y="3460750"/>
          <p14:tracePt t="68777" x="2082800" y="3454400"/>
          <p14:tracePt t="68791" x="2051050" y="3441700"/>
          <p14:tracePt t="68807" x="1993900" y="3416300"/>
          <p14:tracePt t="68825" x="1892300" y="3365500"/>
          <p14:tracePt t="68841" x="1790700" y="3321050"/>
          <p14:tracePt t="68857" x="1689100" y="3257550"/>
          <p14:tracePt t="68874" x="1524000" y="3175000"/>
          <p14:tracePt t="68891" x="1409700" y="3098800"/>
          <p14:tracePt t="68907" x="1308100" y="3028950"/>
          <p14:tracePt t="68924" x="1174750" y="2952750"/>
          <p14:tracePt t="68940" x="1111250" y="2921000"/>
          <p14:tracePt t="68958" x="1073150" y="2901950"/>
          <p14:tracePt t="68974" x="1060450" y="2895600"/>
          <p14:tracePt t="68990" x="1054100" y="2895600"/>
          <p14:tracePt t="69091" x="1060450" y="2895600"/>
          <p14:tracePt t="69098" x="1073150" y="2895600"/>
          <p14:tracePt t="69107" x="1079500" y="2895600"/>
          <p14:tracePt t="69123" x="1098550" y="2895600"/>
          <p14:tracePt t="69140" x="1111250" y="2895600"/>
          <p14:tracePt t="69156" x="1123950" y="2895600"/>
          <p14:tracePt t="69173" x="1136650" y="2895600"/>
          <p14:tracePt t="69206" x="1149350" y="2901950"/>
          <p14:tracePt t="69223" x="1155700" y="2908300"/>
          <p14:tracePt t="69239" x="1168400" y="2914650"/>
          <p14:tracePt t="69256" x="1181100" y="2933700"/>
          <p14:tracePt t="69273" x="1187450" y="2946400"/>
          <p14:tracePt t="69289" x="1206500" y="2984500"/>
          <p14:tracePt t="69306" x="1212850" y="3022600"/>
          <p14:tracePt t="69324" x="1212850" y="3073400"/>
          <p14:tracePt t="69339" x="1219200" y="3111500"/>
          <p14:tracePt t="69355" x="1219200" y="3149600"/>
          <p14:tracePt t="69373" x="1225550" y="3175000"/>
          <p14:tracePt t="69389" x="1225550" y="3187700"/>
          <p14:tracePt t="69405" x="1225550" y="3194050"/>
          <p14:tracePt t="69477" x="1231900" y="3194050"/>
          <p14:tracePt t="69485" x="1231900" y="3187700"/>
          <p14:tracePt t="69491" x="1238250" y="3181350"/>
          <p14:tracePt t="69508" x="1244600" y="3175000"/>
          <p14:tracePt t="69522" x="1257300" y="3175000"/>
          <p14:tracePt t="69538" x="1263650" y="3162300"/>
          <p14:tracePt t="69555" x="1289050" y="3143250"/>
          <p14:tracePt t="69572" x="1314450" y="3130550"/>
          <p14:tracePt t="69588" x="1346200" y="3117850"/>
          <p14:tracePt t="69605" x="1397000" y="3098800"/>
          <p14:tracePt t="69621" x="1428750" y="3086100"/>
          <p14:tracePt t="69639" x="1466850" y="3067050"/>
          <p14:tracePt t="69654" x="1485900" y="3067050"/>
          <p14:tracePt t="69672" x="1498600" y="3060700"/>
          <p14:tracePt t="69705" x="1498600" y="3054350"/>
          <p14:tracePt t="69721" x="1504950" y="3054350"/>
          <p14:tracePt t="69742" x="1511300" y="3048000"/>
          <p14:tracePt t="69784" x="1517650" y="3048000"/>
          <p14:tracePt t="69833" x="1524000" y="3041650"/>
          <p14:tracePt t="69840" x="1530350" y="3041650"/>
          <p14:tracePt t="69883" x="1536700" y="3041650"/>
          <p14:tracePt t="69889" x="1543050" y="3041650"/>
          <p14:tracePt t="69904" x="1555750" y="3041650"/>
          <p14:tracePt t="69910" x="1562100" y="3041650"/>
          <p14:tracePt t="69920" x="1574800" y="3041650"/>
          <p14:tracePt t="69937" x="1581150" y="3041650"/>
          <p14:tracePt t="69954" x="1619250" y="3041650"/>
          <p14:tracePt t="69970" x="1657350" y="3041650"/>
          <p14:tracePt t="69987" x="1708150" y="3041650"/>
          <p14:tracePt t="70003" x="1752600" y="3041650"/>
          <p14:tracePt t="70020" x="1790700" y="3035300"/>
          <p14:tracePt t="70037" x="1860550" y="3028950"/>
          <p14:tracePt t="70053" x="1911350" y="3022600"/>
          <p14:tracePt t="70070" x="1962150" y="3016250"/>
          <p14:tracePt t="70087" x="2032000" y="3003550"/>
          <p14:tracePt t="70103" x="2076450" y="2990850"/>
          <p14:tracePt t="70120" x="2108200" y="2984500"/>
          <p14:tracePt t="70136" x="2127250" y="2978150"/>
          <p14:tracePt t="70152" x="2133600" y="2978150"/>
          <p14:tracePt t="70172" x="2139950" y="2978150"/>
          <p14:tracePt t="70346" x="2139950" y="2984500"/>
          <p14:tracePt t="70353" x="2146300" y="2984500"/>
          <p14:tracePt t="70367" x="2152650" y="2984500"/>
          <p14:tracePt t="70373" x="2165350" y="2984500"/>
          <p14:tracePt t="70388" x="2178050" y="2990850"/>
          <p14:tracePt t="70402" x="2216150" y="2997200"/>
          <p14:tracePt t="70419" x="2273300" y="3003550"/>
          <p14:tracePt t="70435" x="2349500" y="3003550"/>
          <p14:tracePt t="70452" x="2495550" y="3016250"/>
          <p14:tracePt t="70468" x="2597150" y="3022600"/>
          <p14:tracePt t="70486" x="2806700" y="3041650"/>
          <p14:tracePt t="70502" x="2952750" y="3048000"/>
          <p14:tracePt t="70518" x="3079750" y="3060700"/>
          <p14:tracePt t="70535" x="3276600" y="3079750"/>
          <p14:tracePt t="70551" x="3403600" y="3086100"/>
          <p14:tracePt t="70568" x="3530600" y="3098800"/>
          <p14:tracePt t="70585" x="3740150" y="3105150"/>
          <p14:tracePt t="70601" x="3841750" y="3105150"/>
          <p14:tracePt t="70619" x="3937000" y="3086100"/>
          <p14:tracePt t="70635" x="4057650" y="3079750"/>
          <p14:tracePt t="70651" x="4108450" y="3079750"/>
          <p14:tracePt t="70668" x="4191000" y="3079750"/>
          <p14:tracePt t="70684" x="4241800" y="3060700"/>
          <p14:tracePt t="70718" x="4260850" y="3060700"/>
          <p14:tracePt t="70734" x="4273550" y="3054350"/>
          <p14:tracePt t="70751" x="4279900" y="3054350"/>
          <p14:tracePt t="70768" x="4292600" y="3054350"/>
          <p14:tracePt t="70784" x="4298950" y="3054350"/>
          <p14:tracePt t="70802" x="4311650" y="3054350"/>
          <p14:tracePt t="70817" x="4318000" y="3054350"/>
          <p14:tracePt t="70834" x="4324350" y="3054350"/>
          <p14:tracePt t="70851" x="4330700" y="3048000"/>
          <p14:tracePt t="70884" x="4343400" y="3048000"/>
          <p14:tracePt t="70900" x="4349750" y="3048000"/>
          <p14:tracePt t="70917" x="4356100" y="3048000"/>
          <p14:tracePt t="70956" x="4362450" y="3048000"/>
          <p14:tracePt t="71054" x="4368800" y="3041650"/>
          <p14:tracePt t="71096" x="4356100" y="3041650"/>
          <p14:tracePt t="71103" x="4349750" y="3041650"/>
          <p14:tracePt t="71119" x="4337050" y="3041650"/>
          <p14:tracePt t="71133" x="4305300" y="3041650"/>
          <p14:tracePt t="71149" x="4279900" y="3041650"/>
          <p14:tracePt t="71167" x="4165600" y="3035300"/>
          <p14:tracePt t="71183" x="4083050" y="3028950"/>
          <p14:tracePt t="71199" x="3867150" y="3009900"/>
          <p14:tracePt t="71216" x="3600450" y="2971800"/>
          <p14:tracePt t="71232" x="3460750" y="2965450"/>
          <p14:tracePt t="71249" x="3181350" y="2940050"/>
          <p14:tracePt t="71266" x="2914650" y="2921000"/>
          <p14:tracePt t="71282" x="2787650" y="2908300"/>
          <p14:tracePt t="71299" x="2584450" y="2908300"/>
          <p14:tracePt t="71315" x="2419350" y="2901950"/>
          <p14:tracePt t="71332" x="2355850" y="2901950"/>
          <p14:tracePt t="71349" x="2247900" y="2895600"/>
          <p14:tracePt t="71365" x="2159000" y="2901950"/>
          <p14:tracePt t="71382" x="2114550" y="2901950"/>
          <p14:tracePt t="71399" x="2057400" y="2921000"/>
          <p14:tracePt t="71415" x="2006600" y="2927350"/>
          <p14:tracePt t="71432" x="1987550" y="2927350"/>
          <p14:tracePt t="71448" x="1955800" y="2927350"/>
          <p14:tracePt t="71465" x="1936750" y="2927350"/>
          <p14:tracePt t="71482" x="1879600" y="2927350"/>
          <p14:tracePt t="71498" x="1860550" y="2927350"/>
          <p14:tracePt t="71515" x="1841500" y="2927350"/>
          <p14:tracePt t="71532" x="1809750" y="2908300"/>
          <p14:tracePt t="71548" x="1765300" y="2908300"/>
          <p14:tracePt t="71565" x="1746250" y="2908300"/>
          <p14:tracePt t="71581" x="1708150" y="2908300"/>
          <p14:tracePt t="71598" x="1670050" y="2914650"/>
          <p14:tracePt t="71615" x="1657350" y="2921000"/>
          <p14:tracePt t="71631" x="1625600" y="2927350"/>
          <p14:tracePt t="71647" x="1581150" y="2940050"/>
          <p14:tracePt t="71666" x="1543050" y="2959100"/>
          <p14:tracePt t="71681" x="1524000" y="2965450"/>
          <p14:tracePt t="71698" x="1460500" y="2984500"/>
          <p14:tracePt t="71714" x="1384300" y="2990850"/>
          <p14:tracePt t="71731" x="1346200" y="2997200"/>
          <p14:tracePt t="71747" x="1301750" y="2997200"/>
          <p14:tracePt t="71764" x="1162050" y="3009900"/>
          <p14:tracePt t="71780" x="1130300" y="3009900"/>
          <p14:tracePt t="71799" x="1060450" y="3009900"/>
          <p14:tracePt t="71814" x="1035050" y="3009900"/>
          <p14:tracePt t="71831" x="1009650" y="3016250"/>
          <p14:tracePt t="71848" x="990600" y="3022600"/>
          <p14:tracePt t="71880" x="984250" y="3022600"/>
          <p14:tracePt t="71904" x="977900" y="3022600"/>
          <p14:tracePt t="71938" x="977900" y="3028950"/>
          <p14:tracePt t="71966" x="977900" y="3035300"/>
          <p14:tracePt t="71995" x="971550" y="3048000"/>
          <p14:tracePt t="72009" x="971550" y="3054350"/>
          <p14:tracePt t="72016" x="965200" y="3054350"/>
          <p14:tracePt t="72043" x="965200" y="3060700"/>
          <p14:tracePt t="72079" x="965200" y="3067050"/>
          <p14:tracePt t="72107" x="971550" y="3067050"/>
          <p14:tracePt t="72128" x="977900" y="3060700"/>
          <p14:tracePt t="72135" x="984250" y="3060700"/>
          <p14:tracePt t="72149" x="990600" y="3054350"/>
          <p14:tracePt t="72163" x="996950" y="3048000"/>
          <p14:tracePt t="72180" x="1022350" y="3035300"/>
          <p14:tracePt t="72196" x="1035050" y="3022600"/>
          <p14:tracePt t="72213" x="1066800" y="3009900"/>
          <p14:tracePt t="72229" x="1111250" y="2978150"/>
          <p14:tracePt t="72246" x="1123950" y="2965450"/>
          <p14:tracePt t="72262" x="1168400" y="2946400"/>
          <p14:tracePt t="72279" x="1206500" y="2908300"/>
          <p14:tracePt t="72296" x="1238250" y="2889250"/>
          <p14:tracePt t="72312" x="1282700" y="2857500"/>
          <p14:tracePt t="72329" x="1314450" y="2844800"/>
          <p14:tracePt t="72346" x="1327150" y="2838450"/>
          <p14:tracePt t="72408" x="1327150" y="2844800"/>
          <p14:tracePt t="72415" x="1327150" y="2851150"/>
          <p14:tracePt t="72431" x="1327150" y="2857500"/>
          <p14:tracePt t="72445" x="1327150" y="2870200"/>
          <p14:tracePt t="72461" x="1320800" y="2895600"/>
          <p14:tracePt t="72479" x="1308100" y="2940050"/>
          <p14:tracePt t="72495" x="1308100" y="2965450"/>
          <p14:tracePt t="72511" x="1295400" y="3028950"/>
          <p14:tracePt t="72528" x="1295400" y="3067050"/>
          <p14:tracePt t="72545" x="1289050" y="3079750"/>
          <p14:tracePt t="72561" x="1289050" y="3098800"/>
          <p14:tracePt t="72578" x="1289050" y="3105150"/>
          <p14:tracePt t="72612" x="1289050" y="3111500"/>
          <p14:tracePt t="72717" x="1295400" y="3111500"/>
          <p14:tracePt t="72746" x="1301750" y="3111500"/>
          <p14:tracePt t="72766" x="1308100" y="3111500"/>
          <p14:tracePt t="72780" x="1314450" y="3111500"/>
          <p14:tracePt t="72787" x="1320800" y="3111500"/>
          <p14:tracePt t="72796" x="1327150" y="3117850"/>
          <p14:tracePt t="72810" x="1333500" y="3117850"/>
          <p14:tracePt t="72827" x="1339850" y="3117850"/>
          <p14:tracePt t="72844" x="1371600" y="3117850"/>
          <p14:tracePt t="72860" x="1422400" y="3124200"/>
          <p14:tracePt t="72877" x="1460500" y="3130550"/>
          <p14:tracePt t="72894" x="1517650" y="3136900"/>
          <p14:tracePt t="72910" x="1587500" y="3143250"/>
          <p14:tracePt t="72927" x="1631950" y="3149600"/>
          <p14:tracePt t="72943" x="1651000" y="3149600"/>
          <p14:tracePt t="72960" x="1676400" y="3155950"/>
          <p14:tracePt t="72977" x="1682750" y="3155950"/>
          <p14:tracePt t="73009" x="1682750" y="3168650"/>
          <p14:tracePt t="73027" x="1689100" y="318135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47790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property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65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73"/>
    </mc:Choice>
    <mc:Fallback>
      <p:transition spd="slow" advTm="17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97" x="1187450" y="4025900"/>
          <p14:tracePt t="903" x="1238250" y="3981450"/>
          <p14:tracePt t="917" x="1282700" y="3943350"/>
          <p14:tracePt t="929" x="1327150" y="3898900"/>
          <p14:tracePt t="946" x="1409700" y="3816350"/>
          <p14:tracePt t="963" x="1447800" y="3759200"/>
          <p14:tracePt t="980" x="1498600" y="3683000"/>
          <p14:tracePt t="997" x="1524000" y="3644900"/>
          <p14:tracePt t="1013" x="1524000" y="3638550"/>
          <p14:tracePt t="1030" x="1524000" y="3632200"/>
          <p14:tracePt t="1046" x="1524000" y="3625850"/>
          <p14:tracePt t="1062" x="1517650" y="3625850"/>
          <p14:tracePt t="1079" x="1492250" y="3619500"/>
          <p14:tracePt t="1095" x="1479550" y="3619500"/>
          <p14:tracePt t="1112" x="1435100" y="3619500"/>
          <p14:tracePt t="1116" x="1416050" y="3613150"/>
          <p14:tracePt t="1129" x="1390650" y="3613150"/>
          <p14:tracePt t="1146" x="1365250" y="3613150"/>
          <p14:tracePt t="1163" x="1327150" y="3613150"/>
          <p14:tracePt t="1178" x="1276350" y="3613150"/>
          <p14:tracePt t="1195" x="1257300" y="3613150"/>
          <p14:tracePt t="1212" x="1225550" y="3613150"/>
          <p14:tracePt t="1228" x="1181100" y="3625850"/>
          <p14:tracePt t="1245" x="1168400" y="3632200"/>
          <p14:tracePt t="1262" x="1136650" y="3651250"/>
          <p14:tracePt t="1278" x="1117600" y="3663950"/>
          <p14:tracePt t="1295" x="1111250" y="3670300"/>
          <p14:tracePt t="1311" x="1104900" y="3676650"/>
          <p14:tracePt t="1328" x="1104900" y="3683000"/>
          <p14:tracePt t="1366" x="1111250" y="3683000"/>
          <p14:tracePt t="1381" x="1123950" y="3683000"/>
          <p14:tracePt t="1396" x="1155700" y="3683000"/>
          <p14:tracePt t="1411" x="1174750" y="3683000"/>
          <p14:tracePt t="1428" x="1206500" y="3676650"/>
          <p14:tracePt t="1445" x="1270000" y="3644900"/>
          <p14:tracePt t="1461" x="1346200" y="3587750"/>
          <p14:tracePt t="1478" x="1377950" y="3562350"/>
          <p14:tracePt t="1494" x="1416050" y="3517900"/>
          <p14:tracePt t="1511" x="1441450" y="3492500"/>
          <p14:tracePt t="1528" x="1441450" y="3486150"/>
          <p14:tracePt t="1544" x="1441450" y="3467100"/>
          <p14:tracePt t="1561" x="1435100" y="3460750"/>
          <p14:tracePt t="1578" x="1409700" y="3448050"/>
          <p14:tracePt t="1594" x="1397000" y="3448050"/>
          <p14:tracePt t="1611" x="1371600" y="3441700"/>
          <p14:tracePt t="1627" x="1346200" y="3441700"/>
          <p14:tracePt t="1643" x="1333500" y="3441700"/>
          <p14:tracePt t="1661" x="1314450" y="3441700"/>
          <p14:tracePt t="1677" x="1308100" y="3441700"/>
          <p14:tracePt t="1694" x="1301750" y="3441700"/>
          <p14:tracePt t="1710" x="1295400" y="3441700"/>
          <p14:tracePt t="1738" x="1289050" y="3441700"/>
          <p14:tracePt t="1808" x="1295400" y="3441700"/>
          <p14:tracePt t="1829" x="1301750" y="3441700"/>
          <p14:tracePt t="1850" x="1308100" y="3441700"/>
          <p14:tracePt t="1878" x="1314450" y="3441700"/>
          <p14:tracePt t="1885" x="1333500" y="3435350"/>
          <p14:tracePt t="1899" x="1352550" y="3429000"/>
          <p14:tracePt t="1910" x="1377950" y="3416300"/>
          <p14:tracePt t="1926" x="1403350" y="3409950"/>
          <p14:tracePt t="1943" x="1492250" y="3378200"/>
          <p14:tracePt t="1959" x="1600200" y="3340100"/>
          <p14:tracePt t="1976" x="1670050" y="3321050"/>
          <p14:tracePt t="1992" x="1778000" y="3276600"/>
          <p14:tracePt t="2009" x="1822450" y="3257550"/>
          <p14:tracePt t="2026" x="1936750" y="3213100"/>
          <p14:tracePt t="2042" x="1962150" y="3206750"/>
          <p14:tracePt t="2059" x="1981200" y="3200400"/>
          <p14:tracePt t="2076" x="2000250" y="3187700"/>
          <p14:tracePt t="2092" x="2006600" y="3187700"/>
          <p14:tracePt t="2110" x="2006600" y="3181350"/>
          <p14:tracePt t="2299" x="2012950" y="3181350"/>
          <p14:tracePt t="2313" x="2025650" y="3181350"/>
          <p14:tracePt t="2327" x="2038350" y="3181350"/>
          <p14:tracePt t="2335" x="2057400" y="3175000"/>
          <p14:tracePt t="2344" x="2089150" y="3162300"/>
          <p14:tracePt t="2357" x="2114550" y="3162300"/>
          <p14:tracePt t="2374" x="2209800" y="3149600"/>
          <p14:tracePt t="2391" x="2324100" y="3130550"/>
          <p14:tracePt t="2407" x="2381250" y="3124200"/>
          <p14:tracePt t="2425" x="2482850" y="3124200"/>
          <p14:tracePt t="2441" x="2565400" y="3111500"/>
          <p14:tracePt t="2458" x="2590800" y="3111500"/>
          <p14:tracePt t="2475" x="2622550" y="3111500"/>
          <p14:tracePt t="2491" x="2641600" y="3111500"/>
          <p14:tracePt t="2587" x="2635250" y="3111500"/>
          <p14:tracePt t="2601" x="2628900" y="3111500"/>
          <p14:tracePt t="2610" x="2616200" y="3117850"/>
          <p14:tracePt t="2623" x="2603500" y="3117850"/>
          <p14:tracePt t="2640" x="2578100" y="3124200"/>
          <p14:tracePt t="2657" x="2501900" y="3130550"/>
          <p14:tracePt t="2674" x="2393950" y="3162300"/>
          <p14:tracePt t="2690" x="2324100" y="3168650"/>
          <p14:tracePt t="2707" x="2190750" y="3206750"/>
          <p14:tracePt t="2723" x="2089150" y="3219450"/>
          <p14:tracePt t="2740" x="2044700" y="3225800"/>
          <p14:tracePt t="2756" x="2000250" y="3225800"/>
          <p14:tracePt t="2773" x="1974850" y="3225800"/>
          <p14:tracePt t="2790" x="1968500" y="3225800"/>
          <p14:tracePt t="2806" x="1962150" y="3225800"/>
          <p14:tracePt t="2842" x="1968500" y="3225800"/>
          <p14:tracePt t="2856" x="1974850" y="3225800"/>
          <p14:tracePt t="2873" x="1993900" y="3225800"/>
          <p14:tracePt t="2889" x="2006600" y="3225800"/>
          <p14:tracePt t="2906" x="2019300" y="3225800"/>
          <p14:tracePt t="2923" x="2076450" y="3225800"/>
          <p14:tracePt t="2939" x="2190750" y="3219450"/>
          <p14:tracePt t="2956" x="2254250" y="3219450"/>
          <p14:tracePt t="2973" x="2451100" y="3187700"/>
          <p14:tracePt t="2989" x="2520950" y="3181350"/>
          <p14:tracePt t="3006" x="2622550" y="3168650"/>
          <p14:tracePt t="3022" x="2705100" y="3168650"/>
          <p14:tracePt t="3039" x="2724150" y="3162300"/>
          <p14:tracePt t="3055" x="2736850" y="3162300"/>
          <p14:tracePt t="3072" x="2743200" y="3162300"/>
          <p14:tracePt t="3106" x="2749550" y="3155950"/>
          <p14:tracePt t="3140" x="2749550" y="3149600"/>
          <p14:tracePt t="3161" x="2743200" y="3149600"/>
          <p14:tracePt t="3169" x="2736850" y="3149600"/>
          <p14:tracePt t="3183" x="2724150" y="3149600"/>
          <p14:tracePt t="3191" x="2711450" y="3149600"/>
          <p14:tracePt t="3205" x="2698750" y="3149600"/>
          <p14:tracePt t="3221" x="2641600" y="3155950"/>
          <p14:tracePt t="3239" x="2597150" y="3162300"/>
          <p14:tracePt t="3255" x="2470150" y="3181350"/>
          <p14:tracePt t="3271" x="2387600" y="3213100"/>
          <p14:tracePt t="3288" x="2216150" y="3244850"/>
          <p14:tracePt t="3305" x="2051050" y="3263900"/>
          <p14:tracePt t="3321" x="1987550" y="3263900"/>
          <p14:tracePt t="3338" x="1866900" y="3270250"/>
          <p14:tracePt t="3354" x="1790700" y="3270250"/>
          <p14:tracePt t="3372" x="1765300" y="3270250"/>
          <p14:tracePt t="3387" x="1758950" y="3270250"/>
          <p14:tracePt t="3404" x="1752600" y="3270250"/>
          <p14:tracePt t="3814" x="1752600" y="3276600"/>
          <p14:tracePt t="3821" x="1758950" y="3276600"/>
          <p14:tracePt t="3842" x="1765300" y="3276600"/>
          <p14:tracePt t="3849" x="1771650" y="3282950"/>
          <p14:tracePt t="3863" x="1771650" y="3289300"/>
          <p14:tracePt t="3872" x="1778000" y="3289300"/>
          <p14:tracePt t="3886" x="1784350" y="3295650"/>
          <p14:tracePt t="3906" x="1790700" y="3302000"/>
          <p14:tracePt t="3920" x="1803400" y="3302000"/>
          <p14:tracePt t="3935" x="1809750" y="3308350"/>
          <p14:tracePt t="3969" x="1835150" y="3346450"/>
          <p14:tracePt t="3985" x="1835150" y="3352800"/>
          <p14:tracePt t="11271" x="1847850" y="3359150"/>
          <p14:tracePt t="11278" x="1860550" y="3365500"/>
          <p14:tracePt t="11285" x="1873250" y="3378200"/>
          <p14:tracePt t="11293" x="1898650" y="3384550"/>
          <p14:tracePt t="11310" x="1936750" y="3403600"/>
          <p14:tracePt t="11327" x="1993900" y="3422650"/>
          <p14:tracePt t="11344" x="2025650" y="3435350"/>
          <p14:tracePt t="11360" x="2044700" y="3435350"/>
          <p14:tracePt t="11377" x="2076450" y="3441700"/>
          <p14:tracePt t="11393" x="2089150" y="3448050"/>
          <p14:tracePt t="11411" x="2101850" y="3448050"/>
          <p14:tracePt t="11426" x="2120900" y="3454400"/>
          <p14:tracePt t="11460" x="2127250" y="3460750"/>
          <p14:tracePt t="11496" x="2127250" y="3467100"/>
          <p14:tracePt t="11769" x="2120900" y="3467100"/>
          <p14:tracePt t="11776" x="2114550" y="3467100"/>
          <p14:tracePt t="11783" x="2108200" y="3473450"/>
          <p14:tracePt t="11791" x="2101850" y="3473450"/>
          <p14:tracePt t="11809" x="2095500" y="3479800"/>
          <p14:tracePt t="11826" x="2070100" y="3492500"/>
          <p14:tracePt t="11842" x="2057400" y="3492500"/>
          <p14:tracePt t="11858" x="2038350" y="3505200"/>
          <p14:tracePt t="11875" x="2012950" y="3517900"/>
          <p14:tracePt t="11891" x="1987550" y="3530600"/>
          <p14:tracePt t="11909" x="1943100" y="3556000"/>
          <p14:tracePt t="11925" x="1917700" y="3568700"/>
          <p14:tracePt t="11941" x="1898650" y="3581400"/>
          <p14:tracePt t="11958" x="1873250" y="3600450"/>
          <p14:tracePt t="11975" x="1866900" y="3606800"/>
          <p14:tracePt t="11991" x="1854200" y="3606800"/>
          <p14:tracePt t="12008" x="1854200" y="3619500"/>
          <p14:tracePt t="12042" x="1847850" y="3619500"/>
          <p14:tracePt t="12070" x="1841500" y="3625850"/>
          <p14:tracePt t="12119" x="1841500" y="3632200"/>
          <p14:tracePt t="12266" x="1847850" y="3632200"/>
          <p14:tracePt t="12287" x="1854200" y="3632200"/>
          <p14:tracePt t="12294" x="1860550" y="3632200"/>
          <p14:tracePt t="12307" x="1860550" y="3625850"/>
          <p14:tracePt t="12323" x="1879600" y="3625850"/>
          <p14:tracePt t="12340" x="1892300" y="3625850"/>
          <p14:tracePt t="12357" x="1911350" y="3619500"/>
          <p14:tracePt t="12373" x="1924050" y="3619500"/>
          <p14:tracePt t="12390" x="1930400" y="3613150"/>
          <p14:tracePt t="12407" x="1936750" y="3613150"/>
          <p14:tracePt t="12423" x="1949450" y="3613150"/>
          <p14:tracePt t="12440" x="1955800" y="3613150"/>
          <p14:tracePt t="12459" x="1962150" y="3613150"/>
          <p14:tracePt t="12491" x="1968500" y="3613150"/>
          <p14:tracePt t="12547" x="1968500" y="3619500"/>
          <p14:tracePt t="12568" x="1968500" y="3632200"/>
          <p14:tracePt t="12575" x="1968500" y="3638550"/>
          <p14:tracePt t="12582" x="1968500" y="3644900"/>
          <p14:tracePt t="12591" x="1968500" y="3651250"/>
          <p14:tracePt t="12605" x="1962150" y="3670300"/>
          <p14:tracePt t="12622" x="1962150" y="3695700"/>
          <p14:tracePt t="12641" x="1955800" y="3727450"/>
          <p14:tracePt t="12656" x="1955800" y="3752850"/>
          <p14:tracePt t="12674" x="1949450" y="3771900"/>
          <p14:tracePt t="12689" x="1949450" y="3778250"/>
          <p14:tracePt t="12722" x="1955800" y="3784600"/>
          <p14:tracePt t="12739" x="1968500" y="3784600"/>
          <p14:tracePt t="12755" x="1974850" y="3784600"/>
          <p14:tracePt t="12775" x="1981200" y="3784600"/>
          <p14:tracePt t="12788" x="2000250" y="3778250"/>
          <p14:tracePt t="12805" x="2032000" y="3771900"/>
          <p14:tracePt t="12822" x="2070100" y="3752850"/>
          <p14:tracePt t="12838" x="2101850" y="3740150"/>
          <p14:tracePt t="12857" x="2146300" y="3721100"/>
          <p14:tracePt t="12871" x="2178050" y="3714750"/>
          <p14:tracePt t="12888" x="2203450" y="3708400"/>
          <p14:tracePt t="12905" x="2235200" y="3702050"/>
          <p14:tracePt t="12921" x="2260600" y="3695700"/>
          <p14:tracePt t="12938" x="2286000" y="3689350"/>
          <p14:tracePt t="12955" x="2336800" y="3683000"/>
          <p14:tracePt t="12971" x="2368550" y="3683000"/>
          <p14:tracePt t="12988" x="2400300" y="3676650"/>
          <p14:tracePt t="13004" x="2470150" y="3676650"/>
          <p14:tracePt t="13021" x="2527300" y="3676650"/>
          <p14:tracePt t="13038" x="2609850" y="3657600"/>
          <p14:tracePt t="13054" x="2679700" y="3651250"/>
          <p14:tracePt t="13071" x="2749550" y="3644900"/>
          <p14:tracePt t="13088" x="2844800" y="3638550"/>
          <p14:tracePt t="13104" x="2914650" y="3632200"/>
          <p14:tracePt t="13121" x="2978150" y="3632200"/>
          <p14:tracePt t="13137" x="3124200" y="3613150"/>
          <p14:tracePt t="13153" x="3206750" y="3594100"/>
          <p14:tracePt t="13171" x="3352800" y="3543300"/>
          <p14:tracePt t="13187" x="3448050" y="3524250"/>
          <p14:tracePt t="13204" x="3505200" y="3511550"/>
          <p14:tracePt t="13221" x="3556000" y="3505200"/>
          <p14:tracePt t="13237" x="3625850" y="3486150"/>
          <p14:tracePt t="13253" x="3651250" y="3479800"/>
          <p14:tracePt t="13270" x="3689350" y="3473450"/>
          <p14:tracePt t="13287" x="3702050" y="3473450"/>
          <p14:tracePt t="13290" x="3714750" y="3467100"/>
          <p14:tracePt t="13303" x="3721100" y="3467100"/>
          <p14:tracePt t="13320" x="3752850" y="3467100"/>
          <p14:tracePt t="13336" x="3759200" y="3467100"/>
          <p14:tracePt t="13354" x="3765550" y="3467100"/>
          <p14:tracePt t="13452" x="3765550" y="3473450"/>
          <p14:tracePt t="13459" x="3759200" y="3473450"/>
          <p14:tracePt t="13469" x="3752850" y="3479800"/>
          <p14:tracePt t="13486" x="3740150" y="3479800"/>
          <p14:tracePt t="13502" x="3733800" y="3479800"/>
          <p14:tracePt t="13830" x="3714750" y="3479800"/>
          <p14:tracePt t="13837" x="3676650" y="3479800"/>
          <p14:tracePt t="13844" x="3651250" y="3479800"/>
          <p14:tracePt t="13852" x="3619500" y="3479800"/>
          <p14:tracePt t="13868" x="3543300" y="3454400"/>
          <p14:tracePt t="13886" x="3422650" y="3435350"/>
          <p14:tracePt t="13901" x="3270250" y="3403600"/>
          <p14:tracePt t="13918" x="3162300" y="3371850"/>
          <p14:tracePt t="13935" x="3041650" y="3365500"/>
          <p14:tracePt t="13951" x="2952750" y="3359150"/>
          <p14:tracePt t="13967" x="2870200" y="3340100"/>
          <p14:tracePt t="13985" x="2762250" y="3333750"/>
          <p14:tracePt t="14001" x="2711450" y="3321050"/>
          <p14:tracePt t="14018" x="2686050" y="3308350"/>
          <p14:tracePt t="14034" x="2667000" y="3302000"/>
          <p14:tracePt t="14051" x="2660650" y="3302000"/>
          <p14:tracePt t="14068" x="2654300" y="3289300"/>
          <p14:tracePt t="14104" x="2660650" y="3276600"/>
          <p14:tracePt t="14118" x="2673350" y="3257550"/>
          <p14:tracePt t="14134" x="2692400" y="3238500"/>
          <p14:tracePt t="14150" x="2711450" y="3213100"/>
          <p14:tracePt t="14167" x="2762250" y="3162300"/>
          <p14:tracePt t="14184" x="2787650" y="3136900"/>
          <p14:tracePt t="14201" x="2800350" y="3117850"/>
          <p14:tracePt t="14217" x="2806700" y="3111500"/>
          <p14:tracePt t="14265" x="2813050" y="3111500"/>
          <p14:tracePt t="14349" x="2819400" y="3111500"/>
          <p14:tracePt t="14370" x="2825750" y="3105150"/>
          <p14:tracePt t="14391" x="2832100" y="3098800"/>
          <p14:tracePt t="14412" x="2838450" y="3092450"/>
          <p14:tracePt t="14440" x="2844800" y="3092450"/>
          <p14:tracePt t="14475" x="2851150" y="3092450"/>
          <p14:tracePt t="14573" x="2857500" y="3092450"/>
          <p14:tracePt t="14608" x="2863850" y="3092450"/>
          <p14:tracePt t="14622" x="2870200" y="3092450"/>
          <p14:tracePt t="14636" x="2876550" y="3098800"/>
          <p14:tracePt t="14643" x="2882900" y="3098800"/>
          <p14:tracePt t="14652" x="2889250" y="3098800"/>
          <p14:tracePt t="14667" x="2895600" y="3098800"/>
          <p14:tracePt t="14682" x="2908300" y="3098800"/>
          <p14:tracePt t="14700" x="2965450" y="3086100"/>
          <p14:tracePt t="14715" x="2984500" y="3079750"/>
          <p14:tracePt t="14732" x="3003550" y="3073400"/>
          <p14:tracePt t="14749" x="3048000" y="3048000"/>
          <p14:tracePt t="14766" x="3086100" y="3028950"/>
          <p14:tracePt t="14782" x="3105150" y="3022600"/>
          <p14:tracePt t="14785" x="3111500" y="3016250"/>
          <p14:tracePt t="14798" x="3124200" y="3009900"/>
          <p14:tracePt t="14833" x="3130550" y="3003550"/>
          <p14:tracePt t="14896" x="3130550" y="3009900"/>
          <p14:tracePt t="14910" x="3130550" y="3016250"/>
          <p14:tracePt t="14924" x="3124200" y="3022600"/>
          <p14:tracePt t="14938" x="3117850" y="3022600"/>
          <p14:tracePt t="14959" x="3111500" y="3028950"/>
          <p14:tracePt t="14973" x="3105150" y="3035300"/>
          <p14:tracePt t="14987" x="3098800" y="3041650"/>
          <p14:tracePt t="15001" x="3092450" y="3048000"/>
          <p14:tracePt t="15014" x="3086100" y="3060700"/>
          <p14:tracePt t="15031" x="3079750" y="3073400"/>
          <p14:tracePt t="15047" x="3067050" y="3086100"/>
          <p14:tracePt t="15064" x="3060700" y="3092450"/>
          <p14:tracePt t="15204" x="3067050" y="3086100"/>
          <p14:tracePt t="15240" x="3073400" y="3086100"/>
          <p14:tracePt t="15352" x="3073400" y="3092450"/>
          <p14:tracePt t="15359" x="3067050" y="3092450"/>
          <p14:tracePt t="15394" x="3067050" y="3098800"/>
          <p14:tracePt t="15422" x="3060700" y="3105150"/>
          <p14:tracePt t="15457" x="3054350" y="3111500"/>
          <p14:tracePt t="15492" x="3048000" y="3117850"/>
          <p14:tracePt t="15520" x="3041650" y="3117850"/>
          <p14:tracePt t="15569" x="3041650" y="3111500"/>
          <p14:tracePt t="15583" x="3048000" y="3105150"/>
          <p14:tracePt t="15590" x="3054350" y="3098800"/>
          <p14:tracePt t="15598" x="3060700" y="3098800"/>
          <p14:tracePt t="15619" x="3067050" y="3092450"/>
          <p14:tracePt t="15628" x="3067050" y="3086100"/>
          <p14:tracePt t="15645" x="3073400" y="3086100"/>
          <p14:tracePt t="15662" x="3079750" y="3079750"/>
          <p14:tracePt t="15679" x="3086100" y="3073400"/>
          <p14:tracePt t="15695" x="3086100" y="3067050"/>
          <p14:tracePt t="15728" x="3092450" y="3060700"/>
          <p14:tracePt t="15787" x="3092450" y="3067050"/>
          <p14:tracePt t="15794" x="3092450" y="3073400"/>
          <p14:tracePt t="15808" x="3086100" y="3073400"/>
          <p14:tracePt t="15815" x="3079750" y="3079750"/>
          <p14:tracePt t="15831" x="3079750" y="3092450"/>
          <p14:tracePt t="15845" x="3060700" y="3111500"/>
          <p14:tracePt t="15862" x="3048000" y="3124200"/>
          <p14:tracePt t="15879" x="3028950" y="3155950"/>
          <p14:tracePt t="15894" x="2997200" y="3200400"/>
          <p14:tracePt t="15911" x="2984500" y="3232150"/>
          <p14:tracePt t="15928" x="2952750" y="3282950"/>
          <p14:tracePt t="15944" x="2940050" y="3302000"/>
          <p14:tracePt t="15961" x="2895600" y="3378200"/>
          <p14:tracePt t="15977" x="2876550" y="3441700"/>
          <p14:tracePt t="15994" x="2870200" y="3467100"/>
          <p14:tracePt t="16011" x="2851150" y="3511550"/>
          <p14:tracePt t="16027" x="2851150" y="3530600"/>
          <p14:tracePt t="16061" x="2876550" y="3517900"/>
          <p14:tracePt t="16428" x="2870200" y="3524250"/>
          <p14:tracePt t="16435" x="2857500" y="3536950"/>
          <p14:tracePt t="16449" x="2844800" y="3549650"/>
          <p14:tracePt t="16459" x="2825750" y="3562350"/>
          <p14:tracePt t="16476" x="2800350" y="3587750"/>
          <p14:tracePt t="16492" x="2768600" y="3619500"/>
          <p14:tracePt t="16509" x="2736850" y="3657600"/>
          <p14:tracePt t="16526" x="2717800" y="3683000"/>
          <p14:tracePt t="16542" x="2698750" y="3695700"/>
          <p14:tracePt t="16559" x="2673350" y="3721100"/>
          <p14:tracePt t="16576" x="2647950" y="3752850"/>
          <p14:tracePt t="16592" x="2635250" y="3765550"/>
          <p14:tracePt t="16608" x="2622550" y="3784600"/>
          <p14:tracePt t="16625" x="2603500" y="3803650"/>
          <p14:tracePt t="16642" x="2590800" y="3816350"/>
          <p14:tracePt t="16659" x="2584450" y="3829050"/>
          <p14:tracePt t="16675" x="2559050" y="3848100"/>
          <p14:tracePt t="16691" x="2552700" y="3854450"/>
          <p14:tracePt t="16709" x="2546350" y="3867150"/>
          <p14:tracePt t="16725" x="2540000" y="3873500"/>
          <p14:tracePt t="16742" x="2527300" y="3886200"/>
          <p14:tracePt t="16759" x="2514600" y="3892550"/>
          <p14:tracePt t="16791" x="2501900" y="3905250"/>
          <p14:tracePt t="16808" x="2495550" y="3911600"/>
          <p14:tracePt t="16824" x="2489200" y="3917950"/>
          <p14:tracePt t="16842" x="2476500" y="3924300"/>
          <p14:tracePt t="16858" x="2476500" y="3930650"/>
          <p14:tracePt t="16926" x="2470150" y="3930650"/>
          <p14:tracePt t="16954" x="2463800" y="3930650"/>
          <p14:tracePt t="17059" x="2463800" y="3937000"/>
          <p14:tracePt t="17116" x="2457450" y="394335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.__doc__)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5445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2" name="Trapezoid 11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468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8994"/>
    </mc:Choice>
    <mc:Fallback xmlns="">
      <p:transition advTm="389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711" x="8191500" y="1143000"/>
          <p14:tracePt t="726" x="8159750" y="1098550"/>
          <p14:tracePt t="743" x="8153400" y="1085850"/>
          <p14:tracePt t="760" x="8147050" y="1066800"/>
          <p14:tracePt t="926" x="8153400" y="1066800"/>
          <p14:tracePt t="944" x="8166100" y="1079500"/>
          <p14:tracePt t="959" x="8172450" y="1085850"/>
          <p14:tracePt t="975" x="8185150" y="1092200"/>
          <p14:tracePt t="992" x="8191500" y="1098550"/>
          <p14:tracePt t="1009" x="8223250" y="1123950"/>
          <p14:tracePt t="1026" x="8235950" y="1130300"/>
          <p14:tracePt t="1042" x="8274050" y="1155700"/>
          <p14:tracePt t="1058" x="8318500" y="1193800"/>
          <p14:tracePt t="1077" x="8356600" y="1231900"/>
          <p14:tracePt t="1092" x="8369300" y="1244600"/>
          <p14:tracePt t="1109" x="8388350" y="1263650"/>
          <p14:tracePt t="1127" x="8401050" y="1270000"/>
          <p14:tracePt t="1274" x="8382000" y="1263650"/>
          <p14:tracePt t="1291" x="8350250" y="1250950"/>
          <p14:tracePt t="1308" x="8293100" y="1212850"/>
          <p14:tracePt t="1324" x="8261350" y="1193800"/>
          <p14:tracePt t="1341" x="8185150" y="1162050"/>
          <p14:tracePt t="1357" x="8102600" y="1136650"/>
          <p14:tracePt t="1374" x="8064500" y="1136650"/>
          <p14:tracePt t="1391" x="7994650" y="1117600"/>
          <p14:tracePt t="1407" x="7924800" y="1104900"/>
          <p14:tracePt t="1424" x="7893050" y="1104900"/>
          <p14:tracePt t="1440" x="7861300" y="1104900"/>
          <p14:tracePt t="1457" x="7835900" y="1104900"/>
          <p14:tracePt t="1474" x="7823200" y="1111250"/>
          <p14:tracePt t="1490" x="7816850" y="1111250"/>
          <p14:tracePt t="1507" x="7816850" y="1123950"/>
          <p14:tracePt t="1574" x="7816850" y="1130300"/>
          <p14:tracePt t="1640" x="7823200" y="1130300"/>
          <p14:tracePt t="1657" x="7835900" y="1130300"/>
          <p14:tracePt t="1673" x="7848600" y="1130300"/>
          <p14:tracePt t="1690" x="7880350" y="1130300"/>
          <p14:tracePt t="1708" x="7937500" y="1130300"/>
          <p14:tracePt t="1723" x="7956550" y="1123950"/>
          <p14:tracePt t="1739" x="8013700" y="1123950"/>
          <p14:tracePt t="1756" x="8058150" y="1117600"/>
          <p14:tracePt t="1773" x="8077200" y="1111250"/>
          <p14:tracePt t="1789" x="8096250" y="1111250"/>
          <p14:tracePt t="1806" x="8102600" y="1104900"/>
          <p14:tracePt t="1855" x="8108950" y="1098550"/>
          <p14:tracePt t="1905" x="8115300" y="1098550"/>
          <p14:tracePt t="1922" x="8121650" y="1098550"/>
          <p14:tracePt t="1939" x="8128000" y="1104900"/>
          <p14:tracePt t="1955" x="8134350" y="1104900"/>
          <p14:tracePt t="1973" x="8147050" y="1117600"/>
          <p14:tracePt t="1988" x="8191500" y="1136650"/>
          <p14:tracePt t="2005" x="8210550" y="1155700"/>
          <p14:tracePt t="2022" x="8274050" y="1206500"/>
          <p14:tracePt t="2038" x="8343900" y="1263650"/>
          <p14:tracePt t="2055" x="8375650" y="1289050"/>
          <p14:tracePt t="2072" x="8420100" y="1327150"/>
          <p14:tracePt t="2088" x="8445500" y="1352550"/>
          <p14:tracePt t="2107" x="8458200" y="1365250"/>
          <p14:tracePt t="2121" x="8464550" y="1371600"/>
          <p14:tracePt t="2138" x="8470900" y="1384300"/>
          <p14:tracePt t="2156" x="8483600" y="1397000"/>
          <p14:tracePt t="2171" x="8489950" y="1409700"/>
          <p14:tracePt t="2190" x="8496300" y="1422400"/>
          <p14:tracePt t="2205" x="8534400" y="1479550"/>
          <p14:tracePt t="2221" x="8540750" y="1492250"/>
          <p14:tracePt t="2238" x="8547100" y="1504950"/>
          <p14:tracePt t="2254" x="8553450" y="1524000"/>
          <p14:tracePt t="2271" x="8553450" y="1530350"/>
          <p14:tracePt t="2321" x="8553450" y="1536700"/>
          <p14:tracePt t="2372" x="8553450" y="1543050"/>
          <p14:tracePt t="3019" x="8382000" y="1543050"/>
          <p14:tracePt t="3035" x="8280400" y="1555750"/>
          <p14:tracePt t="3053" x="7994650" y="1562100"/>
          <p14:tracePt t="3068" x="7626350" y="1574800"/>
          <p14:tracePt t="3085" x="7397750" y="1619250"/>
          <p14:tracePt t="3102" x="6908800" y="1752600"/>
          <p14:tracePt t="3118" x="6489700" y="1879600"/>
          <p14:tracePt t="3134" x="6305550" y="1943100"/>
          <p14:tracePt t="3151" x="5918200" y="2108200"/>
          <p14:tracePt t="3168" x="5721350" y="2209800"/>
          <p14:tracePt t="3185" x="5245100" y="2470150"/>
          <p14:tracePt t="3201" x="4711700" y="2774950"/>
          <p14:tracePt t="3218" x="4483100" y="2914650"/>
          <p14:tracePt t="3236" x="4089400" y="3111500"/>
          <p14:tracePt t="3251" x="3752850" y="3251200"/>
          <p14:tracePt t="3270" x="3619500" y="3352800"/>
          <p14:tracePt t="3285" x="3441700" y="3473450"/>
          <p14:tracePt t="3301" x="3295650" y="3619500"/>
          <p14:tracePt t="3318" x="3187700" y="3771900"/>
          <p14:tracePt t="3334" x="3149600" y="3841750"/>
          <p14:tracePt t="3350" x="3054350" y="3994150"/>
          <p14:tracePt t="3367" x="2997200" y="4165600"/>
          <p14:tracePt t="3383" x="2952750" y="4248150"/>
          <p14:tracePt t="3400" x="2908300" y="4406900"/>
          <p14:tracePt t="3418" x="2908300" y="4597400"/>
          <p14:tracePt t="3433" x="2908300" y="4673600"/>
          <p14:tracePt t="3450" x="2921000" y="4762500"/>
          <p14:tracePt t="3467" x="2984500" y="5111750"/>
          <p14:tracePt t="3483" x="3003550" y="5200650"/>
          <p14:tracePt t="3501" x="3048000" y="5346700"/>
          <p14:tracePt t="3516" x="3079750" y="5416550"/>
          <p14:tracePt t="3534" x="3143250" y="5492750"/>
          <p14:tracePt t="3551" x="3181350" y="5568950"/>
          <p14:tracePt t="3967" x="3111500" y="5568950"/>
          <p14:tracePt t="3982" x="3041650" y="5568950"/>
          <p14:tracePt t="3998" x="3022600" y="5568950"/>
          <p14:tracePt t="4015" x="2971800" y="5568950"/>
          <p14:tracePt t="4031" x="2933700" y="5568950"/>
          <p14:tracePt t="4048" x="2889250" y="5568950"/>
          <p14:tracePt t="4065" x="2870200" y="5562600"/>
          <p14:tracePt t="4081" x="2819400" y="5562600"/>
          <p14:tracePt t="4099" x="2781300" y="5549900"/>
          <p14:tracePt t="4114" x="2762250" y="5549900"/>
          <p14:tracePt t="4131" x="2749550" y="5543550"/>
          <p14:tracePt t="4148" x="2705100" y="5543550"/>
          <p14:tracePt t="4164" x="2698750" y="5543550"/>
          <p14:tracePt t="4182" x="2686050" y="5543550"/>
          <p14:tracePt t="4184" x="2686050" y="5537200"/>
          <p14:tracePt t="4198" x="2679700" y="5537200"/>
          <p14:tracePt t="4214" x="2673350" y="5537200"/>
          <p14:tracePt t="4580" x="2667000" y="5537200"/>
          <p14:tracePt t="4596" x="2660650" y="5537200"/>
          <p14:tracePt t="4613" x="2654300" y="5537200"/>
          <p14:tracePt t="4646" x="2641600" y="5537200"/>
          <p14:tracePt t="4663" x="2635250" y="5543550"/>
          <p14:tracePt t="4681" x="2628900" y="5543550"/>
          <p14:tracePt t="4746" x="2622550" y="5543550"/>
          <p14:tracePt t="4779" x="2616200" y="5543550"/>
          <p14:tracePt t="4812" x="2609850" y="5543550"/>
          <p14:tracePt t="4846" x="2597150" y="5543550"/>
          <p14:tracePt t="4895" x="2597150" y="5549900"/>
          <p14:tracePt t="4912" x="2609850" y="5556250"/>
          <p14:tracePt t="4928" x="2622550" y="5562600"/>
          <p14:tracePt t="4945" x="2667000" y="5581650"/>
          <p14:tracePt t="4962" x="2736850" y="5619750"/>
          <p14:tracePt t="4978" x="2794000" y="5645150"/>
          <p14:tracePt t="4996" x="2921000" y="5715000"/>
          <p14:tracePt t="5011" x="3054350" y="5784850"/>
          <p14:tracePt t="5028" x="3124200" y="5822950"/>
          <p14:tracePt t="5046" x="3251200" y="5911850"/>
          <p14:tracePt t="5061" x="3371850" y="5994400"/>
          <p14:tracePt t="5078" x="3416300" y="6032500"/>
          <p14:tracePt t="5095" x="3492500" y="6102350"/>
          <p14:tracePt t="5111" x="3517900" y="6127750"/>
          <p14:tracePt t="5128" x="3575050" y="6172200"/>
          <p14:tracePt t="5144" x="3587750" y="6184900"/>
          <p14:tracePt t="5161" x="3600450" y="6191250"/>
          <p14:tracePt t="5178" x="3606800" y="6203950"/>
          <p14:tracePt t="5312" x="3606800" y="6210300"/>
          <p14:tracePt t="5377" x="3587750" y="6203950"/>
          <p14:tracePt t="5395" x="3575050" y="6203950"/>
          <p14:tracePt t="5411" x="3486150" y="6165850"/>
          <p14:tracePt t="5427" x="3441700" y="6140450"/>
          <p14:tracePt t="5443" x="3371850" y="6108700"/>
          <p14:tracePt t="5460" x="3225800" y="6038850"/>
          <p14:tracePt t="5476" x="3048000" y="5956300"/>
          <p14:tracePt t="5494" x="2889250" y="5880100"/>
          <p14:tracePt t="5510" x="2806700" y="5848350"/>
          <p14:tracePt t="5526" x="2692400" y="5784850"/>
          <p14:tracePt t="5543" x="2628900" y="5740400"/>
          <p14:tracePt t="5559" x="2609850" y="5727700"/>
          <p14:tracePt t="5576" x="2590800" y="5708650"/>
          <p14:tracePt t="5593" x="2578100" y="5702300"/>
          <p14:tracePt t="5627" x="2578100" y="5695950"/>
          <p14:tracePt t="5659" x="2578100" y="5689600"/>
          <p14:tracePt t="5792" x="2584450" y="5689600"/>
          <p14:tracePt t="5810" x="2590800" y="5695950"/>
          <p14:tracePt t="5825" x="2609850" y="5702300"/>
          <p14:tracePt t="5842" x="2635250" y="5708650"/>
          <p14:tracePt t="5858" x="2692400" y="5740400"/>
          <p14:tracePt t="5875" x="2806700" y="5778500"/>
          <p14:tracePt t="5892" x="2940050" y="5822950"/>
          <p14:tracePt t="5908" x="3009900" y="5854700"/>
          <p14:tracePt t="5925" x="3143250" y="5911850"/>
          <p14:tracePt t="5943" x="3232150" y="5962650"/>
          <p14:tracePt t="5958" x="3263900" y="5981700"/>
          <p14:tracePt t="5975" x="3308350" y="6000750"/>
          <p14:tracePt t="5992" x="3321050" y="6007100"/>
          <p14:tracePt t="6008" x="3327400" y="6013450"/>
          <p14:tracePt t="6091" x="3327400" y="6019800"/>
          <p14:tracePt t="8051" x="3467100" y="5924550"/>
          <p14:tracePt t="8067" x="3702050" y="5772150"/>
          <p14:tracePt t="8085" x="3968750" y="5575300"/>
          <p14:tracePt t="8101" x="4152900" y="5448300"/>
          <p14:tracePt t="8117" x="4362450" y="5321300"/>
          <p14:tracePt t="8135" x="4927600" y="4870450"/>
          <p14:tracePt t="8150" x="5162550" y="4692650"/>
          <p14:tracePt t="8168" x="5575300" y="4349750"/>
          <p14:tracePt t="8184" x="5816600" y="4152900"/>
          <p14:tracePt t="8200" x="6235700" y="3835400"/>
          <p14:tracePt t="8218" x="6464300" y="3702050"/>
          <p14:tracePt t="8234" x="6642100" y="3606800"/>
          <p14:tracePt t="8250" x="6864350" y="3486150"/>
          <p14:tracePt t="8268" x="7359650" y="3251200"/>
          <p14:tracePt t="8284" x="7759700" y="3041650"/>
          <p14:tracePt t="8301" x="8039100" y="2882900"/>
          <p14:tracePt t="8317" x="8121650" y="2832100"/>
          <p14:tracePt t="8333" x="8223250" y="2755900"/>
          <p14:tracePt t="8352" x="8299450" y="2705100"/>
          <p14:tracePt t="8366" x="8318500" y="2679700"/>
          <p14:tracePt t="8383" x="8350250" y="2647950"/>
          <p14:tracePt t="8400" x="8369300" y="2628900"/>
          <p14:tracePt t="8416" x="8369300" y="2622550"/>
          <p14:tracePt t="8435" x="8382000" y="2597150"/>
          <p14:tracePt t="8450" x="8388350" y="2578100"/>
          <p14:tracePt t="8467" x="8388350" y="2571750"/>
          <p14:tracePt t="8483" x="8394700" y="2552700"/>
          <p14:tracePt t="8499" x="8394700" y="2527300"/>
          <p14:tracePt t="8516" x="8401050" y="2514600"/>
          <p14:tracePt t="8534" x="8401050" y="2457450"/>
          <p14:tracePt t="8549" x="8401050" y="2374900"/>
          <p14:tracePt t="8566" x="8401050" y="2324100"/>
          <p14:tracePt t="8583" x="8401050" y="2184400"/>
          <p14:tracePt t="8600" x="8401050" y="1993900"/>
          <p14:tracePt t="8616" x="8401050" y="1778000"/>
          <p14:tracePt t="8633" x="8388350" y="1663700"/>
          <p14:tracePt t="8649" x="8369300" y="1485900"/>
          <p14:tracePt t="8667" x="8369300" y="1365250"/>
          <p14:tracePt t="8682" x="8369300" y="1314450"/>
          <p14:tracePt t="8699" x="8388350" y="1257300"/>
          <p14:tracePt t="8717" x="8388350" y="1206500"/>
          <p14:tracePt t="8732" x="8388350" y="1193800"/>
          <p14:tracePt t="8765" x="8388350" y="1187450"/>
          <p14:tracePt t="8781" x="8388350" y="1181100"/>
          <p14:tracePt t="8932" x="8388350" y="1187450"/>
          <p14:tracePt t="8964" x="8388350" y="1193800"/>
          <p14:tracePt t="8982" x="8382000" y="1212850"/>
          <p14:tracePt t="8998" x="8369300" y="1219200"/>
          <p14:tracePt t="9014" x="8356600" y="1238250"/>
          <p14:tracePt t="9031" x="8312150" y="1295400"/>
          <p14:tracePt t="9047" x="8191500" y="1416050"/>
          <p14:tracePt t="9065" x="8108950" y="1498600"/>
          <p14:tracePt t="9081" x="7848600" y="1746250"/>
          <p14:tracePt t="9097" x="7658100" y="1911350"/>
          <p14:tracePt t="9115" x="6959600" y="2482850"/>
          <p14:tracePt t="9130" x="6718300" y="2673350"/>
          <p14:tracePt t="9147" x="6502400" y="2838450"/>
          <p14:tracePt t="9164" x="6184900" y="3067050"/>
          <p14:tracePt t="9180" x="5975350" y="3187700"/>
          <p14:tracePt t="9198" x="5899150" y="3219450"/>
          <p14:tracePt t="9214" x="5803900" y="3225800"/>
          <p14:tracePt t="9231" x="5765800" y="3225800"/>
          <p14:tracePt t="9234" x="5740400" y="3225800"/>
          <p14:tracePt t="10193" x="5651500" y="3219450"/>
          <p14:tracePt t="10211" x="5397500" y="3162300"/>
          <p14:tracePt t="10227" x="5270500" y="3130550"/>
          <p14:tracePt t="10244" x="4940300" y="3098800"/>
          <p14:tracePt t="10247" x="4787900" y="3098800"/>
          <p14:tracePt t="10277" x="4502150" y="3098800"/>
          <p14:tracePt t="10293" x="4260850" y="3092450"/>
          <p14:tracePt t="10310" x="4025900" y="3143250"/>
          <p14:tracePt t="10326" x="3949700" y="3175000"/>
          <p14:tracePt t="10344" x="3797300" y="3244850"/>
          <p14:tracePt t="10360" x="3670300" y="3352800"/>
          <p14:tracePt t="10376" x="3619500" y="3422650"/>
          <p14:tracePt t="10394" x="3517900" y="3575050"/>
          <p14:tracePt t="10409" x="3397250" y="3752850"/>
          <p14:tracePt t="10426" x="3346450" y="3835400"/>
          <p14:tracePt t="10444" x="3257550" y="3962400"/>
          <p14:tracePt t="10459" x="3168650" y="4089400"/>
          <p14:tracePt t="10477" x="3130550" y="4159250"/>
          <p14:tracePt t="10493" x="3073400" y="4279900"/>
          <p14:tracePt t="10509" x="3041650" y="4337050"/>
          <p14:tracePt t="10526" x="2952750" y="4540250"/>
          <p14:tracePt t="10542" x="2927350" y="4622800"/>
          <p14:tracePt t="10559" x="2908300" y="4699000"/>
          <p14:tracePt t="10576" x="2863850" y="4857750"/>
          <p14:tracePt t="10592" x="2844800" y="4978400"/>
          <p14:tracePt t="10609" x="2844800" y="5067300"/>
          <p14:tracePt t="10625" x="2851150" y="5245100"/>
          <p14:tracePt t="10642" x="2882900" y="5492750"/>
          <p14:tracePt t="10659" x="2901950" y="5607050"/>
          <p14:tracePt t="10675" x="2914650" y="5810250"/>
          <p14:tracePt t="10692" x="2914650" y="5962650"/>
          <p14:tracePt t="10710" x="2914650" y="6064250"/>
          <p14:tracePt t="10725" x="2914650" y="6102350"/>
          <p14:tracePt t="10742" x="2914650" y="6153150"/>
          <p14:tracePt t="10758" x="2914650" y="6178550"/>
          <p14:tracePt t="10775" x="2914650" y="6191250"/>
          <p14:tracePt t="10791" x="2921000" y="6203950"/>
          <p14:tracePt t="10808" x="2921000" y="6223000"/>
          <p14:tracePt t="10825" x="2921000" y="6229350"/>
          <p14:tracePt t="10858" x="2921000" y="6235700"/>
          <p14:tracePt t="10892" x="2908300" y="6242050"/>
          <p14:tracePt t="10908" x="2901950" y="6248400"/>
          <p14:tracePt t="10924" x="2863850" y="6261100"/>
          <p14:tracePt t="10942" x="2825750" y="6267450"/>
          <p14:tracePt t="10958" x="2781300" y="6273800"/>
          <p14:tracePt t="10974" x="2711450" y="6292850"/>
          <p14:tracePt t="10992" x="2641600" y="6305550"/>
          <p14:tracePt t="11008" x="2597150" y="6324600"/>
          <p14:tracePt t="11024" x="2514600" y="6350000"/>
          <p14:tracePt t="11041" x="2419350" y="6369050"/>
          <p14:tracePt t="11057" x="2355850" y="6375400"/>
          <p14:tracePt t="11074" x="2235200" y="6394450"/>
          <p14:tracePt t="11090" x="2101850" y="6413500"/>
          <p14:tracePt t="11107" x="2051050" y="6413500"/>
          <p14:tracePt t="11124" x="1962150" y="6419850"/>
          <p14:tracePt t="11140" x="1930400" y="6419850"/>
          <p14:tracePt t="11157" x="1860550" y="6438900"/>
          <p14:tracePt t="11173" x="1835150" y="6445250"/>
          <p14:tracePt t="11190" x="1809750" y="6445250"/>
          <p14:tracePt t="11207" x="1778000" y="6451600"/>
          <p14:tracePt t="11223" x="1752600" y="6464300"/>
          <p14:tracePt t="11240" x="1739900" y="6470650"/>
          <p14:tracePt t="11257" x="1720850" y="6483350"/>
          <p14:tracePt t="11273" x="1701800" y="6489700"/>
          <p14:tracePt t="11672" x="1670050" y="6438900"/>
          <p14:tracePt t="11688" x="1670050" y="6413500"/>
          <p14:tracePt t="11705" x="1682750" y="6337300"/>
          <p14:tracePt t="11722" x="1701800" y="6254750"/>
          <p14:tracePt t="11738" x="1708150" y="6159500"/>
          <p14:tracePt t="11755" x="1714500" y="6127750"/>
          <p14:tracePt t="11771" x="1727200" y="6089650"/>
          <p14:tracePt t="11788" x="1746250" y="6019800"/>
          <p14:tracePt t="11804" x="1752600" y="5994400"/>
          <p14:tracePt t="11821" x="1758950" y="5975350"/>
          <p14:tracePt t="11838" x="1758950" y="5956300"/>
          <p14:tracePt t="11854" x="1765300" y="5949950"/>
          <p14:tracePt t="11888" x="1765300" y="5943600"/>
          <p14:tracePt t="12121" x="1758950" y="5943600"/>
          <p14:tracePt t="12137" x="1733550" y="5943600"/>
          <p14:tracePt t="12155" x="1689100" y="5956300"/>
          <p14:tracePt t="12170" x="1657350" y="5956300"/>
          <p14:tracePt t="12187" x="1619250" y="5975350"/>
          <p14:tracePt t="12203" x="1574800" y="6000750"/>
          <p14:tracePt t="12220" x="1555750" y="6013450"/>
          <p14:tracePt t="12237" x="1536700" y="6045200"/>
          <p14:tracePt t="12253" x="1517650" y="6096000"/>
          <p14:tracePt t="12270" x="1517650" y="6121400"/>
          <p14:tracePt t="12287" x="1549400" y="6172200"/>
          <p14:tracePt t="12303" x="1606550" y="6229350"/>
          <p14:tracePt t="12319" x="1625600" y="6248400"/>
          <p14:tracePt t="12336" x="1695450" y="6299200"/>
          <p14:tracePt t="12353" x="1746250" y="6337300"/>
          <p14:tracePt t="12369" x="1778000" y="6343650"/>
          <p14:tracePt t="12386" x="1828800" y="6375400"/>
          <p14:tracePt t="12402" x="1854200" y="6381750"/>
          <p14:tracePt t="12420" x="1873250" y="6394450"/>
          <p14:tracePt t="12453" x="1879600" y="6394450"/>
          <p14:tracePt t="12469" x="1885950" y="6394450"/>
          <p14:tracePt t="12619" x="1879600" y="6381750"/>
          <p14:tracePt t="12635" x="1866900" y="6369050"/>
          <p14:tracePt t="12652" x="1847850" y="6343650"/>
          <p14:tracePt t="12669" x="1835150" y="6330950"/>
          <p14:tracePt t="12685" x="1816100" y="6311900"/>
          <p14:tracePt t="12702" x="1733550" y="6210300"/>
          <p14:tracePt t="12718" x="1701800" y="6165850"/>
          <p14:tracePt t="12736" x="1619250" y="6070600"/>
          <p14:tracePt t="12751" x="1581150" y="6026150"/>
          <p14:tracePt t="12768" x="1517650" y="5937250"/>
          <p14:tracePt t="12785" x="1466850" y="5861050"/>
          <p14:tracePt t="12801" x="1454150" y="5835650"/>
          <p14:tracePt t="12819" x="1422400" y="5784850"/>
          <p14:tracePt t="12834" x="1409700" y="5746750"/>
          <p14:tracePt t="12851" x="1403350" y="5734050"/>
          <p14:tracePt t="12868" x="1397000" y="5721350"/>
          <p14:tracePt t="12884" x="1397000" y="5708650"/>
          <p14:tracePt t="12984" x="1403350" y="5708650"/>
          <p14:tracePt t="13000" x="1409700" y="5708650"/>
          <p14:tracePt t="13017" x="1416050" y="5708650"/>
          <p14:tracePt t="13034" x="1422400" y="5715000"/>
          <p14:tracePt t="13051" x="1447800" y="5734050"/>
          <p14:tracePt t="13067" x="1473200" y="5740400"/>
          <p14:tracePt t="13083" x="1492250" y="5753100"/>
          <p14:tracePt t="13100" x="1568450" y="5784850"/>
          <p14:tracePt t="13117" x="1663700" y="5829300"/>
          <p14:tracePt t="13135" x="1720850" y="5861050"/>
          <p14:tracePt t="13150" x="1860550" y="5924550"/>
          <p14:tracePt t="13167" x="2032000" y="6000750"/>
          <p14:tracePt t="13184" x="2228850" y="6057900"/>
          <p14:tracePt t="13200" x="2330450" y="6089650"/>
          <p14:tracePt t="13216" x="2527300" y="6165850"/>
          <p14:tracePt t="13233" x="2698750" y="6223000"/>
          <p14:tracePt t="13250" x="2755900" y="6242050"/>
          <p14:tracePt t="13266" x="2876550" y="6280150"/>
          <p14:tracePt t="13283" x="2940050" y="6292850"/>
          <p14:tracePt t="13300" x="2959100" y="6305550"/>
          <p14:tracePt t="13316" x="2984500" y="6311900"/>
          <p14:tracePt t="13332" x="3035300" y="6324600"/>
          <p14:tracePt t="13350" x="3048000" y="6330950"/>
          <p14:tracePt t="13367" x="3079750" y="6337300"/>
          <p14:tracePt t="13383" x="3092450" y="6343650"/>
          <p14:tracePt t="13399" x="3105150" y="6343650"/>
          <p14:tracePt t="13416" x="3117850" y="6343650"/>
          <p14:tracePt t="13650" x="3130550" y="6343650"/>
          <p14:tracePt t="13665" x="3143250" y="6343650"/>
          <p14:tracePt t="13683" x="3257550" y="6318250"/>
          <p14:tracePt t="13698" x="3333750" y="6299200"/>
          <p14:tracePt t="13715" x="3435350" y="6280150"/>
          <p14:tracePt t="13731" x="3695700" y="6216650"/>
          <p14:tracePt t="13748" x="4057650" y="6153150"/>
          <p14:tracePt t="13751" x="4222750" y="6127750"/>
          <p14:tracePt t="13781" x="4610100" y="6089650"/>
          <p14:tracePt t="13798" x="4927600" y="6045200"/>
          <p14:tracePt t="13815" x="5181600" y="6032500"/>
          <p14:tracePt t="13831" x="5295900" y="6019800"/>
          <p14:tracePt t="13848" x="5473700" y="6013450"/>
          <p14:tracePt t="13866" x="5613400" y="6000750"/>
          <p14:tracePt t="13882" x="5651500" y="6000750"/>
          <p14:tracePt t="13897" x="5721350" y="5994400"/>
          <p14:tracePt t="13914" x="5759450" y="5994400"/>
          <p14:tracePt t="13930" x="5765800" y="5994400"/>
          <p14:tracePt t="13948" x="5778500" y="5994400"/>
          <p14:tracePt t="14014" x="5772150" y="6000750"/>
          <p14:tracePt t="14030" x="5772150" y="6019800"/>
          <p14:tracePt t="14047" x="5765800" y="6019800"/>
          <p14:tracePt t="35723" x="5759450" y="6000750"/>
          <p14:tracePt t="35738" x="5759450" y="5988050"/>
          <p14:tracePt t="35755" x="5759450" y="5969000"/>
          <p14:tracePt t="35772" x="5753100" y="5949950"/>
          <p14:tracePt t="35788" x="5746750" y="5918200"/>
          <p14:tracePt t="35806" x="5734050" y="5854700"/>
          <p14:tracePt t="35824" x="5715000" y="5797550"/>
          <p14:tracePt t="35838" x="5708650" y="5746750"/>
          <p14:tracePt t="35855" x="5695950" y="5664200"/>
          <p14:tracePt t="35872" x="5683250" y="5619750"/>
          <p14:tracePt t="35889" x="5670550" y="5568950"/>
          <p14:tracePt t="35905" x="5657850" y="5543550"/>
          <p14:tracePt t="35922" x="5632450" y="5524500"/>
          <p14:tracePt t="35940" x="5594350" y="5492750"/>
          <p14:tracePt t="35954" x="5556250" y="5461000"/>
          <p14:tracePt t="35971" x="5518150" y="5435600"/>
          <p14:tracePt t="35988" x="5467350" y="5397500"/>
          <p14:tracePt t="36005" x="5422900" y="5372100"/>
          <p14:tracePt t="36022" x="5397500" y="5353050"/>
          <p14:tracePt t="36038" x="5353050" y="5327650"/>
          <p14:tracePt t="36054" x="5327650" y="5314950"/>
          <p14:tracePt t="36071" x="5276850" y="5308600"/>
          <p14:tracePt t="36087" x="5257800" y="5308600"/>
          <p14:tracePt t="36104" x="5219700" y="5308600"/>
          <p14:tracePt t="36107" x="5200650" y="5308600"/>
          <p14:tracePt t="36121" x="5156200" y="5308600"/>
          <p14:tracePt t="36137" x="5111750" y="5308600"/>
          <p14:tracePt t="36155" x="5060950" y="5308600"/>
          <p14:tracePt t="36171" x="4978400" y="5308600"/>
          <p14:tracePt t="36187" x="4921250" y="5314950"/>
          <p14:tracePt t="36205" x="4845050" y="5308600"/>
          <p14:tracePt t="36220" x="4787900" y="5302250"/>
          <p14:tracePt t="36237" x="4743450" y="5295900"/>
          <p14:tracePt t="36255" x="4673600" y="5295900"/>
          <p14:tracePt t="36270" x="4610100" y="5295900"/>
          <p14:tracePt t="36287" x="4546600" y="5314950"/>
          <p14:tracePt t="36304" x="4432300" y="5321300"/>
          <p14:tracePt t="36320" x="4324350" y="5321300"/>
          <p14:tracePt t="36337" x="4210050" y="5321300"/>
          <p14:tracePt t="36353" x="4051300" y="5327650"/>
          <p14:tracePt t="36370" x="3949700" y="5327650"/>
          <p14:tracePt t="36388" x="3790950" y="5340350"/>
          <p14:tracePt t="36403" x="3670300" y="5346700"/>
          <p14:tracePt t="36419" x="3556000" y="5359400"/>
          <p14:tracePt t="36437" x="3409950" y="5384800"/>
          <p14:tracePt t="36453" x="3302000" y="5403850"/>
          <p14:tracePt t="36470" x="3219450" y="5410200"/>
          <p14:tracePt t="36486" x="3105150" y="5435600"/>
          <p14:tracePt t="36503" x="3035300" y="5461000"/>
          <p14:tracePt t="36519" x="2978150" y="5473700"/>
          <p14:tracePt t="36535" x="2895600" y="5492750"/>
          <p14:tracePt t="36552" x="2844800" y="5518150"/>
          <p14:tracePt t="36570" x="2794000" y="5537200"/>
          <p14:tracePt t="36586" x="2762250" y="5549900"/>
          <p14:tracePt t="36602" x="2749550" y="5549900"/>
          <p14:tracePt t="36605" x="2743200" y="5549900"/>
          <p14:tracePt t="36636" x="2724150" y="5549900"/>
          <p14:tracePt t="36654" x="2711450" y="5556250"/>
          <p14:tracePt t="36669" x="2705100" y="5556250"/>
          <p14:tracePt t="36688" x="2673350" y="5556250"/>
          <p14:tracePt t="36704" x="2660650" y="5556250"/>
          <p14:tracePt t="36718" x="2641600" y="5556250"/>
          <p14:tracePt t="36735" x="2622550" y="5556250"/>
          <p14:tracePt t="36753" x="2590800" y="5537200"/>
          <p14:tracePt t="36768" x="2565400" y="5524500"/>
          <p14:tracePt t="36785" x="2533650" y="5505450"/>
          <p14:tracePt t="36802" x="2489200" y="5492750"/>
          <p14:tracePt t="36818" x="2457450" y="5480050"/>
          <p14:tracePt t="36836" x="2432050" y="5467350"/>
          <p14:tracePt t="36853" x="2419350" y="5461000"/>
          <p14:tracePt t="36868" x="2413000" y="5461000"/>
          <p14:tracePt t="36886" x="2406650" y="5467350"/>
          <p14:tracePt t="36934" x="2413000" y="5467350"/>
          <p14:tracePt t="36967" x="2419350" y="5467350"/>
          <p14:tracePt t="36984" x="2419350" y="5473700"/>
          <p14:tracePt t="37000" x="2425700" y="5480050"/>
          <p14:tracePt t="37019" x="2457450" y="5499100"/>
          <p14:tracePt t="37034" x="2489200" y="5530850"/>
          <p14:tracePt t="37050" x="2533650" y="5556250"/>
          <p14:tracePt t="37067" x="2641600" y="5613400"/>
          <p14:tracePt t="37084" x="2717800" y="5664200"/>
          <p14:tracePt t="37101" x="2876550" y="5772150"/>
          <p14:tracePt t="37117" x="2965450" y="5835650"/>
          <p14:tracePt t="37134" x="3048000" y="5892800"/>
          <p14:tracePt t="37152" x="3175000" y="6000750"/>
          <p14:tracePt t="37167" x="3263900" y="6076950"/>
          <p14:tracePt t="37184" x="3352800" y="6140450"/>
          <p14:tracePt t="37202" x="3511550" y="6223000"/>
          <p14:tracePt t="37217" x="3587750" y="6273800"/>
          <p14:tracePt t="37233" x="3663950" y="6324600"/>
          <p14:tracePt t="37250" x="3727450" y="6369050"/>
          <p14:tracePt t="37267" x="3759200" y="6394450"/>
          <p14:tracePt t="37285" x="3771900" y="6407150"/>
          <p14:tracePt t="37299" x="3778250" y="6407150"/>
          <p14:tracePt t="37449" x="3759200" y="6394450"/>
          <p14:tracePt t="37467" x="3721100" y="6369050"/>
          <p14:tracePt t="37482" x="3663950" y="6330950"/>
          <p14:tracePt t="37499" x="3613150" y="6292850"/>
          <p14:tracePt t="37516" x="3505200" y="6235700"/>
          <p14:tracePt t="37532" x="3416300" y="6191250"/>
          <p14:tracePt t="37549" x="3289300" y="6134100"/>
          <p14:tracePt t="37566" x="3225800" y="6089650"/>
          <p14:tracePt t="37582" x="3168650" y="6051550"/>
          <p14:tracePt t="37601" x="3111500" y="5994400"/>
          <p14:tracePt t="37615" x="3086100" y="5943600"/>
          <p14:tracePt t="37632" x="3060700" y="5892800"/>
          <p14:tracePt t="37635" x="3054350" y="5873750"/>
          <p14:tracePt t="37649" x="3041650" y="5835650"/>
          <p14:tracePt t="37665" x="3028950" y="5803900"/>
          <p14:tracePt t="37682" x="3016250" y="5778500"/>
          <p14:tracePt t="37699" x="3016250" y="5746750"/>
          <p14:tracePt t="37718" x="3009900" y="5734050"/>
          <p14:tracePt t="37732" x="3003550" y="5708650"/>
          <p14:tracePt t="37748" x="3003550" y="5695950"/>
          <p14:tracePt t="37765" x="2997200" y="5689600"/>
          <p14:tracePt t="37782" x="2997200" y="5676900"/>
          <p14:tracePt t="37798" x="2990850" y="5670550"/>
          <p14:tracePt t="37831" x="2997200" y="5664200"/>
          <p14:tracePt t="37848" x="3022600" y="5657850"/>
          <p14:tracePt t="37865" x="3067050" y="5651500"/>
          <p14:tracePt t="37881" x="3136900" y="5645150"/>
          <p14:tracePt t="37898" x="3238500" y="5645150"/>
          <p14:tracePt t="37916" x="3441700" y="5645150"/>
          <p14:tracePt t="37931" x="3613150" y="5657850"/>
          <p14:tracePt t="37947" x="3790950" y="5676900"/>
          <p14:tracePt t="37965" x="4064000" y="5727700"/>
          <p14:tracePt t="37981" x="4254500" y="5765800"/>
          <p14:tracePt t="37998" x="4451350" y="5810250"/>
          <p14:tracePt t="38014" x="4699000" y="5848350"/>
          <p14:tracePt t="38031" x="4838700" y="5867400"/>
          <p14:tracePt t="38049" x="5086350" y="5873750"/>
          <p14:tracePt t="38064" x="5245100" y="5822950"/>
          <p14:tracePt t="38080" x="5391150" y="5778500"/>
          <p14:tracePt t="38097" x="5486400" y="573405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classmethod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Help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12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A6A6A6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class method.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class method receives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as implicit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prstClr val="white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200" dirty="0">
                <a:solidFill>
                  <a:prstClr val="white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just like an instance method receives the instance.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To declare a class method, use this idiom: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@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def f(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cls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, arg1, arg2, ...):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        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 smtClean="0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</a:t>
            </a:r>
            <a:r>
              <a:rPr lang="en-US" altLang="zh-TW" sz="2400" spc="-4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f())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 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  <a:r>
              <a:rPr lang="en-US" altLang="zh-TW" sz="2400" spc="-17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derived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6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17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7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derived</a:t>
            </a:r>
            <a:endParaRPr lang="en-US" altLang="zh-TW" sz="2400" spc="-17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class object </a:t>
            </a:r>
            <a:r>
              <a:rPr lang="en-US" altLang="zh-TW" sz="2400" spc="-150" dirty="0">
                <a:solidFill>
                  <a:srgbClr val="9F9F9F"/>
                </a:solidFill>
                <a:latin typeface="Consolas" panose="020B0609020204030204" pitchFamily="49" charset="0"/>
              </a:rPr>
              <a:t>is passed as the implied first argument.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Class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methods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differ</a:t>
            </a:r>
            <a:r>
              <a:rPr lang="en-US" altLang="zh-TW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C++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Java</a:t>
            </a:r>
            <a:r>
              <a:rPr lang="en-US" altLang="zh-TW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z="18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methods.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If you want those, see the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876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04395">
        <p:blinds dir="vert"/>
      </p:transition>
    </mc:Choice>
    <mc:Fallback xmlns="">
      <p:transition spd="slow" advTm="104395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97" x="4940300" y="5734050"/>
          <p14:tracePt t="711" x="4933950" y="5695950"/>
          <p14:tracePt t="718" x="4927600" y="5651500"/>
          <p14:tracePt t="734" x="4908550" y="5600700"/>
          <p14:tracePt t="747" x="4902200" y="5556250"/>
          <p14:tracePt t="764" x="4870450" y="5461000"/>
          <p14:tracePt t="781" x="4838700" y="5353050"/>
          <p14:tracePt t="797" x="4826000" y="5283200"/>
          <p14:tracePt t="814" x="4781550" y="5149850"/>
          <p14:tracePt t="830" x="4730750" y="5041900"/>
          <p14:tracePt t="847" x="4705350" y="4972050"/>
          <p14:tracePt t="864" x="4648200" y="4832350"/>
          <p14:tracePt t="880" x="4591050" y="4743450"/>
          <p14:tracePt t="897" x="4552950" y="4673600"/>
          <p14:tracePt t="914" x="4451350" y="4508500"/>
          <p14:tracePt t="930" x="4330700" y="4279900"/>
          <p14:tracePt t="947" x="4267200" y="4178300"/>
          <p14:tracePt t="964" x="4102100" y="3879850"/>
          <p14:tracePt t="980" x="4044950" y="3778250"/>
          <p14:tracePt t="997" x="3943350" y="3613150"/>
          <p14:tracePt t="1013" x="3848100" y="3486150"/>
          <p14:tracePt t="1030" x="3790950" y="3422650"/>
          <p14:tracePt t="1047" x="3594100" y="3219450"/>
          <p14:tracePt t="1063" x="3524250" y="3136900"/>
          <p14:tracePt t="1080" x="3441700" y="3067050"/>
          <p14:tracePt t="1096" x="3257550" y="2908300"/>
          <p14:tracePt t="1113" x="3092450" y="2762250"/>
          <p14:tracePt t="1129" x="2997200" y="2698750"/>
          <p14:tracePt t="1146" x="2857500" y="2552700"/>
          <p14:tracePt t="1163" x="2698750" y="2413000"/>
          <p14:tracePt t="1181" x="2584450" y="2279650"/>
          <p14:tracePt t="1196" x="2533650" y="2235200"/>
          <p14:tracePt t="1212" x="2432050" y="2139950"/>
          <p14:tracePt t="1230" x="2305050" y="2051050"/>
          <p14:tracePt t="1246" x="2241550" y="1993900"/>
          <p14:tracePt t="1262" x="2197100" y="1943100"/>
          <p14:tracePt t="1279" x="2101850" y="1860550"/>
          <p14:tracePt t="1296" x="2057400" y="1835150"/>
          <p14:tracePt t="1312" x="1968500" y="1758950"/>
          <p14:tracePt t="1329" x="1892300" y="1720850"/>
          <p14:tracePt t="1345" x="1860550" y="1695450"/>
          <p14:tracePt t="1363" x="1771650" y="1651000"/>
          <p14:tracePt t="1378" x="1752600" y="1638300"/>
          <p14:tracePt t="1395" x="1714500" y="1625600"/>
          <p14:tracePt t="1412" x="1651000" y="1612900"/>
          <p14:tracePt t="1428" x="1631950" y="1606550"/>
          <p14:tracePt t="1445" x="1574800" y="1600200"/>
          <p14:tracePt t="1462" x="1524000" y="1581150"/>
          <p14:tracePt t="1478" x="1485900" y="1587500"/>
          <p14:tracePt t="1495" x="1479550" y="1587500"/>
          <p14:tracePt t="1511" x="1485900" y="1587500"/>
          <p14:tracePt t="2091" x="1492250" y="1600200"/>
          <p14:tracePt t="2099" x="1504950" y="1612900"/>
          <p14:tracePt t="2112" x="1517650" y="1625600"/>
          <p14:tracePt t="2126" x="1530350" y="1631950"/>
          <p14:tracePt t="2142" x="1574800" y="1657350"/>
          <p14:tracePt t="2160" x="1593850" y="1663700"/>
          <p14:tracePt t="2176" x="1638300" y="1695450"/>
          <p14:tracePt t="2193" x="1689100" y="1714500"/>
          <p14:tracePt t="2210" x="1714500" y="1733550"/>
          <p14:tracePt t="2226" x="1758950" y="1752600"/>
          <p14:tracePt t="2243" x="1803400" y="1758950"/>
          <p14:tracePt t="2259" x="1835150" y="1765300"/>
          <p14:tracePt t="2276" x="1854200" y="1771650"/>
          <p14:tracePt t="2293" x="1866900" y="1771650"/>
          <p14:tracePt t="2309" x="1917700" y="1784350"/>
          <p14:tracePt t="2325" x="1936750" y="1790700"/>
          <p14:tracePt t="2342" x="1955800" y="1790700"/>
          <p14:tracePt t="2359" x="2012950" y="1797050"/>
          <p14:tracePt t="2376" x="2070100" y="1797050"/>
          <p14:tracePt t="2393" x="2095500" y="1797050"/>
          <p14:tracePt t="2409" x="2165350" y="1797050"/>
          <p14:tracePt t="2425" x="2241550" y="1784350"/>
          <p14:tracePt t="2442" x="2286000" y="1784350"/>
          <p14:tracePt t="2459" x="2355850" y="1778000"/>
          <p14:tracePt t="2475" x="2413000" y="1771650"/>
          <p14:tracePt t="2492" x="2451100" y="1778000"/>
          <p14:tracePt t="2509" x="2463800" y="1778000"/>
          <p14:tracePt t="2525" x="2508250" y="1778000"/>
          <p14:tracePt t="2541" x="2520950" y="1778000"/>
          <p14:tracePt t="2558" x="2540000" y="1778000"/>
          <p14:tracePt t="2575" x="2552700" y="1778000"/>
          <p14:tracePt t="2591" x="2578100" y="1778000"/>
          <p14:tracePt t="2608" x="2590800" y="1778000"/>
          <p14:tracePt t="2625" x="2609850" y="1778000"/>
          <p14:tracePt t="2641" x="2616200" y="1778000"/>
          <p14:tracePt t="2658" x="2641600" y="1778000"/>
          <p14:tracePt t="2674" x="2660650" y="1778000"/>
          <p14:tracePt t="2691" x="2673350" y="1778000"/>
          <p14:tracePt t="2708" x="2705100" y="1778000"/>
          <p14:tracePt t="2724" x="2724150" y="1771650"/>
          <p14:tracePt t="2740" x="2724150" y="1765300"/>
          <p14:tracePt t="2757" x="2736850" y="1765300"/>
          <p14:tracePt t="2814" x="2743200" y="1765300"/>
          <p14:tracePt t="2856" x="2749550" y="1765300"/>
          <p14:tracePt t="3316" x="2755900" y="1765300"/>
          <p14:tracePt t="3323" x="2762250" y="1765300"/>
          <p14:tracePt t="3336" x="2768600" y="1765300"/>
          <p14:tracePt t="3344" x="2774950" y="1765300"/>
          <p14:tracePt t="3355" x="2787650" y="1758950"/>
          <p14:tracePt t="3372" x="2806700" y="1758950"/>
          <p14:tracePt t="3388" x="2819400" y="1758950"/>
          <p14:tracePt t="3405" x="2825750" y="1752600"/>
          <p14:tracePt t="3422" x="2857500" y="1752600"/>
          <p14:tracePt t="3438" x="2870200" y="1746250"/>
          <p14:tracePt t="3456" x="2914650" y="1746250"/>
          <p14:tracePt t="3471" x="2940050" y="1739900"/>
          <p14:tracePt t="3488" x="3022600" y="1727200"/>
          <p14:tracePt t="3505" x="3124200" y="1727200"/>
          <p14:tracePt t="3521" x="3175000" y="1727200"/>
          <p14:tracePt t="3538" x="3257550" y="1727200"/>
          <p14:tracePt t="3554" x="3314700" y="1727200"/>
          <p14:tracePt t="3571" x="3346450" y="1727200"/>
          <p14:tracePt t="3589" x="3384550" y="1727200"/>
          <p14:tracePt t="3604" x="3409950" y="1720850"/>
          <p14:tracePt t="3621" x="3422650" y="1720850"/>
          <p14:tracePt t="3638" x="3441700" y="1720850"/>
          <p14:tracePt t="3654" x="3448050" y="1714500"/>
          <p14:tracePt t="3671" x="3454400" y="1714500"/>
          <p14:tracePt t="3704" x="3460750" y="1714500"/>
          <p14:tracePt t="3736" x="3467100" y="1714500"/>
          <p14:tracePt t="3757" x="3473450" y="1714500"/>
          <p14:tracePt t="3764" x="3479800" y="1714500"/>
          <p14:tracePt t="3773" x="3486150" y="1714500"/>
          <p14:tracePt t="3792" x="3498850" y="1714500"/>
          <p14:tracePt t="3807" x="3505200" y="1708150"/>
          <p14:tracePt t="3820" x="3517900" y="1708150"/>
          <p14:tracePt t="3837" x="3549650" y="1701800"/>
          <p14:tracePt t="3853" x="3562350" y="1695450"/>
          <p14:tracePt t="3870" x="3587750" y="1695450"/>
          <p14:tracePt t="3887" x="3606800" y="1689100"/>
          <p14:tracePt t="3904" x="3613150" y="1689100"/>
          <p14:tracePt t="3919" x="3613150" y="1682750"/>
          <p14:tracePt t="3936" x="3619500" y="1682750"/>
          <p14:tracePt t="3975" x="3625850" y="1682750"/>
          <p14:tracePt t="4052" x="3625850" y="1689100"/>
          <p14:tracePt t="4080" x="3625850" y="1695450"/>
          <p14:tracePt t="4093" x="3619500" y="1695450"/>
          <p14:tracePt t="4426" x="3632200" y="1701800"/>
          <p14:tracePt t="4433" x="3663950" y="1708150"/>
          <p14:tracePt t="4447" x="3708400" y="1720850"/>
          <p14:tracePt t="4454" x="3759200" y="1720850"/>
          <p14:tracePt t="4471" x="3797300" y="1720850"/>
          <p14:tracePt t="4484" x="3873500" y="1720850"/>
          <p14:tracePt t="4501" x="3892550" y="1720850"/>
          <p14:tracePt t="4518" x="3949700" y="1720850"/>
          <p14:tracePt t="4534" x="3975100" y="1720850"/>
          <p14:tracePt t="4551" x="4006850" y="1714500"/>
          <p14:tracePt t="4568" x="4038600" y="1701800"/>
          <p14:tracePt t="4584" x="4051300" y="1701800"/>
          <p14:tracePt t="4601" x="4064000" y="1701800"/>
          <p14:tracePt t="4617" x="4070350" y="1701800"/>
          <p14:tracePt t="4679" x="4076700" y="1701800"/>
          <p14:tracePt t="4959" x="4083050" y="1701800"/>
          <p14:tracePt t="4994" x="4089400" y="1701800"/>
          <p14:tracePt t="5036" x="4095750" y="1701800"/>
          <p14:tracePt t="5078" x="4102100" y="1701800"/>
          <p14:tracePt t="5112" x="4108450" y="1701800"/>
          <p14:tracePt t="5155" x="4114800" y="1701800"/>
          <p14:tracePt t="5169" x="4121150" y="1701800"/>
          <p14:tracePt t="5176" x="4127500" y="1695450"/>
          <p14:tracePt t="5185" x="4140200" y="1695450"/>
          <p14:tracePt t="5199" x="4146550" y="1695450"/>
          <p14:tracePt t="5216" x="4152900" y="1695450"/>
          <p14:tracePt t="5232" x="4171950" y="1695450"/>
          <p14:tracePt t="5248" x="4216400" y="1695450"/>
          <p14:tracePt t="5266" x="4235450" y="1695450"/>
          <p14:tracePt t="5282" x="4286250" y="1695450"/>
          <p14:tracePt t="5298" x="4330700" y="1689100"/>
          <p14:tracePt t="5315" x="4368800" y="1689100"/>
          <p14:tracePt t="5331" x="4425950" y="1676400"/>
          <p14:tracePt t="5348" x="4521200" y="1676400"/>
          <p14:tracePt t="5366" x="4597400" y="1670050"/>
          <p14:tracePt t="5381" x="4641850" y="1670050"/>
          <p14:tracePt t="5398" x="4730750" y="1663700"/>
          <p14:tracePt t="5415" x="4838700" y="1644650"/>
          <p14:tracePt t="5431" x="4889500" y="1644650"/>
          <p14:tracePt t="5448" x="4933950" y="1638300"/>
          <p14:tracePt t="5465" x="5010150" y="1619250"/>
          <p14:tracePt t="5481" x="5029200" y="1625600"/>
          <p14:tracePt t="5497" x="5054600" y="1625600"/>
          <p14:tracePt t="5514" x="5086350" y="1625600"/>
          <p14:tracePt t="5531" x="5099050" y="1625600"/>
          <p14:tracePt t="5549" x="5118100" y="1625600"/>
          <p14:tracePt t="5564" x="5124450" y="1631950"/>
          <p14:tracePt t="5581" x="5149850" y="1638300"/>
          <p14:tracePt t="5598" x="5168900" y="1644650"/>
          <p14:tracePt t="5614" x="5175250" y="1644650"/>
          <p14:tracePt t="5630" x="5187950" y="1644650"/>
          <p14:tracePt t="5647" x="5200650" y="1644650"/>
          <p14:tracePt t="5681" x="5207000" y="1644650"/>
          <p14:tracePt t="5730" x="5213350" y="1644650"/>
          <p14:tracePt t="6886" x="5207000" y="1644650"/>
          <p14:tracePt t="6900" x="5200650" y="1651000"/>
          <p14:tracePt t="6907" x="5194300" y="1651000"/>
          <p14:tracePt t="6921" x="5181600" y="1651000"/>
          <p14:tracePt t="6929" x="5168900" y="1657350"/>
          <p14:tracePt t="6943" x="5156200" y="1657350"/>
          <p14:tracePt t="6959" x="5124450" y="1663700"/>
          <p14:tracePt t="6976" x="5073650" y="1670050"/>
          <p14:tracePt t="6992" x="5048250" y="1676400"/>
          <p14:tracePt t="7009" x="5010150" y="1676400"/>
          <p14:tracePt t="7027" x="4845050" y="1714500"/>
          <p14:tracePt t="7042" x="4781550" y="1733550"/>
          <p14:tracePt t="7059" x="4699000" y="1765300"/>
          <p14:tracePt t="7076" x="4540250" y="1816100"/>
          <p14:tracePt t="7092" x="4356100" y="1885950"/>
          <p14:tracePt t="7096" x="4260850" y="1924050"/>
          <p14:tracePt t="7112" x="4184650" y="1955800"/>
          <p14:tracePt t="7125" x="4089400" y="1987550"/>
          <p14:tracePt t="7142" x="3956050" y="2038350"/>
          <p14:tracePt t="7159" x="3822700" y="2063750"/>
          <p14:tracePt t="7175" x="3746500" y="2076450"/>
          <p14:tracePt t="7192" x="3587750" y="2101850"/>
          <p14:tracePt t="7209" x="3435350" y="2120900"/>
          <p14:tracePt t="7225" x="3371850" y="2120900"/>
          <p14:tracePt t="7242" x="3225800" y="2139950"/>
          <p14:tracePt t="7258" x="3117850" y="2152650"/>
          <p14:tracePt t="7275" x="3054350" y="2159000"/>
          <p14:tracePt t="7292" x="2927350" y="2171700"/>
          <p14:tracePt t="7308" x="2800350" y="2171700"/>
          <p14:tracePt t="7325" x="2743200" y="2178050"/>
          <p14:tracePt t="7342" x="2635250" y="2197100"/>
          <p14:tracePt t="7358" x="2552700" y="2222500"/>
          <p14:tracePt t="7374" x="2514600" y="2228850"/>
          <p14:tracePt t="7391" x="2463800" y="2235200"/>
          <p14:tracePt t="7408" x="2432050" y="2247900"/>
          <p14:tracePt t="7425" x="2381250" y="2254250"/>
          <p14:tracePt t="7441" x="2330450" y="2260600"/>
          <p14:tracePt t="7457" x="2311400" y="2266950"/>
          <p14:tracePt t="7475" x="2286000" y="2273300"/>
          <p14:tracePt t="7491" x="2279650" y="2273300"/>
          <p14:tracePt t="7507" x="2279650" y="2279650"/>
          <p14:tracePt t="7566" x="2292350" y="2279650"/>
          <p14:tracePt t="7580" x="2305050" y="2279650"/>
          <p14:tracePt t="7586" x="2336800" y="2273300"/>
          <p14:tracePt t="7600" x="2368550" y="2266950"/>
          <p14:tracePt t="7610" x="2393950" y="2254250"/>
          <p14:tracePt t="7624" x="2425700" y="2241550"/>
          <p14:tracePt t="7640" x="2482850" y="2228850"/>
          <p14:tracePt t="7657" x="2616200" y="2190750"/>
          <p14:tracePt t="7673" x="2673350" y="2171700"/>
          <p14:tracePt t="7690" x="2736850" y="2159000"/>
          <p14:tracePt t="7707" x="2844800" y="2139950"/>
          <p14:tracePt t="7723" x="2940050" y="2139950"/>
          <p14:tracePt t="7740" x="2990850" y="2133600"/>
          <p14:tracePt t="7756" x="3086100" y="2133600"/>
          <p14:tracePt t="7773" x="3187700" y="2146300"/>
          <p14:tracePt t="7790" x="3295650" y="2165350"/>
          <p14:tracePt t="7806" x="3346450" y="2171700"/>
          <p14:tracePt t="7823" x="3441700" y="2190750"/>
          <p14:tracePt t="7840" x="3549650" y="2197100"/>
          <p14:tracePt t="7856" x="3587750" y="2203450"/>
          <p14:tracePt t="7873" x="3683000" y="2203450"/>
          <p14:tracePt t="7889" x="3746500" y="2203450"/>
          <p14:tracePt t="7906" x="3790950" y="2216150"/>
          <p14:tracePt t="7923" x="3860800" y="2222500"/>
          <p14:tracePt t="7939" x="3937000" y="2228850"/>
          <p14:tracePt t="7955" x="3975100" y="2228850"/>
          <p14:tracePt t="7973" x="4070350" y="2228850"/>
          <p14:tracePt t="7989" x="4108450" y="2228850"/>
          <p14:tracePt t="8006" x="4191000" y="2222500"/>
          <p14:tracePt t="8022" x="4279900" y="2222500"/>
          <p14:tracePt t="8039" x="4343400" y="2222500"/>
          <p14:tracePt t="8056" x="4464050" y="2228850"/>
          <p14:tracePt t="8071" x="4597400" y="2260600"/>
          <p14:tracePt t="8089" x="4660900" y="2266950"/>
          <p14:tracePt t="8092" x="4705350" y="2279650"/>
          <p14:tracePt t="8106" x="4743450" y="2279650"/>
          <p14:tracePt t="8122" x="4813300" y="2279650"/>
          <p14:tracePt t="8138" x="4832350" y="2286000"/>
          <p14:tracePt t="8155" x="4870450" y="2286000"/>
          <p14:tracePt t="8172" x="4895850" y="2292350"/>
          <p14:tracePt t="8188" x="4902200" y="2292350"/>
          <p14:tracePt t="8205" x="4940300" y="2298700"/>
          <p14:tracePt t="8221" x="4953000" y="2298700"/>
          <p14:tracePt t="8239" x="4978400" y="2298700"/>
          <p14:tracePt t="8271" x="4984750" y="2298700"/>
          <p14:tracePt t="8288" x="5010150" y="2298700"/>
          <p14:tracePt t="8304" x="5016500" y="2298700"/>
          <p14:tracePt t="8321" x="5016500" y="2292350"/>
          <p14:tracePt t="8338" x="5029200" y="2292350"/>
          <p14:tracePt t="8355" x="5041900" y="2292350"/>
          <p14:tracePt t="8372" x="5048250" y="2292350"/>
          <p14:tracePt t="8387" x="5054600" y="2292350"/>
          <p14:tracePt t="8422" x="5060950" y="2292350"/>
          <p14:tracePt t="8449" x="5073650" y="2286000"/>
          <p14:tracePt t="8470" x="5080000" y="2286000"/>
          <p14:tracePt t="8484" x="5086350" y="2286000"/>
          <p14:tracePt t="8491" x="5092700" y="2286000"/>
          <p14:tracePt t="8513" x="5105400" y="2279650"/>
          <p14:tracePt t="8521" x="5118100" y="2279650"/>
          <p14:tracePt t="8537" x="5137150" y="2273300"/>
          <p14:tracePt t="8555" x="5187950" y="2273300"/>
          <p14:tracePt t="8571" x="5245100" y="2260600"/>
          <p14:tracePt t="8587" x="5270500" y="2254250"/>
          <p14:tracePt t="8591" x="5314950" y="2254250"/>
          <p14:tracePt t="8606" x="5340350" y="2241550"/>
          <p14:tracePt t="8620" x="5372100" y="2235200"/>
          <p14:tracePt t="8637" x="5429250" y="2222500"/>
          <p14:tracePt t="8654" x="5473700" y="2216150"/>
          <p14:tracePt t="8670" x="5486400" y="2216150"/>
          <p14:tracePt t="8688" x="5499100" y="2209800"/>
          <p14:tracePt t="8703" x="5518150" y="2203450"/>
          <p14:tracePt t="8720" x="5524500" y="2197100"/>
          <p14:tracePt t="8737" x="5537200" y="2197100"/>
          <p14:tracePt t="8753" x="5549900" y="2197100"/>
          <p14:tracePt t="8786" x="5562600" y="2197100"/>
          <p14:tracePt t="8803" x="5575300" y="2197100"/>
          <p14:tracePt t="8820" x="5581650" y="2197100"/>
          <p14:tracePt t="8836" x="5588000" y="2197100"/>
          <p14:tracePt t="8853" x="5600700" y="2197100"/>
          <p14:tracePt t="8870" x="5607050" y="2203450"/>
          <p14:tracePt t="8886" x="5613400" y="2203450"/>
          <p14:tracePt t="8903" x="5619750" y="2203450"/>
          <p14:tracePt t="8919" x="5626100" y="2203450"/>
          <p14:tracePt t="8975" x="5632450" y="2203450"/>
          <p14:tracePt t="8988" x="5638800" y="2203450"/>
          <p14:tracePt t="9031" x="5645150" y="2203450"/>
          <p14:tracePt t="9059" x="5651500" y="2203450"/>
          <p14:tracePt t="9081" x="5657850" y="2203450"/>
          <p14:tracePt t="9101" x="5664200" y="2203450"/>
          <p14:tracePt t="9150" x="5676900" y="2203450"/>
          <p14:tracePt t="9171" x="5683250" y="2203450"/>
          <p14:tracePt t="9193" x="5689600" y="2203450"/>
          <p14:tracePt t="9214" x="5695950" y="2203450"/>
          <p14:tracePt t="9242" x="5702300" y="2203450"/>
          <p14:tracePt t="9263" x="5708650" y="2203450"/>
          <p14:tracePt t="9305" x="5715000" y="2203450"/>
          <p14:tracePt t="9333" x="5727700" y="2209800"/>
          <p14:tracePt t="11024" x="5721350" y="2209800"/>
          <p14:tracePt t="11038" x="5702300" y="2209800"/>
          <p14:tracePt t="11048" x="5683250" y="2203450"/>
          <p14:tracePt t="11062" x="5651500" y="2190750"/>
          <p14:tracePt t="11078" x="5581650" y="2165350"/>
          <p14:tracePt t="11095" x="5486400" y="2159000"/>
          <p14:tracePt t="11111" x="5435600" y="2159000"/>
          <p14:tracePt t="11129" x="5372100" y="2152650"/>
          <p14:tracePt t="11144" x="5175250" y="2120900"/>
          <p14:tracePt t="11161" x="4946650" y="2076450"/>
          <p14:tracePt t="11179" x="4711700" y="2044700"/>
          <p14:tracePt t="11194" x="4508500" y="2038350"/>
          <p14:tracePt t="11211" x="4419600" y="2025650"/>
          <p14:tracePt t="11228" x="4254500" y="1993900"/>
          <p14:tracePt t="11244" x="4171950" y="1974850"/>
          <p14:tracePt t="11261" x="4038600" y="1949450"/>
          <p14:tracePt t="11278" x="3911600" y="1930400"/>
          <p14:tracePt t="11294" x="3867150" y="1911350"/>
          <p14:tracePt t="11311" x="3803650" y="1885950"/>
          <p14:tracePt t="11327" x="3778250" y="1873250"/>
          <p14:tracePt t="11344" x="3771900" y="1873250"/>
          <p14:tracePt t="11361" x="3765550" y="1866900"/>
          <p14:tracePt t="11377" x="3746500" y="1854200"/>
          <p14:tracePt t="11394" x="3733800" y="1847850"/>
          <p14:tracePt t="11411" x="3714750" y="1835150"/>
          <p14:tracePt t="11427" x="3663950" y="1828800"/>
          <p14:tracePt t="11444" x="3613150" y="1822450"/>
          <p14:tracePt t="11460" x="3587750" y="1822450"/>
          <p14:tracePt t="11477" x="3536950" y="1816100"/>
          <p14:tracePt t="11494" x="3486150" y="1803400"/>
          <p14:tracePt t="11510" x="3467100" y="1797050"/>
          <p14:tracePt t="11527" x="3448050" y="1790700"/>
          <p14:tracePt t="11543" x="3384550" y="1771650"/>
          <p14:tracePt t="11560" x="3371850" y="1765300"/>
          <p14:tracePt t="11577" x="3359150" y="1758950"/>
          <p14:tracePt t="11593" x="3346450" y="1752600"/>
          <p14:tracePt t="11610" x="3340100" y="1752600"/>
          <p14:tracePt t="11627" x="3333750" y="1752600"/>
          <p14:tracePt t="11697" x="3333750" y="1746250"/>
          <p14:tracePt t="11746" x="3346450" y="1746250"/>
          <p14:tracePt t="11753" x="3352800" y="1746250"/>
          <p14:tracePt t="11767" x="3371850" y="1746250"/>
          <p14:tracePt t="11777" x="3397250" y="1746250"/>
          <p14:tracePt t="11792" x="3448050" y="1746250"/>
          <p14:tracePt t="11810" x="3600450" y="1746250"/>
          <p14:tracePt t="11825" x="3803650" y="1758950"/>
          <p14:tracePt t="11842" x="3905250" y="1771650"/>
          <p14:tracePt t="11859" x="4133850" y="1771650"/>
          <p14:tracePt t="11876" x="4235450" y="1765300"/>
          <p14:tracePt t="11892" x="4425950" y="1746250"/>
          <p14:tracePt t="11909" x="4572000" y="1733550"/>
          <p14:tracePt t="11925" x="4635500" y="1733550"/>
          <p14:tracePt t="11942" x="4718050" y="1708150"/>
          <p14:tracePt t="11958" x="4768850" y="1695450"/>
          <p14:tracePt t="11975" x="4787900" y="1689100"/>
          <p14:tracePt t="11992" x="4813300" y="1682750"/>
          <p14:tracePt t="12008" x="4826000" y="1676400"/>
          <p14:tracePt t="12025" x="4832350" y="1676400"/>
          <p14:tracePt t="12042" x="4838700" y="1676400"/>
          <p14:tracePt t="12058" x="4845050" y="1676400"/>
          <p14:tracePt t="12078" x="4845050" y="1682750"/>
          <p14:tracePt t="12146" x="4851400" y="1682750"/>
          <p14:tracePt t="12216" x="4851400" y="1676400"/>
          <p14:tracePt t="12286" x="4845050" y="1670050"/>
          <p14:tracePt t="12309" x="4838700" y="1670050"/>
          <p14:tracePt t="12335" x="4832350" y="1670050"/>
          <p14:tracePt t="12349" x="4826000" y="1670050"/>
          <p14:tracePt t="12356" x="4819650" y="1670050"/>
          <p14:tracePt t="12370" x="4813300" y="1670050"/>
          <p14:tracePt t="12384" x="4800600" y="1676400"/>
          <p14:tracePt t="12398" x="4787900" y="1682750"/>
          <p14:tracePt t="12407" x="4756150" y="1689100"/>
          <p14:tracePt t="12423" x="4724400" y="1695450"/>
          <p14:tracePt t="12441" x="4629150" y="1739900"/>
          <p14:tracePt t="12457" x="4489450" y="1809750"/>
          <p14:tracePt t="12474" x="4419600" y="1847850"/>
          <p14:tracePt t="12491" x="4248150" y="1955800"/>
          <p14:tracePt t="12508" x="4165600" y="2012950"/>
          <p14:tracePt t="12524" x="3854450" y="2216150"/>
          <p14:tracePt t="12539" x="3733800" y="2286000"/>
          <p14:tracePt t="12557" x="3613150" y="2349500"/>
          <p14:tracePt t="12574" x="3378200" y="2482850"/>
          <p14:tracePt t="12590" x="3181350" y="2584450"/>
          <p14:tracePt t="12593" x="3086100" y="2641600"/>
          <p14:tracePt t="12623" x="2914650" y="2711450"/>
          <p14:tracePt t="12640" x="2755900" y="2768600"/>
          <p14:tracePt t="12656" x="2698750" y="2787650"/>
          <p14:tracePt t="12673" x="2609850" y="2800350"/>
          <p14:tracePt t="12690" x="2559050" y="2800350"/>
          <p14:tracePt t="12707" x="2527300" y="2794000"/>
          <p14:tracePt t="12722" x="2514600" y="2787650"/>
          <p14:tracePt t="12739" x="2495550" y="2781300"/>
          <p14:tracePt t="12756" x="2476500" y="2781300"/>
          <p14:tracePt t="12772" x="2470150" y="2781300"/>
          <p14:tracePt t="12789" x="2451100" y="2774950"/>
          <p14:tracePt t="12807" x="2425700" y="2768600"/>
          <p14:tracePt t="12822" x="2419350" y="2768600"/>
          <p14:tracePt t="12840" x="2393950" y="2768600"/>
          <p14:tracePt t="12855" x="2368550" y="2762250"/>
          <p14:tracePt t="12872" x="2355850" y="2762250"/>
          <p14:tracePt t="12890" x="2330450" y="2749550"/>
          <p14:tracePt t="12906" x="2324100" y="2749550"/>
          <p14:tracePt t="12922" x="2298700" y="2749550"/>
          <p14:tracePt t="12938" x="2286000" y="2749550"/>
          <p14:tracePt t="12955" x="2273300" y="2749550"/>
          <p14:tracePt t="12972" x="2247900" y="2743200"/>
          <p14:tracePt t="12988" x="2228850" y="2743200"/>
          <p14:tracePt t="13005" x="2216150" y="2743200"/>
          <p14:tracePt t="13023" x="2209800" y="2743200"/>
          <p14:tracePt t="13038" x="2203450" y="2743200"/>
          <p14:tracePt t="13055" x="2197100" y="2743200"/>
          <p14:tracePt t="13086" x="2190750" y="2743200"/>
          <p14:tracePt t="13190" x="2184400" y="2743200"/>
          <p14:tracePt t="13275" x="2190750" y="2743200"/>
          <p14:tracePt t="13289" x="2197100" y="2743200"/>
          <p14:tracePt t="13296" x="2203450" y="2743200"/>
          <p14:tracePt t="13317" x="2209800" y="2743200"/>
          <p14:tracePt t="13331" x="2216150" y="2749550"/>
          <p14:tracePt t="13340" x="2228850" y="2749550"/>
          <p14:tracePt t="13354" x="2241550" y="2749550"/>
          <p14:tracePt t="13370" x="2266950" y="2755900"/>
          <p14:tracePt t="13387" x="2317750" y="2755900"/>
          <p14:tracePt t="13403" x="2343150" y="2755900"/>
          <p14:tracePt t="13420" x="2413000" y="2755900"/>
          <p14:tracePt t="13437" x="2489200" y="2755900"/>
          <p14:tracePt t="13454" x="2540000" y="2755900"/>
          <p14:tracePt t="13471" x="2641600" y="2755900"/>
          <p14:tracePt t="13487" x="2692400" y="2755900"/>
          <p14:tracePt t="13503" x="2800350" y="2755900"/>
          <p14:tracePt t="13520" x="2889250" y="2755900"/>
          <p14:tracePt t="13537" x="2933700" y="2755900"/>
          <p14:tracePt t="13553" x="2984500" y="2755900"/>
          <p14:tracePt t="13570" x="3022600" y="2755900"/>
          <p14:tracePt t="13603" x="3035300" y="2755900"/>
          <p14:tracePt t="13702" x="3041650" y="2755900"/>
          <p14:tracePt t="13751" x="3048000" y="2755900"/>
          <p14:tracePt t="13807" x="3054350" y="2755900"/>
          <p14:tracePt t="13842" x="3060700" y="2755900"/>
          <p14:tracePt t="13877" x="3067050" y="2755900"/>
          <p14:tracePt t="13899" x="3073400" y="2755900"/>
          <p14:tracePt t="13912" x="3079750" y="2755900"/>
          <p14:tracePt t="13921" x="3086100" y="2755900"/>
          <p14:tracePt t="13940" x="3092450" y="2755900"/>
          <p14:tracePt t="13951" x="3098800" y="2749550"/>
          <p14:tracePt t="13969" x="3105150" y="2749550"/>
          <p14:tracePt t="13984" x="3111500" y="2749550"/>
          <p14:tracePt t="14001" x="3130550" y="2749550"/>
          <p14:tracePt t="14018" x="3162300" y="2749550"/>
          <p14:tracePt t="14035" x="3194050" y="2749550"/>
          <p14:tracePt t="14052" x="3219450" y="2749550"/>
          <p14:tracePt t="14067" x="3276600" y="2749550"/>
          <p14:tracePt t="14085" x="3308350" y="2749550"/>
          <p14:tracePt t="14102" x="3365500" y="2749550"/>
          <p14:tracePt t="14118" x="3422650" y="2749550"/>
          <p14:tracePt t="14134" x="3441700" y="2749550"/>
          <p14:tracePt t="14151" x="3505200" y="2749550"/>
          <p14:tracePt t="14168" x="3517900" y="2749550"/>
          <p14:tracePt t="14184" x="3543300" y="2743200"/>
          <p14:tracePt t="14201" x="3562350" y="2743200"/>
          <p14:tracePt t="14235" x="3575050" y="2743200"/>
          <p14:tracePt t="14251" x="3587750" y="2743200"/>
          <p14:tracePt t="14267" x="3594100" y="2743200"/>
          <p14:tracePt t="14284" x="3600450" y="2743200"/>
          <p14:tracePt t="14300" x="3606800" y="2743200"/>
          <p14:tracePt t="14320" x="3613150" y="2736850"/>
          <p14:tracePt t="14368" x="3619500" y="2736850"/>
          <p14:tracePt t="14389" x="3625850" y="2730500"/>
          <p14:tracePt t="14410" x="3632200" y="2730500"/>
          <p14:tracePt t="14438" x="3638550" y="2730500"/>
          <p14:tracePt t="14459" x="3644900" y="2730500"/>
          <p14:tracePt t="14473" x="3651250" y="2730500"/>
          <p14:tracePt t="14487" x="3657600" y="2730500"/>
          <p14:tracePt t="14494" x="3670300" y="2730500"/>
          <p14:tracePt t="14503" x="3683000" y="2730500"/>
          <p14:tracePt t="14517" x="3702050" y="2730500"/>
          <p14:tracePt t="14533" x="3721100" y="2730500"/>
          <p14:tracePt t="14550" x="3778250" y="2730500"/>
          <p14:tracePt t="14566" x="3816350" y="2730500"/>
          <p14:tracePt t="14583" x="3854450" y="2730500"/>
          <p14:tracePt t="14600" x="3962400" y="2736850"/>
          <p14:tracePt t="14616" x="4013200" y="2736850"/>
          <p14:tracePt t="14633" x="4064000" y="2736850"/>
          <p14:tracePt t="14649" x="4152900" y="2736850"/>
          <p14:tracePt t="14666" x="4210050" y="2743200"/>
          <p14:tracePt t="14683" x="4267200" y="2743200"/>
          <p14:tracePt t="14699" x="4286250" y="2743200"/>
          <p14:tracePt t="14716" x="4305300" y="2749550"/>
          <p14:tracePt t="14733" x="4337050" y="2749550"/>
          <p14:tracePt t="14749" x="4349750" y="2749550"/>
          <p14:tracePt t="14766" x="4362450" y="2749550"/>
          <p14:tracePt t="14782" x="4381500" y="2749550"/>
          <p14:tracePt t="14799" x="4387850" y="2749550"/>
          <p14:tracePt t="14815" x="4394200" y="2743200"/>
          <p14:tracePt t="14832" x="4406900" y="2743200"/>
          <p14:tracePt t="14848" x="4419600" y="2743200"/>
          <p14:tracePt t="14867" x="4438650" y="2736850"/>
          <p14:tracePt t="14882" x="4451350" y="2736850"/>
          <p14:tracePt t="14915" x="4476750" y="2730500"/>
          <p14:tracePt t="14932" x="4489450" y="2730500"/>
          <p14:tracePt t="14948" x="4502150" y="2730500"/>
          <p14:tracePt t="14965" x="4521200" y="2724150"/>
          <p14:tracePt t="14981" x="4540250" y="2717800"/>
          <p14:tracePt t="14999" x="4597400" y="2717800"/>
          <p14:tracePt t="15014" x="4635500" y="2711450"/>
          <p14:tracePt t="15031" x="4667250" y="2711450"/>
          <p14:tracePt t="15048" x="4724400" y="2711450"/>
          <p14:tracePt t="15065" x="4743450" y="2711450"/>
          <p14:tracePt t="15080" x="4775200" y="2711450"/>
          <p14:tracePt t="15098" x="4806950" y="2711450"/>
          <p14:tracePt t="15114" x="4819650" y="2711450"/>
          <p14:tracePt t="15131" x="4832350" y="2711450"/>
          <p14:tracePt t="15148" x="4845050" y="2711450"/>
          <p14:tracePt t="15164" x="4851400" y="2711450"/>
          <p14:tracePt t="15182" x="4864100" y="2711450"/>
          <p14:tracePt t="15197" x="4870450" y="2711450"/>
          <p14:tracePt t="15214" x="4876800" y="2711450"/>
          <p14:tracePt t="15231" x="4883150" y="2711450"/>
          <p14:tracePt t="15247" x="4889500" y="2711450"/>
          <p14:tracePt t="15264" x="4895850" y="2711450"/>
          <p14:tracePt t="15281" x="4902200" y="2711450"/>
          <p14:tracePt t="15297" x="4908550" y="2711450"/>
          <p14:tracePt t="15317" x="4914900" y="2711450"/>
          <p14:tracePt t="15398" x="4921250" y="2711450"/>
          <p14:tracePt t="15433" x="4921250" y="2705100"/>
          <p14:tracePt t="15790" x="4953000" y="2705100"/>
          <p14:tracePt t="15804" x="4997450" y="2705100"/>
          <p14:tracePt t="15811" x="5048250" y="2705100"/>
          <p14:tracePt t="15826" x="5124450" y="2698750"/>
          <p14:tracePt t="15832" x="5175250" y="2698750"/>
          <p14:tracePt t="15845" x="5238750" y="2698750"/>
          <p14:tracePt t="15861" x="5359400" y="2698750"/>
          <p14:tracePt t="15878" x="5410200" y="2698750"/>
          <p14:tracePt t="15896" x="5499100" y="2705100"/>
          <p14:tracePt t="15912" x="5594350" y="2705100"/>
          <p14:tracePt t="15928" x="5632450" y="2705100"/>
          <p14:tracePt t="15945" x="5689600" y="2711450"/>
          <p14:tracePt t="15961" x="5721350" y="2724150"/>
          <p14:tracePt t="15978" x="5772150" y="2730500"/>
          <p14:tracePt t="15995" x="5803900" y="2730500"/>
          <p14:tracePt t="16012" x="5822950" y="2736850"/>
          <p14:tracePt t="16029" x="5848350" y="2736850"/>
          <p14:tracePt t="16044" x="5867400" y="2736850"/>
          <p14:tracePt t="16078" x="5873750" y="2736850"/>
          <p14:tracePt t="16112" x="5880100" y="2736850"/>
          <p14:tracePt t="16225" x="5886450" y="2736850"/>
          <p14:tracePt t="16274" x="5892800" y="2736850"/>
          <p14:tracePt t="16302" x="5899150" y="2736850"/>
          <p14:tracePt t="16315" x="5905500" y="2736850"/>
          <p14:tracePt t="16323" x="5911850" y="2736850"/>
          <p14:tracePt t="16330" x="5918200" y="2736850"/>
          <p14:tracePt t="16346" x="5930900" y="2736850"/>
          <p14:tracePt t="16360" x="5937250" y="2736850"/>
          <p14:tracePt t="16377" x="5962650" y="2736850"/>
          <p14:tracePt t="16394" x="6000750" y="2736850"/>
          <p14:tracePt t="16410" x="6026150" y="2736850"/>
          <p14:tracePt t="16427" x="6076950" y="2736850"/>
          <p14:tracePt t="16443" x="6153150" y="2736850"/>
          <p14:tracePt t="16460" x="6197600" y="2736850"/>
          <p14:tracePt t="16477" x="6273800" y="2736850"/>
          <p14:tracePt t="16493" x="6318250" y="2736850"/>
          <p14:tracePt t="16509" x="6343650" y="2730500"/>
          <p14:tracePt t="16527" x="6394450" y="2724150"/>
          <p14:tracePt t="16543" x="6413500" y="2724150"/>
          <p14:tracePt t="16560" x="6438900" y="2724150"/>
          <p14:tracePt t="16576" x="6445250" y="2724150"/>
          <p14:tracePt t="16593" x="6451600" y="2717800"/>
          <p14:tracePt t="16610" x="6457950" y="2717800"/>
          <p14:tracePt t="16643" x="6464300" y="2717800"/>
          <p14:tracePt t="16884" x="6477000" y="2717800"/>
          <p14:tracePt t="16898" x="6483350" y="2717800"/>
          <p14:tracePt t="16905" x="6496050" y="2717800"/>
          <p14:tracePt t="16919" x="6508750" y="2717800"/>
          <p14:tracePt t="16933" x="6527800" y="2717800"/>
          <p14:tracePt t="16941" x="6559550" y="2717800"/>
          <p14:tracePt t="16958" x="6597650" y="2717800"/>
          <p14:tracePt t="16975" x="6635750" y="2717800"/>
          <p14:tracePt t="16991" x="6743700" y="2730500"/>
          <p14:tracePt t="17007" x="6807200" y="2730500"/>
          <p14:tracePt t="17025" x="6858000" y="2736850"/>
          <p14:tracePt t="17041" x="6985000" y="2736850"/>
          <p14:tracePt t="17058" x="7035800" y="2736850"/>
          <p14:tracePt t="17074" x="7131050" y="2736850"/>
          <p14:tracePt t="17091" x="7181850" y="2736850"/>
          <p14:tracePt t="17108" x="7219950" y="2736850"/>
          <p14:tracePt t="17124" x="7302500" y="2717800"/>
          <p14:tracePt t="17141" x="7334250" y="2717800"/>
          <p14:tracePt t="17157" x="7359650" y="2717800"/>
          <p14:tracePt t="17174" x="7423150" y="2705100"/>
          <p14:tracePt t="17191" x="7448550" y="2705100"/>
          <p14:tracePt t="17207" x="7505700" y="2698750"/>
          <p14:tracePt t="17224" x="7518400" y="2692400"/>
          <p14:tracePt t="17241" x="7550150" y="2692400"/>
          <p14:tracePt t="17257" x="7588250" y="2692400"/>
          <p14:tracePt t="17274" x="7607300" y="2692400"/>
          <p14:tracePt t="17291" x="7645400" y="2686050"/>
          <p14:tracePt t="17307" x="7658100" y="2686050"/>
          <p14:tracePt t="17323" x="7677150" y="2686050"/>
          <p14:tracePt t="17340" x="7708900" y="2686050"/>
          <p14:tracePt t="17357" x="7727950" y="2679700"/>
          <p14:tracePt t="17373" x="7740650" y="2673350"/>
          <p14:tracePt t="17390" x="7785100" y="2654300"/>
          <p14:tracePt t="17407" x="7810500" y="2647950"/>
          <p14:tracePt t="17424" x="7861300" y="2647950"/>
          <p14:tracePt t="17440" x="7880350" y="2647950"/>
          <p14:tracePt t="17456" x="7905750" y="2641600"/>
          <p14:tracePt t="17473" x="7937500" y="2641600"/>
          <p14:tracePt t="17489" x="7950200" y="2641600"/>
          <p14:tracePt t="17523" x="7962900" y="2641600"/>
          <p14:tracePt t="17555" x="7969250" y="2641600"/>
          <p14:tracePt t="17754" x="7962900" y="2635250"/>
          <p14:tracePt t="17803" x="7956550" y="2635250"/>
          <p14:tracePt t="17859" x="7956550" y="2628900"/>
          <p14:tracePt t="17950" x="7950200" y="2622550"/>
          <p14:tracePt t="17992" x="7943850" y="2622550"/>
          <p14:tracePt t="18055" x="7943850" y="2616200"/>
          <p14:tracePt t="18118" x="7937500" y="2609850"/>
          <p14:tracePt t="18125" x="7924800" y="2603500"/>
          <p14:tracePt t="18153" x="7912100" y="2603500"/>
          <p14:tracePt t="18167" x="7899400" y="2597150"/>
          <p14:tracePt t="18174" x="7874000" y="2590800"/>
          <p14:tracePt t="18187" x="7842250" y="2584450"/>
          <p14:tracePt t="18204" x="7708900" y="2546350"/>
          <p14:tracePt t="18220" x="7607300" y="2533650"/>
          <p14:tracePt t="18237" x="7219950" y="2489200"/>
          <p14:tracePt t="18253" x="7029450" y="2476500"/>
          <p14:tracePt t="18269" x="6794500" y="2476500"/>
          <p14:tracePt t="18287" x="5956300" y="2451100"/>
          <p14:tracePt t="18303" x="5594350" y="2451100"/>
          <p14:tracePt t="18320" x="4883150" y="2413000"/>
          <p14:tracePt t="18336" x="4279900" y="2387600"/>
          <p14:tracePt t="18353" x="3987800" y="2368550"/>
          <p14:tracePt t="18370" x="3530600" y="2330450"/>
          <p14:tracePt t="18386" x="3232150" y="2292350"/>
          <p14:tracePt t="18403" x="3117850" y="2279650"/>
          <p14:tracePt t="18420" x="2914650" y="2273300"/>
          <p14:tracePt t="18436" x="2736850" y="2273300"/>
          <p14:tracePt t="18453" x="2686050" y="2273300"/>
          <p14:tracePt t="18469" x="2578100" y="2273300"/>
          <p14:tracePt t="18486" x="2552700" y="2279650"/>
          <p14:tracePt t="18503" x="2489200" y="2292350"/>
          <p14:tracePt t="18519" x="2470150" y="2298700"/>
          <p14:tracePt t="18536" x="2438400" y="2305050"/>
          <p14:tracePt t="18553" x="2374900" y="2324100"/>
          <p14:tracePt t="18569" x="2305050" y="2349500"/>
          <p14:tracePt t="18586" x="2260600" y="2368550"/>
          <p14:tracePt t="18602" x="2203450" y="2393950"/>
          <p14:tracePt t="18619" x="2159000" y="2413000"/>
          <p14:tracePt t="18636" x="2146300" y="2419350"/>
          <p14:tracePt t="18652" x="2139950" y="2419350"/>
          <p14:tracePt t="18668" x="2139950" y="2425700"/>
          <p14:tracePt t="18686" x="2139950" y="2432050"/>
          <p14:tracePt t="18714" x="2139950" y="2444750"/>
          <p14:tracePt t="18722" x="2146300" y="2457450"/>
          <p14:tracePt t="18735" x="2152650" y="2470150"/>
          <p14:tracePt t="18752" x="2184400" y="2501900"/>
          <p14:tracePt t="18769" x="2203450" y="2520950"/>
          <p14:tracePt t="18785" x="2305050" y="2590800"/>
          <p14:tracePt t="18801" x="2349500" y="2603500"/>
          <p14:tracePt t="18819" x="2438400" y="2660650"/>
          <p14:tracePt t="18835" x="2476500" y="2673350"/>
          <p14:tracePt t="18851" x="2578100" y="2730500"/>
          <p14:tracePt t="18868" x="2679700" y="2768600"/>
          <p14:tracePt t="18885" x="2730500" y="2794000"/>
          <p14:tracePt t="18901" x="2844800" y="2838450"/>
          <p14:tracePt t="18918" x="2952750" y="2889250"/>
          <p14:tracePt t="18934" x="2990850" y="2914650"/>
          <p14:tracePt t="18952" x="3028950" y="2927350"/>
          <p14:tracePt t="18967" x="3067050" y="2940050"/>
          <p14:tracePt t="18985" x="3079750" y="2940050"/>
          <p14:tracePt t="19002" x="3086100" y="2940050"/>
          <p14:tracePt t="19018" x="3092450" y="2940050"/>
          <p14:tracePt t="19034" x="3098800" y="2940050"/>
          <p14:tracePt t="19051" x="3105150" y="2940050"/>
          <p14:tracePt t="19067" x="3117850" y="2940050"/>
          <p14:tracePt t="19101" x="3124200" y="2940050"/>
          <p14:tracePt t="19121" x="3136900" y="2940050"/>
          <p14:tracePt t="19135" x="3181350" y="2940050"/>
          <p14:tracePt t="19150" x="3206750" y="2940050"/>
          <p14:tracePt t="19167" x="3244850" y="2940050"/>
          <p14:tracePt t="19184" x="3327400" y="2946400"/>
          <p14:tracePt t="19201" x="3416300" y="2946400"/>
          <p14:tracePt t="19204" x="3460750" y="2946400"/>
          <p14:tracePt t="19220" x="3498850" y="2940050"/>
          <p14:tracePt t="19233" x="3543300" y="2927350"/>
          <p14:tracePt t="19250" x="3606800" y="2921000"/>
          <p14:tracePt t="19267" x="3638550" y="2921000"/>
          <p14:tracePt t="19283" x="3695700" y="2908300"/>
          <p14:tracePt t="19300" x="3765550" y="2889250"/>
          <p14:tracePt t="19317" x="3803650" y="2889250"/>
          <p14:tracePt t="19333" x="3898900" y="2882900"/>
          <p14:tracePt t="19350" x="4013200" y="2870200"/>
          <p14:tracePt t="19366" x="4070350" y="2863850"/>
          <p14:tracePt t="19383" x="4146550" y="2857500"/>
          <p14:tracePt t="19400" x="4191000" y="2857500"/>
          <p14:tracePt t="19417" x="4273550" y="2857500"/>
          <p14:tracePt t="19433" x="4305300" y="2863850"/>
          <p14:tracePt t="19450" x="4356100" y="2870200"/>
          <p14:tracePt t="19466" x="4381500" y="2876550"/>
          <p14:tracePt t="19482" x="4438650" y="2882900"/>
          <p14:tracePt t="19500" x="4495800" y="2895600"/>
          <p14:tracePt t="19516" x="4521200" y="2895600"/>
          <p14:tracePt t="19532" x="4559300" y="2895600"/>
          <p14:tracePt t="19549" x="4591050" y="2895600"/>
          <p14:tracePt t="19565" x="4603750" y="2895600"/>
          <p14:tracePt t="19583" x="4641850" y="2889250"/>
          <p14:tracePt t="19599" x="4654550" y="2889250"/>
          <p14:tracePt t="19616" x="4667250" y="2882900"/>
          <p14:tracePt t="19632" x="4686300" y="2882900"/>
          <p14:tracePt t="19649" x="4705350" y="2876550"/>
          <p14:tracePt t="19682" x="4724400" y="2876550"/>
          <p14:tracePt t="19698" x="4737100" y="2876550"/>
          <p14:tracePt t="19716" x="4749800" y="2876550"/>
          <p14:tracePt t="19732" x="4768850" y="2876550"/>
          <p14:tracePt t="19748" x="4781550" y="2876550"/>
          <p14:tracePt t="19765" x="4826000" y="2876550"/>
          <p14:tracePt t="19781" x="4870450" y="2876550"/>
          <p14:tracePt t="19798" x="4895850" y="2876550"/>
          <p14:tracePt t="19814" x="4953000" y="2882900"/>
          <p14:tracePt t="19832" x="5016500" y="2889250"/>
          <p14:tracePt t="19848" x="5048250" y="2895600"/>
          <p14:tracePt t="19865" x="5118100" y="2901950"/>
          <p14:tracePt t="19881" x="5175250" y="2914650"/>
          <p14:tracePt t="19899" x="5245100" y="2921000"/>
          <p14:tracePt t="19914" x="5264150" y="2927350"/>
          <p14:tracePt t="19931" x="5321300" y="2933700"/>
          <p14:tracePt t="19948" x="5372100" y="2933700"/>
          <p14:tracePt t="19965" x="5403850" y="2933700"/>
          <p14:tracePt t="19981" x="5422900" y="2933700"/>
          <p14:tracePt t="19997" x="5499100" y="2933700"/>
          <p14:tracePt t="20014" x="5518150" y="2933700"/>
          <p14:tracePt t="20030" x="5556250" y="2933700"/>
          <p14:tracePt t="20047" x="5619750" y="2940050"/>
          <p14:tracePt t="20064" x="5645150" y="2952750"/>
          <p14:tracePt t="20081" x="5702300" y="2965450"/>
          <p14:tracePt t="20097" x="5746750" y="2965450"/>
          <p14:tracePt t="20114" x="5765800" y="2965450"/>
          <p14:tracePt t="20131" x="5791200" y="2971800"/>
          <p14:tracePt t="20147" x="5803900" y="2971800"/>
          <p14:tracePt t="20164" x="5816600" y="2971800"/>
          <p14:tracePt t="20180" x="5822950" y="2971800"/>
          <p14:tracePt t="20216" x="5816600" y="2959100"/>
          <p14:tracePt t="20230" x="5803900" y="2952750"/>
          <p14:tracePt t="20247" x="5797550" y="2946400"/>
          <p14:tracePt t="20263" x="5791200" y="2927350"/>
          <p14:tracePt t="20687" x="5822950" y="2927350"/>
          <p14:tracePt t="20700" x="5880100" y="2914650"/>
          <p14:tracePt t="20707" x="5943600" y="2908300"/>
          <p14:tracePt t="20722" x="6007100" y="2895600"/>
          <p14:tracePt t="20731" x="6064250" y="2895600"/>
          <p14:tracePt t="20744" x="6115050" y="2889250"/>
          <p14:tracePt t="20762" x="6197600" y="2882900"/>
          <p14:tracePt t="20778" x="6286500" y="2870200"/>
          <p14:tracePt t="20795" x="6330950" y="2863850"/>
          <p14:tracePt t="20812" x="6369050" y="2863850"/>
          <p14:tracePt t="20828" x="6502400" y="2857500"/>
          <p14:tracePt t="20845" x="6553200" y="2857500"/>
          <p14:tracePt t="20862" x="6642100" y="2857500"/>
          <p14:tracePt t="20878" x="6686550" y="2844800"/>
          <p14:tracePt t="20894" x="6781800" y="2832100"/>
          <p14:tracePt t="20911" x="6851650" y="2806700"/>
          <p14:tracePt t="20928" x="6896100" y="2800350"/>
          <p14:tracePt t="20944" x="6953250" y="2781300"/>
          <p14:tracePt t="20961" x="7023100" y="2768600"/>
          <p14:tracePt t="20977" x="7054850" y="2768600"/>
          <p14:tracePt t="20995" x="7092950" y="2768600"/>
          <p14:tracePt t="21010" x="7131050" y="2768600"/>
          <p14:tracePt t="21027" x="7156450" y="2774950"/>
          <p14:tracePt t="21044" x="7188200" y="2781300"/>
          <p14:tracePt t="21060" x="7226300" y="2787650"/>
          <p14:tracePt t="21077" x="7258050" y="2794000"/>
          <p14:tracePt t="21094" x="7302500" y="2800350"/>
          <p14:tracePt t="21110" x="7346950" y="2813050"/>
          <p14:tracePt t="21129" x="7397750" y="2819400"/>
          <p14:tracePt t="21143" x="7410450" y="2819400"/>
          <p14:tracePt t="21160" x="7429500" y="2819400"/>
          <p14:tracePt t="21177" x="7486650" y="2819400"/>
          <p14:tracePt t="21193" x="7505700" y="2819400"/>
          <p14:tracePt t="21210" x="7512050" y="2819400"/>
          <p14:tracePt t="21227" x="7524750" y="2813050"/>
          <p14:tracePt t="21243" x="7531100" y="2813050"/>
          <p14:tracePt t="21290" x="7537450" y="2806700"/>
          <p14:tracePt t="21339" x="7537450" y="2800350"/>
          <p14:tracePt t="21402" x="7531100" y="2800350"/>
          <p14:tracePt t="21430" x="7524750" y="2794000"/>
          <p14:tracePt t="21444" x="7518400" y="2794000"/>
          <p14:tracePt t="21450" x="7512050" y="2794000"/>
          <p14:tracePt t="21459" x="7499350" y="2794000"/>
          <p14:tracePt t="21475" x="7480300" y="2794000"/>
          <p14:tracePt t="21493" x="7410450" y="2794000"/>
          <p14:tracePt t="21509" x="7372350" y="2794000"/>
          <p14:tracePt t="21525" x="7283450" y="2794000"/>
          <p14:tracePt t="21542" x="7162800" y="2800350"/>
          <p14:tracePt t="21559" x="7099300" y="2806700"/>
          <p14:tracePt t="21576" x="7004050" y="2832100"/>
          <p14:tracePt t="21591" x="6908800" y="2851150"/>
          <p14:tracePt t="21608" x="6889750" y="2857500"/>
          <p14:tracePt t="21626" x="6838950" y="2870200"/>
          <p14:tracePt t="21641" x="6813550" y="2882900"/>
          <p14:tracePt t="21658" x="6800850" y="2889250"/>
          <p14:tracePt t="21675" x="6781800" y="2895600"/>
          <p14:tracePt t="21692" x="6769100" y="2908300"/>
          <p14:tracePt t="21726" x="6762750" y="2908300"/>
          <p14:tracePt t="21808" x="6756400" y="2908300"/>
          <p14:tracePt t="21942" x="6762750" y="2901950"/>
          <p14:tracePt t="21948" x="6762750" y="2895600"/>
          <p14:tracePt t="21963" x="6769100" y="2895600"/>
          <p14:tracePt t="21974" x="6775450" y="2895600"/>
          <p14:tracePt t="21991" x="6788150" y="2889250"/>
          <p14:tracePt t="22008" x="6794500" y="2882900"/>
          <p14:tracePt t="22025" x="6832600" y="2863850"/>
          <p14:tracePt t="22041" x="6877050" y="2838450"/>
          <p14:tracePt t="22057" x="6902450" y="2825750"/>
          <p14:tracePt t="22074" x="6965950" y="2800350"/>
          <p14:tracePt t="22091" x="7035800" y="2787650"/>
          <p14:tracePt t="22108" x="7080250" y="2781300"/>
          <p14:tracePt t="22124" x="7169150" y="2762250"/>
          <p14:tracePt t="22140" x="7213600" y="2762250"/>
          <p14:tracePt t="22157" x="7270750" y="2762250"/>
          <p14:tracePt t="22173" x="7308850" y="2755900"/>
          <p14:tracePt t="22190" x="7321550" y="2755900"/>
          <p14:tracePt t="22208" x="7334250" y="2755900"/>
          <p14:tracePt t="22313" x="7334250" y="2749550"/>
          <p14:tracePt t="22362" x="7327900" y="2743200"/>
          <p14:tracePt t="22425" x="7321550" y="2743200"/>
          <p14:tracePt t="23635" x="7315200" y="2743200"/>
          <p14:tracePt t="23642" x="7308850" y="2736850"/>
          <p14:tracePt t="23655" x="7296150" y="2736850"/>
          <p14:tracePt t="23668" x="7283450" y="2730500"/>
          <p14:tracePt t="23685" x="7245350" y="2724150"/>
          <p14:tracePt t="23701" x="7226300" y="2717800"/>
          <p14:tracePt t="23718" x="7181850" y="2698750"/>
          <p14:tracePt t="23734" x="7112000" y="2660650"/>
          <p14:tracePt t="23751" x="7067550" y="2635250"/>
          <p14:tracePt t="23754" x="7010400" y="2609850"/>
          <p14:tracePt t="23768" x="6953250" y="2578100"/>
          <p14:tracePt t="23784" x="6838950" y="2514600"/>
          <p14:tracePt t="23801" x="6781800" y="2489200"/>
          <p14:tracePt t="23818" x="6661150" y="2432050"/>
          <p14:tracePt t="23834" x="6591300" y="2400300"/>
          <p14:tracePt t="23851" x="6521450" y="2368550"/>
          <p14:tracePt t="23867" x="6362700" y="2330450"/>
          <p14:tracePt t="23883" x="6286500" y="2311400"/>
          <p14:tracePt t="23901" x="6102350" y="2273300"/>
          <p14:tracePt t="23917" x="6013450" y="2260600"/>
          <p14:tracePt t="23934" x="5937250" y="2241550"/>
          <p14:tracePt t="23951" x="5842000" y="2216150"/>
          <p14:tracePt t="23967" x="5810250" y="2216150"/>
          <p14:tracePt t="23984" x="5778500" y="2209800"/>
          <p14:tracePt t="24000" x="5740400" y="2197100"/>
          <p14:tracePt t="24016" x="5702300" y="2197100"/>
          <p14:tracePt t="24033" x="5670550" y="2197100"/>
          <p14:tracePt t="24050" x="5632450" y="2190750"/>
          <p14:tracePt t="24067" x="5537200" y="2190750"/>
          <p14:tracePt t="24084" x="5499100" y="2184400"/>
          <p14:tracePt t="24100" x="5391150" y="2178050"/>
          <p14:tracePt t="24117" x="5340350" y="2178050"/>
          <p14:tracePt t="24133" x="5289550" y="2178050"/>
          <p14:tracePt t="24150" x="5156200" y="2190750"/>
          <p14:tracePt t="24167" x="5092700" y="2197100"/>
          <p14:tracePt t="24183" x="4972050" y="2235200"/>
          <p14:tracePt t="24199" x="4914900" y="2254250"/>
          <p14:tracePt t="24217" x="4826000" y="2273300"/>
          <p14:tracePt t="24233" x="4826000" y="2279650"/>
          <p14:tracePt t="24249" x="4813300" y="2279650"/>
          <p14:tracePt t="25855" x="4800600" y="2279650"/>
          <p14:tracePt t="25869" x="4768850" y="2292350"/>
          <p14:tracePt t="25883" x="4737100" y="2305050"/>
          <p14:tracePt t="25890" x="4718050" y="2317750"/>
          <p14:tracePt t="25905" x="4686300" y="2336800"/>
          <p14:tracePt t="25918" x="4648200" y="2343150"/>
          <p14:tracePt t="25933" x="4603750" y="2362200"/>
          <p14:tracePt t="25943" x="4546600" y="2381250"/>
          <p14:tracePt t="25961" x="4425950" y="2419350"/>
          <p14:tracePt t="25977" x="4279900" y="2444750"/>
          <p14:tracePt t="25993" x="4203700" y="2463800"/>
          <p14:tracePt t="26010" x="4070350" y="2495550"/>
          <p14:tracePt t="26027" x="4019550" y="2495550"/>
          <p14:tracePt t="26044" x="3886200" y="2501900"/>
          <p14:tracePt t="26061" x="3848100" y="2501900"/>
          <p14:tracePt t="26077" x="3816350" y="2508250"/>
          <p14:tracePt t="26093" x="3752850" y="2508250"/>
          <p14:tracePt t="26110" x="3683000" y="2514600"/>
          <p14:tracePt t="26127" x="3657600" y="2514600"/>
          <p14:tracePt t="26143" x="3613150" y="2514600"/>
          <p14:tracePt t="26160" x="3581400" y="2514600"/>
          <p14:tracePt t="26176" x="3568700" y="2514600"/>
          <p14:tracePt t="26193" x="3536950" y="2520950"/>
          <p14:tracePt t="26209" x="3498850" y="2540000"/>
          <p14:tracePt t="26227" x="3467100" y="2552700"/>
          <p14:tracePt t="26243" x="3448050" y="2552700"/>
          <p14:tracePt t="26260" x="3397250" y="2565400"/>
          <p14:tracePt t="26276" x="3333750" y="2590800"/>
          <p14:tracePt t="26292" x="3314700" y="2603500"/>
          <p14:tracePt t="26309" x="3282950" y="2622550"/>
          <p14:tracePt t="26326" x="3206750" y="2686050"/>
          <p14:tracePt t="26342" x="3187700" y="2705100"/>
          <p14:tracePt t="26360" x="3143250" y="2743200"/>
          <p14:tracePt t="26375" x="3117850" y="2768600"/>
          <p14:tracePt t="26392" x="3092450" y="2794000"/>
          <p14:tracePt t="26409" x="3067050" y="2813050"/>
          <p14:tracePt t="26425" x="3060700" y="2819400"/>
          <p14:tracePt t="26442" x="3035300" y="2838450"/>
          <p14:tracePt t="26459" x="3022600" y="2851150"/>
          <p14:tracePt t="26475" x="3009900" y="2857500"/>
          <p14:tracePt t="26492" x="3009900" y="2870200"/>
          <p14:tracePt t="26508" x="2997200" y="2870200"/>
          <p14:tracePt t="26542" x="2990850" y="2876550"/>
          <p14:tracePt t="26593" x="2984500" y="2876550"/>
          <p14:tracePt t="26627" x="2978150" y="2882900"/>
          <p14:tracePt t="26669" x="2971800" y="2882900"/>
          <p14:tracePt t="26676" x="2971800" y="2889250"/>
          <p14:tracePt t="26697" x="2965450" y="2889250"/>
          <p14:tracePt t="26711" x="2959100" y="2889250"/>
          <p14:tracePt t="26717" x="2952750" y="2889250"/>
          <p14:tracePt t="26739" x="2946400" y="2895600"/>
          <p14:tracePt t="26746" x="2940050" y="2895600"/>
          <p14:tracePt t="26761" x="2933700" y="2895600"/>
          <p14:tracePt t="26788" x="2927350" y="2895600"/>
          <p14:tracePt t="26809" x="2921000" y="2895600"/>
          <p14:tracePt t="26815" x="2914650" y="2895600"/>
          <p14:tracePt t="26837" x="2908300" y="2895600"/>
          <p14:tracePt t="26851" x="2901950" y="2895600"/>
          <p14:tracePt t="26921" x="2901950" y="2901950"/>
          <p14:tracePt t="26942" x="2908300" y="2908300"/>
          <p14:tracePt t="26949" x="2914650" y="2908300"/>
          <p14:tracePt t="26957" x="2927350" y="2908300"/>
          <p14:tracePt t="26973" x="2933700" y="2908300"/>
          <p14:tracePt t="26990" x="2971800" y="2908300"/>
          <p14:tracePt t="27007" x="2997200" y="2921000"/>
          <p14:tracePt t="27023" x="3067050" y="2921000"/>
          <p14:tracePt t="27040" x="3155950" y="2927350"/>
          <p14:tracePt t="27056" x="3213100" y="2927350"/>
          <p14:tracePt t="27073" x="3314700" y="2927350"/>
          <p14:tracePt t="27090" x="3429000" y="2921000"/>
          <p14:tracePt t="27106" x="3492500" y="2921000"/>
          <p14:tracePt t="27123" x="3600450" y="2908300"/>
          <p14:tracePt t="27139" x="3695700" y="2889250"/>
          <p14:tracePt t="27156" x="3733800" y="2889250"/>
          <p14:tracePt t="27173" x="3841750" y="2882900"/>
          <p14:tracePt t="27189" x="3917950" y="2882900"/>
          <p14:tracePt t="27206" x="3956050" y="2882900"/>
          <p14:tracePt t="27223" x="4019550" y="2882900"/>
          <p14:tracePt t="27239" x="4064000" y="2895600"/>
          <p14:tracePt t="27256" x="4089400" y="2901950"/>
          <p14:tracePt t="27273" x="4140200" y="2908300"/>
          <p14:tracePt t="27289" x="4165600" y="2908300"/>
          <p14:tracePt t="27306" x="4241800" y="2914650"/>
          <p14:tracePt t="27322" x="4279900" y="2914650"/>
          <p14:tracePt t="27339" x="4311650" y="2914650"/>
          <p14:tracePt t="27356" x="4387850" y="2914650"/>
          <p14:tracePt t="27372" x="4445000" y="2914650"/>
          <p14:tracePt t="27389" x="4464050" y="2908300"/>
          <p14:tracePt t="27405" x="4508500" y="2908300"/>
          <p14:tracePt t="27422" x="4540250" y="2901950"/>
          <p14:tracePt t="27438" x="4546600" y="2901950"/>
          <p14:tracePt t="27455" x="4559300" y="2895600"/>
          <p14:tracePt t="27472" x="4565650" y="2895600"/>
          <p14:tracePt t="27671" x="4559300" y="2895600"/>
          <p14:tracePt t="27678" x="4546600" y="2895600"/>
          <p14:tracePt t="27692" x="4527550" y="2889250"/>
          <p14:tracePt t="27704" x="4495800" y="2889250"/>
          <p14:tracePt t="27720" x="4419600" y="2876550"/>
          <p14:tracePt t="27737" x="4362450" y="2876550"/>
          <p14:tracePt t="27755" x="4248150" y="2876550"/>
          <p14:tracePt t="27770" x="4121150" y="2876550"/>
          <p14:tracePt t="27787" x="4057650" y="2876550"/>
          <p14:tracePt t="27804" x="3949700" y="2889250"/>
          <p14:tracePt t="27820" x="3873500" y="2889250"/>
          <p14:tracePt t="27837" x="3841750" y="2895600"/>
          <p14:tracePt t="27854" x="3810000" y="2895600"/>
          <p14:tracePt t="27870" x="3784600" y="2901950"/>
          <p14:tracePt t="27903" x="3778250" y="2901950"/>
          <p14:tracePt t="27920" x="3771900" y="2901950"/>
          <p14:tracePt t="27940" x="3771900" y="2908300"/>
          <p14:tracePt t="27959" x="3759200" y="2908300"/>
          <p14:tracePt t="27973" x="3752850" y="2908300"/>
          <p14:tracePt t="27987" x="3746500" y="2908300"/>
          <p14:tracePt t="28003" x="3733800" y="2908300"/>
          <p14:tracePt t="28036" x="3727450" y="2908300"/>
          <p14:tracePt t="28056" x="3721100" y="2908300"/>
          <p14:tracePt t="28099" x="3714750" y="2908300"/>
          <p14:tracePt t="28120" x="3708400" y="2908300"/>
          <p14:tracePt t="28141" x="3702050" y="2908300"/>
          <p14:tracePt t="28169" x="3695700" y="2908300"/>
          <p14:tracePt t="28204" x="3689350" y="2908300"/>
          <p14:tracePt t="28253" x="3702050" y="2908300"/>
          <p14:tracePt t="28260" x="3708400" y="2908300"/>
          <p14:tracePt t="28274" x="3721100" y="2908300"/>
          <p14:tracePt t="28285" x="3740150" y="2908300"/>
          <p14:tracePt t="28303" x="3803650" y="2908300"/>
          <p14:tracePt t="28319" x="3848100" y="2908300"/>
          <p14:tracePt t="28335" x="3962400" y="2908300"/>
          <p14:tracePt t="28352" x="4070350" y="2901950"/>
          <p14:tracePt t="28368" x="4133850" y="2889250"/>
          <p14:tracePt t="28386" x="4241800" y="2882900"/>
          <p14:tracePt t="28401" x="4318000" y="2870200"/>
          <p14:tracePt t="28418" x="4349750" y="2863850"/>
          <p14:tracePt t="28435" x="4400550" y="2857500"/>
          <p14:tracePt t="28451" x="4425950" y="2851150"/>
          <p14:tracePt t="28468" x="4432300" y="2851150"/>
          <p14:tracePt t="28485" x="4432300" y="2844800"/>
          <p14:tracePt t="28501" x="4438650" y="2844800"/>
          <p14:tracePt t="28518" x="4445000" y="2844800"/>
          <p14:tracePt t="28535" x="4451350" y="2844800"/>
          <p14:tracePt t="28551" x="4457700" y="2844800"/>
          <p14:tracePt t="28568" x="4470400" y="2844800"/>
          <p14:tracePt t="28584" x="4476750" y="2844800"/>
          <p14:tracePt t="28601" x="4483100" y="2844800"/>
          <p14:tracePt t="28617" x="4508500" y="2838450"/>
          <p14:tracePt t="28634" x="4527550" y="2838450"/>
          <p14:tracePt t="28651" x="4546600" y="2838450"/>
          <p14:tracePt t="28667" x="4578350" y="2832100"/>
          <p14:tracePt t="28684" x="4603750" y="2832100"/>
          <p14:tracePt t="28702" x="4622800" y="2832100"/>
          <p14:tracePt t="28717" x="4629150" y="2832100"/>
          <p14:tracePt t="28734" x="4635500" y="2832100"/>
          <p14:tracePt t="28767" x="4641850" y="2832100"/>
          <p14:tracePt t="28849" x="4648200" y="2825750"/>
          <p14:tracePt t="28912" x="4635500" y="2825750"/>
          <p14:tracePt t="28940" x="4629150" y="2825750"/>
          <p14:tracePt t="28961" x="4622800" y="2825750"/>
          <p14:tracePt t="28975" x="4616450" y="2825750"/>
          <p14:tracePt t="28982" x="4610100" y="2825750"/>
          <p14:tracePt t="28989" x="4603750" y="2825750"/>
          <p14:tracePt t="29003" x="4591050" y="2825750"/>
          <p14:tracePt t="29017" x="4572000" y="2825750"/>
          <p14:tracePt t="29033" x="4540250" y="2825750"/>
          <p14:tracePt t="29049" x="4521200" y="2825750"/>
          <p14:tracePt t="29067" x="4489450" y="2825750"/>
          <p14:tracePt t="29083" x="4464050" y="2825750"/>
          <p14:tracePt t="29099" x="4451350" y="2825750"/>
          <p14:tracePt t="29116" x="4432300" y="2832100"/>
          <p14:tracePt t="29133" x="4425950" y="2832100"/>
          <p14:tracePt t="29164" x="4419600" y="2832100"/>
          <p14:tracePt t="29305" x="4425950" y="2832100"/>
          <p14:tracePt t="29311" x="4432300" y="2832100"/>
          <p14:tracePt t="29325" x="4445000" y="2832100"/>
          <p14:tracePt t="29340" x="4457700" y="2832100"/>
          <p14:tracePt t="29354" x="4464050" y="2832100"/>
          <p14:tracePt t="29365" x="4476750" y="2832100"/>
          <p14:tracePt t="29382" x="4514850" y="2825750"/>
          <p14:tracePt t="29398" x="4533900" y="2825750"/>
          <p14:tracePt t="29415" x="4572000" y="2819400"/>
          <p14:tracePt t="29432" x="4616450" y="2813050"/>
          <p14:tracePt t="29448" x="4635500" y="2813050"/>
          <p14:tracePt t="29466" x="4679950" y="2800350"/>
          <p14:tracePt t="29481" x="4705350" y="2787650"/>
          <p14:tracePt t="29498" x="4718050" y="2781300"/>
          <p14:tracePt t="29515" x="4724400" y="2774950"/>
          <p14:tracePt t="29531" x="4724400" y="2768600"/>
          <p14:tracePt t="29565" x="4730750" y="2762250"/>
          <p14:tracePt t="29620" x="4724400" y="2762250"/>
          <p14:tracePt t="29641" x="4718050" y="2762250"/>
          <p14:tracePt t="29655" x="4711700" y="2762250"/>
          <p14:tracePt t="29662" x="4705350" y="2762250"/>
          <p14:tracePt t="29676" x="4699000" y="2762250"/>
          <p14:tracePt t="29690" x="4692650" y="2762250"/>
          <p14:tracePt t="29704" x="4673600" y="2768600"/>
          <p14:tracePt t="29713" x="4660900" y="2768600"/>
          <p14:tracePt t="29730" x="4641850" y="2774950"/>
          <p14:tracePt t="29748" x="4578350" y="2781300"/>
          <p14:tracePt t="29764" x="4533900" y="2794000"/>
          <p14:tracePt t="29781" x="4489450" y="2806700"/>
          <p14:tracePt t="29797" x="4476750" y="2813050"/>
          <p14:tracePt t="29813" x="4464050" y="2813050"/>
          <p14:tracePt t="29830" x="4445000" y="2819400"/>
          <p14:tracePt t="29863" x="4438650" y="2825750"/>
          <p14:tracePt t="29915" x="4438650" y="2832100"/>
          <p14:tracePt t="30027" x="4445000" y="2832100"/>
          <p14:tracePt t="30041" x="4451350" y="2832100"/>
          <p14:tracePt t="30062" x="4457700" y="2832100"/>
          <p14:tracePt t="30083" x="4464050" y="2832100"/>
          <p14:tracePt t="30104" x="4470400" y="2832100"/>
          <p14:tracePt t="30125" x="4476750" y="2832100"/>
          <p14:tracePt t="30132" x="4483100" y="2825750"/>
          <p14:tracePt t="30149" x="4489450" y="2825750"/>
          <p14:tracePt t="30162" x="4502150" y="2825750"/>
          <p14:tracePt t="30179" x="4527550" y="2819400"/>
          <p14:tracePt t="30196" x="4559300" y="2813050"/>
          <p14:tracePt t="30212" x="4572000" y="2813050"/>
          <p14:tracePt t="30229" x="4591050" y="2806700"/>
          <p14:tracePt t="30246" x="4603750" y="2800350"/>
          <p14:tracePt t="30262" x="4610100" y="2800350"/>
          <p14:tracePt t="30279" x="4616450" y="2800350"/>
          <p14:tracePt t="30315" x="4616450" y="2794000"/>
          <p14:tracePt t="30356" x="4616450" y="2787650"/>
          <p14:tracePt t="30363" x="4610100" y="2787650"/>
          <p14:tracePt t="30391" x="4610100" y="2781300"/>
          <p14:tracePt t="30417" x="4603750" y="2781300"/>
          <p14:tracePt t="30447" x="4597400" y="2781300"/>
          <p14:tracePt t="30504" x="4597400" y="2774950"/>
          <p14:tracePt t="30553" x="4591050" y="2774950"/>
          <p14:tracePt t="30588" x="4584700" y="2774950"/>
          <p14:tracePt t="30616" x="4578350" y="2774950"/>
          <p14:tracePt t="30644" x="4572000" y="2774950"/>
          <p14:tracePt t="30756" x="4572000" y="2781300"/>
          <p14:tracePt t="30784" x="4565650" y="2781300"/>
          <p14:tracePt t="30805" x="4559300" y="2787650"/>
          <p14:tracePt t="30812" x="4552950" y="2794000"/>
          <p14:tracePt t="30826" x="4546600" y="2794000"/>
          <p14:tracePt t="30833" x="4540250" y="2794000"/>
          <p14:tracePt t="30854" x="4533900" y="2800350"/>
          <p14:tracePt t="30924" x="4527550" y="2800350"/>
          <p14:tracePt t="30945" x="4521200" y="2800350"/>
          <p14:tracePt t="31043" x="4521200" y="2806700"/>
          <p14:tracePt t="31064" x="4527550" y="2806700"/>
          <p14:tracePt t="31128" x="4533900" y="2806700"/>
          <p14:tracePt t="31156" x="4546600" y="2806700"/>
          <p14:tracePt t="31177" x="4552950" y="2806700"/>
          <p14:tracePt t="31184" x="4559300" y="2806700"/>
          <p14:tracePt t="31198" x="4565650" y="2806700"/>
          <p14:tracePt t="31209" x="4572000" y="2800350"/>
          <p14:tracePt t="31226" x="4584700" y="2794000"/>
          <p14:tracePt t="31242" x="4597400" y="2787650"/>
          <p14:tracePt t="31258" x="4622800" y="2774950"/>
          <p14:tracePt t="31275" x="4648200" y="2768600"/>
          <p14:tracePt t="31292" x="4660900" y="2762250"/>
          <p14:tracePt t="31309" x="4679950" y="2749550"/>
          <p14:tracePt t="31325" x="4686300" y="2749550"/>
          <p14:tracePt t="31359" x="4692650" y="2749550"/>
          <p14:tracePt t="31394" x="4699000" y="2743200"/>
          <p14:tracePt t="31506" x="4692650" y="2743200"/>
          <p14:tracePt t="31534" x="4686300" y="2743200"/>
          <p14:tracePt t="32249" x="4679950" y="2749550"/>
          <p14:tracePt t="32256" x="4673600" y="2755900"/>
          <p14:tracePt t="32270" x="4667250" y="2755900"/>
          <p14:tracePt t="32276" x="4667250" y="2762250"/>
          <p14:tracePt t="32288" x="4660900" y="2762250"/>
          <p14:tracePt t="32306" x="4648200" y="2768600"/>
          <p14:tracePt t="32338" x="4641850" y="2768600"/>
          <p14:tracePt t="32355" x="4641850" y="2781300"/>
          <p14:tracePt t="32411" x="4635500" y="2781300"/>
          <p14:tracePt t="32466" x="4635500" y="2787650"/>
          <p14:tracePt t="32670" x="4641850" y="2794000"/>
          <p14:tracePt t="32747" x="4641850" y="2800350"/>
          <p14:tracePt t="32810" x="4648200" y="2800350"/>
          <p14:tracePt t="32837" x="4648200" y="2806700"/>
          <p14:tracePt t="32887" x="4654550" y="2813050"/>
          <p14:tracePt t="32908" x="4660900" y="2813050"/>
          <p14:tracePt t="32936" x="4667250" y="2813050"/>
          <p14:tracePt t="32950" x="4673600" y="2819400"/>
          <p14:tracePt t="32971" x="4679950" y="2819400"/>
          <p14:tracePt t="32978" x="4692650" y="2825750"/>
          <p14:tracePt t="32986" x="4705350" y="2825750"/>
          <p14:tracePt t="33002" x="4718050" y="2825750"/>
          <p14:tracePt t="33020" x="4730750" y="2825750"/>
          <p14:tracePt t="33036" x="4749800" y="2825750"/>
          <p14:tracePt t="33053" x="4787900" y="2825750"/>
          <p14:tracePt t="33070" x="4813300" y="2825750"/>
          <p14:tracePt t="33102" x="4838700" y="2819400"/>
          <p14:tracePt t="33119" x="4864100" y="2819400"/>
          <p14:tracePt t="33135" x="4876800" y="2813050"/>
          <p14:tracePt t="33153" x="4895850" y="2806700"/>
          <p14:tracePt t="33169" x="4908550" y="2800350"/>
          <p14:tracePt t="33202" x="4914900" y="2800350"/>
          <p14:tracePt t="33231" x="4914900" y="2794000"/>
          <p14:tracePt t="33483" x="4921250" y="2794000"/>
          <p14:tracePt t="33504" x="4927600" y="2787650"/>
          <p14:tracePt t="33519" x="4933950" y="2781300"/>
          <p14:tracePt t="33539" x="4940300" y="2781300"/>
          <p14:tracePt t="33553" x="4946650" y="2768600"/>
          <p14:tracePt t="33568" x="4953000" y="2762250"/>
          <p14:tracePt t="33581" x="4965700" y="2749550"/>
          <p14:tracePt t="33588" x="4965700" y="2743200"/>
          <p14:tracePt t="33604" x="4978400" y="2730500"/>
          <p14:tracePt t="33618" x="4991100" y="2717800"/>
          <p14:tracePt t="33634" x="4997450" y="2705100"/>
          <p14:tracePt t="33651" x="5022850" y="2686050"/>
          <p14:tracePt t="33666" x="5035550" y="2679700"/>
          <p14:tracePt t="33683" x="5035550" y="2673350"/>
          <p14:tracePt t="33701" x="5035550" y="2667000"/>
          <p14:tracePt t="33716" x="5041900" y="2660650"/>
          <p14:tracePt t="33733" x="5048250" y="2660650"/>
          <p14:tracePt t="33757" x="5048250" y="2654300"/>
          <p14:tracePt t="33806" x="5054600" y="2654300"/>
          <p14:tracePt t="34107" x="5048250" y="2654300"/>
          <p14:tracePt t="34121" x="5041900" y="2654300"/>
          <p14:tracePt t="34149" x="5035550" y="2654300"/>
          <p14:tracePt t="34163" x="5029200" y="2660650"/>
          <p14:tracePt t="34170" x="5022850" y="2660650"/>
          <p14:tracePt t="34181" x="5016500" y="2667000"/>
          <p14:tracePt t="34199" x="4991100" y="2679700"/>
          <p14:tracePt t="34215" x="4978400" y="2686050"/>
          <p14:tracePt t="34231" x="4959350" y="2698750"/>
          <p14:tracePt t="34248" x="4876800" y="2743200"/>
          <p14:tracePt t="34264" x="4832350" y="2755900"/>
          <p14:tracePt t="34282" x="4781550" y="2781300"/>
          <p14:tracePt t="34298" x="4762500" y="2787650"/>
          <p14:tracePt t="34314" x="4737100" y="2806700"/>
          <p14:tracePt t="34332" x="4711700" y="2819400"/>
          <p14:tracePt t="34365" x="4699000" y="2819400"/>
          <p14:tracePt t="34479" x="4705350" y="2819400"/>
          <p14:tracePt t="34500" x="4711700" y="2819400"/>
          <p14:tracePt t="34527" x="4718050" y="2819400"/>
          <p14:tracePt t="34549" x="4724400" y="2819400"/>
          <p14:tracePt t="34563" x="4730750" y="2819400"/>
          <p14:tracePt t="34570" x="4737100" y="2813050"/>
          <p14:tracePt t="34584" x="4743450" y="2813050"/>
          <p14:tracePt t="34597" x="4749800" y="2813050"/>
          <p14:tracePt t="34613" x="4756150" y="2806700"/>
          <p14:tracePt t="34630" x="4787900" y="2794000"/>
          <p14:tracePt t="34647" x="4819650" y="2781300"/>
          <p14:tracePt t="34663" x="4870450" y="2755900"/>
          <p14:tracePt t="34680" x="4914900" y="2755900"/>
          <p14:tracePt t="34697" x="4940300" y="2743200"/>
          <p14:tracePt t="34713" x="5003800" y="2711450"/>
          <p14:tracePt t="34730" x="5035550" y="2705100"/>
          <p14:tracePt t="34746" x="5054600" y="2692400"/>
          <p14:tracePt t="34763" x="5092700" y="2673350"/>
          <p14:tracePt t="34780" x="5099050" y="2673350"/>
          <p14:tracePt t="34796" x="5105400" y="2667000"/>
          <p14:tracePt t="35096" x="5099050" y="2673350"/>
          <p14:tracePt t="35103" x="5092700" y="2679700"/>
          <p14:tracePt t="35111" x="5092700" y="2686050"/>
          <p14:tracePt t="35132" x="5086350" y="2692400"/>
          <p14:tracePt t="35148" x="5086350" y="2698750"/>
          <p14:tracePt t="35162" x="5080000" y="2705100"/>
          <p14:tracePt t="35178" x="5080000" y="2711450"/>
          <p14:tracePt t="35195" x="5073650" y="2724150"/>
          <p14:tracePt t="35222" x="5073650" y="2730500"/>
          <p14:tracePt t="35250" x="5073650" y="2736850"/>
          <p14:tracePt t="35271" x="5073650" y="2743200"/>
          <p14:tracePt t="35292" x="5073650" y="2749550"/>
          <p14:tracePt t="35299" x="5073650" y="2755900"/>
          <p14:tracePt t="35320" x="5073650" y="2762250"/>
          <p14:tracePt t="35362" x="5073650" y="2768600"/>
          <p14:tracePt t="35389" x="5073650" y="2774950"/>
          <p14:tracePt t="35439" x="5073650" y="2781300"/>
          <p14:tracePt t="35460" x="5073650" y="2787650"/>
          <p14:tracePt t="35495" x="5073650" y="2794000"/>
          <p14:tracePt t="35502" x="5073650" y="2800350"/>
          <p14:tracePt t="35523" x="5073650" y="2806700"/>
          <p14:tracePt t="35530" x="5080000" y="2806700"/>
          <p14:tracePt t="35547" x="5086350" y="2813050"/>
          <p14:tracePt t="35560" x="5086350" y="2819400"/>
          <p14:tracePt t="35577" x="5092700" y="2832100"/>
          <p14:tracePt t="35594" x="5105400" y="2838450"/>
          <p14:tracePt t="35610" x="5105400" y="2844800"/>
          <p14:tracePt t="35627" x="5105400" y="2851150"/>
          <p14:tracePt t="35643" x="5111750" y="2851150"/>
          <p14:tracePt t="35660" x="5111750" y="2857500"/>
          <p14:tracePt t="35693" x="5124450" y="2863850"/>
          <p14:tracePt t="35727" x="5137150" y="2863850"/>
          <p14:tracePt t="35743" x="5143500" y="2863850"/>
          <p14:tracePt t="35783" x="5149850" y="2863850"/>
          <p14:tracePt t="35825" x="5156200" y="2863850"/>
          <p14:tracePt t="35831" x="5162550" y="2863850"/>
          <p14:tracePt t="35861" x="5162550" y="2857500"/>
          <p14:tracePt t="35881" x="5162550" y="2851150"/>
          <p14:tracePt t="35902" x="5156200" y="2844800"/>
          <p14:tracePt t="35923" x="5149850" y="2838450"/>
          <p14:tracePt t="35930" x="5149850" y="2832100"/>
          <p14:tracePt t="35945" x="5143500" y="2825750"/>
          <p14:tracePt t="35959" x="5137150" y="2813050"/>
          <p14:tracePt t="35976" x="5111750" y="2794000"/>
          <p14:tracePt t="35993" x="5099050" y="2781300"/>
          <p14:tracePt t="36009" x="5086350" y="2755900"/>
          <p14:tracePt t="36026" x="5080000" y="2749550"/>
          <p14:tracePt t="36042" x="5067300" y="2736850"/>
          <p14:tracePt t="36058" x="5067300" y="2724150"/>
          <p14:tracePt t="36075" x="5067300" y="2717800"/>
          <p14:tracePt t="36092" x="5067300" y="2711450"/>
          <p14:tracePt t="36108" x="5067300" y="2698750"/>
          <p14:tracePt t="36126" x="5067300" y="2692400"/>
          <p14:tracePt t="36142" x="5080000" y="2660650"/>
          <p14:tracePt t="36158" x="5092700" y="2635250"/>
          <p14:tracePt t="36175" x="5105400" y="2622550"/>
          <p14:tracePt t="36191" x="5143500" y="2578100"/>
          <p14:tracePt t="36208" x="5156200" y="2559050"/>
          <p14:tracePt t="36225" x="5187950" y="2533650"/>
          <p14:tracePt t="36242" x="5200650" y="2527300"/>
          <p14:tracePt t="36259" x="5207000" y="2520950"/>
          <p14:tracePt t="36274" x="5219700" y="2514600"/>
          <p14:tracePt t="36351" x="5213350" y="2514600"/>
          <p14:tracePt t="36372" x="5207000" y="2520950"/>
          <p14:tracePt t="36386" x="5207000" y="2527300"/>
          <p14:tracePt t="36394" x="5207000" y="2540000"/>
          <p14:tracePt t="36409" x="5194300" y="2552700"/>
          <p14:tracePt t="36424" x="5181600" y="2616200"/>
          <p14:tracePt t="36441" x="5175250" y="2641600"/>
          <p14:tracePt t="36458" x="5175250" y="2692400"/>
          <p14:tracePt t="36475" x="5175250" y="2724150"/>
          <p14:tracePt t="36491" x="5226050" y="2768600"/>
          <p14:tracePt t="36507" x="5257800" y="2787650"/>
          <p14:tracePt t="36524" x="5283200" y="2787650"/>
          <p14:tracePt t="36540" x="5353050" y="2794000"/>
          <p14:tracePt t="36557" x="5448300" y="2794000"/>
          <p14:tracePt t="36575" x="5518150" y="2774950"/>
          <p14:tracePt t="36590" x="5556250" y="2768600"/>
          <p14:tracePt t="36607" x="5626100" y="2762250"/>
          <p14:tracePt t="36624" x="5676900" y="2762250"/>
          <p14:tracePt t="36657" x="5702300" y="2762250"/>
          <p14:tracePt t="36674" x="5746750" y="2743200"/>
          <p14:tracePt t="36706" x="5778500" y="2743200"/>
          <p14:tracePt t="36723" x="5810250" y="2730500"/>
          <p14:tracePt t="36739" x="5822950" y="2717800"/>
          <p14:tracePt t="36757" x="5829300" y="2717800"/>
          <p14:tracePt t="36773" x="5835650" y="2711450"/>
          <p14:tracePt t="36789" x="5835650" y="2705100"/>
          <p14:tracePt t="36807" x="5835650" y="2698750"/>
          <p14:tracePt t="36838" x="5835650" y="2692400"/>
          <p14:tracePt t="36856" x="5835650" y="2686050"/>
          <p14:tracePt t="36884" x="5835650" y="2679700"/>
          <p14:tracePt t="36919" x="5835650" y="2673350"/>
          <p14:tracePt t="36946" x="5835650" y="2667000"/>
          <p14:tracePt t="37094" x="5842000" y="2667000"/>
          <p14:tracePt t="37115" x="5842000" y="2673350"/>
          <p14:tracePt t="37128" x="5848350" y="2686050"/>
          <p14:tracePt t="37143" x="5848350" y="2692400"/>
          <p14:tracePt t="37150" x="5848350" y="2711450"/>
          <p14:tracePt t="37158" x="5848350" y="2730500"/>
          <p14:tracePt t="37173" x="5842000" y="2743200"/>
          <p14:tracePt t="37188" x="5822950" y="2794000"/>
          <p14:tracePt t="37205" x="5803900" y="2825750"/>
          <p14:tracePt t="37221" x="5772150" y="2870200"/>
          <p14:tracePt t="37238" x="5734050" y="2889250"/>
          <p14:tracePt t="37255" x="5721350" y="2889250"/>
          <p14:tracePt t="37271" x="5695950" y="2895600"/>
          <p14:tracePt t="37288" x="5689600" y="2895600"/>
          <p14:tracePt t="37304" x="5683250" y="2895600"/>
          <p14:tracePt t="37337" x="5676900" y="2901950"/>
          <p14:tracePt t="37444" x="5683250" y="2901950"/>
          <p14:tracePt t="37472" x="5683250" y="2895600"/>
          <p14:tracePt t="37500" x="5689600" y="2882900"/>
          <p14:tracePt t="37507" x="5695950" y="2876550"/>
          <p14:tracePt t="37535" x="5695950" y="2870200"/>
          <p14:tracePt t="37550" x="5695950" y="2863850"/>
          <p14:tracePt t="37557" x="5695950" y="2851150"/>
          <p14:tracePt t="37573" x="5695950" y="2838450"/>
          <p14:tracePt t="37586" x="5702300" y="2825750"/>
          <p14:tracePt t="37603" x="5702300" y="2813050"/>
          <p14:tracePt t="37620" x="5702300" y="2781300"/>
          <p14:tracePt t="37637" x="5702300" y="2768600"/>
          <p14:tracePt t="37653" x="5702300" y="2762250"/>
          <p14:tracePt t="37670" x="5702300" y="2743200"/>
          <p14:tracePt t="37686" x="5683250" y="2730500"/>
          <p14:tracePt t="37703" x="5657850" y="2711450"/>
          <p14:tracePt t="37719" x="5638800" y="2698750"/>
          <p14:tracePt t="37736" x="5626100" y="2692400"/>
          <p14:tracePt t="37753" x="5575300" y="2692400"/>
          <p14:tracePt t="37769" x="5549900" y="2679700"/>
          <p14:tracePt t="37786" x="5518150" y="2679700"/>
          <p14:tracePt t="37803" x="5461000" y="2692400"/>
          <p14:tracePt t="37819" x="5429250" y="2698750"/>
          <p14:tracePt t="37836" x="5391150" y="2705100"/>
          <p14:tracePt t="37852" x="5334000" y="2711450"/>
          <p14:tracePt t="37869" x="5283200" y="2724150"/>
          <p14:tracePt t="37886" x="5238750" y="2724150"/>
          <p14:tracePt t="37902" x="5226050" y="2724150"/>
          <p14:tracePt t="37919" x="5207000" y="2724150"/>
          <p14:tracePt t="37936" x="5175250" y="2717800"/>
          <p14:tracePt t="37952" x="5162550" y="2717800"/>
          <p14:tracePt t="37969" x="5156200" y="2717800"/>
          <p14:tracePt t="37985" x="5130800" y="2717800"/>
          <p14:tracePt t="38012" x="5118100" y="2717800"/>
          <p14:tracePt t="38021" x="5105400" y="2717800"/>
          <p14:tracePt t="38035" x="5092700" y="2717800"/>
          <p14:tracePt t="38052" x="5067300" y="2717800"/>
          <p14:tracePt t="38069" x="5035550" y="2717800"/>
          <p14:tracePt t="38085" x="5022850" y="2717800"/>
          <p14:tracePt t="38101" x="5010150" y="2717800"/>
          <p14:tracePt t="38118" x="5003800" y="2717800"/>
          <p14:tracePt t="38135" x="4997450" y="2717800"/>
          <p14:tracePt t="38166" x="4997450" y="2724150"/>
          <p14:tracePt t="38243" x="5003800" y="2724150"/>
          <p14:tracePt t="38258" x="5016500" y="2724150"/>
          <p14:tracePt t="38264" x="5022850" y="2724150"/>
          <p14:tracePt t="38279" x="5041900" y="2724150"/>
          <p14:tracePt t="38293" x="5067300" y="2724150"/>
          <p14:tracePt t="38307" x="5099050" y="2724150"/>
          <p14:tracePt t="38317" x="5124450" y="2724150"/>
          <p14:tracePt t="38334" x="5162550" y="2724150"/>
          <p14:tracePt t="38350" x="5257800" y="2724150"/>
          <p14:tracePt t="38367" x="5308600" y="2724150"/>
          <p14:tracePt t="38384" x="5346700" y="2724150"/>
          <p14:tracePt t="38400" x="5416550" y="2724150"/>
          <p14:tracePt t="38417" x="5441950" y="2724150"/>
          <p14:tracePt t="38434" x="5454650" y="2724150"/>
          <p14:tracePt t="38450" x="5480050" y="2711450"/>
          <p14:tracePt t="38467" x="5492750" y="2711450"/>
          <p14:tracePt t="38483" x="5505450" y="2711450"/>
          <p14:tracePt t="38517" x="5505450" y="2705100"/>
          <p14:tracePt t="38533" x="5499100" y="2698750"/>
          <p14:tracePt t="38549" x="5492750" y="2698750"/>
          <p14:tracePt t="38573" x="5480050" y="2698750"/>
          <p14:tracePt t="38583" x="5473700" y="2698750"/>
          <p14:tracePt t="38600" x="5467350" y="2698750"/>
          <p14:tracePt t="38616" x="5441950" y="2698750"/>
          <p14:tracePt t="38633" x="5403850" y="2717800"/>
          <p14:tracePt t="38651" x="5365750" y="2724150"/>
          <p14:tracePt t="38666" x="5321300" y="2730500"/>
          <p14:tracePt t="38683" x="5302250" y="2736850"/>
          <p14:tracePt t="38700" x="5257800" y="2749550"/>
          <p14:tracePt t="38716" x="5245100" y="2755900"/>
          <p14:tracePt t="38733" x="5213350" y="2762250"/>
          <p14:tracePt t="38749" x="5213350" y="2768600"/>
          <p14:tracePt t="39715" x="5200650" y="2768600"/>
          <p14:tracePt t="39722" x="5187950" y="2768600"/>
          <p14:tracePt t="39736" x="5175250" y="2768600"/>
          <p14:tracePt t="39746" x="5162550" y="2768600"/>
          <p14:tracePt t="39762" x="5143500" y="2768600"/>
          <p14:tracePt t="39779" x="5124450" y="2768600"/>
          <p14:tracePt t="39795" x="5118100" y="2768600"/>
          <p14:tracePt t="39841" x="5111750" y="2768600"/>
          <p14:tracePt t="39953" x="5105400" y="2768600"/>
          <p14:tracePt t="40073" x="5099050" y="2774950"/>
          <p14:tracePt t="40094" x="5092700" y="2774950"/>
          <p14:tracePt t="40114" x="5086350" y="2774950"/>
          <p14:tracePt t="40247" x="5086350" y="2781300"/>
          <p14:tracePt t="40276" x="5080000" y="2781300"/>
          <p14:tracePt t="40282" x="5073650" y="2781300"/>
          <p14:tracePt t="43967" x="5073650" y="2787650"/>
          <p14:tracePt t="44003" x="5067300" y="2794000"/>
          <p14:tracePt t="44037" x="5060950" y="2794000"/>
          <p14:tracePt t="44059" x="5060950" y="2800350"/>
          <p14:tracePt t="44080" x="5060950" y="2806700"/>
          <p14:tracePt t="44101" x="5054600" y="2813050"/>
          <p14:tracePt t="44129" x="5054600" y="2819400"/>
          <p14:tracePt t="44213" x="5054600" y="2825750"/>
          <p14:tracePt t="44452" x="5054600" y="2832100"/>
          <p14:tracePt t="44472" x="5060950" y="2832100"/>
          <p14:tracePt t="44480" x="5067300" y="2832100"/>
          <p14:tracePt t="44495" x="5054600" y="2825750"/>
          <p14:tracePt t="45778" x="5048250" y="2825750"/>
          <p14:tracePt t="45799" x="5048250" y="2819400"/>
          <p14:tracePt t="45827" x="5048250" y="2813050"/>
          <p14:tracePt t="45848" x="5048250" y="2806700"/>
          <p14:tracePt t="45869" x="5048250" y="2800350"/>
          <p14:tracePt t="45897" x="5048250" y="2794000"/>
          <p14:tracePt t="45939" x="5048250" y="2787650"/>
          <p14:tracePt t="45981" x="5048250" y="2781300"/>
          <p14:tracePt t="46030" x="5048250" y="2774950"/>
          <p14:tracePt t="46150" x="5054600" y="2768600"/>
          <p14:tracePt t="46157" x="5054600" y="2762250"/>
          <p14:tracePt t="46178" x="5054600" y="2755900"/>
          <p14:tracePt t="46213" x="5054600" y="2749550"/>
          <p14:tracePt t="46226" x="5060950" y="2749550"/>
          <p14:tracePt t="46262" x="5067300" y="2743200"/>
          <p14:tracePt t="46269" x="5067300" y="2736850"/>
          <p14:tracePt t="46291" x="5067300" y="2730500"/>
          <p14:tracePt t="46318" x="5073650" y="2724150"/>
          <p14:tracePt t="46339" x="5080000" y="2724150"/>
          <p14:tracePt t="46353" x="5086350" y="2724150"/>
          <p14:tracePt t="46360" x="5092700" y="2724150"/>
          <p14:tracePt t="46373" x="5099050" y="2717800"/>
          <p14:tracePt t="46389" x="5105400" y="2717800"/>
          <p14:tracePt t="46409" x="5118100" y="2717800"/>
          <p14:tracePt t="46425" x="5130800" y="2717800"/>
          <p14:tracePt t="46439" x="5162550" y="2717800"/>
          <p14:tracePt t="46456" x="5194300" y="2717800"/>
          <p14:tracePt t="46473" x="5245100" y="2730500"/>
          <p14:tracePt t="46489" x="5283200" y="2736850"/>
          <p14:tracePt t="46506" x="5340350" y="2743200"/>
          <p14:tracePt t="46522" x="5384800" y="2743200"/>
          <p14:tracePt t="46539" x="5403850" y="2743200"/>
          <p14:tracePt t="46556" x="5435600" y="2743200"/>
          <p14:tracePt t="46572" x="5441950" y="2743200"/>
          <p14:tracePt t="46589" x="5448300" y="2743200"/>
          <p14:tracePt t="46704" x="5448300" y="2736850"/>
          <p14:tracePt t="46780" x="5435600" y="2730500"/>
          <p14:tracePt t="46787" x="5429250" y="2730500"/>
          <p14:tracePt t="46808" x="5416550" y="2730500"/>
          <p14:tracePt t="46822" x="5410200" y="2730500"/>
          <p14:tracePt t="46830" x="5397500" y="2730500"/>
          <p14:tracePt t="46843" x="5372100" y="2717800"/>
          <p14:tracePt t="46854" x="5346700" y="2717800"/>
          <p14:tracePt t="46872" x="5314950" y="2717800"/>
          <p14:tracePt t="46888" x="5251450" y="2711450"/>
          <p14:tracePt t="46905" x="5181600" y="2711450"/>
          <p14:tracePt t="46921" x="5130800" y="2711450"/>
          <p14:tracePt t="46938" x="5111750" y="2711450"/>
          <p14:tracePt t="46955" x="5080000" y="2711450"/>
          <p14:tracePt t="46971" x="5060950" y="2711450"/>
          <p14:tracePt t="46991" x="5054600" y="2711450"/>
          <p14:tracePt t="47920" x="5060950" y="2711450"/>
          <p14:tracePt t="47962" x="5067300" y="2711450"/>
          <p14:tracePt t="47969" x="5073650" y="2711450"/>
          <p14:tracePt t="47990" x="5080000" y="2711450"/>
          <p14:tracePt t="48012" x="5086350" y="2711450"/>
          <p14:tracePt t="48025" x="5092700" y="2711450"/>
          <p14:tracePt t="48039" x="5099050" y="2711450"/>
          <p14:tracePt t="48061" x="5105400" y="2711450"/>
          <p14:tracePt t="48103" x="5111750" y="2711450"/>
          <p14:tracePt t="48145" x="5118100" y="2711450"/>
          <p14:tracePt t="48151" x="5124450" y="2711450"/>
          <p14:tracePt t="48173" x="5130800" y="2711450"/>
          <p14:tracePt t="48201" x="5137150" y="2711450"/>
          <p14:tracePt t="48222" x="5137150" y="2717800"/>
          <p14:tracePt t="48236" x="5143500" y="2717800"/>
          <p14:tracePt t="48242" x="5149850" y="2717800"/>
          <p14:tracePt t="48264" x="5156200" y="2717800"/>
          <p14:tracePt t="48271" x="5162550" y="2717800"/>
          <p14:tracePt t="48286" x="5168900" y="2717800"/>
          <p14:tracePt t="48300" x="5181600" y="2724150"/>
          <p14:tracePt t="48316" x="5194300" y="2724150"/>
          <p14:tracePt t="48334" x="5219700" y="2730500"/>
          <p14:tracePt t="48349" x="5238750" y="2730500"/>
          <p14:tracePt t="48366" x="5276850" y="2736850"/>
          <p14:tracePt t="48383" x="5308600" y="2736850"/>
          <p14:tracePt t="48399" x="5321300" y="2736850"/>
          <p14:tracePt t="48416" x="5334000" y="2736850"/>
          <p14:tracePt t="48433" x="5340350" y="2736850"/>
          <p14:tracePt t="48465" x="5346700" y="2736850"/>
          <p14:tracePt t="48530" x="5353050" y="2736850"/>
          <p14:tracePt t="48593" x="5353050" y="2730500"/>
          <p14:tracePt t="49673" x="5346700" y="2724150"/>
          <p14:tracePt t="49953" x="5340350" y="2724150"/>
          <p14:tracePt t="50023" x="5334000" y="2717800"/>
          <p14:tracePt t="50176" x="5327650" y="2717800"/>
          <p14:tracePt t="50184" x="5321300" y="2717800"/>
          <p14:tracePt t="50198" x="5314950" y="2717800"/>
          <p14:tracePt t="50213" x="5308600" y="2717800"/>
          <p14:tracePt t="50229" x="5302250" y="2724150"/>
          <p14:tracePt t="50283" x="5295900" y="2724150"/>
          <p14:tracePt t="50304" x="5289550" y="2724150"/>
          <p14:tracePt t="50325" x="5283200" y="2730500"/>
          <p14:tracePt t="50345" x="5276850" y="2730500"/>
          <p14:tracePt t="50374" x="5264150" y="2730500"/>
          <p14:tracePt t="50395" x="5257800" y="2730500"/>
          <p14:tracePt t="50423" x="5251450" y="2730500"/>
          <p14:tracePt t="50437" x="5245100" y="2730500"/>
          <p14:tracePt t="50445" x="5238750" y="2730500"/>
          <p14:tracePt t="50465" x="5232400" y="2730500"/>
          <p14:tracePt t="50486" x="5226050" y="2730500"/>
          <p14:tracePt t="50495" x="5219700" y="2730500"/>
          <p14:tracePt t="50535" x="5213350" y="2730500"/>
          <p14:tracePt t="50556" x="5207000" y="2730500"/>
          <p14:tracePt t="50577" x="5200650" y="2730500"/>
          <p14:tracePt t="50584" x="5194300" y="2730500"/>
          <p14:tracePt t="50605" x="5187950" y="2730500"/>
          <p14:tracePt t="50626" x="5181600" y="2730500"/>
          <p14:tracePt t="50654" x="5168900" y="2730500"/>
          <p14:tracePt t="50676" x="5162550" y="2730500"/>
          <p14:tracePt t="50696" x="5156200" y="2730500"/>
          <p14:tracePt t="50724" x="5149850" y="2730500"/>
          <p14:tracePt t="50744" x="5143500" y="2730500"/>
          <p14:tracePt t="50766" x="5137150" y="2730500"/>
          <p14:tracePt t="50808" x="5130800" y="2730500"/>
          <p14:tracePt t="50864" x="5124450" y="2730500"/>
          <p14:tracePt t="50885" x="5118100" y="2730500"/>
          <p14:tracePt t="50906" x="5111750" y="2730500"/>
          <p14:tracePt t="50955" x="5105400" y="2730500"/>
          <p14:tracePt t="51046" x="5099050" y="2730500"/>
          <p14:tracePt t="52927" x="5099050" y="2736850"/>
          <p14:tracePt t="52948" x="5099050" y="2743200"/>
          <p14:tracePt t="52969" x="5092700" y="2749550"/>
          <p14:tracePt t="52996" x="5092700" y="2755900"/>
          <p14:tracePt t="53039" x="5086350" y="2755900"/>
          <p14:tracePt t="53088" x="5086350" y="2762250"/>
          <p14:tracePt t="53151" x="5080000" y="2768600"/>
          <p14:tracePt t="53179" x="5080000" y="2774950"/>
          <p14:tracePt t="53221" x="5073650" y="2781300"/>
          <p14:tracePt t="53256" x="5067300" y="2787650"/>
          <p14:tracePt t="53277" x="5067300" y="2794000"/>
          <p14:tracePt t="53368" x="5060950" y="2800350"/>
          <p14:tracePt t="53396" x="5060950" y="2806700"/>
          <p14:tracePt t="58014" x="5060950" y="2813050"/>
          <p14:tracePt t="58056" x="5054600" y="2819400"/>
          <p14:tracePt t="58077" x="5048250" y="2825750"/>
          <p14:tracePt t="58084" x="5041900" y="2825750"/>
          <p14:tracePt t="58105" x="5035550" y="2825750"/>
          <p14:tracePt t="58119" x="5029200" y="2825750"/>
          <p14:tracePt t="58134" x="5022850" y="2825750"/>
          <p14:tracePt t="58174" x="5016500" y="2825750"/>
          <p14:tracePt t="58196" x="5010150" y="2832100"/>
          <p14:tracePt t="58224" x="5003800" y="2832100"/>
          <p14:tracePt t="58245" x="4997450" y="2832100"/>
          <p14:tracePt t="58267" x="4991100" y="2832100"/>
          <p14:tracePt t="58294" x="4984750" y="2832100"/>
          <p14:tracePt t="58343" x="4978400" y="2832100"/>
          <p14:tracePt t="58378" x="4972050" y="2832100"/>
          <p14:tracePt t="58406" x="4965700" y="2838450"/>
          <p14:tracePt t="58413" x="4959350" y="2838450"/>
          <p14:tracePt t="58434" x="4953000" y="2838450"/>
          <p14:tracePt t="58455" x="4946650" y="2838450"/>
          <p14:tracePt t="59136" x="4940300" y="2838450"/>
          <p14:tracePt t="59381" x="4933950" y="2838450"/>
          <p14:tracePt t="59605" x="4940300" y="2838450"/>
          <p14:tracePt t="59886" x="4933950" y="2838450"/>
          <p14:tracePt t="59956" x="4927600" y="2838450"/>
          <p14:tracePt t="60040" x="4921250" y="2838450"/>
          <p14:tracePt t="60117" x="4921250" y="2832100"/>
          <p14:tracePt t="60180" x="4921250" y="2825750"/>
          <p14:tracePt t="60221" x="4921250" y="2819400"/>
          <p14:tracePt t="60327" x="4914900" y="2813050"/>
          <p14:tracePt t="60397" x="4914900" y="2806700"/>
          <p14:tracePt t="60440" x="4908550" y="2800350"/>
          <p14:tracePt t="60447" x="4902200" y="2800350"/>
          <p14:tracePt t="60467" x="4895850" y="2800350"/>
          <p14:tracePt t="60482" x="4889500" y="2800350"/>
          <p14:tracePt t="60491" x="4876800" y="2794000"/>
          <p14:tracePt t="60507" x="4864100" y="2787650"/>
          <p14:tracePt t="60524" x="4813300" y="2768600"/>
          <p14:tracePt t="60540" x="4781550" y="2755900"/>
          <p14:tracePt t="60559" x="4603750" y="2698750"/>
          <p14:tracePt t="60574" x="4540250" y="2692400"/>
          <p14:tracePt t="60591" x="4368800" y="2641600"/>
          <p14:tracePt t="60608" x="4191000" y="2609850"/>
          <p14:tracePt t="60624" x="4108450" y="2578100"/>
          <p14:tracePt t="60640" x="4032250" y="2559050"/>
          <p14:tracePt t="60657" x="3886200" y="2520950"/>
          <p14:tracePt t="60674" x="3816350" y="2501900"/>
          <p14:tracePt t="60692" x="3746500" y="2476500"/>
          <p14:tracePt t="60707" x="3721100" y="2470150"/>
          <p14:tracePt t="60723" x="3708400" y="2463800"/>
          <p14:tracePt t="60740" x="3695700" y="2457450"/>
          <p14:tracePt t="60825" x="3695700" y="2451100"/>
          <p14:tracePt t="60888" x="3695700" y="2444750"/>
          <p14:tracePt t="60895" x="3702050" y="2444750"/>
          <p14:tracePt t="60924" x="3708400" y="2438400"/>
          <p14:tracePt t="60937" x="3714750" y="2438400"/>
          <p14:tracePt t="60944" x="3721100" y="2438400"/>
          <p14:tracePt t="60959" x="3721100" y="2432050"/>
          <p14:tracePt t="60987" x="3727450" y="2432050"/>
          <p14:tracePt t="60993" x="3727450" y="2425700"/>
          <p14:tracePt t="61021" x="3733800" y="2419350"/>
          <p14:tracePt t="61028" x="3740150" y="2419350"/>
          <p14:tracePt t="61071" x="3746500" y="2413000"/>
          <p14:tracePt t="61119" x="3752850" y="2406650"/>
          <p14:tracePt t="61127" x="3759200" y="2406650"/>
          <p14:tracePt t="61142" x="3759200" y="2400300"/>
          <p14:tracePt t="61162" x="3759200" y="2387600"/>
          <p14:tracePt t="61171" x="3752850" y="2381250"/>
          <p14:tracePt t="61189" x="3746500" y="2368550"/>
          <p14:tracePt t="61205" x="3727450" y="2324100"/>
          <p14:tracePt t="61222" x="3695700" y="2266950"/>
          <p14:tracePt t="61239" x="3644900" y="2209800"/>
          <p14:tracePt t="61255" x="3619500" y="2178050"/>
          <p14:tracePt t="61271" x="3587750" y="2139950"/>
          <p14:tracePt t="61288" x="3486150" y="2057400"/>
          <p14:tracePt t="61305" x="3454400" y="2032000"/>
          <p14:tracePt t="61321" x="3422650" y="2019300"/>
          <p14:tracePt t="61338" x="3359150" y="1987550"/>
          <p14:tracePt t="61354" x="3314700" y="1962150"/>
          <p14:tracePt t="61372" x="3282950" y="1936750"/>
          <p14:tracePt t="61388" x="3276600" y="1930400"/>
          <p14:tracePt t="61404" x="3257550" y="1924050"/>
          <p14:tracePt t="61421" x="3257550" y="1917700"/>
          <p14:tracePt t="61437" x="3251200" y="1917700"/>
          <p14:tracePt t="61610" x="3257550" y="1917700"/>
          <p14:tracePt t="61652" x="3257550" y="1924050"/>
          <p14:tracePt t="61680" x="3263900" y="1924050"/>
          <p14:tracePt t="61723" x="3270250" y="1930400"/>
          <p14:tracePt t="61765" x="3270250" y="1936750"/>
          <p14:tracePt t="61792" x="3276600" y="1943100"/>
          <p14:tracePt t="61835" x="3282950" y="1943100"/>
          <p14:tracePt t="61848" x="3289300" y="1943100"/>
          <p14:tracePt t="61863" x="3289300" y="1949450"/>
          <p14:tracePt t="61872" x="3295650" y="1955800"/>
          <p14:tracePt t="61886" x="3302000" y="1962150"/>
          <p14:tracePt t="61906" x="3308350" y="1968500"/>
          <p14:tracePt t="61919" x="3333750" y="1993900"/>
          <p14:tracePt t="61936" x="3352800" y="2006600"/>
          <p14:tracePt t="61952" x="3384550" y="2032000"/>
          <p14:tracePt t="61968" x="3492500" y="2108200"/>
          <p14:tracePt t="61985" x="3562350" y="2165350"/>
          <p14:tracePt t="62003" x="3733800" y="2279650"/>
          <p14:tracePt t="62019" x="3841750" y="2343150"/>
          <p14:tracePt t="62036" x="3937000" y="2393950"/>
          <p14:tracePt t="62052" x="4114800" y="2508250"/>
          <p14:tracePt t="62068" x="4191000" y="2552700"/>
          <p14:tracePt t="62085" x="4273550" y="2590800"/>
          <p14:tracePt t="62089" x="4330700" y="2622550"/>
          <p14:tracePt t="62102" x="4400550" y="2641600"/>
          <p14:tracePt t="62118" x="4425950" y="2654300"/>
          <p14:tracePt t="62136" x="4451350" y="2660650"/>
          <p14:tracePt t="62151" x="4457700" y="2660650"/>
          <p14:tracePt t="62168" x="4464050" y="2660650"/>
          <p14:tracePt t="62201" x="4470400" y="2660650"/>
          <p14:tracePt t="62221" x="4483100" y="2654300"/>
          <p14:tracePt t="62237" x="4489450" y="2654300"/>
          <p14:tracePt t="62252" x="4495800" y="2654300"/>
          <p14:tracePt t="62269" x="4514850" y="2654300"/>
          <p14:tracePt t="62285" x="4546600" y="2654300"/>
          <p14:tracePt t="62301" x="4572000" y="2654300"/>
          <p14:tracePt t="62318" x="4591050" y="2654300"/>
          <p14:tracePt t="62334" x="4660900" y="2654300"/>
          <p14:tracePt t="62351" x="4699000" y="2654300"/>
          <p14:tracePt t="62368" x="4845050" y="2660650"/>
          <p14:tracePt t="62384" x="4883150" y="2673350"/>
          <p14:tracePt t="62401" x="4959350" y="2686050"/>
          <p14:tracePt t="62417" x="4997450" y="2692400"/>
          <p14:tracePt t="62434" x="5016500" y="2698750"/>
          <p14:tracePt t="62451" x="5029200" y="2698750"/>
          <p14:tracePt t="62467" x="5035550" y="2698750"/>
          <p14:tracePt t="62536" x="5041900" y="2698750"/>
          <p14:tracePt t="62599" x="5048250" y="2698750"/>
          <p14:tracePt t="62620" x="5054600" y="2705100"/>
          <p14:tracePt t="65620" x="5060950" y="2705100"/>
          <p14:tracePt t="65627" x="5073650" y="2705100"/>
          <p14:tracePt t="65640" x="5086350" y="2698750"/>
          <p14:tracePt t="65656" x="5111750" y="2686050"/>
          <p14:tracePt t="65673" x="5124450" y="2679700"/>
          <p14:tracePt t="65690" x="5143500" y="2673350"/>
          <p14:tracePt t="65706" x="5149850" y="2673350"/>
          <p14:tracePt t="65723" x="5149850" y="2667000"/>
          <p14:tracePt t="65739" x="5156200" y="2667000"/>
          <p14:tracePt t="65756" x="5162550" y="2660650"/>
          <p14:tracePt t="65772" x="5162550" y="2654300"/>
          <p14:tracePt t="65789" x="5168900" y="2647950"/>
          <p14:tracePt t="65817" x="5175250" y="2641600"/>
          <p14:tracePt t="65845" x="5175250" y="2635250"/>
          <p14:tracePt t="65865" x="5181600" y="2635250"/>
          <p14:tracePt t="65886" x="5181600" y="2628900"/>
          <p14:tracePt t="65915" x="5187950" y="2622550"/>
          <p14:tracePt t="66195" x="5181600" y="2622550"/>
          <p14:tracePt t="66797" x="5175250" y="2622550"/>
          <p14:tracePt t="74398" x="5162550" y="2622550"/>
          <p14:tracePt t="74412" x="5156200" y="2622550"/>
          <p14:tracePt t="74419" x="5149850" y="2622550"/>
          <p14:tracePt t="74428" x="5143500" y="2622550"/>
          <p14:tracePt t="74442" x="5130800" y="2622550"/>
          <p14:tracePt t="74459" x="5111750" y="2622550"/>
          <p14:tracePt t="74476" x="5086350" y="2622550"/>
          <p14:tracePt t="74492" x="5067300" y="2628900"/>
          <p14:tracePt t="74509" x="5041900" y="2628900"/>
          <p14:tracePt t="74526" x="4997450" y="2635250"/>
          <p14:tracePt t="74542" x="4972050" y="2635250"/>
          <p14:tracePt t="74560" x="4946650" y="2635250"/>
          <p14:tracePt t="74575" x="4933950" y="2635250"/>
          <p14:tracePt t="74592" x="4927600" y="2635250"/>
          <p14:tracePt t="74609" x="4921250" y="2635250"/>
          <p14:tracePt t="74630" x="4914900" y="2635250"/>
          <p14:tracePt t="74875" x="4908550" y="2641600"/>
          <p14:tracePt t="75100" x="4895850" y="2641600"/>
          <p14:tracePt t="75120" x="4883150" y="2641600"/>
          <p14:tracePt t="75127" x="4870450" y="2647950"/>
          <p14:tracePt t="75141" x="4851400" y="2647950"/>
          <p14:tracePt t="75157" x="4826000" y="2654300"/>
          <p14:tracePt t="75173" x="4800600" y="2654300"/>
          <p14:tracePt t="75190" x="4749800" y="2660650"/>
          <p14:tracePt t="75206" x="4718050" y="2667000"/>
          <p14:tracePt t="75223" x="4673600" y="2667000"/>
          <p14:tracePt t="75240" x="4622800" y="2667000"/>
          <p14:tracePt t="75257" x="4584700" y="2660650"/>
          <p14:tracePt t="75274" x="4527550" y="2647950"/>
          <p14:tracePt t="75290" x="4489450" y="2641600"/>
          <p14:tracePt t="75306" x="4451350" y="2628900"/>
          <p14:tracePt t="75324" x="4413250" y="2628900"/>
          <p14:tracePt t="75339" x="4394200" y="2628900"/>
          <p14:tracePt t="75356" x="4381500" y="2622550"/>
          <p14:tracePt t="75373" x="4349750" y="2616200"/>
          <p14:tracePt t="75391" x="4337050" y="2609850"/>
          <p14:tracePt t="75407" x="4324350" y="2609850"/>
          <p14:tracePt t="75423" x="4305300" y="2603500"/>
          <p14:tracePt t="75439" x="4292600" y="2603500"/>
          <p14:tracePt t="75457" x="4273550" y="2603500"/>
          <p14:tracePt t="75473" x="4260850" y="2603500"/>
          <p14:tracePt t="75490" x="4241800" y="2603500"/>
          <p14:tracePt t="75506" x="4229100" y="2603500"/>
          <p14:tracePt t="75522" x="4222750" y="2609850"/>
          <p14:tracePt t="75539" x="4216400" y="2616200"/>
          <p14:tracePt t="75556" x="4197350" y="2622550"/>
          <p14:tracePt t="75591" x="4191000" y="2622550"/>
          <p14:tracePt t="76050" x="4184650" y="2628900"/>
          <p14:tracePt t="76057" x="4171950" y="2635250"/>
          <p14:tracePt t="76072" x="4165600" y="2641600"/>
          <p14:tracePt t="76087" x="4152900" y="2641600"/>
          <p14:tracePt t="76104" x="4121150" y="2654300"/>
          <p14:tracePt t="76120" x="4089400" y="2660650"/>
          <p14:tracePt t="76137" x="4057650" y="2667000"/>
          <p14:tracePt t="76154" x="4025900" y="2667000"/>
          <p14:tracePt t="76170" x="3994150" y="2673350"/>
          <p14:tracePt t="76187" x="3981450" y="2673350"/>
          <p14:tracePt t="76204" x="3949700" y="2673350"/>
          <p14:tracePt t="76220" x="3917950" y="2673350"/>
          <p14:tracePt t="76237" x="3911600" y="2673350"/>
          <p14:tracePt t="76253" x="3886200" y="2673350"/>
          <p14:tracePt t="76269" x="3867150" y="2673350"/>
          <p14:tracePt t="76286" x="3860800" y="2673350"/>
          <p14:tracePt t="76303" x="3854450" y="2673350"/>
          <p14:tracePt t="76319" x="3841750" y="2673350"/>
          <p14:tracePt t="76338" x="3829050" y="2673350"/>
          <p14:tracePt t="76352" x="3822700" y="2673350"/>
          <p14:tracePt t="76421" x="3816350" y="2673350"/>
          <p14:tracePt t="76449" x="3810000" y="2673350"/>
          <p14:tracePt t="76491" x="3803650" y="2673350"/>
          <p14:tracePt t="76519" x="3790950" y="2673350"/>
          <p14:tracePt t="76540" x="3784600" y="2673350"/>
          <p14:tracePt t="76568" x="3778250" y="2673350"/>
          <p14:tracePt t="76582" x="3771900" y="2673350"/>
          <p14:tracePt t="76589" x="3765550" y="2673350"/>
          <p14:tracePt t="76611" x="3759200" y="2673350"/>
          <p14:tracePt t="76619" x="3752850" y="2667000"/>
          <p14:tracePt t="76634" x="3746500" y="2667000"/>
          <p14:tracePt t="76655" x="3733800" y="2667000"/>
          <p14:tracePt t="76668" x="3721100" y="2667000"/>
          <p14:tracePt t="76685" x="3695700" y="2667000"/>
          <p14:tracePt t="76702" x="3663950" y="2667000"/>
          <p14:tracePt t="76718" x="3651250" y="2667000"/>
          <p14:tracePt t="76735" x="3625850" y="2660650"/>
          <p14:tracePt t="76751" x="3613150" y="2660650"/>
          <p14:tracePt t="76768" x="3606800" y="2660650"/>
          <p14:tracePt t="76813" x="3600450" y="2660650"/>
          <p14:tracePt t="77122" x="3600450" y="2654300"/>
          <p14:tracePt t="77261" x="3600450" y="2647950"/>
          <p14:tracePt t="77318" x="3606800" y="2647950"/>
          <p14:tracePt t="77382" x="3613150" y="2647950"/>
          <p14:tracePt t="77452" x="3619500" y="2641600"/>
          <p14:tracePt t="77543" x="3625850" y="2641600"/>
          <p14:tracePt t="77599" x="3632200" y="2641600"/>
          <p14:tracePt t="77753" x="3625850" y="2647950"/>
          <p14:tracePt t="77795" x="3619500" y="2654300"/>
          <p14:tracePt t="77830" x="3613150" y="2654300"/>
          <p14:tracePt t="77864" x="3606800" y="2654300"/>
          <p14:tracePt t="77900" x="3606800" y="2660650"/>
          <p14:tracePt t="77935" x="3600450" y="2660650"/>
          <p14:tracePt t="77970" x="3594100" y="2667000"/>
          <p14:tracePt t="77984" x="3594100" y="2673350"/>
          <p14:tracePt t="77991" x="3587750" y="2673350"/>
          <p14:tracePt t="78005" x="3581400" y="2673350"/>
          <p14:tracePt t="78014" x="3575050" y="2679700"/>
          <p14:tracePt t="78030" x="3568700" y="2679700"/>
          <p14:tracePt t="78047" x="3568700" y="2686050"/>
          <p14:tracePt t="78064" x="3562350" y="2692400"/>
          <p14:tracePt t="78079" x="3556000" y="2692400"/>
          <p14:tracePt t="78097" x="3549650" y="2698750"/>
          <p14:tracePt t="78113" x="3543300" y="2705100"/>
          <p14:tracePt t="78147" x="3530600" y="2705100"/>
          <p14:tracePt t="78163" x="3530600" y="2711450"/>
          <p14:tracePt t="78180" x="3524250" y="2717800"/>
          <p14:tracePt t="78212" x="3517900" y="2724150"/>
          <p14:tracePt t="78230" x="3505200" y="2730500"/>
          <p14:tracePt t="78264" x="3498850" y="2730500"/>
          <p14:tracePt t="78279" x="3492500" y="2736850"/>
          <p14:tracePt t="78296" x="3492500" y="2743200"/>
          <p14:tracePt t="78321" x="3486150" y="2743200"/>
          <p14:tracePt t="78356" x="3479800" y="2743200"/>
          <p14:tracePt t="78364" x="3479800" y="2749550"/>
          <p14:tracePt t="78384" x="3479800" y="2755900"/>
          <p14:tracePt t="78390" x="3473450" y="2755900"/>
          <p14:tracePt t="78413" x="3467100" y="2762250"/>
          <p14:tracePt t="78433" x="3460750" y="2768600"/>
          <p14:tracePt t="78475" x="3460750" y="2774950"/>
          <p14:tracePt t="78482" x="3460750" y="2781300"/>
          <p14:tracePt t="78552" x="3460750" y="2787650"/>
          <p14:tracePt t="78573" x="3460750" y="2794000"/>
          <p14:tracePt t="78580" x="3460750" y="2800350"/>
          <p14:tracePt t="78594" x="3460750" y="2806700"/>
          <p14:tracePt t="78601" x="3460750" y="2813050"/>
          <p14:tracePt t="78615" x="3467100" y="2819400"/>
          <p14:tracePt t="78636" x="3473450" y="2819400"/>
          <p14:tracePt t="78645" x="3479800" y="2825750"/>
          <p14:tracePt t="78662" x="3486150" y="2832100"/>
          <p14:tracePt t="78678" x="3524250" y="2851150"/>
          <p14:tracePt t="78694" x="3581400" y="2876550"/>
          <p14:tracePt t="78711" x="3638550" y="2882900"/>
          <p14:tracePt t="78728" x="3721100" y="2908300"/>
          <p14:tracePt t="78744" x="3816350" y="2921000"/>
          <p14:tracePt t="78761" x="3854450" y="2921000"/>
          <p14:tracePt t="78778" x="3924300" y="2921000"/>
          <p14:tracePt t="78794" x="3975100" y="2908300"/>
          <p14:tracePt t="78812" x="4006850" y="2895600"/>
          <p14:tracePt t="78827" x="4019550" y="2889250"/>
          <p14:tracePt t="78844" x="4032250" y="2889250"/>
          <p14:tracePt t="78861" x="4044950" y="2882900"/>
          <p14:tracePt t="78894" x="4044950" y="2876550"/>
          <p14:tracePt t="78924" x="4051300" y="2870200"/>
          <p14:tracePt t="79043" x="4051300" y="2863850"/>
          <p14:tracePt t="79274" x="4051300" y="2857500"/>
          <p14:tracePt t="79281" x="4051300" y="2851150"/>
          <p14:tracePt t="79296" x="4044950" y="2844800"/>
          <p14:tracePt t="79309" x="4038600" y="2844800"/>
          <p14:tracePt t="79326" x="4025900" y="2832100"/>
          <p14:tracePt t="79329" x="4019550" y="2819400"/>
          <p14:tracePt t="79345" x="4006850" y="2806700"/>
          <p14:tracePt t="79359" x="3994150" y="2787650"/>
          <p14:tracePt t="79376" x="3962400" y="2743200"/>
          <p14:tracePt t="79393" x="3917950" y="2698750"/>
          <p14:tracePt t="79409" x="3898900" y="2667000"/>
          <p14:tracePt t="79425" x="3835400" y="2609850"/>
          <p14:tracePt t="79442" x="3746500" y="2552700"/>
          <p14:tracePt t="79458" x="3702050" y="2514600"/>
          <p14:tracePt t="79475" x="3644900" y="2476500"/>
          <p14:tracePt t="79492" x="3448050" y="2362200"/>
          <p14:tracePt t="79509" x="3390900" y="2324100"/>
          <p14:tracePt t="79525" x="3340100" y="2305050"/>
          <p14:tracePt t="79541" x="3213100" y="2247900"/>
          <p14:tracePt t="79558" x="3079750" y="2190750"/>
          <p14:tracePt t="79575" x="2940050" y="2101850"/>
          <p14:tracePt t="79591" x="2844800" y="2044700"/>
          <p14:tracePt t="79608" x="2679700" y="1936750"/>
          <p14:tracePt t="79625" x="2540000" y="1847850"/>
          <p14:tracePt t="79641" x="2476500" y="1816100"/>
          <p14:tracePt t="79658" x="2368550" y="1797050"/>
          <p14:tracePt t="79675" x="2273300" y="1778000"/>
          <p14:tracePt t="79691" x="2235200" y="1778000"/>
          <p14:tracePt t="79708" x="2184400" y="1778000"/>
          <p14:tracePt t="79724" x="2139950" y="1790700"/>
          <p14:tracePt t="79741" x="2127250" y="1797050"/>
          <p14:tracePt t="79758" x="2095500" y="1803400"/>
          <p14:tracePt t="79774" x="2082800" y="1809750"/>
          <p14:tracePt t="79791" x="2076450" y="1816100"/>
          <p14:tracePt t="79807" x="2063750" y="1816100"/>
          <p14:tracePt t="79824" x="2051050" y="1822450"/>
          <p14:tracePt t="79842" x="2019300" y="1828800"/>
          <p14:tracePt t="79857" x="2006600" y="1828800"/>
          <p14:tracePt t="79873" x="2000250" y="1828800"/>
          <p14:tracePt t="79891" x="1974850" y="1828800"/>
          <p14:tracePt t="79907" x="1936750" y="1828800"/>
          <p14:tracePt t="79924" x="1917700" y="1828800"/>
          <p14:tracePt t="79940" x="1866900" y="1822450"/>
          <p14:tracePt t="79957" x="1822450" y="1816100"/>
          <p14:tracePt t="79973" x="1790700" y="1816100"/>
          <p14:tracePt t="79990" x="1746250" y="1816100"/>
          <p14:tracePt t="80007" x="1701800" y="1816100"/>
          <p14:tracePt t="80024" x="1663700" y="1816100"/>
          <p14:tracePt t="80040" x="1638300" y="1816100"/>
          <p14:tracePt t="80056" x="1600200" y="1816100"/>
          <p14:tracePt t="80073" x="1562100" y="1809750"/>
          <p14:tracePt t="80090" x="1530350" y="1803400"/>
          <p14:tracePt t="80106" x="1492250" y="1803400"/>
          <p14:tracePt t="80123" x="1435100" y="1803400"/>
          <p14:tracePt t="80139" x="1409700" y="1803400"/>
          <p14:tracePt t="80158" x="1352550" y="1809750"/>
          <p14:tracePt t="80172" x="1308100" y="1809750"/>
          <p14:tracePt t="80189" x="1282700" y="1809750"/>
          <p14:tracePt t="80207" x="1238250" y="1809750"/>
          <p14:tracePt t="80222" x="1212850" y="1809750"/>
          <p14:tracePt t="80239" x="1181100" y="1809750"/>
          <p14:tracePt t="80256" x="1149350" y="1803400"/>
          <p14:tracePt t="80272" x="1130300" y="1797050"/>
          <p14:tracePt t="80289" x="1111250" y="1797050"/>
          <p14:tracePt t="80306" x="1085850" y="1790700"/>
          <p14:tracePt t="80322" x="1079500" y="1790700"/>
          <p14:tracePt t="80339" x="1073150" y="1784350"/>
          <p14:tracePt t="80356" x="1060450" y="1778000"/>
          <p14:tracePt t="80372" x="1054100" y="1771650"/>
          <p14:tracePt t="80389" x="1047750" y="1765300"/>
          <p14:tracePt t="80421" x="1041400" y="1765300"/>
          <p14:tracePt t="80438" x="1035050" y="1765300"/>
          <p14:tracePt t="81012" x="1041400" y="1765300"/>
          <p14:tracePt t="81034" x="1054100" y="1765300"/>
          <p14:tracePt t="81062" x="1060450" y="1765300"/>
          <p14:tracePt t="81097" x="1066800" y="1765300"/>
          <p14:tracePt t="81166" x="1073150" y="1765300"/>
          <p14:tracePt t="81202" x="1079500" y="1765300"/>
          <p14:tracePt t="81496" x="1085850" y="1765300"/>
          <p14:tracePt t="81503" x="1092200" y="1765300"/>
          <p14:tracePt t="81517" x="1098550" y="1765300"/>
          <p14:tracePt t="81524" x="1104900" y="1771650"/>
          <p14:tracePt t="81545" x="1117600" y="1778000"/>
          <p14:tracePt t="81559" x="1130300" y="1784350"/>
          <p14:tracePt t="81568" x="1143000" y="1790700"/>
          <p14:tracePt t="81584" x="1174750" y="1797050"/>
          <p14:tracePt t="81602" x="1238250" y="1828800"/>
          <p14:tracePt t="81618" x="1333500" y="1866900"/>
          <p14:tracePt t="81634" x="1390650" y="1892300"/>
          <p14:tracePt t="81651" x="1504950" y="1936750"/>
          <p14:tracePt t="81668" x="1600200" y="1981200"/>
          <p14:tracePt t="81684" x="1657350" y="2012950"/>
          <p14:tracePt t="81701" x="1771650" y="2070100"/>
          <p14:tracePt t="81717" x="1816100" y="2095500"/>
          <p14:tracePt t="81735" x="1949450" y="2165350"/>
          <p14:tracePt t="81750" x="1993900" y="2190750"/>
          <p14:tracePt t="81768" x="2025650" y="2216150"/>
          <p14:tracePt t="81784" x="2089150" y="2247900"/>
          <p14:tracePt t="81800" x="2139950" y="2279650"/>
          <p14:tracePt t="81817" x="2152650" y="2298700"/>
          <p14:tracePt t="81834" x="2197100" y="2317750"/>
          <p14:tracePt t="81850" x="2241550" y="2349500"/>
          <p14:tracePt t="81868" x="2292350" y="2381250"/>
          <p14:tracePt t="81884" x="2311400" y="2393950"/>
          <p14:tracePt t="81900" x="2349500" y="2413000"/>
          <p14:tracePt t="81917" x="2387600" y="2425700"/>
          <p14:tracePt t="81933" x="2413000" y="2432050"/>
          <p14:tracePt t="81950" x="2451100" y="2444750"/>
          <p14:tracePt t="81967" x="2495550" y="2451100"/>
          <p14:tracePt t="81984" x="2508250" y="2451100"/>
          <p14:tracePt t="82000" x="2540000" y="2457450"/>
          <p14:tracePt t="82016" x="2559050" y="2457450"/>
          <p14:tracePt t="82050" x="2565400" y="2457450"/>
          <p14:tracePt t="82099" x="2578100" y="2463800"/>
          <p14:tracePt t="82106" x="2584450" y="2463800"/>
          <p14:tracePt t="82120" x="2590800" y="2463800"/>
          <p14:tracePt t="82133" x="2597150" y="2463800"/>
          <p14:tracePt t="82149" x="2603500" y="2463800"/>
          <p14:tracePt t="82166" x="2609850" y="2463800"/>
          <p14:tracePt t="82516" x="2609850" y="2457450"/>
          <p14:tracePt t="82529" x="2609850" y="2432050"/>
          <p14:tracePt t="82537" x="2603500" y="2419350"/>
          <p14:tracePt t="82551" x="2597150" y="2400300"/>
          <p14:tracePt t="82565" x="2590800" y="2381250"/>
          <p14:tracePt t="82581" x="2578100" y="2324100"/>
          <p14:tracePt t="82598" x="2559050" y="2279650"/>
          <p14:tracePt t="82615" x="2533650" y="2197100"/>
          <p14:tracePt t="82631" x="2508250" y="2082800"/>
          <p14:tracePt t="82648" x="2489200" y="2032000"/>
          <p14:tracePt t="82664" x="2451100" y="1924050"/>
          <p14:tracePt t="82681" x="2425700" y="1835150"/>
          <p14:tracePt t="82698" x="2387600" y="1771650"/>
          <p14:tracePt t="82714" x="2374900" y="1739900"/>
          <p14:tracePt t="82731" x="2349500" y="1708150"/>
          <p14:tracePt t="82748" x="2324100" y="1670050"/>
          <p14:tracePt t="82764" x="2305050" y="1651000"/>
          <p14:tracePt t="82780" x="2286000" y="1638300"/>
          <p14:tracePt t="82798" x="2216150" y="1600200"/>
          <p14:tracePt t="82814" x="2190750" y="1593850"/>
          <p14:tracePt t="82831" x="2146300" y="1581150"/>
          <p14:tracePt t="82847" x="2120900" y="1581150"/>
          <p14:tracePt t="82863" x="2063750" y="1587500"/>
          <p14:tracePt t="82880" x="1993900" y="1606550"/>
          <p14:tracePt t="82897" x="1949450" y="1612900"/>
          <p14:tracePt t="82900" x="1911350" y="1631950"/>
          <p14:tracePt t="82913" x="1841500" y="1638300"/>
          <p14:tracePt t="82931" x="1689100" y="1651000"/>
          <p14:tracePt t="82947" x="1625600" y="1651000"/>
          <p14:tracePt t="82963" x="1498600" y="1657350"/>
          <p14:tracePt t="82979" x="1416050" y="1657350"/>
          <p14:tracePt t="82996" x="1397000" y="1657350"/>
          <p14:tracePt t="83014" x="1371600" y="1651000"/>
          <p14:tracePt t="83030" x="1358900" y="1651000"/>
          <p14:tracePt t="83047" x="1352550" y="1651000"/>
          <p14:tracePt t="83273" x="1358900" y="1651000"/>
          <p14:tracePt t="83287" x="1371600" y="1651000"/>
          <p14:tracePt t="83301" x="1377950" y="1651000"/>
          <p14:tracePt t="83308" x="1390650" y="1651000"/>
          <p14:tracePt t="83322" x="1409700" y="1644650"/>
          <p14:tracePt t="83331" x="1447800" y="1631950"/>
          <p14:tracePt t="83345" x="1498600" y="1625600"/>
          <p14:tracePt t="83362" x="1631950" y="1574800"/>
          <p14:tracePt t="83378" x="1828800" y="1536700"/>
          <p14:tracePt t="83395" x="1917700" y="1517650"/>
          <p14:tracePt t="83412" x="2038350" y="1485900"/>
          <p14:tracePt t="83428" x="2368550" y="1454150"/>
          <p14:tracePt t="83444" x="2470150" y="1441450"/>
          <p14:tracePt t="83462" x="2647950" y="1447800"/>
          <p14:tracePt t="83478" x="2736850" y="1447800"/>
          <p14:tracePt t="83494" x="2889250" y="1454150"/>
          <p14:tracePt t="83511" x="3079750" y="1466850"/>
          <p14:tracePt t="83527" x="3168650" y="1466850"/>
          <p14:tracePt t="83544" x="3352800" y="1460500"/>
          <p14:tracePt t="83561" x="3492500" y="1454150"/>
          <p14:tracePt t="83578" x="3556000" y="1435100"/>
          <p14:tracePt t="83595" x="3663950" y="1422400"/>
          <p14:tracePt t="83610" x="3752850" y="1422400"/>
          <p14:tracePt t="83627" x="3810000" y="1422400"/>
          <p14:tracePt t="83644" x="3879850" y="1416050"/>
          <p14:tracePt t="83661" x="3924300" y="1428750"/>
          <p14:tracePt t="83677" x="3943350" y="1435100"/>
          <p14:tracePt t="83694" x="3981450" y="1460500"/>
          <p14:tracePt t="83710" x="4019550" y="1485900"/>
          <p14:tracePt t="83728" x="4038600" y="1498600"/>
          <p14:tracePt t="83744" x="4083050" y="1524000"/>
          <p14:tracePt t="83760" x="4095750" y="1530350"/>
          <p14:tracePt t="83777" x="4133850" y="1549400"/>
          <p14:tracePt t="83793" x="4184650" y="1562100"/>
          <p14:tracePt t="83810" x="4216400" y="1568450"/>
          <p14:tracePt t="83827" x="4273550" y="1581150"/>
          <p14:tracePt t="83843" x="4356100" y="1574800"/>
          <p14:tracePt t="83860" x="4394200" y="1574800"/>
          <p14:tracePt t="83877" x="4470400" y="1574800"/>
          <p14:tracePt t="83893" x="4540250" y="1568450"/>
          <p14:tracePt t="83910" x="4584700" y="1562100"/>
          <p14:tracePt t="83926" x="4603750" y="1562100"/>
          <p14:tracePt t="83943" x="4648200" y="1549400"/>
          <p14:tracePt t="83960" x="4673600" y="1543050"/>
          <p14:tracePt t="83976" x="4705350" y="1524000"/>
          <p14:tracePt t="83993" x="4724400" y="1524000"/>
          <p14:tracePt t="84010" x="4737100" y="1524000"/>
          <p14:tracePt t="84042" x="4743450" y="1524000"/>
          <p14:tracePt t="84261" x="4737100" y="1524000"/>
          <p14:tracePt t="84289" x="4730750" y="1524000"/>
          <p14:tracePt t="84310" x="4724400" y="1524000"/>
          <p14:tracePt t="85132" x="4718050" y="1524000"/>
          <p14:tracePt t="85146" x="4711700" y="1530350"/>
          <p14:tracePt t="85152" x="4705350" y="1543050"/>
          <p14:tracePt t="85160" x="4699000" y="1549400"/>
          <p14:tracePt t="85175" x="4692650" y="1562100"/>
          <p14:tracePt t="85189" x="4692650" y="1568450"/>
          <p14:tracePt t="85205" x="4679950" y="1574800"/>
          <p14:tracePt t="85223" x="4673600" y="1593850"/>
          <p14:tracePt t="85238" x="4667250" y="1600200"/>
          <p14:tracePt t="85255" x="4660900" y="1606550"/>
          <p14:tracePt t="85273" x="4648200" y="1625600"/>
          <p14:tracePt t="85305" x="4629150" y="1631950"/>
          <p14:tracePt t="85322" x="4622800" y="1644650"/>
          <p14:tracePt t="85338" x="4622800" y="1651000"/>
          <p14:tracePt t="85355" x="4616450" y="1651000"/>
          <p14:tracePt t="85372" x="4597400" y="1676400"/>
          <p14:tracePt t="85387" x="4584700" y="1676400"/>
          <p14:tracePt t="85405" x="4584700" y="1682750"/>
          <p14:tracePt t="85421" x="4565650" y="1701800"/>
          <p14:tracePt t="85438" x="4552950" y="1714500"/>
          <p14:tracePt t="85455" x="4533900" y="1739900"/>
          <p14:tracePt t="85472" x="4521200" y="1765300"/>
          <p14:tracePt t="85488" x="4502150" y="1797050"/>
          <p14:tracePt t="85504" x="4476750" y="1822450"/>
          <p14:tracePt t="85521" x="4464050" y="1847850"/>
          <p14:tracePt t="85538" x="4451350" y="1873250"/>
          <p14:tracePt t="85554" x="4438650" y="1898650"/>
          <p14:tracePt t="85572" x="4425950" y="1911350"/>
          <p14:tracePt t="85587" x="4419600" y="1924050"/>
          <p14:tracePt t="85604" x="4406900" y="1943100"/>
          <p14:tracePt t="85620" x="4400550" y="1949450"/>
          <p14:tracePt t="85637" x="4394200" y="1968500"/>
          <p14:tracePt t="85654" x="4394200" y="2000250"/>
          <p14:tracePt t="85672" x="4387850" y="2038350"/>
          <p14:tracePt t="85687" x="4375150" y="2057400"/>
          <p14:tracePt t="85704" x="4368800" y="2076450"/>
          <p14:tracePt t="85721" x="4343400" y="2184400"/>
          <p14:tracePt t="85737" x="4337050" y="2228850"/>
          <p14:tracePt t="85753" x="4318000" y="2286000"/>
          <p14:tracePt t="85771" x="4273550" y="2444750"/>
          <p14:tracePt t="85787" x="4248150" y="2514600"/>
          <p14:tracePt t="85803" x="4229100" y="2584450"/>
          <p14:tracePt t="85819" x="4171950" y="2692400"/>
          <p14:tracePt t="85836" x="4102100" y="2819400"/>
          <p14:tracePt t="85854" x="4038600" y="2933700"/>
          <p14:tracePt t="85870" x="3987800" y="3003550"/>
          <p14:tracePt t="85886" x="3886200" y="3143250"/>
          <p14:tracePt t="85903" x="3810000" y="3257550"/>
          <p14:tracePt t="85919" x="3771900" y="3302000"/>
          <p14:tracePt t="85936" x="3714750" y="3384550"/>
          <p14:tracePt t="85953" x="3651250" y="3441700"/>
          <p14:tracePt t="85970" x="3632200" y="3473450"/>
          <p14:tracePt t="85973" x="3606800" y="3505200"/>
          <p14:tracePt t="85989" x="3587750" y="3536950"/>
          <p14:tracePt t="86003" x="3543300" y="3594100"/>
          <p14:tracePt t="86019" x="3517900" y="3625850"/>
          <p14:tracePt t="86036" x="3479800" y="3670300"/>
          <p14:tracePt t="86052" x="3448050" y="3683000"/>
          <p14:tracePt t="86070" x="3390900" y="3714750"/>
          <p14:tracePt t="86086" x="3327400" y="3740150"/>
          <p14:tracePt t="86102" x="3295650" y="3752850"/>
          <p14:tracePt t="86119" x="3244850" y="3771900"/>
          <p14:tracePt t="86136" x="3200400" y="3790950"/>
          <p14:tracePt t="86152" x="3181350" y="3803650"/>
          <p14:tracePt t="86169" x="3155950" y="3822700"/>
          <p14:tracePt t="86186" x="3117850" y="3841750"/>
          <p14:tracePt t="86202" x="3111500" y="3841750"/>
          <p14:tracePt t="86219" x="3098800" y="3860800"/>
          <p14:tracePt t="86234" x="3079750" y="3867150"/>
          <p14:tracePt t="86251" x="3073400" y="3873500"/>
          <p14:tracePt t="86268" x="3060700" y="3886200"/>
          <p14:tracePt t="86285" x="3041650" y="3886200"/>
          <p14:tracePt t="86302" x="3022600" y="3911600"/>
          <p14:tracePt t="86319" x="3003550" y="3924300"/>
          <p14:tracePt t="86335" x="2984500" y="3937000"/>
          <p14:tracePt t="86352" x="2921000" y="3981450"/>
          <p14:tracePt t="86368" x="2901950" y="3994150"/>
          <p14:tracePt t="86385" x="2876550" y="4006850"/>
          <p14:tracePt t="86402" x="2844800" y="4044950"/>
          <p14:tracePt t="86418" x="2825750" y="4070350"/>
          <p14:tracePt t="86434" x="2800350" y="4083050"/>
          <p14:tracePt t="86451" x="2787650" y="4121150"/>
          <p14:tracePt t="86468" x="2781300" y="4140200"/>
          <p14:tracePt t="86485" x="2781300" y="4165600"/>
          <p14:tracePt t="86488" x="2781300" y="4178300"/>
          <p14:tracePt t="86501" x="2781300" y="4191000"/>
          <p14:tracePt t="86518" x="2800350" y="4210050"/>
          <p14:tracePt t="86535" x="2819400" y="4235450"/>
          <p14:tracePt t="86551" x="2838450" y="4248150"/>
          <p14:tracePt t="86567" x="2901950" y="4267200"/>
          <p14:tracePt t="86584" x="2971800" y="4292600"/>
          <p14:tracePt t="86600" x="3009900" y="4292600"/>
          <p14:tracePt t="86619" x="3092450" y="4292600"/>
          <p14:tracePt t="86634" x="3162300" y="4273550"/>
          <p14:tracePt t="86650" x="3206750" y="4267200"/>
          <p14:tracePt t="86667" x="3289300" y="4235450"/>
          <p14:tracePt t="86683" x="3346450" y="4197350"/>
          <p14:tracePt t="86700" x="3416300" y="4127500"/>
          <p14:tracePt t="86717" x="3479800" y="4044950"/>
          <p14:tracePt t="86733" x="3486150" y="4006850"/>
          <p14:tracePt t="86751" x="3511550" y="3943350"/>
          <p14:tracePt t="86767" x="3492500" y="3873500"/>
          <p14:tracePt t="86783" x="3454400" y="3822700"/>
          <p14:tracePt t="86800" x="3340100" y="3740150"/>
          <p14:tracePt t="86816" x="3181350" y="3657600"/>
          <p14:tracePt t="86833" x="3086100" y="3625850"/>
          <p14:tracePt t="86850" x="2933700" y="3594100"/>
          <p14:tracePt t="86866" x="2787650" y="3594100"/>
          <p14:tracePt t="86883" x="2724150" y="3600450"/>
          <p14:tracePt t="86899" x="2590800" y="3638550"/>
          <p14:tracePt t="86916" x="2489200" y="3683000"/>
          <p14:tracePt t="86933" x="2413000" y="3733800"/>
          <p14:tracePt t="86949" x="2381250" y="3771900"/>
          <p14:tracePt t="86966" x="2343150" y="3790950"/>
          <p14:tracePt t="86983" x="2279650" y="3879850"/>
          <p14:tracePt t="86998" x="2260600" y="3911600"/>
          <p14:tracePt t="87016" x="2241550" y="3943350"/>
          <p14:tracePt t="87033" x="2222500" y="3994150"/>
          <p14:tracePt t="87049" x="2197100" y="4057650"/>
          <p14:tracePt t="87066" x="2190750" y="4083050"/>
          <p14:tracePt t="87082" x="2171700" y="4159250"/>
          <p14:tracePt t="87099" x="2171700" y="4197350"/>
          <p14:tracePt t="87116" x="2171700" y="4248150"/>
          <p14:tracePt t="87132" x="2184400" y="4267200"/>
          <p14:tracePt t="87149" x="2203450" y="4311650"/>
          <p14:tracePt t="87165" x="2247900" y="4356100"/>
          <p14:tracePt t="87182" x="2279650" y="4381500"/>
          <p14:tracePt t="87199" x="2349500" y="4425950"/>
          <p14:tracePt t="87215" x="2425700" y="4470400"/>
          <p14:tracePt t="87232" x="2470150" y="4495800"/>
          <p14:tracePt t="87249" x="2578100" y="4533900"/>
          <p14:tracePt t="87265" x="2711450" y="4552950"/>
          <p14:tracePt t="87281" x="2787650" y="4559300"/>
          <p14:tracePt t="87299" x="2901950" y="4559300"/>
          <p14:tracePt t="87315" x="2952750" y="4559300"/>
          <p14:tracePt t="87331" x="3041650" y="4527550"/>
          <p14:tracePt t="87348" x="3098800" y="4476750"/>
          <p14:tracePt t="87365" x="3117850" y="4457700"/>
          <p14:tracePt t="87382" x="3143250" y="4406900"/>
          <p14:tracePt t="87398" x="3155950" y="4343400"/>
          <p14:tracePt t="87414" x="3162300" y="4318000"/>
          <p14:tracePt t="87431" x="3162300" y="4267200"/>
          <p14:tracePt t="87447" x="3155950" y="4210050"/>
          <p14:tracePt t="87464" x="3149600" y="4178300"/>
          <p14:tracePt t="87481" x="3105150" y="4114800"/>
          <p14:tracePt t="87497" x="3073400" y="4064000"/>
          <p14:tracePt t="87514" x="3048000" y="4044950"/>
          <p14:tracePt t="87530" x="2978150" y="4013200"/>
          <p14:tracePt t="87547" x="2882900" y="4006850"/>
          <p14:tracePt t="87564" x="2768600" y="4006850"/>
          <p14:tracePt t="87580" x="2705100" y="4006850"/>
          <p14:tracePt t="87597" x="2635250" y="4019550"/>
          <p14:tracePt t="87614" x="2476500" y="4064000"/>
          <p14:tracePt t="87630" x="2432050" y="4070350"/>
          <p14:tracePt t="87647" x="2400300" y="4083050"/>
          <p14:tracePt t="87663" x="2349500" y="4095750"/>
          <p14:tracePt t="87680" x="2317750" y="4102100"/>
          <p14:tracePt t="87698" x="2305050" y="4108450"/>
          <p14:tracePt t="87713" x="2298700" y="4108450"/>
          <p14:tracePt t="87730" x="2286000" y="4108450"/>
          <p14:tracePt t="87747" x="2266950" y="4102100"/>
          <p14:tracePt t="87763" x="2254250" y="4095750"/>
          <p14:tracePt t="87780" x="2235200" y="4076700"/>
          <p14:tracePt t="87797" x="2216150" y="4051300"/>
          <p14:tracePt t="87813" x="2203450" y="4044950"/>
          <p14:tracePt t="87830" x="2184400" y="4019550"/>
          <p14:tracePt t="87846" x="2171700" y="4000500"/>
          <p14:tracePt t="87863" x="2159000" y="3987800"/>
          <p14:tracePt t="87880" x="2139950" y="3956050"/>
          <p14:tracePt t="87896" x="2108200" y="3924300"/>
          <p14:tracePt t="87912" x="2095500" y="3905250"/>
          <p14:tracePt t="87930" x="2070100" y="3860800"/>
          <p14:tracePt t="87946" x="2044700" y="3835400"/>
          <p14:tracePt t="87962" x="2032000" y="3822700"/>
          <p14:tracePt t="87979" x="2019300" y="3790950"/>
          <p14:tracePt t="88027" x="2025650" y="3790950"/>
          <p14:tracePt t="88034" x="2044700" y="3790950"/>
          <p14:tracePt t="88049" x="2057400" y="3803650"/>
          <p14:tracePt t="88063" x="2076450" y="3816350"/>
          <p14:tracePt t="88079" x="2127250" y="3873500"/>
          <p14:tracePt t="88096" x="2152650" y="3917950"/>
          <p14:tracePt t="88112" x="2203450" y="4006850"/>
          <p14:tracePt t="88128" x="2241550" y="4102100"/>
          <p14:tracePt t="88146" x="2247900" y="4152900"/>
          <p14:tracePt t="88162" x="2260600" y="4248150"/>
          <p14:tracePt t="88178" x="2254250" y="4318000"/>
          <p14:tracePt t="88196" x="2254250" y="4368800"/>
          <p14:tracePt t="88211" x="2254250" y="4381500"/>
          <p14:tracePt t="88228" x="2254250" y="4387850"/>
          <p14:tracePt t="88245" x="2305050" y="4438650"/>
          <p14:tracePt t="88261" x="2343150" y="4451350"/>
          <p14:tracePt t="88278" x="2400300" y="4470400"/>
          <p14:tracePt t="88295" x="2540000" y="4476750"/>
          <p14:tracePt t="88311" x="2692400" y="4470400"/>
          <p14:tracePt t="88328" x="2851150" y="4432300"/>
          <p14:tracePt t="88344" x="2933700" y="4406900"/>
          <p14:tracePt t="88361" x="3060700" y="4337050"/>
          <p14:tracePt t="88378" x="3136900" y="4254500"/>
          <p14:tracePt t="88394" x="3168650" y="4197350"/>
          <p14:tracePt t="88411" x="3187700" y="4102100"/>
          <p14:tracePt t="88428" x="3181350" y="4013200"/>
          <p14:tracePt t="88444" x="3155950" y="3968750"/>
          <p14:tracePt t="88461" x="3086100" y="3873500"/>
          <p14:tracePt t="88477" x="2946400" y="3784600"/>
          <p14:tracePt t="88494" x="2863850" y="3746500"/>
          <p14:tracePt t="88511" x="2705100" y="3683000"/>
          <p14:tracePt t="88527" x="2584450" y="3644900"/>
          <p14:tracePt t="88544" x="2527300" y="3638550"/>
          <p14:tracePt t="88561" x="2451100" y="3638550"/>
          <p14:tracePt t="88577" x="2419350" y="3644900"/>
          <p14:tracePt t="88593" x="2368550" y="3676650"/>
          <p14:tracePt t="88610" x="2298700" y="3727450"/>
          <p14:tracePt t="88627" x="2279650" y="3746500"/>
          <p14:tracePt t="88644" x="2190750" y="3822700"/>
          <p14:tracePt t="88660" x="2171700" y="3841750"/>
          <p14:tracePt t="88677" x="2146300" y="3867150"/>
          <p14:tracePt t="88693" x="2114550" y="3892550"/>
          <p14:tracePt t="88710" x="2076450" y="3924300"/>
          <p14:tracePt t="88727" x="2070100" y="3937000"/>
          <p14:tracePt t="88743" x="2051050" y="3962400"/>
          <p14:tracePt t="88760" x="2038350" y="3975100"/>
          <p14:tracePt t="88778" x="2032000" y="3981450"/>
          <p14:tracePt t="88793" x="2025650" y="3981450"/>
          <p14:tracePt t="88897" x="2032000" y="3981450"/>
          <p14:tracePt t="88911" x="2044700" y="3981450"/>
          <p14:tracePt t="88918" x="2057400" y="3981450"/>
          <p14:tracePt t="88932" x="2070100" y="3987800"/>
          <p14:tracePt t="88942" x="2082800" y="3987800"/>
          <p14:tracePt t="88959" x="2101850" y="4000500"/>
          <p14:tracePt t="88975" x="2159000" y="4013200"/>
          <p14:tracePt t="88992" x="2241550" y="4038600"/>
          <p14:tracePt t="89009" x="2330450" y="4070350"/>
          <p14:tracePt t="89026" x="2349500" y="4089400"/>
          <p14:tracePt t="89042" x="2393950" y="4114800"/>
          <p14:tracePt t="89059" x="2425700" y="4140200"/>
          <p14:tracePt t="89075" x="2425700" y="4152900"/>
          <p14:tracePt t="89092" x="2425700" y="4171950"/>
          <p14:tracePt t="89108" x="2406650" y="4191000"/>
          <p14:tracePt t="89125" x="2381250" y="4197350"/>
          <p14:tracePt t="89142" x="2336800" y="4210050"/>
          <p14:tracePt t="89158" x="2266950" y="4210050"/>
          <p14:tracePt t="89176" x="2190750" y="4210050"/>
          <p14:tracePt t="89192" x="2159000" y="4210050"/>
          <p14:tracePt t="89208" x="2108200" y="4197350"/>
          <p14:tracePt t="89224" x="2082800" y="4191000"/>
          <p14:tracePt t="89241" x="2044700" y="4178300"/>
          <p14:tracePt t="89258" x="2032000" y="4171950"/>
          <p14:tracePt t="89276" x="2012950" y="4159250"/>
          <p14:tracePt t="89291" x="2012950" y="4146550"/>
          <p14:tracePt t="89308" x="2012950" y="4133850"/>
          <p14:tracePt t="89324" x="2025650" y="4102100"/>
          <p14:tracePt t="89341" x="2057400" y="4057650"/>
          <p14:tracePt t="89358" x="2089150" y="4032250"/>
          <p14:tracePt t="89375" x="2178050" y="3968750"/>
          <p14:tracePt t="89391" x="2305050" y="3911600"/>
          <p14:tracePt t="89408" x="2413000" y="3873500"/>
          <p14:tracePt t="89424" x="2463800" y="3867150"/>
          <p14:tracePt t="89440" x="2571750" y="3867150"/>
          <p14:tracePt t="89458" x="2628900" y="3867150"/>
          <p14:tracePt t="89474" x="2647950" y="3873500"/>
          <p14:tracePt t="89491" x="2667000" y="3879850"/>
          <p14:tracePt t="89494" x="2692400" y="3898900"/>
          <p14:tracePt t="89507" x="2717800" y="3924300"/>
          <p14:tracePt t="89523" x="2730500" y="3943350"/>
          <p14:tracePt t="89541" x="2743200" y="3968750"/>
          <p14:tracePt t="89556" x="2768600" y="3994150"/>
          <p14:tracePt t="89574" x="2781300" y="4025900"/>
          <p14:tracePt t="89591" x="2787650" y="4032250"/>
          <p14:tracePt t="89607" x="2794000" y="4051300"/>
          <p14:tracePt t="89642" x="2800350" y="4051300"/>
          <p14:tracePt t="89657" x="2800350" y="4057650"/>
          <p14:tracePt t="89673" x="2813050" y="4057650"/>
          <p14:tracePt t="89690" x="2832100" y="4057650"/>
          <p14:tracePt t="89707" x="2844800" y="4057650"/>
          <p14:tracePt t="89723" x="2901950" y="4057650"/>
          <p14:tracePt t="89739" x="3009900" y="4019550"/>
          <p14:tracePt t="89756" x="3067050" y="3994150"/>
          <p14:tracePt t="89773" x="3232150" y="3911600"/>
          <p14:tracePt t="89790" x="3378200" y="3835400"/>
          <p14:tracePt t="89806" x="3448050" y="3784600"/>
          <p14:tracePt t="89823" x="3543300" y="3708400"/>
          <p14:tracePt t="89839" x="3562350" y="3689350"/>
          <p14:tracePt t="89857" x="3568700" y="3625850"/>
          <p14:tracePt t="89872" x="3536950" y="3600450"/>
          <p14:tracePt t="89889" x="3492500" y="3575050"/>
          <p14:tracePt t="89906" x="3327400" y="3543300"/>
          <p14:tracePt t="89922" x="3086100" y="3536950"/>
          <p14:tracePt t="89939" x="2927350" y="3536950"/>
          <p14:tracePt t="89956" x="2647950" y="3562350"/>
          <p14:tracePt t="89972" x="2406650" y="3600450"/>
          <p14:tracePt t="89990" x="2197100" y="3632200"/>
          <p14:tracePt t="90006" x="2082800" y="3663950"/>
          <p14:tracePt t="90023" x="1924050" y="3714750"/>
          <p14:tracePt t="90039" x="1816100" y="3740150"/>
          <p14:tracePt t="90056" x="1771650" y="3759200"/>
          <p14:tracePt t="90072" x="1733550" y="3784600"/>
          <p14:tracePt t="90089" x="1701800" y="3803650"/>
          <p14:tracePt t="90105" x="1695450" y="3810000"/>
          <p14:tracePt t="90123" x="1682750" y="3848100"/>
          <p14:tracePt t="90138" x="1682750" y="3886200"/>
          <p14:tracePt t="90155" x="1682750" y="3898900"/>
          <p14:tracePt t="90172" x="1682750" y="3924300"/>
          <p14:tracePt t="90188" x="1689100" y="3943350"/>
          <p14:tracePt t="90733" x="1682750" y="3943350"/>
          <p14:tracePt t="90740" x="1670050" y="3930650"/>
          <p14:tracePt t="90755" x="1657350" y="3924300"/>
          <p14:tracePt t="90769" x="1638300" y="3905250"/>
          <p14:tracePt t="90786" x="1625600" y="3898900"/>
          <p14:tracePt t="90803" x="1606550" y="3892550"/>
          <p14:tracePt t="90819" x="1593850" y="3892550"/>
          <p14:tracePt t="90836" x="1581150" y="3892550"/>
          <p14:tracePt t="90853" x="1555750" y="3892550"/>
          <p14:tracePt t="90869" x="1543050" y="3892550"/>
          <p14:tracePt t="90886" x="1524000" y="3898900"/>
          <p14:tracePt t="90902" x="1517650" y="3905250"/>
          <p14:tracePt t="90919" x="1511300" y="3905250"/>
          <p14:tracePt t="90952" x="1530350" y="3911600"/>
          <p14:tracePt t="90969" x="1562100" y="3911600"/>
          <p14:tracePt t="90986" x="1676400" y="3905250"/>
          <p14:tracePt t="91002" x="1873250" y="3879850"/>
          <p14:tracePt t="91018" x="1993900" y="3873500"/>
          <p14:tracePt t="91035" x="2292350" y="3848100"/>
          <p14:tracePt t="91052" x="2546350" y="3829050"/>
          <p14:tracePt t="91069" x="2736850" y="3810000"/>
          <p14:tracePt t="91084" x="2794000" y="3810000"/>
          <p14:tracePt t="91101" x="2819400" y="3803650"/>
          <p14:tracePt t="91118" x="2844800" y="3803650"/>
          <p14:tracePt t="91151" x="2832100" y="3803650"/>
          <p14:tracePt t="91168" x="2717800" y="3816350"/>
          <p14:tracePt t="91185" x="2501900" y="3860800"/>
          <p14:tracePt t="91202" x="2349500" y="3892550"/>
          <p14:tracePt t="91218" x="2044700" y="3981450"/>
          <p14:tracePt t="91234" x="1803400" y="4076700"/>
          <p14:tracePt t="91252" x="1625600" y="4159250"/>
          <p14:tracePt t="91268" x="1568450" y="4197350"/>
          <p14:tracePt t="91284" x="1511300" y="4241800"/>
          <p14:tracePt t="91301" x="1498600" y="4286250"/>
          <p14:tracePt t="91317" x="1498600" y="4305300"/>
          <p14:tracePt t="91334" x="1524000" y="4337050"/>
          <p14:tracePt t="91351" x="1670050" y="4368800"/>
          <p14:tracePt t="91367" x="1758950" y="4381500"/>
          <p14:tracePt t="91385" x="1987550" y="4375150"/>
          <p14:tracePt t="91400" x="2178050" y="4349750"/>
          <p14:tracePt t="91417" x="2247900" y="4330700"/>
          <p14:tracePt t="91434" x="2362200" y="4311650"/>
          <p14:tracePt t="91450" x="2387600" y="4292600"/>
          <p14:tracePt t="91467" x="2419350" y="4286250"/>
          <p14:tracePt t="91484" x="2425700" y="4279900"/>
          <p14:tracePt t="91504" x="2425700" y="4273550"/>
          <p14:tracePt t="91517" x="2413000" y="4273550"/>
          <p14:tracePt t="91533" x="2374900" y="4267200"/>
          <p14:tracePt t="91550" x="2330450" y="4254500"/>
          <p14:tracePt t="91567" x="2216150" y="4254500"/>
          <p14:tracePt t="91583" x="2108200" y="4267200"/>
          <p14:tracePt t="91600" x="2057400" y="4286250"/>
          <p14:tracePt t="91617" x="1955800" y="4330700"/>
          <p14:tracePt t="91633" x="1911350" y="4381500"/>
          <p14:tracePt t="91650" x="1885950" y="4400550"/>
          <p14:tracePt t="91666" x="1885950" y="4425950"/>
          <p14:tracePt t="91683" x="1905000" y="4445000"/>
          <p14:tracePt t="91700" x="1993900" y="4470400"/>
          <p14:tracePt t="91716" x="2070100" y="4476750"/>
          <p14:tracePt t="91733" x="2159000" y="4489450"/>
          <p14:tracePt t="91750" x="2432050" y="4432300"/>
          <p14:tracePt t="91766" x="2501900" y="4394200"/>
          <p14:tracePt t="91782" x="2571750" y="4343400"/>
          <p14:tracePt t="91799" x="2667000" y="4248150"/>
          <p14:tracePt t="91816" x="2698750" y="4184650"/>
          <p14:tracePt t="91833" x="2705100" y="4140200"/>
          <p14:tracePt t="91849" x="2705100" y="4114800"/>
          <p14:tracePt t="91866" x="2692400" y="4083050"/>
          <p14:tracePt t="91883" x="2667000" y="4057650"/>
          <p14:tracePt t="91899" x="2635250" y="4051300"/>
          <p14:tracePt t="91915" x="2559050" y="4051300"/>
          <p14:tracePt t="91932" x="2438400" y="4051300"/>
          <p14:tracePt t="91949" x="2374900" y="4070350"/>
          <p14:tracePt t="91966" x="2235200" y="4127500"/>
          <p14:tracePt t="91981" x="2127250" y="4178300"/>
          <p14:tracePt t="91998" x="2070100" y="4191000"/>
          <p14:tracePt t="92002" x="2025650" y="4210050"/>
          <p14:tracePt t="92018" x="2000250" y="4216400"/>
          <p14:tracePt t="92032" x="1955800" y="4229100"/>
          <p14:tracePt t="92048" x="1949450" y="4235450"/>
          <p14:tracePt t="92065" x="1936750" y="4248150"/>
          <p14:tracePt t="92098" x="1930400" y="4254500"/>
          <p14:tracePt t="92131" x="1930400" y="4260850"/>
          <p14:tracePt t="92156" x="1930400" y="4267200"/>
          <p14:tracePt t="92226" x="1917700" y="4267200"/>
          <p14:tracePt t="92233" x="1911350" y="4267200"/>
          <p14:tracePt t="92240" x="1905000" y="4267200"/>
          <p14:tracePt t="92254" x="1898650" y="4267200"/>
          <p14:tracePt t="92264" x="1892300" y="4267200"/>
          <p14:tracePt t="92282" x="1860550" y="4260850"/>
          <p14:tracePt t="92297" x="1841500" y="4254500"/>
          <p14:tracePt t="92314" x="1784350" y="4241800"/>
          <p14:tracePt t="92331" x="1714500" y="4222750"/>
          <p14:tracePt t="92347" x="1682750" y="4216400"/>
          <p14:tracePt t="92364" x="1651000" y="4197350"/>
          <p14:tracePt t="92381" x="1587500" y="4178300"/>
          <p14:tracePt t="92398" x="1568450" y="4171950"/>
          <p14:tracePt t="92414" x="1555750" y="4159250"/>
          <p14:tracePt t="92430" x="1543050" y="4121150"/>
          <p14:tracePt t="92447" x="1543050" y="4076700"/>
          <p14:tracePt t="92464" x="1549400" y="4038600"/>
          <p14:tracePt t="92481" x="1555750" y="4025900"/>
          <p14:tracePt t="92497" x="1562100" y="4019550"/>
          <p14:tracePt t="92514" x="1574800" y="4013200"/>
          <p14:tracePt t="92556" x="1574800" y="4006850"/>
          <p14:tracePt t="92564" x="1574800" y="4000500"/>
          <p14:tracePt t="92591" x="1581150" y="4000500"/>
          <p14:tracePt t="92626" x="1581150" y="3994150"/>
          <p14:tracePt t="92654" x="1587500" y="3987800"/>
          <p14:tracePt t="92675" x="1593850" y="3987800"/>
          <p14:tracePt t="92681" x="1600200" y="3987800"/>
          <p14:tracePt t="92699" x="1612900" y="3987800"/>
          <p14:tracePt t="92712" x="1625600" y="3987800"/>
          <p14:tracePt t="92729" x="1689100" y="3968750"/>
          <p14:tracePt t="92746" x="1803400" y="3968750"/>
          <p14:tracePt t="92762" x="1879600" y="3962400"/>
          <p14:tracePt t="92780" x="2012950" y="3949700"/>
          <p14:tracePt t="92796" x="2152650" y="3930650"/>
          <p14:tracePt t="92812" x="2203450" y="3930650"/>
          <p14:tracePt t="92829" x="2286000" y="3924300"/>
          <p14:tracePt t="92846" x="2336800" y="3924300"/>
          <p14:tracePt t="92862" x="2349500" y="3924300"/>
          <p14:tracePt t="92879" x="2362200" y="3924300"/>
          <p14:tracePt t="93012" x="2368550" y="3917950"/>
          <p14:tracePt t="93046" x="2374900" y="3917950"/>
          <p14:tracePt t="93053" x="2381250" y="3911600"/>
          <p14:tracePt t="93067" x="2393950" y="3911600"/>
          <p14:tracePt t="93078" x="2400300" y="3911600"/>
          <p14:tracePt t="93095" x="2419350" y="3905250"/>
          <p14:tracePt t="93112" x="2476500" y="3898900"/>
          <p14:tracePt t="93128" x="2578100" y="3873500"/>
          <p14:tracePt t="93145" x="2711450" y="3854450"/>
          <p14:tracePt t="93161" x="2774950" y="3854450"/>
          <p14:tracePt t="93178" x="2882900" y="3835400"/>
          <p14:tracePt t="93195" x="2971800" y="3835400"/>
          <p14:tracePt t="93211" x="2997200" y="3835400"/>
          <p14:tracePt t="93228" x="3041650" y="3829050"/>
          <p14:tracePt t="93245" x="3054350" y="3829050"/>
          <p14:tracePt t="93306" x="3048000" y="3829050"/>
          <p14:tracePt t="93313" x="3035300" y="3829050"/>
          <p14:tracePt t="93328" x="3016250" y="3829050"/>
          <p14:tracePt t="93334" x="2997200" y="3829050"/>
          <p14:tracePt t="93348" x="2952750" y="3829050"/>
          <p14:tracePt t="93360" x="2901950" y="3841750"/>
          <p14:tracePt t="93377" x="2768600" y="3867150"/>
          <p14:tracePt t="93394" x="2692400" y="3898900"/>
          <p14:tracePt t="93411" x="2508250" y="3949700"/>
          <p14:tracePt t="93427" x="2355850" y="4006850"/>
          <p14:tracePt t="93444" x="2292350" y="4038600"/>
          <p14:tracePt t="93461" x="2178050" y="4102100"/>
          <p14:tracePt t="93477" x="2108200" y="4165600"/>
          <p14:tracePt t="93493" x="2082800" y="4197350"/>
          <p14:tracePt t="93510" x="2070100" y="4248150"/>
          <p14:tracePt t="93527" x="2063750" y="4305300"/>
          <p14:tracePt t="93544" x="2076450" y="4356100"/>
          <p14:tracePt t="93560" x="2082800" y="4375150"/>
          <p14:tracePt t="93576" x="2114550" y="4400550"/>
          <p14:tracePt t="93593" x="2171700" y="4432300"/>
          <p14:tracePt t="93610" x="2216150" y="4445000"/>
          <p14:tracePt t="93626" x="2266950" y="4451350"/>
          <p14:tracePt t="93643" x="2501900" y="4445000"/>
          <p14:tracePt t="93660" x="2590800" y="4419600"/>
          <p14:tracePt t="93676" x="2660650" y="4400550"/>
          <p14:tracePt t="93692" x="2781300" y="4330700"/>
          <p14:tracePt t="93709" x="2851150" y="4273550"/>
          <p14:tracePt t="93727" x="2882900" y="4235450"/>
          <p14:tracePt t="93742" x="2889250" y="4222750"/>
          <p14:tracePt t="93759" x="2889250" y="4210050"/>
          <p14:tracePt t="93776" x="2870200" y="4197350"/>
          <p14:tracePt t="93792" x="2844800" y="4191000"/>
          <p14:tracePt t="93809" x="2781300" y="4171950"/>
          <p14:tracePt t="93826" x="2660650" y="4152900"/>
          <p14:tracePt t="93842" x="2597150" y="4140200"/>
          <p14:tracePt t="93859" x="2444750" y="4140200"/>
          <p14:tracePt t="93875" x="2286000" y="4165600"/>
          <p14:tracePt t="93892" x="2235200" y="4171950"/>
          <p14:tracePt t="93909" x="2146300" y="4210050"/>
          <p14:tracePt t="93925" x="2114550" y="4235450"/>
          <p14:tracePt t="93942" x="2108200" y="4248150"/>
          <p14:tracePt t="93959" x="2108200" y="4267200"/>
          <p14:tracePt t="93975" x="2108200" y="4273550"/>
          <p14:tracePt t="93992" x="2108200" y="4279900"/>
          <p14:tracePt t="94008" x="2133600" y="4298950"/>
          <p14:tracePt t="94025" x="2152650" y="4318000"/>
          <p14:tracePt t="94042" x="2222500" y="4330700"/>
          <p14:tracePt t="94058" x="2374900" y="4337050"/>
          <p14:tracePt t="94075" x="2470150" y="4337050"/>
          <p14:tracePt t="94091" x="2660650" y="4318000"/>
          <p14:tracePt t="94108" x="2851150" y="4273550"/>
          <p14:tracePt t="94124" x="2959100" y="4254500"/>
          <p14:tracePt t="94141" x="3130550" y="4184650"/>
          <p14:tracePt t="94157" x="3257550" y="4127500"/>
          <p14:tracePt t="94175" x="3333750" y="4083050"/>
          <p14:tracePt t="94191" x="3352800" y="4070350"/>
          <p14:tracePt t="94207" x="3365500" y="4064000"/>
          <p14:tracePt t="94240" x="3365500" y="4057650"/>
          <p14:tracePt t="94257" x="3359150" y="4057650"/>
          <p14:tracePt t="94274" x="3321050" y="4057650"/>
          <p14:tracePt t="94290" x="3282950" y="4057650"/>
          <p14:tracePt t="94308" x="3155950" y="4051300"/>
          <p14:tracePt t="94323" x="2990850" y="4051300"/>
          <p14:tracePt t="94340" x="2901950" y="4051300"/>
          <p14:tracePt t="94358" x="2762250" y="4051300"/>
          <p14:tracePt t="94374" x="2698750" y="4051300"/>
          <p14:tracePt t="94390" x="2578100" y="4064000"/>
          <p14:tracePt t="94407" x="2501900" y="4064000"/>
          <p14:tracePt t="94423" x="2470150" y="4070350"/>
          <p14:tracePt t="94440" x="2413000" y="4089400"/>
          <p14:tracePt t="94457" x="2381250" y="4102100"/>
          <p14:tracePt t="94490" x="2374900" y="4108450"/>
          <p14:tracePt t="94596" x="2381250" y="4108450"/>
          <p14:tracePt t="94603" x="2387600" y="4108450"/>
          <p14:tracePt t="94617" x="2406650" y="4102100"/>
          <p14:tracePt t="94625" x="2425700" y="4089400"/>
          <p14:tracePt t="94639" x="2457450" y="4083050"/>
          <p14:tracePt t="94656" x="2514600" y="4064000"/>
          <p14:tracePt t="94673" x="2635250" y="4025900"/>
          <p14:tracePt t="94689" x="2743200" y="3987800"/>
          <p14:tracePt t="94706" x="2787650" y="3975100"/>
          <p14:tracePt t="94722" x="2851150" y="3937000"/>
          <p14:tracePt t="94739" x="2889250" y="3917950"/>
          <p14:tracePt t="94756" x="2889250" y="3911600"/>
          <p14:tracePt t="94772" x="2895600" y="3905250"/>
          <p14:tracePt t="94834" x="2889250" y="3911600"/>
          <p14:tracePt t="94848" x="2882900" y="3917950"/>
          <p14:tracePt t="94856" x="2876550" y="3930650"/>
          <p14:tracePt t="94869" x="2863850" y="3943350"/>
          <p14:tracePt t="94876" x="2863850" y="3956050"/>
          <p14:tracePt t="94891" x="2857500" y="3968750"/>
          <p14:tracePt t="94905" x="2844800" y="4019550"/>
          <p14:tracePt t="94922" x="2832100" y="4044950"/>
          <p14:tracePt t="94939" x="2825750" y="4095750"/>
          <p14:tracePt t="94955" x="2819400" y="4108450"/>
          <p14:tracePt t="94972" x="2806700" y="4146550"/>
          <p14:tracePt t="94989" x="2794000" y="4152900"/>
          <p14:tracePt t="95005" x="2787650" y="4152900"/>
          <p14:tracePt t="95021" x="2755900" y="4152900"/>
          <p14:tracePt t="95038" x="2705100" y="4146550"/>
          <p14:tracePt t="95054" x="2673350" y="4140200"/>
          <p14:tracePt t="95072" x="2609850" y="4114800"/>
          <p14:tracePt t="95088" x="2578100" y="4095750"/>
          <p14:tracePt t="95104" x="2565400" y="4089400"/>
          <p14:tracePt t="95121" x="2552700" y="4083050"/>
          <p14:tracePt t="95138" x="2552700" y="4076700"/>
          <p14:tracePt t="95171" x="2559050" y="4070350"/>
          <p14:tracePt t="95188" x="2584450" y="4057650"/>
          <p14:tracePt t="95204" x="2603500" y="4051300"/>
          <p14:tracePt t="95221" x="2698750" y="4025900"/>
          <p14:tracePt t="95237" x="2755900" y="4006850"/>
          <p14:tracePt t="95255" x="2959100" y="3981450"/>
          <p14:tracePt t="95270" x="3035300" y="3981450"/>
          <p14:tracePt t="95288" x="3105150" y="3981450"/>
          <p14:tracePt t="95304" x="3232150" y="3994150"/>
          <p14:tracePt t="95321" x="3340100" y="4032250"/>
          <p14:tracePt t="95337" x="3384550" y="4044950"/>
          <p14:tracePt t="95354" x="3467100" y="4108450"/>
          <p14:tracePt t="95370" x="3498850" y="4146550"/>
          <p14:tracePt t="95388" x="3517900" y="4165600"/>
          <p14:tracePt t="95403" x="3517900" y="4171950"/>
          <p14:tracePt t="95420" x="3524250" y="4171950"/>
          <p14:tracePt t="95437" x="3530600" y="4171950"/>
          <p14:tracePt t="95500" x="3536950" y="4165600"/>
          <p14:tracePt t="95528" x="3536950" y="4159250"/>
          <p14:tracePt t="95534" x="3536950" y="4152900"/>
          <p14:tracePt t="95549" x="3536950" y="4146550"/>
          <p14:tracePt t="95556" x="3536950" y="4140200"/>
          <p14:tracePt t="95572" x="3536950" y="4133850"/>
          <p14:tracePt t="95586" x="3536950" y="4127500"/>
          <p14:tracePt t="95602" x="3536950" y="4114800"/>
          <p14:tracePt t="95619" x="3536950" y="4095750"/>
          <p14:tracePt t="95636" x="3530600" y="4083050"/>
          <p14:tracePt t="95653" x="3524250" y="4025900"/>
          <p14:tracePt t="95669" x="3498850" y="3943350"/>
          <p14:tracePt t="95686" x="3486150" y="3879850"/>
          <p14:tracePt t="95703" x="3448050" y="3746500"/>
          <p14:tracePt t="95719" x="3390900" y="3619500"/>
          <p14:tracePt t="95735" x="3365500" y="3562350"/>
          <p14:tracePt t="95752" x="3302000" y="3460750"/>
          <p14:tracePt t="95769" x="3238500" y="3390900"/>
          <p14:tracePt t="95786" x="3194050" y="3365500"/>
          <p14:tracePt t="95802" x="3117850" y="3327400"/>
          <p14:tracePt t="95819" x="3009900" y="3295650"/>
          <p14:tracePt t="95835" x="2959100" y="3295650"/>
          <p14:tracePt t="95852" x="2832100" y="3308350"/>
          <p14:tracePt t="95869" x="2749550" y="3321050"/>
          <p14:tracePt t="95886" x="2552700" y="3359150"/>
          <p14:tracePt t="95902" x="2501900" y="3365500"/>
          <p14:tracePt t="95918" x="2470150" y="3371850"/>
          <p14:tracePt t="95935" x="2432050" y="3390900"/>
          <p14:tracePt t="95951" x="2406650" y="3390900"/>
          <p14:tracePt t="95984" x="2400300" y="3390900"/>
          <p14:tracePt t="96002" x="2400300" y="3378200"/>
          <p14:tracePt t="96019" x="2400300" y="3365500"/>
          <p14:tracePt t="96036" x="2400300" y="3359150"/>
          <p14:tracePt t="96051" x="2406650" y="3352800"/>
          <p14:tracePt t="96068" x="2406650" y="3295650"/>
          <p14:tracePt t="96084" x="2406650" y="3270250"/>
          <p14:tracePt t="96101" x="2413000" y="3155950"/>
          <p14:tracePt t="96118" x="2419350" y="3028950"/>
          <p14:tracePt t="96135" x="2438400" y="2946400"/>
          <p14:tracePt t="96151" x="2457450" y="2825750"/>
          <p14:tracePt t="96167" x="2476500" y="2743200"/>
          <p14:tracePt t="96184" x="2482850" y="2717800"/>
          <p14:tracePt t="96201" x="2501900" y="2673350"/>
          <p14:tracePt t="96217" x="2501900" y="2654300"/>
          <p14:tracePt t="96234" x="2520950" y="2616200"/>
          <p14:tracePt t="96252" x="2533650" y="2609850"/>
          <p14:tracePt t="96267" x="2540000" y="2603500"/>
          <p14:tracePt t="96306" x="2540000" y="2609850"/>
          <p14:tracePt t="96320" x="2540000" y="2616200"/>
          <p14:tracePt t="96334" x="2540000" y="2622550"/>
          <p14:tracePt t="96350" x="2540000" y="2647950"/>
          <p14:tracePt t="96367" x="2546350" y="2667000"/>
          <p14:tracePt t="96383" x="2565400" y="2736850"/>
          <p14:tracePt t="96400" x="2578100" y="2857500"/>
          <p14:tracePt t="96417" x="2597150" y="2921000"/>
          <p14:tracePt t="96434" x="2609850" y="3079750"/>
          <p14:tracePt t="96450" x="2609850" y="3206750"/>
          <p14:tracePt t="96467" x="2603500" y="3333750"/>
          <p14:tracePt t="96483" x="2603500" y="3384550"/>
          <p14:tracePt t="96499" x="2609850" y="3429000"/>
          <p14:tracePt t="96517" x="2616200" y="3511550"/>
          <p14:tracePt t="96533" x="2622550" y="3530600"/>
          <p14:tracePt t="96550" x="2622550" y="3543300"/>
          <p14:tracePt t="96553" x="2628900" y="3549650"/>
          <p14:tracePt t="96567" x="2635250" y="3562350"/>
          <p14:tracePt t="96582" x="2641600" y="3575050"/>
          <p14:tracePt t="96600" x="2647950" y="3581400"/>
          <p14:tracePt t="96616" x="2647950" y="3587750"/>
          <p14:tracePt t="96632" x="2654300" y="3594100"/>
          <p14:tracePt t="96650" x="2660650" y="3594100"/>
          <p14:tracePt t="96666" x="2667000" y="3594100"/>
          <p14:tracePt t="96682" x="2673350" y="3594100"/>
          <p14:tracePt t="96699" x="2686050" y="3587750"/>
          <p14:tracePt t="96732" x="2686050" y="3581400"/>
          <p14:tracePt t="96749" x="2692400" y="3568700"/>
          <p14:tracePt t="96766" x="2698750" y="3549650"/>
          <p14:tracePt t="96783" x="2705100" y="3498850"/>
          <p14:tracePt t="96798" x="2724150" y="3409950"/>
          <p14:tracePt t="96815" x="2724150" y="3352800"/>
          <p14:tracePt t="96832" x="2724150" y="3251200"/>
          <p14:tracePt t="96848" x="2724150" y="3200400"/>
          <p14:tracePt t="96865" x="2711450" y="3117850"/>
          <p14:tracePt t="96882" x="2698750" y="3067050"/>
          <p14:tracePt t="96898" x="2692400" y="3054350"/>
          <p14:tracePt t="96915" x="2686050" y="3041650"/>
          <p14:tracePt t="96931" x="2679700" y="3041650"/>
          <p14:tracePt t="96948" x="2679700" y="3048000"/>
          <p14:tracePt t="96965" x="2673350" y="3054350"/>
          <p14:tracePt t="96981" x="2647950" y="3060700"/>
          <p14:tracePt t="96998" x="2635250" y="3067050"/>
          <p14:tracePt t="97014" x="2584450" y="3086100"/>
          <p14:tracePt t="97031" x="2520950" y="3130550"/>
          <p14:tracePt t="97048" x="2489200" y="3143250"/>
          <p14:tracePt t="97064" x="2432050" y="3168650"/>
          <p14:tracePt t="97081" x="2406650" y="3181350"/>
          <p14:tracePt t="97098" x="2393950" y="3181350"/>
          <p14:tracePt t="97114" x="2387600" y="3181350"/>
          <p14:tracePt t="97148" x="2381250" y="3155950"/>
          <p14:tracePt t="97164" x="2374900" y="3130550"/>
          <p14:tracePt t="97181" x="2355850" y="3098800"/>
          <p14:tracePt t="97197" x="2317750" y="2984500"/>
          <p14:tracePt t="97214" x="2273300" y="2838450"/>
          <p14:tracePt t="97231" x="2222500" y="2679700"/>
          <p14:tracePt t="97247" x="2203450" y="2616200"/>
          <p14:tracePt t="97264" x="2152650" y="2501900"/>
          <p14:tracePt t="97281" x="2120900" y="2425700"/>
          <p14:tracePt t="97297" x="2108200" y="2400300"/>
          <p14:tracePt t="97313" x="2082800" y="2355850"/>
          <p14:tracePt t="97330" x="2057400" y="2311400"/>
          <p14:tracePt t="97347" x="2051050" y="2298700"/>
          <p14:tracePt t="97364" x="2032000" y="2260600"/>
          <p14:tracePt t="97380" x="2012950" y="2222500"/>
          <p14:tracePt t="97397" x="2006600" y="2197100"/>
          <p14:tracePt t="97414" x="1987550" y="2159000"/>
          <p14:tracePt t="97430" x="1974850" y="2120900"/>
          <p14:tracePt t="97446" x="1968500" y="2101850"/>
          <p14:tracePt t="97463" x="1955800" y="2070100"/>
          <p14:tracePt t="97479" x="1936750" y="2044700"/>
          <p14:tracePt t="97496" x="1924050" y="2019300"/>
          <p14:tracePt t="97513" x="1917700" y="2012950"/>
          <p14:tracePt t="97529" x="1911350" y="2012950"/>
          <p14:tracePt t="97547" x="1905000" y="2012950"/>
          <p14:tracePt t="97562" x="1885950" y="2012950"/>
          <p14:tracePt t="97579" x="1866900" y="2012950"/>
          <p14:tracePt t="97596" x="1816100" y="2025650"/>
          <p14:tracePt t="97612" x="1746250" y="2032000"/>
          <p14:tracePt t="97629" x="1695450" y="2032000"/>
          <p14:tracePt t="97646" x="1593850" y="2038350"/>
          <p14:tracePt t="97662" x="1498600" y="2038350"/>
          <p14:tracePt t="97679" x="1460500" y="2038350"/>
          <p14:tracePt t="97696" x="1397000" y="2025650"/>
          <p14:tracePt t="97712" x="1352550" y="1993900"/>
          <p14:tracePt t="97729" x="1320800" y="1968500"/>
          <p14:tracePt t="97745" x="1308100" y="1962150"/>
          <p14:tracePt t="97762" x="1289050" y="1943100"/>
          <p14:tracePt t="97779" x="1270000" y="1930400"/>
          <p14:tracePt t="97795" x="1263650" y="1917700"/>
          <p14:tracePt t="97812" x="1257300" y="1911350"/>
          <p14:tracePt t="97828" x="1244600" y="1892300"/>
          <p14:tracePt t="97845" x="1231900" y="1885950"/>
          <p14:tracePt t="97862" x="1219200" y="1866900"/>
          <p14:tracePt t="97878" x="1212850" y="1860550"/>
          <p14:tracePt t="97895" x="1206500" y="1847850"/>
          <p14:tracePt t="97912" x="1193800" y="1847850"/>
          <p14:tracePt t="97928" x="1187450" y="1841500"/>
          <p14:tracePt t="97945" x="1174750" y="1841500"/>
          <p14:tracePt t="97961" x="1168400" y="1841500"/>
          <p14:tracePt t="97978" x="1162050" y="1841500"/>
          <p14:tracePt t="98010" x="1155700" y="1835150"/>
          <p14:tracePt t="98031" x="1155700" y="1828800"/>
          <p14:tracePt t="98045" x="1155700" y="1822450"/>
          <p14:tracePt t="98060" x="1155700" y="1816100"/>
          <p14:tracePt t="98081" x="1155700" y="1809750"/>
          <p14:tracePt t="98096" x="1162050" y="1809750"/>
          <p14:tracePt t="98115" x="1174750" y="1803400"/>
          <p14:tracePt t="98127" x="1200150" y="1790700"/>
          <p14:tracePt t="98144" x="1257300" y="1765300"/>
          <p14:tracePt t="98160" x="1301750" y="1752600"/>
          <p14:tracePt t="98178" x="1409700" y="1720850"/>
          <p14:tracePt t="98194" x="1555750" y="1689100"/>
          <p14:tracePt t="98210" x="1619250" y="1682750"/>
          <p14:tracePt t="98227" x="1752600" y="1663700"/>
          <p14:tracePt t="98243" x="1835150" y="1644650"/>
          <p14:tracePt t="98260" x="1873250" y="1644650"/>
          <p14:tracePt t="98277" x="1917700" y="1638300"/>
          <p14:tracePt t="98294" x="1930400" y="1638300"/>
          <p14:tracePt t="98327" x="1936750" y="1638300"/>
          <p14:tracePt t="98444" x="1930400" y="1638300"/>
          <p14:tracePt t="98451" x="1924050" y="1638300"/>
          <p14:tracePt t="98487" x="1917700" y="1638300"/>
          <p14:tracePt t="98951" x="1892300" y="1638300"/>
          <p14:tracePt t="98965" x="1860550" y="1638300"/>
          <p14:tracePt t="98972" x="1809750" y="1625600"/>
          <p14:tracePt t="98986" x="1771650" y="1625600"/>
          <p14:tracePt t="98994" x="1727200" y="1625600"/>
          <p14:tracePt t="99008" x="1701800" y="1625600"/>
          <p14:tracePt t="99025" x="1644650" y="1619250"/>
          <p14:tracePt t="99042" x="1625600" y="1619250"/>
          <p14:tracePt t="99057" x="1574800" y="1619250"/>
          <p14:tracePt t="99074" x="1524000" y="1619250"/>
          <p14:tracePt t="99091" x="1479550" y="1619250"/>
          <p14:tracePt t="99107" x="1447800" y="1619250"/>
          <p14:tracePt t="99124" x="1422400" y="1619250"/>
          <p14:tracePt t="99141" x="1339850" y="1619250"/>
          <p14:tracePt t="99157" x="1320800" y="1619250"/>
          <p14:tracePt t="99174" x="1295400" y="1619250"/>
          <p14:tracePt t="99190" x="1206500" y="1625600"/>
          <p14:tracePt t="99207" x="1181100" y="1625600"/>
          <p14:tracePt t="99224" x="1136650" y="1625600"/>
          <p14:tracePt t="99241" x="1117600" y="1625600"/>
          <p14:tracePt t="99257" x="1085850" y="1631950"/>
          <p14:tracePt t="99274" x="1060450" y="1631950"/>
          <p14:tracePt t="99290" x="1047750" y="1631950"/>
          <p14:tracePt t="99306" x="1022350" y="1631950"/>
          <p14:tracePt t="99324" x="1009650" y="1638300"/>
          <p14:tracePt t="99340" x="996950" y="1638300"/>
          <p14:tracePt t="99357" x="977900" y="1644650"/>
          <p14:tracePt t="99373" x="952500" y="1651000"/>
          <p14:tracePt t="99389" x="946150" y="1657350"/>
          <p14:tracePt t="99407" x="927100" y="1663700"/>
          <p14:tracePt t="99423" x="920750" y="1670050"/>
          <p14:tracePt t="99440" x="914400" y="1670050"/>
          <p14:tracePt t="99457" x="908050" y="1670050"/>
          <p14:tracePt t="99554" x="914400" y="1676400"/>
          <p14:tracePt t="99561" x="920750" y="1676400"/>
          <p14:tracePt t="99575" x="946150" y="1676400"/>
          <p14:tracePt t="99589" x="971550" y="1676400"/>
          <p14:tracePt t="99606" x="1098550" y="1651000"/>
          <p14:tracePt t="99622" x="1181100" y="1638300"/>
          <p14:tracePt t="99639" x="1384300" y="1606550"/>
          <p14:tracePt t="99656" x="1600200" y="1568450"/>
          <p14:tracePt t="99673" x="1809750" y="1543050"/>
          <p14:tracePt t="99688" x="1911350" y="1536700"/>
          <p14:tracePt t="99705" x="2051050" y="1536700"/>
          <p14:tracePt t="99722" x="2114550" y="1536700"/>
          <p14:tracePt t="99738" x="2203450" y="1536700"/>
          <p14:tracePt t="99755" x="2235200" y="1536700"/>
          <p14:tracePt t="99772" x="2330450" y="1549400"/>
          <p14:tracePt t="99788" x="2355850" y="1549400"/>
          <p14:tracePt t="99805" x="2374900" y="1555750"/>
          <p14:tracePt t="99821" x="2413000" y="1562100"/>
          <p14:tracePt t="99838" x="2457450" y="1562100"/>
          <p14:tracePt t="99855" x="2495550" y="1574800"/>
          <p14:tracePt t="99871" x="2514600" y="1574800"/>
          <p14:tracePt t="99888" x="2552700" y="1574800"/>
          <p14:tracePt t="99905" x="2565400" y="1574800"/>
          <p14:tracePt t="99921" x="2571750" y="1574800"/>
          <p14:tracePt t="99955" x="2578100" y="1574800"/>
          <p14:tracePt t="100044" x="2571750" y="1574800"/>
          <p14:tracePt t="100052" x="2565400" y="1574800"/>
          <p14:tracePt t="100115" x="2559050" y="1574800"/>
          <p14:tracePt t="100122" x="2552700" y="1574800"/>
          <p14:tracePt t="100142" x="2546350" y="1581150"/>
          <p14:tracePt t="100178" x="2540000" y="1581150"/>
          <p14:tracePt t="100184" x="2540000" y="1587500"/>
          <p14:tracePt t="100192" x="2540000" y="1600200"/>
          <p14:tracePt t="100207" x="2540000" y="1606550"/>
          <p14:tracePt t="100220" x="2540000" y="1619250"/>
          <p14:tracePt t="100237" x="2540000" y="1644650"/>
          <p14:tracePt t="100253" x="2540000" y="1663700"/>
          <p14:tracePt t="100270" x="2559050" y="1695450"/>
          <p14:tracePt t="100287" x="2597150" y="1733550"/>
          <p14:tracePt t="100304" x="2673350" y="1771650"/>
          <p14:tracePt t="100320" x="2711450" y="1784350"/>
          <p14:tracePt t="100336" x="2781300" y="1797050"/>
          <p14:tracePt t="100353" x="2863850" y="1816100"/>
          <p14:tracePt t="100369" x="2895600" y="1816100"/>
          <p14:tracePt t="100386" x="2927350" y="1816100"/>
          <p14:tracePt t="100403" x="2990850" y="1784350"/>
          <p14:tracePt t="100419" x="3003550" y="1771650"/>
          <p14:tracePt t="100437" x="3016250" y="1758950"/>
          <p14:tracePt t="100452" x="3028950" y="1733550"/>
          <p14:tracePt t="100469" x="3035300" y="1714500"/>
          <p14:tracePt t="100486" x="3035300" y="1682750"/>
          <p14:tracePt t="100502" x="3035300" y="1676400"/>
          <p14:tracePt t="100519" x="3035300" y="1651000"/>
          <p14:tracePt t="100536" x="3035300" y="1644650"/>
          <p14:tracePt t="100552" x="3035300" y="1631950"/>
          <p14:tracePt t="100569" x="3035300" y="1625600"/>
          <p14:tracePt t="100602" x="3035300" y="1619250"/>
          <p14:tracePt t="100669" x="3041650" y="1619250"/>
          <p14:tracePt t="100683" x="3048000" y="1619250"/>
          <p14:tracePt t="100696" x="3060700" y="1619250"/>
          <p14:tracePt t="100705" x="3067050" y="1625600"/>
          <p14:tracePt t="100719" x="3079750" y="1625600"/>
          <p14:tracePt t="100735" x="3098800" y="1631950"/>
          <p14:tracePt t="100752" x="3187700" y="1651000"/>
          <p14:tracePt t="100768" x="3232150" y="1670050"/>
          <p14:tracePt t="100785" x="3289300" y="1689100"/>
          <p14:tracePt t="100802" x="3429000" y="1733550"/>
          <p14:tracePt t="100818" x="3454400" y="1746250"/>
          <p14:tracePt t="100834" x="3498850" y="1758950"/>
          <p14:tracePt t="100851" x="3556000" y="1765300"/>
          <p14:tracePt t="100868" x="3587750" y="1765300"/>
          <p14:tracePt t="100884" x="3600450" y="1758950"/>
          <p14:tracePt t="100901" x="3613150" y="1746250"/>
          <p14:tracePt t="100917" x="3613150" y="1727200"/>
          <p14:tracePt t="100935" x="3613150" y="1714500"/>
          <p14:tracePt t="100951" x="3606800" y="1701800"/>
          <p14:tracePt t="100967" x="3594100" y="1682750"/>
          <p14:tracePt t="100984" x="3562350" y="1670050"/>
          <p14:tracePt t="101001" x="3543300" y="1663700"/>
          <p14:tracePt t="101017" x="3524250" y="1657350"/>
          <p14:tracePt t="101034" x="3441700" y="1651000"/>
          <p14:tracePt t="101050" x="3416300" y="1657350"/>
          <p14:tracePt t="101068" x="3371850" y="1676400"/>
          <p14:tracePt t="101084" x="3352800" y="1695450"/>
          <p14:tracePt t="101100" x="3340100" y="1708150"/>
          <p14:tracePt t="101117" x="3340100" y="1733550"/>
          <p14:tracePt t="101134" x="3340100" y="1746250"/>
          <p14:tracePt t="101150" x="3359150" y="1790700"/>
          <p14:tracePt t="101167" x="3403600" y="1828800"/>
          <p14:tracePt t="101183" x="3435350" y="1854200"/>
          <p14:tracePt t="101201" x="3505200" y="1892300"/>
          <p14:tracePt t="101217" x="3562350" y="1917700"/>
          <p14:tracePt t="101233" x="3594100" y="1924050"/>
          <p14:tracePt t="101250" x="3644900" y="1930400"/>
          <p14:tracePt t="101266" x="3676650" y="1930400"/>
          <p14:tracePt t="101283" x="3689350" y="1924050"/>
          <p14:tracePt t="101300" x="3702050" y="1911350"/>
          <p14:tracePt t="101333" x="3702050" y="1905000"/>
          <p14:tracePt t="101349" x="3702050" y="1898650"/>
          <p14:tracePt t="101370" x="3702050" y="1892300"/>
          <p14:tracePt t="101594" x="3708400" y="1892300"/>
          <p14:tracePt t="101636" x="3714750" y="1892300"/>
          <p14:tracePt t="101657" x="3721100" y="1892300"/>
          <p14:tracePt t="101685" x="3727450" y="1892300"/>
          <p14:tracePt t="101720" x="3733800" y="1892300"/>
          <p14:tracePt t="101734" x="3740150" y="1892300"/>
          <p14:tracePt t="101755" x="3746500" y="1892300"/>
          <p14:tracePt t="101769" x="3752850" y="1892300"/>
          <p14:tracePt t="101776" x="3765550" y="1892300"/>
          <p14:tracePt t="101790" x="3778250" y="1892300"/>
          <p14:tracePt t="101799" x="3797300" y="1892300"/>
          <p14:tracePt t="101815" x="3829050" y="1892300"/>
          <p14:tracePt t="101832" x="3886200" y="1898650"/>
          <p14:tracePt t="101848" x="3968750" y="1905000"/>
          <p14:tracePt t="101864" x="4006850" y="1905000"/>
          <p14:tracePt t="101881" x="4133850" y="1911350"/>
          <p14:tracePt t="101897" x="4279900" y="1911350"/>
          <p14:tracePt t="101915" x="4343400" y="1911350"/>
          <p14:tracePt t="101931" x="4495800" y="1879600"/>
          <p14:tracePt t="101948" x="4629150" y="1860550"/>
          <p14:tracePt t="101966" x="4737100" y="1835150"/>
          <p14:tracePt t="101981" x="4781550" y="1816100"/>
          <p14:tracePt t="101997" x="4813300" y="1809750"/>
          <p14:tracePt t="102014" x="4864100" y="1790700"/>
          <p14:tracePt t="102031" x="4895850" y="1771650"/>
          <p14:tracePt t="102047" x="4902200" y="1771650"/>
          <p14:tracePt t="102064" x="4914900" y="1765300"/>
          <p14:tracePt t="102080" x="4914900" y="1758950"/>
          <p14:tracePt t="102100" x="4914900" y="1752600"/>
          <p14:tracePt t="102127" x="4908550" y="1752600"/>
          <p14:tracePt t="102155" x="4902200" y="1752600"/>
          <p14:tracePt t="102239" x="4914900" y="1752600"/>
          <p14:tracePt t="102260" x="4927600" y="1752600"/>
          <p14:tracePt t="102267" x="4940300" y="1752600"/>
          <p14:tracePt t="102282" x="4959350" y="1752600"/>
          <p14:tracePt t="102296" x="5016500" y="1752600"/>
          <p14:tracePt t="102313" x="5060950" y="1752600"/>
          <p14:tracePt t="102330" x="5137150" y="1752600"/>
          <p14:tracePt t="102346" x="5175250" y="1752600"/>
          <p14:tracePt t="102363" x="5219700" y="1752600"/>
          <p14:tracePt t="102379" x="5238750" y="1746250"/>
          <p14:tracePt t="102412" x="5232400" y="1739900"/>
          <p14:tracePt t="102430" x="5181600" y="1727200"/>
          <p14:tracePt t="102446" x="5124450" y="1720850"/>
          <p14:tracePt t="102463" x="5010150" y="1708150"/>
          <p14:tracePt t="102479" x="4902200" y="1708150"/>
          <p14:tracePt t="102495" x="4864100" y="1720850"/>
          <p14:tracePt t="102513" x="4819650" y="1727200"/>
          <p14:tracePt t="102529" x="4800600" y="1739900"/>
          <p14:tracePt t="102564" x="4813300" y="1752600"/>
          <p14:tracePt t="102578" x="4883150" y="1778000"/>
          <p14:tracePt t="102595" x="4940300" y="1790700"/>
          <p14:tracePt t="102612" x="5092700" y="1816100"/>
          <p14:tracePt t="102628" x="5187950" y="1828800"/>
          <p14:tracePt t="102646" x="5378450" y="1835150"/>
          <p14:tracePt t="102662" x="5422900" y="1828800"/>
          <p14:tracePt t="102678" x="5454650" y="1809750"/>
          <p14:tracePt t="102695" x="5473700" y="1784350"/>
          <p14:tracePt t="102711" x="5473700" y="1758950"/>
          <p14:tracePt t="102728" x="5461000" y="1746250"/>
          <p14:tracePt t="102745" x="5422900" y="1714500"/>
          <p14:tracePt t="102762" x="5340350" y="1676400"/>
          <p14:tracePt t="102779" x="5232400" y="1644650"/>
          <p14:tracePt t="102794" x="5187950" y="1638300"/>
          <p14:tracePt t="102811" x="5111750" y="1638300"/>
          <p14:tracePt t="102828" x="5060950" y="1638300"/>
          <p14:tracePt t="102844" x="5048250" y="1651000"/>
          <p14:tracePt t="102861" x="5029200" y="1682750"/>
          <p14:tracePt t="102878" x="5029200" y="1714500"/>
          <p14:tracePt t="102894" x="5029200" y="1727200"/>
          <p14:tracePt t="102911" x="5041900" y="1739900"/>
          <p14:tracePt t="102927" x="5118100" y="1784350"/>
          <p14:tracePt t="102944" x="5156200" y="1790700"/>
          <p14:tracePt t="102961" x="5238750" y="1816100"/>
          <p14:tracePt t="102977" x="5270500" y="1822450"/>
          <p14:tracePt t="102994" x="5327650" y="1822450"/>
          <p14:tracePt t="103011" x="5359400" y="1822450"/>
          <p14:tracePt t="103027" x="5365750" y="1822450"/>
          <p14:tracePt t="103044" x="5372100" y="1822450"/>
          <p14:tracePt t="103060" x="5365750" y="1809750"/>
          <p14:tracePt t="103094" x="5359400" y="1809750"/>
          <p14:tracePt t="103110" x="5340350" y="1809750"/>
          <p14:tracePt t="103127" x="5327650" y="180975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315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41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22" dirty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second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form,</a:t>
            </a:r>
            <a:r>
              <a:rPr lang="en-US" altLang="zh-TW" spc="-28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8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until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sentine</a:t>
            </a:r>
            <a:r>
              <a:rPr lang="en-US" altLang="zh-TW" sz="2600" spc="-200" dirty="0">
                <a:solidFill>
                  <a:srgbClr val="A6A6A6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dirty="0" err="1">
                <a:solidFill>
                  <a:srgbClr val="A6A6A6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rgbClr val="FFFFFF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rgbClr val="FFFFFF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rgbClr val="FFFFFF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rgbClr val="FFFFF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>
                <a:solidFill>
                  <a:srgbClr val="FFE600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400" spc="-94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94" dirty="0" smtClean="0">
                <a:solidFill>
                  <a:srgbClr val="FF0000"/>
                </a:solidFill>
                <a:latin typeface="Consolas" panose="020B0609020204030204" pitchFamily="49" charset="0"/>
              </a:rPr>
              <a:t>help(</a:t>
            </a:r>
            <a:r>
              <a:rPr lang="en-US" altLang="zh-TW" sz="2600" spc="-94" dirty="0" err="1" smtClean="0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6434667"/>
            <a:ext cx="688207" cy="42333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794902" fontAlgn="auto"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  <a:ea typeface="+mn-ea"/>
              </a:rPr>
              <a:t>&gt;&gt;&gt;</a:t>
            </a:r>
            <a:endParaRPr lang="en-US" sz="2600" spc="-94" dirty="0">
              <a:solidFill>
                <a:srgbClr val="FFFFFF">
                  <a:lumMod val="65000"/>
                </a:srgbClr>
              </a:solidFill>
              <a:latin typeface="Arial"/>
              <a:ea typeface="+mn-ea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4906" y="6538369"/>
            <a:ext cx="0" cy="30269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03225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6" name="Trapezoid 15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5308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832"/>
    </mc:Choice>
    <mc:Fallback xmlns="">
      <p:transition advTm="88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72" x="5283200" y="1822450"/>
          <p14:tracePt t="1589" x="5251450" y="1854200"/>
          <p14:tracePt t="1606" x="5162550" y="1930400"/>
          <p14:tracePt t="1622" x="5054600" y="2025650"/>
          <p14:tracePt t="1640" x="4933950" y="2178050"/>
          <p14:tracePt t="1655" x="4870450" y="2260600"/>
          <p14:tracePt t="1672" x="4794250" y="2368550"/>
          <p14:tracePt t="1690" x="4540250" y="2851150"/>
          <p14:tracePt t="1705" x="4464050" y="3022600"/>
          <p14:tracePt t="1722" x="4381500" y="3213100"/>
          <p14:tracePt t="1738" x="4184650" y="3752850"/>
          <p14:tracePt t="1755" x="4108450" y="3924300"/>
          <p14:tracePt t="1759" x="4044950" y="4089400"/>
          <p14:tracePt t="1788" x="3930650" y="4406900"/>
          <p14:tracePt t="1805" x="3841750" y="4660900"/>
          <p14:tracePt t="1822" x="3752850" y="4902200"/>
          <p14:tracePt t="1838" x="3708400" y="5060950"/>
          <p14:tracePt t="1855" x="3619500" y="5283200"/>
          <p14:tracePt t="1872" x="3536950" y="5480050"/>
          <p14:tracePt t="1888" x="3505200" y="5594350"/>
          <p14:tracePt t="1904" x="3422650" y="5772150"/>
          <p14:tracePt t="1921" x="3359150" y="5905500"/>
          <p14:tracePt t="1938" x="3321050" y="5943600"/>
          <p14:tracePt t="1956" x="3263900" y="6000750"/>
          <p14:tracePt t="1971" x="3187700" y="6070600"/>
          <p14:tracePt t="1988" x="3143250" y="6102350"/>
          <p14:tracePt t="2004" x="3048000" y="6159500"/>
          <p14:tracePt t="2021" x="3016250" y="6172200"/>
          <p14:tracePt t="2038" x="2965450" y="6203950"/>
          <p14:tracePt t="2054" x="2933700" y="6223000"/>
          <p14:tracePt t="2070" x="2927350" y="6235700"/>
          <p14:tracePt t="2087" x="2927350" y="6229350"/>
          <p14:tracePt t="2901" x="2946400" y="6184900"/>
          <p14:tracePt t="2918" x="2978150" y="6127750"/>
          <p14:tracePt t="2934" x="3009900" y="6089650"/>
          <p14:tracePt t="2951" x="3022600" y="6064250"/>
          <p14:tracePt t="2968" x="3048000" y="6026150"/>
          <p14:tracePt t="2984" x="3060700" y="5988050"/>
          <p14:tracePt t="3001" x="3073400" y="5975350"/>
          <p14:tracePt t="3018" x="3079750" y="5956300"/>
          <p14:tracePt t="3034" x="3086100" y="5956300"/>
          <p14:tracePt t="3067" x="3086100" y="5949950"/>
          <p14:tracePt t="3083" x="3086100" y="5943600"/>
          <p14:tracePt t="3134" x="3086100" y="5937250"/>
          <p14:tracePt t="3166" x="3092450" y="5930900"/>
          <p14:tracePt t="3217" x="3092450" y="5924550"/>
          <p14:tracePt t="3267" x="3098800" y="5924550"/>
          <p14:tracePt t="3349" x="3098800" y="5930900"/>
          <p14:tracePt t="3366" x="3098800" y="5937250"/>
          <p14:tracePt t="3383" x="3092450" y="5943600"/>
          <p14:tracePt t="3399" x="3086100" y="5943600"/>
          <p14:tracePt t="3416" x="3086100" y="5949950"/>
          <p14:tracePt t="3433" x="3079750" y="5949950"/>
          <p14:tracePt t="3449" x="3073400" y="5949950"/>
          <p14:tracePt t="3499" x="3067050" y="5956300"/>
          <p14:tracePt t="3532" x="3060700" y="5962650"/>
          <p14:tracePt t="3550" x="3054350" y="5962650"/>
          <p14:tracePt t="3565" x="3054350" y="5969000"/>
          <p14:tracePt t="3665" x="3073400" y="5969000"/>
          <p14:tracePt t="3682" x="3092450" y="5962650"/>
          <p14:tracePt t="3698" x="3098800" y="5956300"/>
          <p14:tracePt t="3715" x="3111500" y="5949950"/>
          <p14:tracePt t="3733" x="3194050" y="5918200"/>
          <p14:tracePt t="3748" x="3225800" y="5911850"/>
          <p14:tracePt t="3765" x="3257550" y="5899150"/>
          <p14:tracePt t="3781" x="3314700" y="5873750"/>
          <p14:tracePt t="3798" x="3378200" y="5861050"/>
          <p14:tracePt t="3801" x="3397250" y="5854700"/>
          <p14:tracePt t="3831" x="3429000" y="5842000"/>
          <p14:tracePt t="3848" x="3441700" y="5835650"/>
          <p14:tracePt t="3866" x="3454400" y="5835650"/>
          <p14:tracePt t="3881" x="3454400" y="5829300"/>
          <p14:tracePt t="3981" x="3460750" y="5829300"/>
          <p14:tracePt t="4014" x="3460750" y="5822950"/>
          <p14:tracePt t="4097" x="3473450" y="5816600"/>
          <p14:tracePt t="4114" x="3479800" y="5816600"/>
          <p14:tracePt t="4132" x="3486150" y="5816600"/>
          <p14:tracePt t="4147" x="3498850" y="5810250"/>
          <p14:tracePt t="4181" x="3517900" y="5810250"/>
          <p14:tracePt t="4196" x="3543300" y="5797550"/>
          <p14:tracePt t="4213" x="3562350" y="5784850"/>
          <p14:tracePt t="4230" x="3600450" y="5778500"/>
          <p14:tracePt t="4246" x="3632200" y="5772150"/>
          <p14:tracePt t="4263" x="3651250" y="5765800"/>
          <p14:tracePt t="4280" x="3670300" y="5759450"/>
          <p14:tracePt t="4296" x="3683000" y="5753100"/>
          <p14:tracePt t="4364" x="3689350" y="575310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staticmethod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static method.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6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does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rec</a:t>
            </a:r>
            <a:r>
              <a:rPr lang="en-US" altLang="zh-TW" sz="2400" spc="-250" dirty="0">
                <a:solidFill>
                  <a:schemeClr val="bg1"/>
                </a:solidFill>
                <a:latin typeface="Consolas" panose="020B0609020204030204" pitchFamily="49" charset="0"/>
              </a:rPr>
              <a:t>ei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ve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implicit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260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rst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To declare a static method, use this idiom: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@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def f(arg1, arg2, ...):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    ...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50" dirty="0" smtClean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| 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Static methods in Python are similar to those </a:t>
            </a:r>
            <a:r>
              <a:rPr lang="en-US" altLang="zh-TW" sz="2400" spc="-2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of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Java or C++.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For a more advanced concept, see the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0" name="Trapezoid 9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379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1119">
        <p:blinds dir="vert"/>
      </p:transition>
    </mc:Choice>
    <mc:Fallback xmlns="">
      <p:transition spd="slow" advTm="21119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80" x="3689350" y="5740400"/>
          <p14:tracePt t="186" x="3689350" y="5721350"/>
          <p14:tracePt t="200" x="3695700" y="5676900"/>
          <p14:tracePt t="216" x="3702050" y="5638800"/>
          <p14:tracePt t="232" x="3714750" y="5594350"/>
          <p14:tracePt t="250" x="3727450" y="5524500"/>
          <p14:tracePt t="266" x="3733800" y="5467350"/>
          <p14:tracePt t="283" x="3733800" y="5397500"/>
          <p14:tracePt t="299" x="3733800" y="5270500"/>
          <p14:tracePt t="316" x="3721100" y="5175250"/>
          <p14:tracePt t="332" x="3714750" y="5080000"/>
          <p14:tracePt t="349" x="3714750" y="4927600"/>
          <p14:tracePt t="366" x="3702050" y="4806950"/>
          <p14:tracePt t="383" x="3702050" y="4667250"/>
          <p14:tracePt t="399" x="3689350" y="4572000"/>
          <p14:tracePt t="416" x="3676650" y="4470400"/>
          <p14:tracePt t="432" x="3644900" y="4305300"/>
          <p14:tracePt t="449" x="3613150" y="4184650"/>
          <p14:tracePt t="465" x="3587750" y="4076700"/>
          <p14:tracePt t="482" x="3530600" y="3898900"/>
          <p14:tracePt t="498" x="3467100" y="3784600"/>
          <p14:tracePt t="516" x="3327400" y="3575050"/>
          <p14:tracePt t="532" x="3225800" y="3435350"/>
          <p14:tracePt t="548" x="3092450" y="3295650"/>
          <p14:tracePt t="565" x="2901950" y="3092450"/>
          <p14:tracePt t="582" x="2781300" y="2984500"/>
          <p14:tracePt t="598" x="2679700" y="2908300"/>
          <p14:tracePt t="615" x="2533650" y="2819400"/>
          <p14:tracePt t="631" x="2438400" y="2781300"/>
          <p14:tracePt t="649" x="2298700" y="2724150"/>
          <p14:tracePt t="664" x="2235200" y="2692400"/>
          <p14:tracePt t="681" x="2171700" y="2660650"/>
          <p14:tracePt t="698" x="2127250" y="2647950"/>
          <p14:tracePt t="714" x="2101850" y="2635250"/>
          <p14:tracePt t="731" x="2089150" y="2609850"/>
          <p14:tracePt t="748" x="2063750" y="2590800"/>
          <p14:tracePt t="764" x="2051050" y="2578100"/>
          <p14:tracePt t="781" x="2044700" y="2565400"/>
          <p14:tracePt t="797" x="2012950" y="2533650"/>
          <p14:tracePt t="814" x="1993900" y="2514600"/>
          <p14:tracePt t="831" x="1955800" y="2495550"/>
          <p14:tracePt t="847" x="1905000" y="2457450"/>
          <p14:tracePt t="864" x="1847850" y="2425700"/>
          <p14:tracePt t="868" x="1828800" y="2413000"/>
          <p14:tracePt t="881" x="1784350" y="2381250"/>
          <p14:tracePt t="897" x="1746250" y="2362200"/>
          <p14:tracePt t="914" x="1708150" y="2336800"/>
          <p14:tracePt t="931" x="1670050" y="2292350"/>
          <p14:tracePt t="947" x="1657350" y="2273300"/>
          <p14:tracePt t="965" x="1638300" y="2247900"/>
          <p14:tracePt t="980" x="1625600" y="2241550"/>
          <p14:tracePt t="997" x="1619250" y="2228850"/>
          <p14:tracePt t="1014" x="1612900" y="2228850"/>
          <p14:tracePt t="1140" x="1606550" y="2228850"/>
          <p14:tracePt t="1196" x="1600200" y="2222500"/>
          <p14:tracePt t="1203" x="1593850" y="2222500"/>
          <p14:tracePt t="1217" x="1587500" y="2222500"/>
          <p14:tracePt t="1230" x="1587500" y="2216150"/>
          <p14:tracePt t="1246" x="1581150" y="2216150"/>
          <p14:tracePt t="1273" x="1581150" y="2209800"/>
          <p14:tracePt t="1308" x="1574800" y="2209800"/>
          <p14:tracePt t="1336" x="1568450" y="2209800"/>
          <p14:tracePt t="1357" x="1568450" y="2203450"/>
          <p14:tracePt t="1378" x="1568450" y="2197100"/>
          <p14:tracePt t="1385" x="1568450" y="2190750"/>
          <p14:tracePt t="1399" x="1568450" y="2184400"/>
          <p14:tracePt t="1411" x="1568450" y="2178050"/>
          <p14:tracePt t="1434" x="1568450" y="2171700"/>
          <p14:tracePt t="1819" x="1600200" y="2171700"/>
          <p14:tracePt t="1824" x="1670050" y="2171700"/>
          <p14:tracePt t="1832" x="1733550" y="2171700"/>
          <p14:tracePt t="1843" x="1797050" y="2159000"/>
          <p14:tracePt t="1861" x="2006600" y="2120900"/>
          <p14:tracePt t="1877" x="2152650" y="2095500"/>
          <p14:tracePt t="1893" x="2279650" y="2095500"/>
          <p14:tracePt t="1910" x="2438400" y="2089150"/>
          <p14:tracePt t="1927" x="2520950" y="2101850"/>
          <p14:tracePt t="1944" x="2609850" y="2108200"/>
          <p14:tracePt t="1960" x="2647950" y="2108200"/>
          <p14:tracePt t="1977" x="2673350" y="2114550"/>
          <p14:tracePt t="1994" x="2711450" y="2127250"/>
          <p14:tracePt t="2010" x="2724150" y="2127250"/>
          <p14:tracePt t="2026" x="2743200" y="2133600"/>
          <p14:tracePt t="2043" x="2762250" y="2133600"/>
          <p14:tracePt t="2060" x="2774950" y="2139950"/>
          <p14:tracePt t="2076" x="2787650" y="2139950"/>
          <p14:tracePt t="2093" x="2794000" y="2139950"/>
          <p14:tracePt t="2246" x="2800350" y="2139950"/>
          <p14:tracePt t="2252" x="2806700" y="2139950"/>
          <p14:tracePt t="2262" x="2813050" y="2139950"/>
          <p14:tracePt t="2276" x="2838450" y="2139950"/>
          <p14:tracePt t="2293" x="2870200" y="2139950"/>
          <p14:tracePt t="2310" x="2940050" y="2159000"/>
          <p14:tracePt t="2327" x="2997200" y="2159000"/>
          <p14:tracePt t="2342" x="3048000" y="2165350"/>
          <p14:tracePt t="2359" x="3124200" y="2152650"/>
          <p14:tracePt t="2375" x="3168650" y="2146300"/>
          <p14:tracePt t="2393" x="3206750" y="2139950"/>
          <p14:tracePt t="2409" x="3244850" y="2127250"/>
          <p14:tracePt t="2426" x="3263900" y="2114550"/>
          <p14:tracePt t="2442" x="3276600" y="2108200"/>
          <p14:tracePt t="2458" x="3282950" y="2108200"/>
          <p14:tracePt t="2492" x="3282950" y="2101850"/>
          <p14:tracePt t="2646" x="3289300" y="2101850"/>
          <p14:tracePt t="3113" x="3327400" y="2101850"/>
          <p14:tracePt t="3120" x="3378200" y="2089150"/>
          <p14:tracePt t="3126" x="3422650" y="2076450"/>
          <p14:tracePt t="3139" x="3486150" y="2044700"/>
          <p14:tracePt t="3157" x="3670300" y="1968500"/>
          <p14:tracePt t="3173" x="3778250" y="1911350"/>
          <p14:tracePt t="3190" x="3962400" y="1860550"/>
          <p14:tracePt t="3206" x="4083050" y="1828800"/>
          <p14:tracePt t="3222" x="4298950" y="1765300"/>
          <p14:tracePt t="3240" x="4470400" y="1746250"/>
          <p14:tracePt t="3256" x="4546600" y="1746250"/>
          <p14:tracePt t="3272" x="4673600" y="1746250"/>
          <p14:tracePt t="3289" x="4800600" y="1752600"/>
          <p14:tracePt t="3305" x="4845050" y="1765300"/>
          <p14:tracePt t="3323" x="4914900" y="1784350"/>
          <p14:tracePt t="3339" x="4965700" y="1790700"/>
          <p14:tracePt t="3355" x="4991100" y="1790700"/>
          <p14:tracePt t="3359" x="5003800" y="1797050"/>
          <p14:tracePt t="3374" x="5029200" y="1803400"/>
          <p14:tracePt t="3388" x="5054600" y="1803400"/>
          <p14:tracePt t="3405" x="5067300" y="1809750"/>
          <p14:tracePt t="3422" x="5080000" y="1816100"/>
          <p14:tracePt t="3438" x="5086350" y="1822450"/>
          <p14:tracePt t="3456" x="5105400" y="1828800"/>
          <p14:tracePt t="3472" x="5111750" y="1835150"/>
          <p14:tracePt t="3488" x="5118100" y="1841500"/>
          <p14:tracePt t="3505" x="5130800" y="1854200"/>
          <p14:tracePt t="3521" x="5137150" y="1866900"/>
          <p14:tracePt t="3538" x="5143500" y="1866900"/>
          <p14:tracePt t="3555" x="5143500" y="1873250"/>
          <p14:tracePt t="3632" x="5143500" y="1879600"/>
          <p14:tracePt t="3737" x="5137150" y="1879600"/>
          <p14:tracePt t="5031" x="5111750" y="1879600"/>
          <p14:tracePt t="5038" x="5067300" y="1879600"/>
          <p14:tracePt t="5052" x="5003800" y="1892300"/>
          <p14:tracePt t="5066" x="4940300" y="1911350"/>
          <p14:tracePt t="5083" x="4781550" y="1949450"/>
          <p14:tracePt t="5099" x="4699000" y="1968500"/>
          <p14:tracePt t="5116" x="4514850" y="2019300"/>
          <p14:tracePt t="5132" x="4324350" y="2070100"/>
          <p14:tracePt t="5150" x="4114800" y="2133600"/>
          <p14:tracePt t="5166" x="3994150" y="2184400"/>
          <p14:tracePt t="5182" x="3797300" y="2305050"/>
          <p14:tracePt t="5199" x="3600450" y="2387600"/>
          <p14:tracePt t="5215" x="3505200" y="2451100"/>
          <p14:tracePt t="5232" x="3397250" y="2489200"/>
          <p14:tracePt t="5248" x="3175000" y="2628900"/>
          <p14:tracePt t="5265" x="3124200" y="2660650"/>
          <p14:tracePt t="5282" x="3073400" y="2698750"/>
          <p14:tracePt t="5298" x="2997200" y="2736850"/>
          <p14:tracePt t="5315" x="2921000" y="2781300"/>
          <p14:tracePt t="5333" x="2863850" y="2813050"/>
          <p14:tracePt t="5348" x="2832100" y="2825750"/>
          <p14:tracePt t="5365" x="2762250" y="2863850"/>
          <p14:tracePt t="5382" x="2724150" y="2889250"/>
          <p14:tracePt t="5398" x="2698750" y="2914650"/>
          <p14:tracePt t="5415" x="2647950" y="2959100"/>
          <p14:tracePt t="5431" x="2584450" y="3028950"/>
          <p14:tracePt t="5448" x="2552700" y="3060700"/>
          <p14:tracePt t="5465" x="2501900" y="3117850"/>
          <p14:tracePt t="5481" x="2457450" y="3162300"/>
          <p14:tracePt t="5498" x="2444750" y="3175000"/>
          <p14:tracePt t="5515" x="2413000" y="3200400"/>
          <p14:tracePt t="5530" x="2393950" y="3238500"/>
          <p14:tracePt t="5548" x="2381250" y="3244850"/>
          <p14:tracePt t="5565" x="2368550" y="3270250"/>
          <p14:tracePt t="5581" x="2355850" y="3289300"/>
          <p14:tracePt t="5598" x="2349500" y="3308350"/>
          <p14:tracePt t="5614" x="2349500" y="3321050"/>
          <p14:tracePt t="6032" x="2362200" y="3321050"/>
          <p14:tracePt t="6039" x="2393950" y="3314700"/>
          <p14:tracePt t="6053" x="2425700" y="3302000"/>
          <p14:tracePt t="6062" x="2463800" y="3295650"/>
          <p14:tracePt t="6079" x="2520950" y="3282950"/>
          <p14:tracePt t="6096" x="2628900" y="3244850"/>
          <p14:tracePt t="6114" x="2774950" y="3219450"/>
          <p14:tracePt t="6129" x="2851150" y="3200400"/>
          <p14:tracePt t="6145" x="3009900" y="3181350"/>
          <p14:tracePt t="6162" x="3073400" y="3168650"/>
          <p14:tracePt t="6180" x="3282950" y="3162300"/>
          <p14:tracePt t="6195" x="3359150" y="3149600"/>
          <p14:tracePt t="6212" x="3422650" y="3149600"/>
          <p14:tracePt t="6229" x="3556000" y="3130550"/>
          <p14:tracePt t="6245" x="3644900" y="3111500"/>
          <p14:tracePt t="6262" x="3689350" y="3111500"/>
          <p14:tracePt t="6279" x="3765550" y="3117850"/>
          <p14:tracePt t="6302" x="3835400" y="3124200"/>
          <p14:tracePt t="6314" x="3905250" y="3124200"/>
          <p14:tracePt t="6329" x="3943350" y="3124200"/>
          <p14:tracePt t="6346" x="4006850" y="3124200"/>
          <p14:tracePt t="6362" x="4076700" y="3124200"/>
          <p14:tracePt t="6378" x="4095750" y="3124200"/>
          <p14:tracePt t="6395" x="4146550" y="3124200"/>
          <p14:tracePt t="6412" x="4191000" y="3124200"/>
          <p14:tracePt t="6428" x="4216400" y="3124200"/>
          <p14:tracePt t="6444" x="4241800" y="3130550"/>
          <p14:tracePt t="6462" x="4318000" y="3130550"/>
          <p14:tracePt t="6478" x="4349750" y="3130550"/>
          <p14:tracePt t="6495" x="4400550" y="3124200"/>
          <p14:tracePt t="6512" x="4419600" y="3117850"/>
          <p14:tracePt t="6527" x="4476750" y="3111500"/>
          <p14:tracePt t="6545" x="4527550" y="3098800"/>
          <p14:tracePt t="6561" x="4559300" y="3086100"/>
          <p14:tracePt t="6577" x="4610100" y="3073400"/>
          <p14:tracePt t="6594" x="4648200" y="3048000"/>
          <p14:tracePt t="6611" x="4679950" y="3041650"/>
          <p14:tracePt t="6628" x="4730750" y="3028950"/>
          <p14:tracePt t="6644" x="4787900" y="3016250"/>
          <p14:tracePt t="6661" x="4806950" y="3009900"/>
          <p14:tracePt t="6677" x="4857750" y="2990850"/>
          <p14:tracePt t="6694" x="4889500" y="2984500"/>
          <p14:tracePt t="6710" x="4914900" y="2984500"/>
          <p14:tracePt t="6727" x="4946650" y="2978150"/>
          <p14:tracePt t="6744" x="4972050" y="2971800"/>
          <p14:tracePt t="6761" x="4997450" y="2965450"/>
          <p14:tracePt t="6776" x="5003800" y="2965450"/>
          <p14:tracePt t="6811" x="5022850" y="2965450"/>
          <p14:tracePt t="6827" x="5035550" y="2965450"/>
          <p14:tracePt t="6860" x="5035550" y="2971800"/>
          <p14:tracePt t="7202" x="5092700" y="2971800"/>
          <p14:tracePt t="7216" x="5200650" y="2959100"/>
          <p14:tracePt t="7222" x="5314950" y="2946400"/>
          <p14:tracePt t="7237" x="5429250" y="2927350"/>
          <p14:tracePt t="7245" x="5543550" y="2908300"/>
          <p14:tracePt t="7258" x="5645150" y="2895600"/>
          <p14:tracePt t="7275" x="5861050" y="2876550"/>
          <p14:tracePt t="7292" x="5956300" y="2857500"/>
          <p14:tracePt t="7308" x="6146800" y="2838450"/>
          <p14:tracePt t="7325" x="6286500" y="2838450"/>
          <p14:tracePt t="7342" x="6400800" y="2825750"/>
          <p14:tracePt t="7358" x="6445250" y="2825750"/>
          <p14:tracePt t="7375" x="6483350" y="2825750"/>
          <p14:tracePt t="7392" x="6553200" y="2825750"/>
          <p14:tracePt t="7408" x="6572250" y="2825750"/>
          <p14:tracePt t="7425" x="6591300" y="2825750"/>
          <p14:tracePt t="7441" x="6635750" y="2819400"/>
          <p14:tracePt t="7458" x="6667500" y="2813050"/>
          <p14:tracePt t="7475" x="6705600" y="2806700"/>
          <p14:tracePt t="7491" x="6724650" y="2800350"/>
          <p14:tracePt t="7507" x="6756400" y="2800350"/>
          <p14:tracePt t="7525" x="6788150" y="2794000"/>
          <p14:tracePt t="7541" x="6819900" y="2794000"/>
          <p14:tracePt t="7557" x="6864350" y="2787650"/>
          <p14:tracePt t="7574" x="6915150" y="2787650"/>
          <p14:tracePt t="7591" x="6946900" y="2787650"/>
          <p14:tracePt t="7608" x="7004050" y="2794000"/>
          <p14:tracePt t="7624" x="7042150" y="2794000"/>
          <p14:tracePt t="7640" x="7112000" y="2800350"/>
          <p14:tracePt t="7658" x="7150100" y="2800350"/>
          <p14:tracePt t="7674" x="7219950" y="2819400"/>
          <p14:tracePt t="7690" x="7264400" y="2825750"/>
          <p14:tracePt t="7707" x="7334250" y="2844800"/>
          <p14:tracePt t="7724" x="7359650" y="2851150"/>
          <p14:tracePt t="7740" x="7423150" y="2863850"/>
          <p14:tracePt t="7757" x="7461250" y="2870200"/>
          <p14:tracePt t="7773" x="7480300" y="2870200"/>
          <p14:tracePt t="7790" x="7505700" y="2876550"/>
          <p14:tracePt t="7807" x="7531100" y="2876550"/>
          <p14:tracePt t="7823" x="7543800" y="2882900"/>
          <p14:tracePt t="7840" x="7562850" y="2889250"/>
          <p14:tracePt t="7856" x="7575550" y="2889250"/>
          <p14:tracePt t="7873" x="7575550" y="2895600"/>
          <p14:tracePt t="7890" x="7581900" y="2895600"/>
          <p14:tracePt t="7924" x="7588250" y="2895600"/>
          <p14:tracePt t="8036" x="7588250" y="2901950"/>
          <p14:tracePt t="8043" x="7588250" y="2908300"/>
          <p14:tracePt t="9778" x="7569200" y="2908300"/>
          <p14:tracePt t="9785" x="7531100" y="2895600"/>
          <p14:tracePt t="9802" x="7473950" y="2889250"/>
          <p14:tracePt t="9817" x="7366000" y="2863850"/>
          <p14:tracePt t="9833" x="7315200" y="2844800"/>
          <p14:tracePt t="9850" x="7169150" y="2806700"/>
          <p14:tracePt t="9866" x="7099300" y="2794000"/>
          <p14:tracePt t="9883" x="6959600" y="2774950"/>
          <p14:tracePt t="9899" x="6813550" y="2755900"/>
          <p14:tracePt t="9916" x="6762750" y="2749550"/>
          <p14:tracePt t="9933" x="6642100" y="2736850"/>
          <p14:tracePt t="9950" x="6489700" y="2730500"/>
          <p14:tracePt t="9966" x="6426200" y="2717800"/>
          <p14:tracePt t="9983" x="6273800" y="2717800"/>
          <p14:tracePt t="9999" x="6115050" y="2711450"/>
          <p14:tracePt t="10016" x="6064250" y="2711450"/>
          <p14:tracePt t="10033" x="5975350" y="2711450"/>
          <p14:tracePt t="10049" x="5829300" y="2711450"/>
          <p14:tracePt t="10067" x="5689600" y="2730500"/>
          <p14:tracePt t="10082" x="5613400" y="2730500"/>
          <p14:tracePt t="10099" x="5454650" y="2762250"/>
          <p14:tracePt t="10116" x="5340350" y="2768600"/>
          <p14:tracePt t="10132" x="5295900" y="2781300"/>
          <p14:tracePt t="10149" x="5270500" y="2781300"/>
          <p14:tracePt t="10166" x="5194300" y="2781300"/>
          <p14:tracePt t="10182" x="5162550" y="2787650"/>
          <p14:tracePt t="10200" x="5092700" y="2800350"/>
          <p14:tracePt t="10215" x="5060950" y="2800350"/>
          <p14:tracePt t="10231" x="5022850" y="2806700"/>
          <p14:tracePt t="10249" x="4984750" y="2819400"/>
          <p14:tracePt t="10265" x="4978400" y="2819400"/>
          <p14:tracePt t="10282" x="4953000" y="2819400"/>
          <p14:tracePt t="10298" x="4933950" y="2825750"/>
          <p14:tracePt t="10315" x="4927600" y="2832100"/>
          <p14:tracePt t="10331" x="4908550" y="2844800"/>
          <p14:tracePt t="10348" x="4889500" y="2857500"/>
          <p14:tracePt t="10365" x="4876800" y="2863850"/>
          <p14:tracePt t="10382" x="4864100" y="2870200"/>
          <p14:tracePt t="10397" x="4851400" y="2882900"/>
          <p14:tracePt t="10414" x="4838700" y="2895600"/>
          <p14:tracePt t="10431" x="4832350" y="2901950"/>
          <p14:tracePt t="10448" x="4826000" y="2914650"/>
          <p14:tracePt t="10467" x="4819650" y="2921000"/>
          <p14:tracePt t="10487" x="4819650" y="2933700"/>
          <p14:tracePt t="10508" x="4813300" y="2933700"/>
          <p14:tracePt t="10571" x="4806950" y="2940050"/>
          <p14:tracePt t="10606" x="4806950" y="2946400"/>
          <p14:tracePt t="10669" x="4800600" y="2946400"/>
          <p14:tracePt t="12264" x="4787900" y="2946400"/>
          <p14:tracePt t="12278" x="4768850" y="2946400"/>
          <p14:tracePt t="12292" x="4762500" y="2940050"/>
          <p14:tracePt t="12299" x="4749800" y="2940050"/>
          <p14:tracePt t="12313" x="4743450" y="2940050"/>
          <p14:tracePt t="12324" x="4737100" y="2933700"/>
          <p14:tracePt t="12341" x="4705350" y="2927350"/>
          <p14:tracePt t="12357" x="4686300" y="2927350"/>
          <p14:tracePt t="12374" x="4660900" y="2921000"/>
          <p14:tracePt t="12391" x="4616450" y="2914650"/>
          <p14:tracePt t="12407" x="4584700" y="2908300"/>
          <p14:tracePt t="12424" x="4527550" y="2895600"/>
          <p14:tracePt t="12440" x="4445000" y="2876550"/>
          <p14:tracePt t="12457" x="4400550" y="2857500"/>
          <p14:tracePt t="12474" x="4375150" y="2851150"/>
          <p14:tracePt t="12477" x="4343400" y="2838450"/>
          <p14:tracePt t="12490" x="4292600" y="2813050"/>
          <p14:tracePt t="12507" x="4267200" y="2800350"/>
          <p14:tracePt t="12524" x="4229100" y="2781300"/>
          <p14:tracePt t="12540" x="4210050" y="2768600"/>
          <p14:tracePt t="12557" x="4171950" y="2736850"/>
          <p14:tracePt t="12573" x="4127500" y="2692400"/>
          <p14:tracePt t="12590" x="4114800" y="2673350"/>
          <p14:tracePt t="12607" x="4070350" y="2628900"/>
          <p14:tracePt t="12623" x="4032250" y="2597150"/>
          <p14:tracePt t="12640" x="4019550" y="2578100"/>
          <p14:tracePt t="12657" x="3994150" y="2559050"/>
          <p14:tracePt t="12673" x="3975100" y="2546350"/>
          <p14:tracePt t="12690" x="3962400" y="2540000"/>
          <p14:tracePt t="12706" x="3949700" y="2527300"/>
          <p14:tracePt t="12723" x="3937000" y="2527300"/>
          <p14:tracePt t="12740" x="3924300" y="2520950"/>
          <p14:tracePt t="12756" x="3917950" y="2520950"/>
          <p14:tracePt t="12773" x="3898900" y="2514600"/>
          <p14:tracePt t="12790" x="3892550" y="2514600"/>
          <p14:tracePt t="12806" x="3886200" y="2508250"/>
          <p14:tracePt t="12822" x="3879850" y="2508250"/>
          <p14:tracePt t="12839" x="3848100" y="2495550"/>
          <p14:tracePt t="12856" x="3841750" y="2495550"/>
          <p14:tracePt t="12873" x="3835400" y="2489200"/>
          <p14:tracePt t="12889" x="3797300" y="2476500"/>
          <p14:tracePt t="12906" x="3778250" y="2470150"/>
          <p14:tracePt t="12923" x="3752850" y="2463800"/>
          <p14:tracePt t="12955" x="3733800" y="2463800"/>
          <p14:tracePt t="12959" x="3727450" y="2463800"/>
          <p14:tracePt t="12975" x="3721100" y="2463800"/>
          <p14:tracePt t="12988" x="3714750" y="2463800"/>
          <p14:tracePt t="13021" x="3708400" y="2463800"/>
          <p14:tracePt t="13042" x="3702050" y="2463800"/>
          <p14:tracePt t="13070" x="3689350" y="2470150"/>
          <p14:tracePt t="13091" x="3683000" y="2476500"/>
          <p14:tracePt t="13112" x="3676650" y="2476500"/>
          <p14:tracePt t="13119" x="3676650" y="2482850"/>
          <p14:tracePt t="13133" x="3670300" y="2482850"/>
          <p14:tracePt t="13161" x="3663950" y="2482850"/>
          <p14:tracePt t="13182" x="3657600" y="2482850"/>
          <p14:tracePt t="13189" x="3651250" y="2482850"/>
          <p14:tracePt t="13210" x="3638550" y="2489200"/>
          <p14:tracePt t="13231" x="3632200" y="2489200"/>
          <p14:tracePt t="13252" x="3625850" y="2495550"/>
          <p14:tracePt t="13301" x="3619500" y="2501900"/>
          <p14:tracePt t="13322" x="3613150" y="2501900"/>
          <p14:tracePt t="13350" x="3606800" y="2501900"/>
          <p14:tracePt t="13372" x="3600450" y="2508250"/>
          <p14:tracePt t="13399" x="3600450" y="2514600"/>
          <p14:tracePt t="13420" x="3600450" y="2520950"/>
          <p14:tracePt t="13441" x="3606800" y="2520950"/>
          <p14:tracePt t="13456" x="3613150" y="2520950"/>
          <p14:tracePt t="13463" x="3619500" y="2520950"/>
          <p14:tracePt t="13470" x="3625850" y="2527300"/>
          <p14:tracePt t="13490" x="3632200" y="2527300"/>
          <p14:tracePt t="13507" x="3632200" y="2533650"/>
          <p14:tracePt t="13520" x="3644900" y="2533650"/>
          <p14:tracePt t="13537" x="3663950" y="2540000"/>
          <p14:tracePt t="13554" x="3676650" y="2546350"/>
          <p14:tracePt t="13570" x="3702050" y="2552700"/>
          <p14:tracePt t="13587" x="3727450" y="2565400"/>
          <p14:tracePt t="13603" x="3759200" y="2571750"/>
          <p14:tracePt t="13620" x="3771900" y="2578100"/>
          <p14:tracePt t="13637" x="3816350" y="2584450"/>
          <p14:tracePt t="13654" x="3860800" y="2590800"/>
          <p14:tracePt t="13670" x="3886200" y="2590800"/>
          <p14:tracePt t="13687" x="3924300" y="2590800"/>
          <p14:tracePt t="13703" x="3962400" y="2597150"/>
          <p14:tracePt t="13719" x="3987800" y="2597150"/>
          <p14:tracePt t="13737" x="4013200" y="2597150"/>
          <p14:tracePt t="13753" x="4038600" y="2597150"/>
          <p14:tracePt t="13786" x="4057650" y="2597150"/>
          <p14:tracePt t="13803" x="4064000" y="2597150"/>
          <p14:tracePt t="13820" x="4083050" y="2584450"/>
          <p14:tracePt t="13853" x="4089400" y="2578100"/>
          <p14:tracePt t="13869" x="4102100" y="2578100"/>
          <p14:tracePt t="13885" x="4108450" y="2578100"/>
          <p14:tracePt t="13902" x="4114800" y="2571750"/>
          <p14:tracePt t="13936" x="4121150" y="2571750"/>
          <p14:tracePt t="13960" x="4121150" y="2565400"/>
          <p14:tracePt t="13981" x="4127500" y="2565400"/>
          <p14:tracePt t="14003" x="4133850" y="2559050"/>
          <p14:tracePt t="14023" x="4140200" y="2559050"/>
          <p14:tracePt t="14065" x="4146550" y="2559050"/>
          <p14:tracePt t="14100" x="4152900" y="2559050"/>
          <p14:tracePt t="14171" x="4159250" y="2559050"/>
          <p14:tracePt t="14213" x="4165600" y="2552700"/>
          <p14:tracePt t="14255" x="4171950" y="2552700"/>
          <p14:tracePt t="14367" x="4178300" y="2552700"/>
          <p14:tracePt t="15004" x="4184650" y="2552700"/>
          <p14:tracePt t="15012" x="4197350" y="2552700"/>
          <p14:tracePt t="15033" x="4210050" y="2552700"/>
          <p14:tracePt t="15047" x="4222750" y="2552700"/>
          <p14:tracePt t="15054" x="4235450" y="2552700"/>
          <p14:tracePt t="15068" x="4254500" y="2552700"/>
          <p14:tracePt t="15082" x="4298950" y="2559050"/>
          <p14:tracePt t="15098" x="4318000" y="2559050"/>
          <p14:tracePt t="15115" x="4330700" y="2559050"/>
          <p14:tracePt t="15131" x="4368800" y="2559050"/>
          <p14:tracePt t="15148" x="4394200" y="2559050"/>
          <p14:tracePt t="15165" x="4406900" y="2565400"/>
          <p14:tracePt t="15181" x="4425950" y="2565400"/>
          <p14:tracePt t="15198" x="4432300" y="2565400"/>
          <p14:tracePt t="15215" x="4438650" y="2565400"/>
          <p14:tracePt t="17610" x="4470400" y="2578100"/>
          <p14:tracePt t="17617" x="4527550" y="2603500"/>
          <p14:tracePt t="17631" x="4578350" y="2635250"/>
          <p14:tracePt t="17640" x="4660900" y="2654300"/>
          <p14:tracePt t="17656" x="4775200" y="2686050"/>
          <p14:tracePt t="17673" x="5029200" y="2730500"/>
          <p14:tracePt t="17689" x="5295900" y="2749550"/>
          <p14:tracePt t="17706" x="5422900" y="2762250"/>
          <p14:tracePt t="17723" x="5638800" y="2768600"/>
          <p14:tracePt t="17739" x="5803900" y="2768600"/>
          <p14:tracePt t="17756" x="5873750" y="2755900"/>
          <p14:tracePt t="17773" x="5981700" y="2730500"/>
          <p14:tracePt t="17789" x="6051550" y="2711450"/>
          <p14:tracePt t="17806" x="6089650" y="2711450"/>
          <p14:tracePt t="17822" x="6115050" y="2705100"/>
          <p14:tracePt t="17838" x="6127750" y="2705100"/>
          <p14:tracePt t="17856" x="6172200" y="2705100"/>
          <p14:tracePt t="17872" x="6184900" y="2705100"/>
          <p14:tracePt t="17888" x="6191250" y="2705100"/>
          <p14:tracePt t="17905" x="6216650" y="2698750"/>
          <p14:tracePt t="17922" x="6242050" y="2698750"/>
          <p14:tracePt t="17938" x="6261100" y="2698750"/>
          <p14:tracePt t="17955" x="6299200" y="2698750"/>
          <p14:tracePt t="17972" x="6318250" y="2698750"/>
          <p14:tracePt t="17989" x="6343650" y="2698750"/>
          <p14:tracePt t="18004" x="6350000" y="2698750"/>
          <p14:tracePt t="18021" x="6356350" y="2698750"/>
          <p14:tracePt t="18038" x="6362700" y="2717800"/>
          <p14:tracePt t="18055" x="6362700" y="2730500"/>
          <p14:tracePt t="18072" x="6356350" y="2743200"/>
          <p14:tracePt t="18088" x="6273800" y="2794000"/>
          <p14:tracePt t="18105" x="6216650" y="2825750"/>
          <p14:tracePt t="18121" x="6159500" y="2851150"/>
          <p14:tracePt t="18137" x="5994400" y="2927350"/>
          <p14:tracePt t="18154" x="5962650" y="2940050"/>
          <p14:tracePt t="18172" x="5924550" y="2952750"/>
          <p14:tracePt t="18187" x="5924550" y="2959100"/>
          <p14:tracePt t="18227" x="5943600" y="2959100"/>
          <p14:tracePt t="18241" x="5962650" y="2959100"/>
          <p14:tracePt t="18254" x="6000750" y="2959100"/>
          <p14:tracePt t="18271" x="6108700" y="2946400"/>
          <p14:tracePt t="18287" x="6172200" y="2940050"/>
          <p14:tracePt t="18304" x="6330950" y="2921000"/>
          <p14:tracePt t="18320" x="6394450" y="2908300"/>
          <p14:tracePt t="18337" x="6477000" y="2889250"/>
          <p14:tracePt t="18354" x="6591300" y="2870200"/>
          <p14:tracePt t="18370" x="6623050" y="2870200"/>
          <p14:tracePt t="18387" x="6642100" y="2870200"/>
          <p14:tracePt t="18404" x="6661150" y="2863850"/>
          <p14:tracePt t="18439" x="6654800" y="2857500"/>
          <p14:tracePt t="18453" x="6635750" y="2857500"/>
          <p14:tracePt t="18469" x="6597650" y="2857500"/>
          <p14:tracePt t="18487" x="6496050" y="2863850"/>
          <p14:tracePt t="18503" x="6457950" y="2863850"/>
          <p14:tracePt t="18519" x="6400800" y="2876550"/>
          <p14:tracePt t="18536" x="6299200" y="2876550"/>
          <p14:tracePt t="18553" x="6216650" y="2882900"/>
          <p14:tracePt t="18570" x="6197600" y="2882900"/>
          <p14:tracePt t="18586" x="6172200" y="2882900"/>
          <p14:tracePt t="18603" x="6165850" y="2889250"/>
          <p14:tracePt t="18620" x="6165850" y="2895600"/>
          <p14:tracePt t="18652" x="6172200" y="2895600"/>
          <p14:tracePt t="18669" x="6210300" y="2889250"/>
          <p14:tracePt t="18686" x="6235700" y="2889250"/>
          <p14:tracePt t="18703" x="6267450" y="2882900"/>
          <p14:tracePt t="18719" x="6388100" y="2857500"/>
          <p14:tracePt t="18735" x="6438900" y="2851150"/>
          <p14:tracePt t="18753" x="6559550" y="2832100"/>
          <p14:tracePt t="18768" x="6597650" y="2819400"/>
          <p14:tracePt t="18785" x="6616700" y="2819400"/>
          <p14:tracePt t="18802" x="6654800" y="2819400"/>
          <p14:tracePt t="18818" x="6654800" y="2813050"/>
          <p14:tracePt t="18835" x="6654800" y="2806700"/>
          <p14:tracePt t="18852" x="6654800" y="2787650"/>
          <p14:tracePt t="18868" x="6667500" y="2768600"/>
          <p14:tracePt t="19372" x="6623050" y="2743200"/>
          <p14:tracePt t="19379" x="6546850" y="2717800"/>
          <p14:tracePt t="19393" x="6451600" y="2673350"/>
          <p14:tracePt t="19403" x="6356350" y="2641600"/>
          <p14:tracePt t="19416" x="6267450" y="2609850"/>
          <p14:tracePt t="19433" x="6096000" y="2571750"/>
          <p14:tracePt t="19450" x="5930900" y="2540000"/>
          <p14:tracePt t="19466" x="5835650" y="2533650"/>
          <p14:tracePt t="19484" x="5657850" y="2501900"/>
          <p14:tracePt t="19499" x="5454650" y="2482850"/>
          <p14:tracePt t="19516" x="5353050" y="2470150"/>
          <p14:tracePt t="19533" x="5232400" y="2463800"/>
          <p14:tracePt t="19549" x="5010150" y="2451100"/>
          <p14:tracePt t="19566" x="4794250" y="2451100"/>
          <p14:tracePt t="19583" x="4629150" y="2451100"/>
          <p14:tracePt t="19599" x="4546600" y="2444750"/>
          <p14:tracePt t="19616" x="4419600" y="2413000"/>
          <p14:tracePt t="19632" x="4298950" y="2406650"/>
          <p14:tracePt t="19649" x="4248150" y="2393950"/>
          <p14:tracePt t="19666" x="4146550" y="2349500"/>
          <p14:tracePt t="19682" x="4044950" y="2305050"/>
          <p14:tracePt t="19699" x="3994150" y="2279650"/>
          <p14:tracePt t="19716" x="3898900" y="2260600"/>
          <p14:tracePt t="19732" x="3803650" y="2241550"/>
          <p14:tracePt t="19749" x="3752850" y="2241550"/>
          <p14:tracePt t="19765" x="3695700" y="2241550"/>
          <p14:tracePt t="19782" x="3657600" y="2260600"/>
          <p14:tracePt t="19799" x="3651250" y="2260600"/>
          <p14:tracePt t="19815" x="3657600" y="22606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staticmethod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static method.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6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does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rec</a:t>
            </a:r>
            <a:r>
              <a:rPr lang="en-US" altLang="zh-TW" sz="2400" spc="-250" dirty="0">
                <a:solidFill>
                  <a:schemeClr val="bg1"/>
                </a:solidFill>
                <a:latin typeface="Consolas" panose="020B0609020204030204" pitchFamily="49" charset="0"/>
              </a:rPr>
              <a:t>ei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ve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implicit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260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rst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To declare a static method, use this idiom: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@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def f(arg1, arg2, ...):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    ...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50" dirty="0" smtClean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| 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Static methods in Python are similar to those </a:t>
            </a:r>
            <a:r>
              <a:rPr lang="en-US" altLang="zh-TW" sz="2400" spc="-2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of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Java or C++.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For a more advanced concept, see the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0" name="Trapezoid 9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16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1119">
        <p:blinds dir="vert"/>
      </p:transition>
    </mc:Choice>
    <mc:Fallback xmlns="">
      <p:transition spd="slow" advTm="21119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80" x="3689350" y="5740400"/>
          <p14:tracePt t="186" x="3689350" y="5721350"/>
          <p14:tracePt t="200" x="3695700" y="5676900"/>
          <p14:tracePt t="216" x="3702050" y="5638800"/>
          <p14:tracePt t="232" x="3714750" y="5594350"/>
          <p14:tracePt t="250" x="3727450" y="5524500"/>
          <p14:tracePt t="266" x="3733800" y="5467350"/>
          <p14:tracePt t="283" x="3733800" y="5397500"/>
          <p14:tracePt t="299" x="3733800" y="5270500"/>
          <p14:tracePt t="316" x="3721100" y="5175250"/>
          <p14:tracePt t="332" x="3714750" y="5080000"/>
          <p14:tracePt t="349" x="3714750" y="4927600"/>
          <p14:tracePt t="366" x="3702050" y="4806950"/>
          <p14:tracePt t="383" x="3702050" y="4667250"/>
          <p14:tracePt t="399" x="3689350" y="4572000"/>
          <p14:tracePt t="416" x="3676650" y="4470400"/>
          <p14:tracePt t="432" x="3644900" y="4305300"/>
          <p14:tracePt t="449" x="3613150" y="4184650"/>
          <p14:tracePt t="465" x="3587750" y="4076700"/>
          <p14:tracePt t="482" x="3530600" y="3898900"/>
          <p14:tracePt t="498" x="3467100" y="3784600"/>
          <p14:tracePt t="516" x="3327400" y="3575050"/>
          <p14:tracePt t="532" x="3225800" y="3435350"/>
          <p14:tracePt t="548" x="3092450" y="3295650"/>
          <p14:tracePt t="565" x="2901950" y="3092450"/>
          <p14:tracePt t="582" x="2781300" y="2984500"/>
          <p14:tracePt t="598" x="2679700" y="2908300"/>
          <p14:tracePt t="615" x="2533650" y="2819400"/>
          <p14:tracePt t="631" x="2438400" y="2781300"/>
          <p14:tracePt t="649" x="2298700" y="2724150"/>
          <p14:tracePt t="664" x="2235200" y="2692400"/>
          <p14:tracePt t="681" x="2171700" y="2660650"/>
          <p14:tracePt t="698" x="2127250" y="2647950"/>
          <p14:tracePt t="714" x="2101850" y="2635250"/>
          <p14:tracePt t="731" x="2089150" y="2609850"/>
          <p14:tracePt t="748" x="2063750" y="2590800"/>
          <p14:tracePt t="764" x="2051050" y="2578100"/>
          <p14:tracePt t="781" x="2044700" y="2565400"/>
          <p14:tracePt t="797" x="2012950" y="2533650"/>
          <p14:tracePt t="814" x="1993900" y="2514600"/>
          <p14:tracePt t="831" x="1955800" y="2495550"/>
          <p14:tracePt t="847" x="1905000" y="2457450"/>
          <p14:tracePt t="864" x="1847850" y="2425700"/>
          <p14:tracePt t="868" x="1828800" y="2413000"/>
          <p14:tracePt t="881" x="1784350" y="2381250"/>
          <p14:tracePt t="897" x="1746250" y="2362200"/>
          <p14:tracePt t="914" x="1708150" y="2336800"/>
          <p14:tracePt t="931" x="1670050" y="2292350"/>
          <p14:tracePt t="947" x="1657350" y="2273300"/>
          <p14:tracePt t="965" x="1638300" y="2247900"/>
          <p14:tracePt t="980" x="1625600" y="2241550"/>
          <p14:tracePt t="997" x="1619250" y="2228850"/>
          <p14:tracePt t="1014" x="1612900" y="2228850"/>
          <p14:tracePt t="1140" x="1606550" y="2228850"/>
          <p14:tracePt t="1196" x="1600200" y="2222500"/>
          <p14:tracePt t="1203" x="1593850" y="2222500"/>
          <p14:tracePt t="1217" x="1587500" y="2222500"/>
          <p14:tracePt t="1230" x="1587500" y="2216150"/>
          <p14:tracePt t="1246" x="1581150" y="2216150"/>
          <p14:tracePt t="1273" x="1581150" y="2209800"/>
          <p14:tracePt t="1308" x="1574800" y="2209800"/>
          <p14:tracePt t="1336" x="1568450" y="2209800"/>
          <p14:tracePt t="1357" x="1568450" y="2203450"/>
          <p14:tracePt t="1378" x="1568450" y="2197100"/>
          <p14:tracePt t="1385" x="1568450" y="2190750"/>
          <p14:tracePt t="1399" x="1568450" y="2184400"/>
          <p14:tracePt t="1411" x="1568450" y="2178050"/>
          <p14:tracePt t="1434" x="1568450" y="2171700"/>
          <p14:tracePt t="1819" x="1600200" y="2171700"/>
          <p14:tracePt t="1824" x="1670050" y="2171700"/>
          <p14:tracePt t="1832" x="1733550" y="2171700"/>
          <p14:tracePt t="1843" x="1797050" y="2159000"/>
          <p14:tracePt t="1861" x="2006600" y="2120900"/>
          <p14:tracePt t="1877" x="2152650" y="2095500"/>
          <p14:tracePt t="1893" x="2279650" y="2095500"/>
          <p14:tracePt t="1910" x="2438400" y="2089150"/>
          <p14:tracePt t="1927" x="2520950" y="2101850"/>
          <p14:tracePt t="1944" x="2609850" y="2108200"/>
          <p14:tracePt t="1960" x="2647950" y="2108200"/>
          <p14:tracePt t="1977" x="2673350" y="2114550"/>
          <p14:tracePt t="1994" x="2711450" y="2127250"/>
          <p14:tracePt t="2010" x="2724150" y="2127250"/>
          <p14:tracePt t="2026" x="2743200" y="2133600"/>
          <p14:tracePt t="2043" x="2762250" y="2133600"/>
          <p14:tracePt t="2060" x="2774950" y="2139950"/>
          <p14:tracePt t="2076" x="2787650" y="2139950"/>
          <p14:tracePt t="2093" x="2794000" y="2139950"/>
          <p14:tracePt t="2246" x="2800350" y="2139950"/>
          <p14:tracePt t="2252" x="2806700" y="2139950"/>
          <p14:tracePt t="2262" x="2813050" y="2139950"/>
          <p14:tracePt t="2276" x="2838450" y="2139950"/>
          <p14:tracePt t="2293" x="2870200" y="2139950"/>
          <p14:tracePt t="2310" x="2940050" y="2159000"/>
          <p14:tracePt t="2327" x="2997200" y="2159000"/>
          <p14:tracePt t="2342" x="3048000" y="2165350"/>
          <p14:tracePt t="2359" x="3124200" y="2152650"/>
          <p14:tracePt t="2375" x="3168650" y="2146300"/>
          <p14:tracePt t="2393" x="3206750" y="2139950"/>
          <p14:tracePt t="2409" x="3244850" y="2127250"/>
          <p14:tracePt t="2426" x="3263900" y="2114550"/>
          <p14:tracePt t="2442" x="3276600" y="2108200"/>
          <p14:tracePt t="2458" x="3282950" y="2108200"/>
          <p14:tracePt t="2492" x="3282950" y="2101850"/>
          <p14:tracePt t="2646" x="3289300" y="2101850"/>
          <p14:tracePt t="3113" x="3327400" y="2101850"/>
          <p14:tracePt t="3120" x="3378200" y="2089150"/>
          <p14:tracePt t="3126" x="3422650" y="2076450"/>
          <p14:tracePt t="3139" x="3486150" y="2044700"/>
          <p14:tracePt t="3157" x="3670300" y="1968500"/>
          <p14:tracePt t="3173" x="3778250" y="1911350"/>
          <p14:tracePt t="3190" x="3962400" y="1860550"/>
          <p14:tracePt t="3206" x="4083050" y="1828800"/>
          <p14:tracePt t="3222" x="4298950" y="1765300"/>
          <p14:tracePt t="3240" x="4470400" y="1746250"/>
          <p14:tracePt t="3256" x="4546600" y="1746250"/>
          <p14:tracePt t="3272" x="4673600" y="1746250"/>
          <p14:tracePt t="3289" x="4800600" y="1752600"/>
          <p14:tracePt t="3305" x="4845050" y="1765300"/>
          <p14:tracePt t="3323" x="4914900" y="1784350"/>
          <p14:tracePt t="3339" x="4965700" y="1790700"/>
          <p14:tracePt t="3355" x="4991100" y="1790700"/>
          <p14:tracePt t="3359" x="5003800" y="1797050"/>
          <p14:tracePt t="3374" x="5029200" y="1803400"/>
          <p14:tracePt t="3388" x="5054600" y="1803400"/>
          <p14:tracePt t="3405" x="5067300" y="1809750"/>
          <p14:tracePt t="3422" x="5080000" y="1816100"/>
          <p14:tracePt t="3438" x="5086350" y="1822450"/>
          <p14:tracePt t="3456" x="5105400" y="1828800"/>
          <p14:tracePt t="3472" x="5111750" y="1835150"/>
          <p14:tracePt t="3488" x="5118100" y="1841500"/>
          <p14:tracePt t="3505" x="5130800" y="1854200"/>
          <p14:tracePt t="3521" x="5137150" y="1866900"/>
          <p14:tracePt t="3538" x="5143500" y="1866900"/>
          <p14:tracePt t="3555" x="5143500" y="1873250"/>
          <p14:tracePt t="3632" x="5143500" y="1879600"/>
          <p14:tracePt t="3737" x="5137150" y="1879600"/>
          <p14:tracePt t="5031" x="5111750" y="1879600"/>
          <p14:tracePt t="5038" x="5067300" y="1879600"/>
          <p14:tracePt t="5052" x="5003800" y="1892300"/>
          <p14:tracePt t="5066" x="4940300" y="1911350"/>
          <p14:tracePt t="5083" x="4781550" y="1949450"/>
          <p14:tracePt t="5099" x="4699000" y="1968500"/>
          <p14:tracePt t="5116" x="4514850" y="2019300"/>
          <p14:tracePt t="5132" x="4324350" y="2070100"/>
          <p14:tracePt t="5150" x="4114800" y="2133600"/>
          <p14:tracePt t="5166" x="3994150" y="2184400"/>
          <p14:tracePt t="5182" x="3797300" y="2305050"/>
          <p14:tracePt t="5199" x="3600450" y="2387600"/>
          <p14:tracePt t="5215" x="3505200" y="2451100"/>
          <p14:tracePt t="5232" x="3397250" y="2489200"/>
          <p14:tracePt t="5248" x="3175000" y="2628900"/>
          <p14:tracePt t="5265" x="3124200" y="2660650"/>
          <p14:tracePt t="5282" x="3073400" y="2698750"/>
          <p14:tracePt t="5298" x="2997200" y="2736850"/>
          <p14:tracePt t="5315" x="2921000" y="2781300"/>
          <p14:tracePt t="5333" x="2863850" y="2813050"/>
          <p14:tracePt t="5348" x="2832100" y="2825750"/>
          <p14:tracePt t="5365" x="2762250" y="2863850"/>
          <p14:tracePt t="5382" x="2724150" y="2889250"/>
          <p14:tracePt t="5398" x="2698750" y="2914650"/>
          <p14:tracePt t="5415" x="2647950" y="2959100"/>
          <p14:tracePt t="5431" x="2584450" y="3028950"/>
          <p14:tracePt t="5448" x="2552700" y="3060700"/>
          <p14:tracePt t="5465" x="2501900" y="3117850"/>
          <p14:tracePt t="5481" x="2457450" y="3162300"/>
          <p14:tracePt t="5498" x="2444750" y="3175000"/>
          <p14:tracePt t="5515" x="2413000" y="3200400"/>
          <p14:tracePt t="5530" x="2393950" y="3238500"/>
          <p14:tracePt t="5548" x="2381250" y="3244850"/>
          <p14:tracePt t="5565" x="2368550" y="3270250"/>
          <p14:tracePt t="5581" x="2355850" y="3289300"/>
          <p14:tracePt t="5598" x="2349500" y="3308350"/>
          <p14:tracePt t="5614" x="2349500" y="3321050"/>
          <p14:tracePt t="6032" x="2362200" y="3321050"/>
          <p14:tracePt t="6039" x="2393950" y="3314700"/>
          <p14:tracePt t="6053" x="2425700" y="3302000"/>
          <p14:tracePt t="6062" x="2463800" y="3295650"/>
          <p14:tracePt t="6079" x="2520950" y="3282950"/>
          <p14:tracePt t="6096" x="2628900" y="3244850"/>
          <p14:tracePt t="6114" x="2774950" y="3219450"/>
          <p14:tracePt t="6129" x="2851150" y="3200400"/>
          <p14:tracePt t="6145" x="3009900" y="3181350"/>
          <p14:tracePt t="6162" x="3073400" y="3168650"/>
          <p14:tracePt t="6180" x="3282950" y="3162300"/>
          <p14:tracePt t="6195" x="3359150" y="3149600"/>
          <p14:tracePt t="6212" x="3422650" y="3149600"/>
          <p14:tracePt t="6229" x="3556000" y="3130550"/>
          <p14:tracePt t="6245" x="3644900" y="3111500"/>
          <p14:tracePt t="6262" x="3689350" y="3111500"/>
          <p14:tracePt t="6279" x="3765550" y="3117850"/>
          <p14:tracePt t="6302" x="3835400" y="3124200"/>
          <p14:tracePt t="6314" x="3905250" y="3124200"/>
          <p14:tracePt t="6329" x="3943350" y="3124200"/>
          <p14:tracePt t="6346" x="4006850" y="3124200"/>
          <p14:tracePt t="6362" x="4076700" y="3124200"/>
          <p14:tracePt t="6378" x="4095750" y="3124200"/>
          <p14:tracePt t="6395" x="4146550" y="3124200"/>
          <p14:tracePt t="6412" x="4191000" y="3124200"/>
          <p14:tracePt t="6428" x="4216400" y="3124200"/>
          <p14:tracePt t="6444" x="4241800" y="3130550"/>
          <p14:tracePt t="6462" x="4318000" y="3130550"/>
          <p14:tracePt t="6478" x="4349750" y="3130550"/>
          <p14:tracePt t="6495" x="4400550" y="3124200"/>
          <p14:tracePt t="6512" x="4419600" y="3117850"/>
          <p14:tracePt t="6527" x="4476750" y="3111500"/>
          <p14:tracePt t="6545" x="4527550" y="3098800"/>
          <p14:tracePt t="6561" x="4559300" y="3086100"/>
          <p14:tracePt t="6577" x="4610100" y="3073400"/>
          <p14:tracePt t="6594" x="4648200" y="3048000"/>
          <p14:tracePt t="6611" x="4679950" y="3041650"/>
          <p14:tracePt t="6628" x="4730750" y="3028950"/>
          <p14:tracePt t="6644" x="4787900" y="3016250"/>
          <p14:tracePt t="6661" x="4806950" y="3009900"/>
          <p14:tracePt t="6677" x="4857750" y="2990850"/>
          <p14:tracePt t="6694" x="4889500" y="2984500"/>
          <p14:tracePt t="6710" x="4914900" y="2984500"/>
          <p14:tracePt t="6727" x="4946650" y="2978150"/>
          <p14:tracePt t="6744" x="4972050" y="2971800"/>
          <p14:tracePt t="6761" x="4997450" y="2965450"/>
          <p14:tracePt t="6776" x="5003800" y="2965450"/>
          <p14:tracePt t="6811" x="5022850" y="2965450"/>
          <p14:tracePt t="6827" x="5035550" y="2965450"/>
          <p14:tracePt t="6860" x="5035550" y="2971800"/>
          <p14:tracePt t="7202" x="5092700" y="2971800"/>
          <p14:tracePt t="7216" x="5200650" y="2959100"/>
          <p14:tracePt t="7222" x="5314950" y="2946400"/>
          <p14:tracePt t="7237" x="5429250" y="2927350"/>
          <p14:tracePt t="7245" x="5543550" y="2908300"/>
          <p14:tracePt t="7258" x="5645150" y="2895600"/>
          <p14:tracePt t="7275" x="5861050" y="2876550"/>
          <p14:tracePt t="7292" x="5956300" y="2857500"/>
          <p14:tracePt t="7308" x="6146800" y="2838450"/>
          <p14:tracePt t="7325" x="6286500" y="2838450"/>
          <p14:tracePt t="7342" x="6400800" y="2825750"/>
          <p14:tracePt t="7358" x="6445250" y="2825750"/>
          <p14:tracePt t="7375" x="6483350" y="2825750"/>
          <p14:tracePt t="7392" x="6553200" y="2825750"/>
          <p14:tracePt t="7408" x="6572250" y="2825750"/>
          <p14:tracePt t="7425" x="6591300" y="2825750"/>
          <p14:tracePt t="7441" x="6635750" y="2819400"/>
          <p14:tracePt t="7458" x="6667500" y="2813050"/>
          <p14:tracePt t="7475" x="6705600" y="2806700"/>
          <p14:tracePt t="7491" x="6724650" y="2800350"/>
          <p14:tracePt t="7507" x="6756400" y="2800350"/>
          <p14:tracePt t="7525" x="6788150" y="2794000"/>
          <p14:tracePt t="7541" x="6819900" y="2794000"/>
          <p14:tracePt t="7557" x="6864350" y="2787650"/>
          <p14:tracePt t="7574" x="6915150" y="2787650"/>
          <p14:tracePt t="7591" x="6946900" y="2787650"/>
          <p14:tracePt t="7608" x="7004050" y="2794000"/>
          <p14:tracePt t="7624" x="7042150" y="2794000"/>
          <p14:tracePt t="7640" x="7112000" y="2800350"/>
          <p14:tracePt t="7658" x="7150100" y="2800350"/>
          <p14:tracePt t="7674" x="7219950" y="2819400"/>
          <p14:tracePt t="7690" x="7264400" y="2825750"/>
          <p14:tracePt t="7707" x="7334250" y="2844800"/>
          <p14:tracePt t="7724" x="7359650" y="2851150"/>
          <p14:tracePt t="7740" x="7423150" y="2863850"/>
          <p14:tracePt t="7757" x="7461250" y="2870200"/>
          <p14:tracePt t="7773" x="7480300" y="2870200"/>
          <p14:tracePt t="7790" x="7505700" y="2876550"/>
          <p14:tracePt t="7807" x="7531100" y="2876550"/>
          <p14:tracePt t="7823" x="7543800" y="2882900"/>
          <p14:tracePt t="7840" x="7562850" y="2889250"/>
          <p14:tracePt t="7856" x="7575550" y="2889250"/>
          <p14:tracePt t="7873" x="7575550" y="2895600"/>
          <p14:tracePt t="7890" x="7581900" y="2895600"/>
          <p14:tracePt t="7924" x="7588250" y="2895600"/>
          <p14:tracePt t="8036" x="7588250" y="2901950"/>
          <p14:tracePt t="8043" x="7588250" y="2908300"/>
          <p14:tracePt t="9778" x="7569200" y="2908300"/>
          <p14:tracePt t="9785" x="7531100" y="2895600"/>
          <p14:tracePt t="9802" x="7473950" y="2889250"/>
          <p14:tracePt t="9817" x="7366000" y="2863850"/>
          <p14:tracePt t="9833" x="7315200" y="2844800"/>
          <p14:tracePt t="9850" x="7169150" y="2806700"/>
          <p14:tracePt t="9866" x="7099300" y="2794000"/>
          <p14:tracePt t="9883" x="6959600" y="2774950"/>
          <p14:tracePt t="9899" x="6813550" y="2755900"/>
          <p14:tracePt t="9916" x="6762750" y="2749550"/>
          <p14:tracePt t="9933" x="6642100" y="2736850"/>
          <p14:tracePt t="9950" x="6489700" y="2730500"/>
          <p14:tracePt t="9966" x="6426200" y="2717800"/>
          <p14:tracePt t="9983" x="6273800" y="2717800"/>
          <p14:tracePt t="9999" x="6115050" y="2711450"/>
          <p14:tracePt t="10016" x="6064250" y="2711450"/>
          <p14:tracePt t="10033" x="5975350" y="2711450"/>
          <p14:tracePt t="10049" x="5829300" y="2711450"/>
          <p14:tracePt t="10067" x="5689600" y="2730500"/>
          <p14:tracePt t="10082" x="5613400" y="2730500"/>
          <p14:tracePt t="10099" x="5454650" y="2762250"/>
          <p14:tracePt t="10116" x="5340350" y="2768600"/>
          <p14:tracePt t="10132" x="5295900" y="2781300"/>
          <p14:tracePt t="10149" x="5270500" y="2781300"/>
          <p14:tracePt t="10166" x="5194300" y="2781300"/>
          <p14:tracePt t="10182" x="5162550" y="2787650"/>
          <p14:tracePt t="10200" x="5092700" y="2800350"/>
          <p14:tracePt t="10215" x="5060950" y="2800350"/>
          <p14:tracePt t="10231" x="5022850" y="2806700"/>
          <p14:tracePt t="10249" x="4984750" y="2819400"/>
          <p14:tracePt t="10265" x="4978400" y="2819400"/>
          <p14:tracePt t="10282" x="4953000" y="2819400"/>
          <p14:tracePt t="10298" x="4933950" y="2825750"/>
          <p14:tracePt t="10315" x="4927600" y="2832100"/>
          <p14:tracePt t="10331" x="4908550" y="2844800"/>
          <p14:tracePt t="10348" x="4889500" y="2857500"/>
          <p14:tracePt t="10365" x="4876800" y="2863850"/>
          <p14:tracePt t="10382" x="4864100" y="2870200"/>
          <p14:tracePt t="10397" x="4851400" y="2882900"/>
          <p14:tracePt t="10414" x="4838700" y="2895600"/>
          <p14:tracePt t="10431" x="4832350" y="2901950"/>
          <p14:tracePt t="10448" x="4826000" y="2914650"/>
          <p14:tracePt t="10467" x="4819650" y="2921000"/>
          <p14:tracePt t="10487" x="4819650" y="2933700"/>
          <p14:tracePt t="10508" x="4813300" y="2933700"/>
          <p14:tracePt t="10571" x="4806950" y="2940050"/>
          <p14:tracePt t="10606" x="4806950" y="2946400"/>
          <p14:tracePt t="10669" x="4800600" y="2946400"/>
          <p14:tracePt t="12264" x="4787900" y="2946400"/>
          <p14:tracePt t="12278" x="4768850" y="2946400"/>
          <p14:tracePt t="12292" x="4762500" y="2940050"/>
          <p14:tracePt t="12299" x="4749800" y="2940050"/>
          <p14:tracePt t="12313" x="4743450" y="2940050"/>
          <p14:tracePt t="12324" x="4737100" y="2933700"/>
          <p14:tracePt t="12341" x="4705350" y="2927350"/>
          <p14:tracePt t="12357" x="4686300" y="2927350"/>
          <p14:tracePt t="12374" x="4660900" y="2921000"/>
          <p14:tracePt t="12391" x="4616450" y="2914650"/>
          <p14:tracePt t="12407" x="4584700" y="2908300"/>
          <p14:tracePt t="12424" x="4527550" y="2895600"/>
          <p14:tracePt t="12440" x="4445000" y="2876550"/>
          <p14:tracePt t="12457" x="4400550" y="2857500"/>
          <p14:tracePt t="12474" x="4375150" y="2851150"/>
          <p14:tracePt t="12477" x="4343400" y="2838450"/>
          <p14:tracePt t="12490" x="4292600" y="2813050"/>
          <p14:tracePt t="12507" x="4267200" y="2800350"/>
          <p14:tracePt t="12524" x="4229100" y="2781300"/>
          <p14:tracePt t="12540" x="4210050" y="2768600"/>
          <p14:tracePt t="12557" x="4171950" y="2736850"/>
          <p14:tracePt t="12573" x="4127500" y="2692400"/>
          <p14:tracePt t="12590" x="4114800" y="2673350"/>
          <p14:tracePt t="12607" x="4070350" y="2628900"/>
          <p14:tracePt t="12623" x="4032250" y="2597150"/>
          <p14:tracePt t="12640" x="4019550" y="2578100"/>
          <p14:tracePt t="12657" x="3994150" y="2559050"/>
          <p14:tracePt t="12673" x="3975100" y="2546350"/>
          <p14:tracePt t="12690" x="3962400" y="2540000"/>
          <p14:tracePt t="12706" x="3949700" y="2527300"/>
          <p14:tracePt t="12723" x="3937000" y="2527300"/>
          <p14:tracePt t="12740" x="3924300" y="2520950"/>
          <p14:tracePt t="12756" x="3917950" y="2520950"/>
          <p14:tracePt t="12773" x="3898900" y="2514600"/>
          <p14:tracePt t="12790" x="3892550" y="2514600"/>
          <p14:tracePt t="12806" x="3886200" y="2508250"/>
          <p14:tracePt t="12822" x="3879850" y="2508250"/>
          <p14:tracePt t="12839" x="3848100" y="2495550"/>
          <p14:tracePt t="12856" x="3841750" y="2495550"/>
          <p14:tracePt t="12873" x="3835400" y="2489200"/>
          <p14:tracePt t="12889" x="3797300" y="2476500"/>
          <p14:tracePt t="12906" x="3778250" y="2470150"/>
          <p14:tracePt t="12923" x="3752850" y="2463800"/>
          <p14:tracePt t="12955" x="3733800" y="2463800"/>
          <p14:tracePt t="12959" x="3727450" y="2463800"/>
          <p14:tracePt t="12975" x="3721100" y="2463800"/>
          <p14:tracePt t="12988" x="3714750" y="2463800"/>
          <p14:tracePt t="13021" x="3708400" y="2463800"/>
          <p14:tracePt t="13042" x="3702050" y="2463800"/>
          <p14:tracePt t="13070" x="3689350" y="2470150"/>
          <p14:tracePt t="13091" x="3683000" y="2476500"/>
          <p14:tracePt t="13112" x="3676650" y="2476500"/>
          <p14:tracePt t="13119" x="3676650" y="2482850"/>
          <p14:tracePt t="13133" x="3670300" y="2482850"/>
          <p14:tracePt t="13161" x="3663950" y="2482850"/>
          <p14:tracePt t="13182" x="3657600" y="2482850"/>
          <p14:tracePt t="13189" x="3651250" y="2482850"/>
          <p14:tracePt t="13210" x="3638550" y="2489200"/>
          <p14:tracePt t="13231" x="3632200" y="2489200"/>
          <p14:tracePt t="13252" x="3625850" y="2495550"/>
          <p14:tracePt t="13301" x="3619500" y="2501900"/>
          <p14:tracePt t="13322" x="3613150" y="2501900"/>
          <p14:tracePt t="13350" x="3606800" y="2501900"/>
          <p14:tracePt t="13372" x="3600450" y="2508250"/>
          <p14:tracePt t="13399" x="3600450" y="2514600"/>
          <p14:tracePt t="13420" x="3600450" y="2520950"/>
          <p14:tracePt t="13441" x="3606800" y="2520950"/>
          <p14:tracePt t="13456" x="3613150" y="2520950"/>
          <p14:tracePt t="13463" x="3619500" y="2520950"/>
          <p14:tracePt t="13470" x="3625850" y="2527300"/>
          <p14:tracePt t="13490" x="3632200" y="2527300"/>
          <p14:tracePt t="13507" x="3632200" y="2533650"/>
          <p14:tracePt t="13520" x="3644900" y="2533650"/>
          <p14:tracePt t="13537" x="3663950" y="2540000"/>
          <p14:tracePt t="13554" x="3676650" y="2546350"/>
          <p14:tracePt t="13570" x="3702050" y="2552700"/>
          <p14:tracePt t="13587" x="3727450" y="2565400"/>
          <p14:tracePt t="13603" x="3759200" y="2571750"/>
          <p14:tracePt t="13620" x="3771900" y="2578100"/>
          <p14:tracePt t="13637" x="3816350" y="2584450"/>
          <p14:tracePt t="13654" x="3860800" y="2590800"/>
          <p14:tracePt t="13670" x="3886200" y="2590800"/>
          <p14:tracePt t="13687" x="3924300" y="2590800"/>
          <p14:tracePt t="13703" x="3962400" y="2597150"/>
          <p14:tracePt t="13719" x="3987800" y="2597150"/>
          <p14:tracePt t="13737" x="4013200" y="2597150"/>
          <p14:tracePt t="13753" x="4038600" y="2597150"/>
          <p14:tracePt t="13786" x="4057650" y="2597150"/>
          <p14:tracePt t="13803" x="4064000" y="2597150"/>
          <p14:tracePt t="13820" x="4083050" y="2584450"/>
          <p14:tracePt t="13853" x="4089400" y="2578100"/>
          <p14:tracePt t="13869" x="4102100" y="2578100"/>
          <p14:tracePt t="13885" x="4108450" y="2578100"/>
          <p14:tracePt t="13902" x="4114800" y="2571750"/>
          <p14:tracePt t="13936" x="4121150" y="2571750"/>
          <p14:tracePt t="13960" x="4121150" y="2565400"/>
          <p14:tracePt t="13981" x="4127500" y="2565400"/>
          <p14:tracePt t="14003" x="4133850" y="2559050"/>
          <p14:tracePt t="14023" x="4140200" y="2559050"/>
          <p14:tracePt t="14065" x="4146550" y="2559050"/>
          <p14:tracePt t="14100" x="4152900" y="2559050"/>
          <p14:tracePt t="14171" x="4159250" y="2559050"/>
          <p14:tracePt t="14213" x="4165600" y="2552700"/>
          <p14:tracePt t="14255" x="4171950" y="2552700"/>
          <p14:tracePt t="14367" x="4178300" y="2552700"/>
          <p14:tracePt t="15004" x="4184650" y="2552700"/>
          <p14:tracePt t="15012" x="4197350" y="2552700"/>
          <p14:tracePt t="15033" x="4210050" y="2552700"/>
          <p14:tracePt t="15047" x="4222750" y="2552700"/>
          <p14:tracePt t="15054" x="4235450" y="2552700"/>
          <p14:tracePt t="15068" x="4254500" y="2552700"/>
          <p14:tracePt t="15082" x="4298950" y="2559050"/>
          <p14:tracePt t="15098" x="4318000" y="2559050"/>
          <p14:tracePt t="15115" x="4330700" y="2559050"/>
          <p14:tracePt t="15131" x="4368800" y="2559050"/>
          <p14:tracePt t="15148" x="4394200" y="2559050"/>
          <p14:tracePt t="15165" x="4406900" y="2565400"/>
          <p14:tracePt t="15181" x="4425950" y="2565400"/>
          <p14:tracePt t="15198" x="4432300" y="2565400"/>
          <p14:tracePt t="15215" x="4438650" y="2565400"/>
          <p14:tracePt t="17610" x="4470400" y="2578100"/>
          <p14:tracePt t="17617" x="4527550" y="2603500"/>
          <p14:tracePt t="17631" x="4578350" y="2635250"/>
          <p14:tracePt t="17640" x="4660900" y="2654300"/>
          <p14:tracePt t="17656" x="4775200" y="2686050"/>
          <p14:tracePt t="17673" x="5029200" y="2730500"/>
          <p14:tracePt t="17689" x="5295900" y="2749550"/>
          <p14:tracePt t="17706" x="5422900" y="2762250"/>
          <p14:tracePt t="17723" x="5638800" y="2768600"/>
          <p14:tracePt t="17739" x="5803900" y="2768600"/>
          <p14:tracePt t="17756" x="5873750" y="2755900"/>
          <p14:tracePt t="17773" x="5981700" y="2730500"/>
          <p14:tracePt t="17789" x="6051550" y="2711450"/>
          <p14:tracePt t="17806" x="6089650" y="2711450"/>
          <p14:tracePt t="17822" x="6115050" y="2705100"/>
          <p14:tracePt t="17838" x="6127750" y="2705100"/>
          <p14:tracePt t="17856" x="6172200" y="2705100"/>
          <p14:tracePt t="17872" x="6184900" y="2705100"/>
          <p14:tracePt t="17888" x="6191250" y="2705100"/>
          <p14:tracePt t="17905" x="6216650" y="2698750"/>
          <p14:tracePt t="17922" x="6242050" y="2698750"/>
          <p14:tracePt t="17938" x="6261100" y="2698750"/>
          <p14:tracePt t="17955" x="6299200" y="2698750"/>
          <p14:tracePt t="17972" x="6318250" y="2698750"/>
          <p14:tracePt t="17989" x="6343650" y="2698750"/>
          <p14:tracePt t="18004" x="6350000" y="2698750"/>
          <p14:tracePt t="18021" x="6356350" y="2698750"/>
          <p14:tracePt t="18038" x="6362700" y="2717800"/>
          <p14:tracePt t="18055" x="6362700" y="2730500"/>
          <p14:tracePt t="18072" x="6356350" y="2743200"/>
          <p14:tracePt t="18088" x="6273800" y="2794000"/>
          <p14:tracePt t="18105" x="6216650" y="2825750"/>
          <p14:tracePt t="18121" x="6159500" y="2851150"/>
          <p14:tracePt t="18137" x="5994400" y="2927350"/>
          <p14:tracePt t="18154" x="5962650" y="2940050"/>
          <p14:tracePt t="18172" x="5924550" y="2952750"/>
          <p14:tracePt t="18187" x="5924550" y="2959100"/>
          <p14:tracePt t="18227" x="5943600" y="2959100"/>
          <p14:tracePt t="18241" x="5962650" y="2959100"/>
          <p14:tracePt t="18254" x="6000750" y="2959100"/>
          <p14:tracePt t="18271" x="6108700" y="2946400"/>
          <p14:tracePt t="18287" x="6172200" y="2940050"/>
          <p14:tracePt t="18304" x="6330950" y="2921000"/>
          <p14:tracePt t="18320" x="6394450" y="2908300"/>
          <p14:tracePt t="18337" x="6477000" y="2889250"/>
          <p14:tracePt t="18354" x="6591300" y="2870200"/>
          <p14:tracePt t="18370" x="6623050" y="2870200"/>
          <p14:tracePt t="18387" x="6642100" y="2870200"/>
          <p14:tracePt t="18404" x="6661150" y="2863850"/>
          <p14:tracePt t="18439" x="6654800" y="2857500"/>
          <p14:tracePt t="18453" x="6635750" y="2857500"/>
          <p14:tracePt t="18469" x="6597650" y="2857500"/>
          <p14:tracePt t="18487" x="6496050" y="2863850"/>
          <p14:tracePt t="18503" x="6457950" y="2863850"/>
          <p14:tracePt t="18519" x="6400800" y="2876550"/>
          <p14:tracePt t="18536" x="6299200" y="2876550"/>
          <p14:tracePt t="18553" x="6216650" y="2882900"/>
          <p14:tracePt t="18570" x="6197600" y="2882900"/>
          <p14:tracePt t="18586" x="6172200" y="2882900"/>
          <p14:tracePt t="18603" x="6165850" y="2889250"/>
          <p14:tracePt t="18620" x="6165850" y="2895600"/>
          <p14:tracePt t="18652" x="6172200" y="2895600"/>
          <p14:tracePt t="18669" x="6210300" y="2889250"/>
          <p14:tracePt t="18686" x="6235700" y="2889250"/>
          <p14:tracePt t="18703" x="6267450" y="2882900"/>
          <p14:tracePt t="18719" x="6388100" y="2857500"/>
          <p14:tracePt t="18735" x="6438900" y="2851150"/>
          <p14:tracePt t="18753" x="6559550" y="2832100"/>
          <p14:tracePt t="18768" x="6597650" y="2819400"/>
          <p14:tracePt t="18785" x="6616700" y="2819400"/>
          <p14:tracePt t="18802" x="6654800" y="2819400"/>
          <p14:tracePt t="18818" x="6654800" y="2813050"/>
          <p14:tracePt t="18835" x="6654800" y="2806700"/>
          <p14:tracePt t="18852" x="6654800" y="2787650"/>
          <p14:tracePt t="18868" x="6667500" y="2768600"/>
          <p14:tracePt t="19372" x="6623050" y="2743200"/>
          <p14:tracePt t="19379" x="6546850" y="2717800"/>
          <p14:tracePt t="19393" x="6451600" y="2673350"/>
          <p14:tracePt t="19403" x="6356350" y="2641600"/>
          <p14:tracePt t="19416" x="6267450" y="2609850"/>
          <p14:tracePt t="19433" x="6096000" y="2571750"/>
          <p14:tracePt t="19450" x="5930900" y="2540000"/>
          <p14:tracePt t="19466" x="5835650" y="2533650"/>
          <p14:tracePt t="19484" x="5657850" y="2501900"/>
          <p14:tracePt t="19499" x="5454650" y="2482850"/>
          <p14:tracePt t="19516" x="5353050" y="2470150"/>
          <p14:tracePt t="19533" x="5232400" y="2463800"/>
          <p14:tracePt t="19549" x="5010150" y="2451100"/>
          <p14:tracePt t="19566" x="4794250" y="2451100"/>
          <p14:tracePt t="19583" x="4629150" y="2451100"/>
          <p14:tracePt t="19599" x="4546600" y="2444750"/>
          <p14:tracePt t="19616" x="4419600" y="2413000"/>
          <p14:tracePt t="19632" x="4298950" y="2406650"/>
          <p14:tracePt t="19649" x="4248150" y="2393950"/>
          <p14:tracePt t="19666" x="4146550" y="2349500"/>
          <p14:tracePt t="19682" x="4044950" y="2305050"/>
          <p14:tracePt t="19699" x="3994150" y="2279650"/>
          <p14:tracePt t="19716" x="3898900" y="2260600"/>
          <p14:tracePt t="19732" x="3803650" y="2241550"/>
          <p14:tracePt t="19749" x="3752850" y="2241550"/>
          <p14:tracePt t="19765" x="3695700" y="2241550"/>
          <p14:tracePt t="19782" x="3657600" y="2260600"/>
          <p14:tracePt t="19799" x="3651250" y="2260600"/>
          <p14:tracePt t="19815" x="3657600" y="226060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084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iter(callable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sentinel) -&gt; iterator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A6A6A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own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callable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called until it returns the sentinel.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next.__doc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sorted({*StillLeft}-{'open','</a:t>
            </a:r>
            <a:r>
              <a:rPr lang="en-US" altLang="zh-TW" sz="2600" dirty="0" err="1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','next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'})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dirty="0">
                <a:solidFill>
                  <a:srgbClr val="FFFFFF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84000"/>
              </a:lnSpc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129486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pc="-100" dirty="0" smtClean="0">
                <a:solidFill>
                  <a:srgbClr val="2D2DB9"/>
                </a:solidFill>
              </a:rPr>
              <a:t>help(</a:t>
            </a:r>
            <a:r>
              <a:rPr lang="en-US" altLang="en-US" spc="-100" dirty="0" err="1" smtClean="0">
                <a:solidFill>
                  <a:srgbClr val="2D2DB9"/>
                </a:solidFill>
              </a:rPr>
              <a:t>staticmethod</a:t>
            </a:r>
            <a:r>
              <a:rPr lang="en-US" altLang="en-US" spc="-100" dirty="0" smtClean="0">
                <a:solidFill>
                  <a:srgbClr val="2D2DB9"/>
                </a:solidFill>
              </a:rPr>
              <a:t>)</a:t>
            </a:r>
            <a:endParaRPr lang="en-US" altLang="en-US" spc="-200" dirty="0">
              <a:solidFill>
                <a:srgbClr val="2D2DB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 anchorCtr="0"/>
          <a:lstStyle/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Help on class </a:t>
            </a:r>
            <a:r>
              <a:rPr lang="en-US" altLang="zh-TW" sz="2400" spc="-100" dirty="0" err="1">
                <a:solidFill>
                  <a:srgbClr val="A6A6A6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in module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builtins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84000"/>
              </a:lnSpc>
            </a:pPr>
            <a:endParaRPr lang="en-US" altLang="zh-TW" sz="2400" spc="-100" dirty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class </a:t>
            </a:r>
            <a:r>
              <a:rPr lang="en-US" altLang="zh-TW" sz="2400" spc="-100" dirty="0" err="1">
                <a:solidFill>
                  <a:srgbClr val="9F9F9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(object)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 err="1">
                <a:solidFill>
                  <a:srgbClr val="FFE600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spc="-100" dirty="0">
                <a:solidFill>
                  <a:srgbClr val="FFE600"/>
                </a:solidFill>
                <a:latin typeface="Consolas" panose="020B0609020204030204" pitchFamily="49" charset="0"/>
              </a:rPr>
              <a:t>(function) -&gt; method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prstClr val="white"/>
                </a:solidFill>
                <a:latin typeface="Consolas" panose="020B0609020204030204" pitchFamily="49" charset="0"/>
              </a:rPr>
              <a:t>Convert a function to be a static method.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6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static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method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does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altLang="zh-TW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rec</a:t>
            </a:r>
            <a:r>
              <a:rPr lang="en-US" altLang="zh-TW" sz="2400" spc="-250" dirty="0">
                <a:solidFill>
                  <a:schemeClr val="bg1"/>
                </a:solidFill>
                <a:latin typeface="Consolas" panose="020B0609020204030204" pitchFamily="49" charset="0"/>
              </a:rPr>
              <a:t>ei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ve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implicit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260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rst</a:t>
            </a:r>
            <a:r>
              <a:rPr lang="en-US" altLang="zh-TW" sz="1800" spc="-1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argumen</a:t>
            </a:r>
            <a:r>
              <a:rPr lang="en-US" altLang="zh-TW" sz="2400" spc="-400" dirty="0">
                <a:solidFill>
                  <a:schemeClr val="bg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spc="-16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srgbClr val="FFFF00"/>
                </a:solidFill>
                <a:latin typeface="Consolas" panose="020B0609020204030204" pitchFamily="49" charset="0"/>
              </a:rPr>
              <a:t>To declare a static method, use this idiom: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</a:t>
            </a:r>
            <a:r>
              <a:rPr lang="en-US" altLang="zh-TW" sz="24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class C: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00" dirty="0">
                <a:solidFill>
                  <a:srgbClr val="FFFF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TW" sz="24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@</a:t>
            </a:r>
            <a:r>
              <a:rPr lang="en-US" altLang="zh-TW" sz="2400" b="1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staticmethod</a:t>
            </a:r>
            <a:endParaRPr lang="en-US" altLang="zh-TW" sz="2400" b="1" spc="-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</a:t>
            </a:r>
            <a:r>
              <a:rPr lang="en-US" altLang="zh-TW" sz="24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def f(arg1, arg2, ...):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             </a:t>
            </a:r>
            <a:r>
              <a:rPr lang="en-US" altLang="zh-TW" sz="2400" b="1" spc="-100" dirty="0">
                <a:solidFill>
                  <a:srgbClr val="FFFF00"/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6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called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class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15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C.f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())</a:t>
            </a:r>
            <a:r>
              <a:rPr lang="en-US" altLang="zh-TW" sz="1800" spc="-4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1800" spc="-20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spc="-200" dirty="0" err="1">
                <a:solidFill>
                  <a:srgbClr val="9F9F9F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0" dirty="0" err="1">
                <a:solidFill>
                  <a:srgbClr val="9F9F9F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. C().f())</a:t>
            </a:r>
            <a:r>
              <a:rPr lang="en-US" altLang="zh-TW" sz="2400" spc="-200" dirty="0">
                <a:solidFill>
                  <a:srgbClr val="9F9F9F"/>
                </a:solidFill>
                <a:latin typeface="Consolas" panose="020B0609020204030204" pitchFamily="49" charset="0"/>
              </a:rPr>
              <a:t>.  The instance is ignored except for its clas</a:t>
            </a:r>
            <a:r>
              <a:rPr lang="en-US" altLang="zh-TW" sz="2400" spc="-400" dirty="0">
                <a:solidFill>
                  <a:srgbClr val="9F9F9F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400" spc="-2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  <a:endParaRPr lang="en-US" altLang="zh-TW" sz="2400" spc="-150" dirty="0" smtClean="0">
              <a:solidFill>
                <a:srgbClr val="9F9F9F"/>
              </a:solidFill>
              <a:latin typeface="Consolas" panose="020B0609020204030204" pitchFamily="49" charset="0"/>
            </a:endParaRP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|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| 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Static methods in Python are similar to those </a:t>
            </a:r>
            <a:r>
              <a:rPr lang="en-US" altLang="zh-TW" sz="2400" spc="-250" dirty="0" smtClean="0">
                <a:solidFill>
                  <a:srgbClr val="9F9F9F"/>
                </a:solidFill>
                <a:latin typeface="Consolas" panose="020B0609020204030204" pitchFamily="49" charset="0"/>
              </a:rPr>
              <a:t>of </a:t>
            </a:r>
            <a:r>
              <a:rPr lang="en-US" altLang="zh-TW" sz="2400" spc="-250" dirty="0">
                <a:solidFill>
                  <a:srgbClr val="9F9F9F"/>
                </a:solidFill>
                <a:latin typeface="Consolas" panose="020B0609020204030204" pitchFamily="49" charset="0"/>
              </a:rPr>
              <a:t>Java or C++.</a:t>
            </a:r>
          </a:p>
          <a:p>
            <a:pPr>
              <a:lnSpc>
                <a:spcPct val="84000"/>
              </a:lnSpc>
            </a:pPr>
            <a:r>
              <a:rPr lang="en-US" altLang="zh-TW" sz="2400" spc="-100" dirty="0">
                <a:solidFill>
                  <a:srgbClr val="9F9F9F"/>
                </a:solidFill>
                <a:latin typeface="Consolas" panose="020B0609020204030204" pitchFamily="49" charset="0"/>
              </a:rPr>
              <a:t> |  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For a more advanced concept, see the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spc="-160" dirty="0" err="1">
                <a:solidFill>
                  <a:srgbClr val="9F9F9F"/>
                </a:solidFill>
                <a:latin typeface="Consolas" panose="020B0609020204030204" pitchFamily="49" charset="0"/>
              </a:rPr>
              <a:t>builtin</a:t>
            </a:r>
            <a:r>
              <a:rPr lang="en-US" altLang="zh-TW" sz="2400" spc="-160" dirty="0">
                <a:solidFill>
                  <a:srgbClr val="9F9F9F"/>
                </a:solidFill>
                <a:latin typeface="Consolas" panose="020B0609020204030204" pitchFamily="49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655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8149"/>
    </mc:Choice>
    <mc:Fallback xmlns="">
      <p:transition advTm="381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76" x="8362950" y="1155700"/>
          <p14:tracePt t="689" x="8375650" y="1162050"/>
          <p14:tracePt t="696" x="8388350" y="1168400"/>
          <p14:tracePt t="706" x="8401050" y="1174750"/>
          <p14:tracePt t="720" x="8407400" y="1187450"/>
          <p14:tracePt t="737" x="8420100" y="1187450"/>
          <p14:tracePt t="754" x="8426450" y="1200150"/>
          <p14:tracePt t="770" x="8432800" y="1200150"/>
          <p14:tracePt t="787" x="8439150" y="1200150"/>
          <p14:tracePt t="803" x="8445500" y="1206500"/>
          <p14:tracePt t="820" x="8451850" y="1212850"/>
          <p14:tracePt t="837" x="8458200" y="1219200"/>
          <p14:tracePt t="853" x="8464550" y="1219200"/>
          <p14:tracePt t="869" x="8477250" y="1219200"/>
          <p14:tracePt t="886" x="8496300" y="1219200"/>
          <p14:tracePt t="919" x="8502650" y="1219200"/>
          <p14:tracePt t="936" x="8515350" y="1219200"/>
          <p14:tracePt t="952" x="8521700" y="1219200"/>
          <p14:tracePt t="970" x="8528050" y="1219200"/>
          <p14:tracePt t="991" x="8534400" y="1212850"/>
          <p14:tracePt t="1026" x="8534400" y="1206500"/>
          <p14:tracePt t="1054" x="8534400" y="1200150"/>
          <p14:tracePt t="1061" x="8534400" y="1193800"/>
          <p14:tracePt t="1075" x="8528050" y="1181100"/>
          <p14:tracePt t="1089" x="8521700" y="1168400"/>
          <p14:tracePt t="1102" x="8502650" y="1143000"/>
          <p14:tracePt t="1119" x="8464550" y="1079500"/>
          <p14:tracePt t="1135" x="8426450" y="1003300"/>
          <p14:tracePt t="1153" x="8382000" y="933450"/>
          <p14:tracePt t="1168" x="8356600" y="895350"/>
          <p14:tracePt t="1185" x="8331200" y="850900"/>
          <p14:tracePt t="1202" x="8312150" y="825500"/>
          <p14:tracePt t="1218" x="8305800" y="806450"/>
          <p14:tracePt t="1235" x="8299450" y="800100"/>
          <p14:tracePt t="1321" x="8305800" y="800100"/>
          <p14:tracePt t="1328" x="8312150" y="800100"/>
          <p14:tracePt t="1342" x="8312150" y="806450"/>
          <p14:tracePt t="1356" x="8324850" y="812800"/>
          <p14:tracePt t="1371" x="8331200" y="825500"/>
          <p14:tracePt t="1384" x="8343900" y="844550"/>
          <p14:tracePt t="1401" x="8356600" y="863600"/>
          <p14:tracePt t="1418" x="8407400" y="914400"/>
          <p14:tracePt t="1434" x="8432800" y="946150"/>
          <p14:tracePt t="1451" x="8451850" y="984250"/>
          <p14:tracePt t="1468" x="8547100" y="1085850"/>
          <p14:tracePt t="1484" x="8572500" y="1104900"/>
          <p14:tracePt t="1501" x="8616950" y="1162050"/>
          <p14:tracePt t="1518" x="8648700" y="1187450"/>
          <p14:tracePt t="1534" x="8718550" y="1238250"/>
          <p14:tracePt t="1551" x="8737600" y="1257300"/>
          <p14:tracePt t="1567" x="8756650" y="1270000"/>
          <p14:tracePt t="1584" x="8801100" y="1289050"/>
          <p14:tracePt t="1601" x="8807450" y="1289050"/>
          <p14:tracePt t="1617" x="8820150" y="1289050"/>
          <p14:tracePt t="1633" x="8826500" y="1289050"/>
          <p14:tracePt t="1790" x="8820150" y="1289050"/>
          <p14:tracePt t="1889" x="8813800" y="1289050"/>
          <p14:tracePt t="1980" x="8807450" y="1289050"/>
          <p14:tracePt t="2043" x="8801100" y="1289050"/>
          <p14:tracePt t="2078" x="8794750" y="1289050"/>
          <p14:tracePt t="2093" x="8788400" y="1289050"/>
          <p14:tracePt t="2101" x="8782050" y="1289050"/>
          <p14:tracePt t="2115" x="8775700" y="1289050"/>
          <p14:tracePt t="2132" x="8769350" y="1289050"/>
          <p14:tracePt t="2149" x="8763000" y="1282700"/>
          <p14:tracePt t="2181" x="8750300" y="1282700"/>
          <p14:tracePt t="2199" x="8737600" y="1282700"/>
          <p14:tracePt t="2215" x="8731250" y="1282700"/>
          <p14:tracePt t="2249" x="8718550" y="1282700"/>
          <p14:tracePt t="2282" x="8705850" y="1282700"/>
          <p14:tracePt t="2315" x="8693150" y="1282700"/>
          <p14:tracePt t="2332" x="8686800" y="1282700"/>
          <p14:tracePt t="2360" x="8680450" y="1282700"/>
          <p14:tracePt t="2387" x="8674100" y="1282700"/>
          <p14:tracePt t="2409" x="8667750" y="1276350"/>
          <p14:tracePt t="2430" x="8661400" y="1276350"/>
          <p14:tracePt t="2450" x="8655050" y="1276350"/>
          <p14:tracePt t="2500" x="8648700" y="1276350"/>
          <p14:tracePt t="2542" x="8642350" y="1270000"/>
          <p14:tracePt t="2549" x="8636000" y="1270000"/>
          <p14:tracePt t="2570" x="8629650" y="1270000"/>
          <p14:tracePt t="2619" x="8623300" y="1263650"/>
          <p14:tracePt t="2724" x="8616950" y="1263650"/>
          <p14:tracePt t="2759" x="8610600" y="1263650"/>
          <p14:tracePt t="2773" x="8604250" y="1263650"/>
          <p14:tracePt t="2783" x="8597900" y="1263650"/>
          <p14:tracePt t="2797" x="8585200" y="1270000"/>
          <p14:tracePt t="2813" x="8547100" y="1289050"/>
          <p14:tracePt t="2830" x="8464550" y="1333500"/>
          <p14:tracePt t="2846" x="8407400" y="1365250"/>
          <p14:tracePt t="2863" x="8350250" y="1403350"/>
          <p14:tracePt t="2880" x="8140700" y="1530350"/>
          <p14:tracePt t="2896" x="8058150" y="1581150"/>
          <p14:tracePt t="2913" x="7988300" y="1638300"/>
          <p14:tracePt t="2916" x="7905750" y="1701800"/>
          <p14:tracePt t="2929" x="7835900" y="1778000"/>
          <p14:tracePt t="2946" x="7696200" y="1905000"/>
          <p14:tracePt t="2963" x="7537450" y="2038350"/>
          <p14:tracePt t="2979" x="7467600" y="2114550"/>
          <p14:tracePt t="2995" x="7321550" y="2254250"/>
          <p14:tracePt t="3012" x="7181850" y="2374900"/>
          <p14:tracePt t="3029" x="7112000" y="2438400"/>
          <p14:tracePt t="3045" x="7004050" y="2578100"/>
          <p14:tracePt t="3062" x="6889750" y="2705100"/>
          <p14:tracePt t="3078" x="6838950" y="2774950"/>
          <p14:tracePt t="3095" x="6775450" y="2882900"/>
          <p14:tracePt t="3111" x="6718300" y="2959100"/>
          <p14:tracePt t="14714" x="6673850" y="2959100"/>
          <p14:tracePt t="14722" x="6635750" y="2959100"/>
          <p14:tracePt t="14728" x="6584950" y="2959100"/>
          <p14:tracePt t="14738" x="6521450" y="2952750"/>
          <p14:tracePt t="14755" x="6388100" y="2946400"/>
          <p14:tracePt t="14771" x="6172200" y="2933700"/>
          <p14:tracePt t="14788" x="6019800" y="2914650"/>
          <p14:tracePt t="14805" x="5784850" y="2876550"/>
          <p14:tracePt t="14821" x="5626100" y="2857500"/>
          <p14:tracePt t="14838" x="5511800" y="2851150"/>
          <p14:tracePt t="14855" x="5353050" y="2851150"/>
          <p14:tracePt t="14871" x="5245100" y="2851150"/>
          <p14:tracePt t="14888" x="5156200" y="2851150"/>
          <p14:tracePt t="14904" x="5029200" y="2876550"/>
          <p14:tracePt t="14921" x="4965700" y="2882900"/>
          <p14:tracePt t="14938" x="4889500" y="2895600"/>
          <p14:tracePt t="14954" x="4806950" y="2908300"/>
          <p14:tracePt t="14971" x="4743450" y="2914650"/>
          <p14:tracePt t="14988" x="4673600" y="2914650"/>
          <p14:tracePt t="15003" x="4546600" y="2933700"/>
          <p14:tracePt t="15021" x="4438650" y="2933700"/>
          <p14:tracePt t="15037" x="4279900" y="2940050"/>
          <p14:tracePt t="15054" x="4152900" y="2940050"/>
          <p14:tracePt t="15071" x="4044950" y="2940050"/>
          <p14:tracePt t="15074" x="3968750" y="2927350"/>
          <p14:tracePt t="15087" x="3790950" y="2927350"/>
          <p14:tracePt t="15103" x="3689350" y="2927350"/>
          <p14:tracePt t="15121" x="3575050" y="2927350"/>
          <p14:tracePt t="15137" x="3371850" y="2927350"/>
          <p14:tracePt t="15153" x="3200400" y="2933700"/>
          <p14:tracePt t="15170" x="3028950" y="2933700"/>
          <p14:tracePt t="15186" x="2959100" y="2914650"/>
          <p14:tracePt t="15203" x="2901950" y="2901950"/>
          <p14:tracePt t="15220" x="2851150" y="2857500"/>
          <p14:tracePt t="15236" x="2819400" y="2825750"/>
          <p14:tracePt t="15650" x="2774950" y="2825750"/>
          <p14:tracePt t="15657" x="2724150" y="2806700"/>
          <p14:tracePt t="15668" x="2673350" y="2806700"/>
          <p14:tracePt t="15686" x="2501900" y="2813050"/>
          <p14:tracePt t="15702" x="2400300" y="2819400"/>
          <p14:tracePt t="15718" x="2317750" y="2825750"/>
          <p14:tracePt t="15735" x="2228850" y="2857500"/>
          <p14:tracePt t="15751" x="2171700" y="2882900"/>
          <p14:tracePt t="15768" x="2139950" y="2908300"/>
          <p14:tracePt t="15784" x="2095500" y="2946400"/>
          <p14:tracePt t="15801" x="2082800" y="2984500"/>
          <p14:tracePt t="15818" x="2063750" y="3048000"/>
          <p14:tracePt t="15835" x="2057400" y="3092450"/>
          <p14:tracePt t="15851" x="2057400" y="3187700"/>
          <p14:tracePt t="15868" x="2070100" y="3333750"/>
          <p14:tracePt t="15884" x="2076450" y="3473450"/>
          <p14:tracePt t="15901" x="2076450" y="3638550"/>
          <p14:tracePt t="15918" x="2095500" y="3917950"/>
          <p14:tracePt t="15934" x="2082800" y="4089400"/>
          <p14:tracePt t="15950" x="2082800" y="4229100"/>
          <p14:tracePt t="15967" x="2076450" y="4394200"/>
          <p14:tracePt t="15984" x="2076450" y="4432300"/>
          <p14:tracePt t="16001" x="2082800" y="4464050"/>
          <p14:tracePt t="16033" x="2095500" y="4464050"/>
          <p14:tracePt t="16051" x="2114550" y="4464050"/>
          <p14:tracePt t="16067" x="2120900" y="4457700"/>
          <p14:tracePt t="16083" x="2139950" y="4457700"/>
          <p14:tracePt t="16101" x="2152650" y="4451350"/>
          <p14:tracePt t="16117" x="2159000" y="4445000"/>
          <p14:tracePt t="16135" x="2184400" y="4445000"/>
          <p14:tracePt t="16150" x="2209800" y="4451350"/>
          <p14:tracePt t="16166" x="2228850" y="4457700"/>
          <p14:tracePt t="16184" x="2279650" y="4464050"/>
          <p14:tracePt t="16200" x="2317750" y="4470400"/>
          <p14:tracePt t="16216" x="2362200" y="4476750"/>
          <p14:tracePt t="16233" x="2413000" y="4483100"/>
          <p14:tracePt t="16250" x="2444750" y="4476750"/>
          <p14:tracePt t="16266" x="2482850" y="4470400"/>
          <p14:tracePt t="16282" x="2533650" y="4457700"/>
          <p14:tracePt t="16299" x="2571750" y="4445000"/>
          <p14:tracePt t="16317" x="2609850" y="4432300"/>
          <p14:tracePt t="16332" x="2635250" y="4425950"/>
          <p14:tracePt t="16349" x="2647950" y="4425950"/>
          <p14:tracePt t="16366" x="2654300" y="4425950"/>
          <p14:tracePt t="16408" x="2647950" y="4425950"/>
          <p14:tracePt t="16422" x="2635250" y="4419600"/>
          <p14:tracePt t="16432" x="2622550" y="4419600"/>
          <p14:tracePt t="16449" x="2584450" y="4400550"/>
          <p14:tracePt t="16465" x="2520950" y="4368800"/>
          <p14:tracePt t="16482" x="2470150" y="4356100"/>
          <p14:tracePt t="16499" x="2393950" y="4330700"/>
          <p14:tracePt t="16515" x="2368550" y="4318000"/>
          <p14:tracePt t="16532" x="2349500" y="4318000"/>
          <p14:tracePt t="16549" x="2343150" y="4318000"/>
          <p14:tracePt t="16583" x="2355850" y="4318000"/>
          <p14:tracePt t="16590" x="2393950" y="4337050"/>
          <p14:tracePt t="16599" x="2419350" y="4343400"/>
          <p14:tracePt t="16615" x="2489200" y="4368800"/>
          <p14:tracePt t="16632" x="2628900" y="4419600"/>
          <p14:tracePt t="16648" x="2749550" y="4438650"/>
          <p14:tracePt t="16665" x="2863850" y="4457700"/>
          <p14:tracePt t="16682" x="3028950" y="4483100"/>
          <p14:tracePt t="16698" x="3105150" y="4483100"/>
          <p14:tracePt t="16716" x="3149600" y="4483100"/>
          <p14:tracePt t="16732" x="3175000" y="4483100"/>
          <p14:tracePt t="16773" x="3168650" y="4483100"/>
          <p14:tracePt t="16781" x="3155950" y="4476750"/>
          <p14:tracePt t="16798" x="3117850" y="4470400"/>
          <p14:tracePt t="16815" x="3016250" y="4432300"/>
          <p14:tracePt t="16831" x="2901950" y="4394200"/>
          <p14:tracePt t="16847" x="2806700" y="4368800"/>
          <p14:tracePt t="16865" x="2686050" y="4349750"/>
          <p14:tracePt t="16881" x="2647950" y="4349750"/>
          <p14:tracePt t="16899" x="2622550" y="4349750"/>
          <p14:tracePt t="16941" x="2635250" y="4349750"/>
          <p14:tracePt t="16950" x="2647950" y="4356100"/>
          <p14:tracePt t="16963" x="2686050" y="4368800"/>
          <p14:tracePt t="16980" x="2743200" y="4368800"/>
          <p14:tracePt t="16998" x="2857500" y="4394200"/>
          <p14:tracePt t="17014" x="2927350" y="4406900"/>
          <p14:tracePt t="17030" x="3022600" y="4425950"/>
          <p14:tracePt t="17047" x="3143250" y="4425950"/>
          <p14:tracePt t="17063" x="3213100" y="4425950"/>
          <p14:tracePt t="17080" x="3270250" y="4425950"/>
          <p14:tracePt t="17097" x="3308350" y="4425950"/>
          <p14:tracePt t="17152" x="3302000" y="4425950"/>
          <p14:tracePt t="17159" x="3289300" y="4425950"/>
          <p14:tracePt t="17166" x="3270250" y="4419600"/>
          <p14:tracePt t="17180" x="3219450" y="4406900"/>
          <p14:tracePt t="17196" x="3162300" y="4394200"/>
          <p14:tracePt t="17213" x="3105150" y="4394200"/>
          <p14:tracePt t="17230" x="3022600" y="4400550"/>
          <p14:tracePt t="17246" x="2971800" y="4387850"/>
          <p14:tracePt t="17263" x="2946400" y="4387850"/>
          <p14:tracePt t="17279" x="2921000" y="4387850"/>
          <p14:tracePt t="17296" x="2914650" y="4387850"/>
          <p14:tracePt t="17314" x="2959100" y="4375150"/>
          <p14:tracePt t="17329" x="3054350" y="4349750"/>
          <p14:tracePt t="17345" x="3162300" y="4324350"/>
          <p14:tracePt t="17363" x="3359150" y="4292600"/>
          <p14:tracePt t="17379" x="3511550" y="4286250"/>
          <p14:tracePt t="17396" x="3632200" y="4273550"/>
          <p14:tracePt t="17412" x="3765550" y="4254500"/>
          <p14:tracePt t="17428" x="3816350" y="4235450"/>
          <p14:tracePt t="17445" x="3841750" y="4229100"/>
          <p14:tracePt t="17462" x="3841750" y="4222750"/>
          <p14:tracePt t="17482" x="3841750" y="4216400"/>
          <p14:tracePt t="17498" x="3835400" y="4216400"/>
          <p14:tracePt t="17512" x="3797300" y="4216400"/>
          <p14:tracePt t="17528" x="3765550" y="4216400"/>
          <p14:tracePt t="17545" x="3695700" y="4229100"/>
          <p14:tracePt t="17561" x="3657600" y="4241800"/>
          <p14:tracePt t="17578" x="3625850" y="4254500"/>
          <p14:tracePt t="17595" x="3613150" y="4267200"/>
          <p14:tracePt t="17636" x="3619500" y="4267200"/>
          <p14:tracePt t="17644" x="3632200" y="4267200"/>
          <p14:tracePt t="17661" x="3663950" y="4267200"/>
          <p14:tracePt t="17678" x="3727450" y="4254500"/>
          <p14:tracePt t="17694" x="3765550" y="4248150"/>
          <p14:tracePt t="17712" x="3822700" y="4229100"/>
          <p14:tracePt t="17728" x="3917950" y="4203700"/>
          <p14:tracePt t="17744" x="3987800" y="4171950"/>
          <p14:tracePt t="17762" x="4064000" y="4121150"/>
          <p14:tracePt t="17778" x="4191000" y="4019550"/>
          <p14:tracePt t="17794" x="4286250" y="3937000"/>
          <p14:tracePt t="17812" x="4445000" y="3816350"/>
          <p14:tracePt t="17827" x="4546600" y="3746500"/>
          <p14:tracePt t="17844" x="4641850" y="3676650"/>
          <p14:tracePt t="17861" x="4787900" y="3581400"/>
          <p14:tracePt t="17878" x="4876800" y="3517900"/>
          <p14:tracePt t="17894" x="4978400" y="3448050"/>
          <p14:tracePt t="17911" x="5149850" y="3327400"/>
          <p14:tracePt t="17927" x="5251450" y="3244850"/>
          <p14:tracePt t="17945" x="5416550" y="3111500"/>
          <p14:tracePt t="17961" x="5549900" y="2978150"/>
          <p14:tracePt t="17976" x="5670550" y="2838450"/>
          <p14:tracePt t="17994" x="5848350" y="2635250"/>
          <p14:tracePt t="18010" x="5969000" y="2508250"/>
          <p14:tracePt t="18027" x="6076950" y="2400300"/>
          <p14:tracePt t="18043" x="6254750" y="2222500"/>
          <p14:tracePt t="18060" x="6369050" y="2114550"/>
          <p14:tracePt t="18077" x="6477000" y="2012950"/>
          <p14:tracePt t="18093" x="6616700" y="1892300"/>
          <p14:tracePt t="18110" x="6680200" y="1847850"/>
          <p14:tracePt t="18127" x="6775450" y="1803400"/>
          <p14:tracePt t="18143" x="6826250" y="1790700"/>
          <p14:tracePt t="18160" x="6883400" y="1778000"/>
          <p14:tracePt t="18177" x="6972300" y="1758950"/>
          <p14:tracePt t="18193" x="7023100" y="1752600"/>
          <p14:tracePt t="18210" x="7073900" y="1752600"/>
          <p14:tracePt t="18227" x="7137400" y="1752600"/>
          <p14:tracePt t="18243" x="7169150" y="1746250"/>
          <p14:tracePt t="18260" x="7200900" y="1752600"/>
          <p14:tracePt t="18276" x="7270750" y="1765300"/>
          <p14:tracePt t="18293" x="7321550" y="1771650"/>
          <p14:tracePt t="18310" x="7391400" y="1778000"/>
          <p14:tracePt t="18326" x="7448550" y="1778000"/>
          <p14:tracePt t="18342" x="7493000" y="1765300"/>
          <p14:tracePt t="18359" x="7569200" y="1752600"/>
          <p14:tracePt t="18375" x="7626350" y="1746250"/>
          <p14:tracePt t="18392" x="7689850" y="1739900"/>
          <p14:tracePt t="18409" x="7804150" y="1695450"/>
          <p14:tracePt t="18425" x="7874000" y="1676400"/>
          <p14:tracePt t="18444" x="7975600" y="1631950"/>
          <p14:tracePt t="18458" x="8058150" y="1581150"/>
          <p14:tracePt t="18475" x="8115300" y="1524000"/>
          <p14:tracePt t="18493" x="8178800" y="1454150"/>
          <p14:tracePt t="18508" x="8197850" y="1416050"/>
          <p14:tracePt t="18525" x="8229600" y="1371600"/>
          <p14:tracePt t="18542" x="8242300" y="1314450"/>
          <p14:tracePt t="18558" x="8248650" y="1289050"/>
          <p14:tracePt t="18575" x="8248650" y="1250950"/>
          <p14:tracePt t="18591" x="8248650" y="1206500"/>
          <p14:tracePt t="18608" x="8248650" y="1174750"/>
          <p14:tracePt t="18625" x="8248650" y="1143000"/>
          <p14:tracePt t="18641" x="8248650" y="1130300"/>
          <p14:tracePt t="18658" x="8248650" y="1123950"/>
          <p14:tracePt t="18773" x="8255000" y="1117600"/>
          <p14:tracePt t="19467" x="8261350" y="1117600"/>
          <p14:tracePt t="19474" x="8267700" y="1117600"/>
          <p14:tracePt t="19502" x="8274050" y="1117600"/>
          <p14:tracePt t="19537" x="8280400" y="1117600"/>
          <p14:tracePt t="19607" x="8286750" y="1117600"/>
          <p14:tracePt t="20220" x="8280400" y="1117600"/>
          <p14:tracePt t="20303" x="8274050" y="1117600"/>
          <p14:tracePt t="20386" x="8267700" y="1117600"/>
          <p14:tracePt t="20456" x="8261350" y="1117600"/>
          <p14:tracePt t="20463" x="8255000" y="1117600"/>
          <p14:tracePt t="20477" x="8248650" y="1117600"/>
          <p14:tracePt t="20485" x="8242300" y="1117600"/>
          <p14:tracePt t="20501" x="8235950" y="1117600"/>
          <p14:tracePt t="20518" x="8235950" y="1123950"/>
          <p14:tracePt t="20534" x="8172450" y="1143000"/>
          <p14:tracePt t="20551" x="8128000" y="1149350"/>
          <p14:tracePt t="20569" x="7981950" y="1187450"/>
          <p14:tracePt t="20585" x="7905750" y="1206500"/>
          <p14:tracePt t="20601" x="7683500" y="1270000"/>
          <p14:tracePt t="20618" x="7391400" y="1352550"/>
          <p14:tracePt t="20634" x="7200900" y="1416050"/>
          <p14:tracePt t="20651" x="6705600" y="1568450"/>
          <p14:tracePt t="20668" x="6134100" y="1739900"/>
          <p14:tracePt t="20684" x="5822950" y="1841500"/>
          <p14:tracePt t="20702" x="5213350" y="2051050"/>
          <p14:tracePt t="20717" x="4597400" y="2317750"/>
          <p14:tracePt t="20734" x="4298950" y="2470150"/>
          <p14:tracePt t="20751" x="3632200" y="2762250"/>
          <p14:tracePt t="20767" x="2921000" y="3022600"/>
          <p14:tracePt t="20784" x="2578100" y="3155950"/>
          <p14:tracePt t="20801" x="2019300" y="3384550"/>
          <p14:tracePt t="20817" x="1625600" y="3581400"/>
          <p14:tracePt t="20834" x="1498600" y="3644900"/>
          <p14:tracePt t="20851" x="1327150" y="3740150"/>
          <p14:tracePt t="20867" x="1257300" y="3778250"/>
          <p14:tracePt t="20884" x="1168400" y="3841750"/>
          <p14:tracePt t="20900" x="1155700" y="3848100"/>
          <p14:tracePt t="20917" x="1143000" y="3854450"/>
          <p14:tracePt t="20934" x="1123950" y="3879850"/>
          <p14:tracePt t="20950" x="1123950" y="3892550"/>
          <p14:tracePt t="20967" x="1123950" y="3898900"/>
          <p14:tracePt t="20983" x="1123950" y="3917950"/>
          <p14:tracePt t="21000" x="1130300" y="3943350"/>
          <p14:tracePt t="21017" x="1136650" y="3962400"/>
          <p14:tracePt t="21033" x="1168400" y="4013200"/>
          <p14:tracePt t="21050" x="1193800" y="4070350"/>
          <p14:tracePt t="21067" x="1238250" y="4146550"/>
          <p14:tracePt t="21083" x="1263650" y="4184650"/>
          <p14:tracePt t="21100" x="1301750" y="4248150"/>
          <p14:tracePt t="21116" x="1346200" y="4311650"/>
          <p14:tracePt t="21133" x="1358900" y="4330700"/>
          <p14:tracePt t="21149" x="1377950" y="4356100"/>
          <p14:tracePt t="21166" x="1466850" y="4425950"/>
          <p14:tracePt t="21182" x="1524000" y="4457700"/>
          <p14:tracePt t="21200" x="1568450" y="4483100"/>
          <p14:tracePt t="21216" x="1695450" y="4527550"/>
          <p14:tracePt t="21232" x="1841500" y="4572000"/>
          <p14:tracePt t="21249" x="1981200" y="4578350"/>
          <p14:tracePt t="21265" x="2044700" y="4578350"/>
          <p14:tracePt t="21282" x="2184400" y="4514850"/>
          <p14:tracePt t="21299" x="2260600" y="4457700"/>
          <p14:tracePt t="21315" x="2286000" y="4425950"/>
          <p14:tracePt t="21332" x="2324100" y="4368800"/>
          <p14:tracePt t="21349" x="2336800" y="4337050"/>
          <p14:tracePt t="21365" x="2336800" y="4324350"/>
          <p14:tracePt t="21382" x="2336800" y="4305300"/>
          <p14:tracePt t="21438" x="2330450" y="4305300"/>
          <p14:tracePt t="21495" x="2330450" y="4311650"/>
          <p14:tracePt t="21509" x="2330450" y="4318000"/>
          <p14:tracePt t="21517" x="2330450" y="4324350"/>
          <p14:tracePt t="21531" x="2343150" y="4337050"/>
          <p14:tracePt t="21548" x="2355850" y="4349750"/>
          <p14:tracePt t="21565" x="2444750" y="4394200"/>
          <p14:tracePt t="21581" x="2590800" y="4451350"/>
          <p14:tracePt t="21598" x="2705100" y="4470400"/>
          <p14:tracePt t="21615" x="2940050" y="4502150"/>
          <p14:tracePt t="21631" x="3194050" y="4533900"/>
          <p14:tracePt t="21648" x="3295650" y="4533900"/>
          <p14:tracePt t="21664" x="3448050" y="4546600"/>
          <p14:tracePt t="21681" x="3517900" y="4546600"/>
          <p14:tracePt t="21699" x="3530600" y="4546600"/>
          <p14:tracePt t="21730" x="3524250" y="4540250"/>
          <p14:tracePt t="21748" x="3467100" y="4514850"/>
          <p14:tracePt t="21764" x="3409950" y="4508500"/>
          <p14:tracePt t="21781" x="3346450" y="4489450"/>
          <p14:tracePt t="21797" x="3149600" y="4451350"/>
          <p14:tracePt t="21813" x="3086100" y="4451350"/>
          <p14:tracePt t="21831" x="3003550" y="4451350"/>
          <p14:tracePt t="21847" x="2984500" y="4451350"/>
          <p14:tracePt t="21864" x="2959100" y="4451350"/>
          <p14:tracePt t="21901" x="2959100" y="4457700"/>
          <p14:tracePt t="21913" x="2984500" y="4464050"/>
          <p14:tracePt t="21930" x="3105150" y="4489450"/>
          <p14:tracePt t="21946" x="3219450" y="4514850"/>
          <p14:tracePt t="21964" x="3511550" y="4559300"/>
          <p14:tracePt t="21980" x="3879850" y="4622800"/>
          <p14:tracePt t="21996" x="4019550" y="4622800"/>
          <p14:tracePt t="22014" x="4210050" y="4622800"/>
          <p14:tracePt t="22030" x="4279900" y="4616450"/>
          <p14:tracePt t="22046" x="4292600" y="4616450"/>
          <p14:tracePt t="22063" x="4298950" y="4616450"/>
          <p14:tracePt t="22079" x="4260850" y="4616450"/>
          <p14:tracePt t="22096" x="4197350" y="4603750"/>
          <p14:tracePt t="22113" x="4019550" y="4597400"/>
          <p14:tracePt t="22129" x="3905250" y="4597400"/>
          <p14:tracePt t="22147" x="3644900" y="4597400"/>
          <p14:tracePt t="22162" x="3416300" y="4597400"/>
          <p14:tracePt t="22179" x="3308350" y="4629150"/>
          <p14:tracePt t="22196" x="3200400" y="4654550"/>
          <p14:tracePt t="22212" x="3175000" y="4686300"/>
          <p14:tracePt t="22229" x="3168650" y="4699000"/>
          <p14:tracePt t="22246" x="3187700" y="4724400"/>
          <p14:tracePt t="22262" x="3295650" y="4768850"/>
          <p14:tracePt t="22279" x="3378200" y="4775200"/>
          <p14:tracePt t="22295" x="3594100" y="4800600"/>
          <p14:tracePt t="22312" x="3822700" y="4794250"/>
          <p14:tracePt t="22330" x="4013200" y="4756150"/>
          <p14:tracePt t="22345" x="4083050" y="4724400"/>
          <p14:tracePt t="22362" x="4146550" y="4654550"/>
          <p14:tracePt t="22379" x="4133850" y="4584700"/>
          <p14:tracePt t="22395" x="4089400" y="4540250"/>
          <p14:tracePt t="22412" x="4006850" y="4502150"/>
          <p14:tracePt t="22428" x="3606800" y="4387850"/>
          <p14:tracePt t="22445" x="3460750" y="4368800"/>
          <p14:tracePt t="22462" x="3333750" y="4356100"/>
          <p14:tracePt t="22478" x="3117850" y="4337050"/>
          <p14:tracePt t="22495" x="2984500" y="4349750"/>
          <p14:tracePt t="22512" x="2914650" y="4368800"/>
          <p14:tracePt t="22528" x="2901950" y="4375150"/>
          <p14:tracePt t="22544" x="2882900" y="4406900"/>
          <p14:tracePt t="22562" x="2914650" y="4451350"/>
          <p14:tracePt t="22579" x="2971800" y="4476750"/>
          <p14:tracePt t="22595" x="3124200" y="4591050"/>
          <p14:tracePt t="22611" x="3371850" y="4654550"/>
          <p14:tracePt t="22628" x="3575050" y="4692650"/>
          <p14:tracePt t="22645" x="3968750" y="4705350"/>
          <p14:tracePt t="22661" x="4273550" y="4679950"/>
          <p14:tracePt t="22678" x="4356100" y="4660900"/>
          <p14:tracePt t="22696" x="4445000" y="4610100"/>
          <p14:tracePt t="22711" x="4457700" y="4584700"/>
          <p14:tracePt t="22727" x="4457700" y="4559300"/>
          <p14:tracePt t="22744" x="4356100" y="4470400"/>
          <p14:tracePt t="22761" x="4273550" y="4394200"/>
          <p14:tracePt t="22777" x="3975100" y="4210050"/>
          <p14:tracePt t="22793" x="3530600" y="4064000"/>
          <p14:tracePt t="22810" x="3308350" y="4038600"/>
          <p14:tracePt t="22828" x="3041650" y="4025900"/>
          <p14:tracePt t="22843" x="2838450" y="4051300"/>
          <p14:tracePt t="22860" x="2774950" y="4064000"/>
          <p14:tracePt t="22877" x="2673350" y="4095750"/>
          <p14:tracePt t="22893" x="2647950" y="4108450"/>
          <p14:tracePt t="22910" x="2641600" y="4114800"/>
          <p14:tracePt t="22927" x="2641600" y="4121150"/>
          <p14:tracePt t="22942" x="2641600" y="4127500"/>
          <p14:tracePt t="22960" x="2647950" y="4127500"/>
          <p14:tracePt t="22976" x="2679700" y="4133850"/>
          <p14:tracePt t="22993" x="2794000" y="4159250"/>
          <p14:tracePt t="23011" x="2901950" y="4171950"/>
          <p14:tracePt t="23026" x="2952750" y="4171950"/>
          <p14:tracePt t="23043" x="2990850" y="4171950"/>
          <p14:tracePt t="23060" x="3060700" y="4171950"/>
          <p14:tracePt t="23076" x="3067050" y="4171950"/>
          <p14:tracePt t="23092" x="3073400" y="4171950"/>
          <p14:tracePt t="23109" x="3079750" y="4171950"/>
          <p14:tracePt t="23129" x="3079750" y="4165600"/>
          <p14:tracePt t="23150" x="3079750" y="4159250"/>
          <p14:tracePt t="23171" x="3079750" y="4152900"/>
          <p14:tracePt t="23185" x="3073400" y="4152900"/>
          <p14:tracePt t="23195" x="3067050" y="4146550"/>
          <p14:tracePt t="23209" x="3054350" y="4140200"/>
          <p14:tracePt t="23226" x="3016250" y="4133850"/>
          <p14:tracePt t="23242" x="2933700" y="4121150"/>
          <p14:tracePt t="23258" x="2851150" y="4102100"/>
          <p14:tracePt t="23275" x="2673350" y="4102100"/>
          <p14:tracePt t="23292" x="2508250" y="4089400"/>
          <p14:tracePt t="23308" x="2419350" y="4089400"/>
          <p14:tracePt t="23326" x="2273300" y="4114800"/>
          <p14:tracePt t="23342" x="2152650" y="4140200"/>
          <p14:tracePt t="23358" x="2127250" y="4146550"/>
          <p14:tracePt t="23375" x="2095500" y="4152900"/>
          <p14:tracePt t="23391" x="2082800" y="4159250"/>
          <p14:tracePt t="23408" x="2076450" y="4165600"/>
          <p14:tracePt t="23425" x="2076450" y="4171950"/>
          <p14:tracePt t="23441" x="2076450" y="4178300"/>
          <p14:tracePt t="23458" x="2082800" y="4178300"/>
          <p14:tracePt t="23474" x="2120900" y="4184650"/>
          <p14:tracePt t="23491" x="2146300" y="4191000"/>
          <p14:tracePt t="23508" x="2260600" y="4191000"/>
          <p14:tracePt t="23524" x="2463800" y="4191000"/>
          <p14:tracePt t="23541" x="2603500" y="4191000"/>
          <p14:tracePt t="23558" x="2921000" y="4184650"/>
          <p14:tracePt t="23574" x="3263900" y="4184650"/>
          <p14:tracePt t="23591" x="3390900" y="4178300"/>
          <p14:tracePt t="23608" x="3568700" y="4178300"/>
          <p14:tracePt t="23624" x="3632200" y="4165600"/>
          <p14:tracePt t="23641" x="3644900" y="4165600"/>
          <p14:tracePt t="23674" x="3644900" y="4159250"/>
          <p14:tracePt t="23691" x="3492500" y="4152900"/>
          <p14:tracePt t="23707" x="3403600" y="4140200"/>
          <p14:tracePt t="23724" x="3302000" y="4140200"/>
          <p14:tracePt t="23741" x="3035300" y="4146550"/>
          <p14:tracePt t="23757" x="2730500" y="4178300"/>
          <p14:tracePt t="23773" x="2616200" y="4191000"/>
          <p14:tracePt t="23790" x="2432050" y="4229100"/>
          <p14:tracePt t="23807" x="2298700" y="4267200"/>
          <p14:tracePt t="23824" x="2266950" y="4286250"/>
          <p14:tracePt t="23840" x="2228850" y="4305300"/>
          <p14:tracePt t="23856" x="2222500" y="4311650"/>
          <p14:tracePt t="23874" x="2222500" y="4324350"/>
          <p14:tracePt t="23890" x="2241550" y="4343400"/>
          <p14:tracePt t="23906" x="2311400" y="4387850"/>
          <p14:tracePt t="23923" x="2482850" y="4451350"/>
          <p14:tracePt t="23940" x="2622550" y="4470400"/>
          <p14:tracePt t="23956" x="2844800" y="4502150"/>
          <p14:tracePt t="23973" x="3613150" y="4540250"/>
          <p14:tracePt t="23990" x="3822700" y="4540250"/>
          <p14:tracePt t="24007" x="4222750" y="4533900"/>
          <p14:tracePt t="24022" x="4349750" y="4514850"/>
          <p14:tracePt t="24039" x="4483100" y="4489450"/>
          <p14:tracePt t="24056" x="4508500" y="4476750"/>
          <p14:tracePt t="24073" x="4508500" y="4470400"/>
          <p14:tracePt t="24090" x="4464050" y="4432300"/>
          <p14:tracePt t="24106" x="4254500" y="4368800"/>
          <p14:tracePt t="24123" x="4064000" y="4318000"/>
          <p14:tracePt t="24139" x="3575050" y="4260850"/>
          <p14:tracePt t="24155" x="3130550" y="4248150"/>
          <p14:tracePt t="24172" x="2914650" y="4254500"/>
          <p14:tracePt t="24189" x="2641600" y="4298950"/>
          <p14:tracePt t="24205" x="2495550" y="4337050"/>
          <p14:tracePt t="24222" x="2463800" y="4343400"/>
          <p14:tracePt t="24225" x="2451100" y="4356100"/>
          <p14:tracePt t="24239" x="2444750" y="4362450"/>
          <p14:tracePt t="24255" x="2451100" y="4381500"/>
          <p14:tracePt t="24272" x="2476500" y="4400550"/>
          <p14:tracePt t="24288" x="2597150" y="4483100"/>
          <p14:tracePt t="24305" x="2692400" y="4533900"/>
          <p14:tracePt t="24323" x="3086100" y="4610100"/>
          <p14:tracePt t="24338" x="3251200" y="4622800"/>
          <p14:tracePt t="24355" x="3390900" y="4622800"/>
          <p14:tracePt t="24372" x="3619500" y="4584700"/>
          <p14:tracePt t="24388" x="3733800" y="4527550"/>
          <p14:tracePt t="24405" x="3752850" y="4508500"/>
          <p14:tracePt t="24421" x="3771900" y="4464050"/>
          <p14:tracePt t="24438" x="3695700" y="4394200"/>
          <p14:tracePt t="24455" x="3613150" y="4368800"/>
          <p14:tracePt t="24471" x="3403600" y="4292600"/>
          <p14:tracePt t="24488" x="3136900" y="4248150"/>
          <p14:tracePt t="24505" x="2863850" y="4216400"/>
          <p14:tracePt t="24521" x="2749550" y="4216400"/>
          <p14:tracePt t="24537" x="2533650" y="4197350"/>
          <p14:tracePt t="24555" x="2387600" y="4184650"/>
          <p14:tracePt t="24571" x="2311400" y="4184650"/>
          <p14:tracePt t="24588" x="2235200" y="4184650"/>
          <p14:tracePt t="24604" x="2108200" y="4184650"/>
          <p14:tracePt t="24621" x="2076450" y="4184650"/>
          <p14:tracePt t="24638" x="2044700" y="4184650"/>
          <p14:tracePt t="24654" x="2032000" y="4191000"/>
          <p14:tracePt t="24671" x="2000250" y="4197350"/>
          <p14:tracePt t="24688" x="1974850" y="4216400"/>
          <p14:tracePt t="24704" x="1962150" y="4229100"/>
          <p14:tracePt t="24720" x="1949450" y="4229100"/>
          <p14:tracePt t="24737" x="1949450" y="4235450"/>
          <p14:tracePt t="24754" x="1943100" y="4235450"/>
          <p14:tracePt t="24770" x="1943100" y="4248150"/>
          <p14:tracePt t="24787" x="1943100" y="4254500"/>
          <p14:tracePt t="24803" x="1943100" y="4267200"/>
          <p14:tracePt t="24821" x="1943100" y="4292600"/>
          <p14:tracePt t="24837" x="1943100" y="4311650"/>
          <p14:tracePt t="24853" x="1943100" y="4318000"/>
          <p14:tracePt t="24871" x="1955800" y="4337050"/>
          <p14:tracePt t="24887" x="1962150" y="4349750"/>
          <p14:tracePt t="24903" x="1962150" y="4356100"/>
          <p14:tracePt t="24919" x="1968500" y="4362450"/>
          <p14:tracePt t="24953" x="1974850" y="4362450"/>
          <p14:tracePt t="24969" x="1981200" y="4368800"/>
          <p14:tracePt t="24986" x="1987550" y="4368800"/>
          <p14:tracePt t="25003" x="2000250" y="4368800"/>
          <p14:tracePt t="25020" x="2019300" y="4368800"/>
          <p14:tracePt t="25036" x="2032000" y="4375150"/>
          <p14:tracePt t="25053" x="2089150" y="4375150"/>
          <p14:tracePt t="25069" x="2146300" y="4375150"/>
          <p14:tracePt t="25086" x="2178050" y="4375150"/>
          <p14:tracePt t="25102" x="2235200" y="4375150"/>
          <p14:tracePt t="25119" x="2292350" y="4362450"/>
          <p14:tracePt t="25138" x="2330450" y="4337050"/>
          <p14:tracePt t="25153" x="2349500" y="4324350"/>
          <p14:tracePt t="25169" x="2368550" y="4298950"/>
          <p14:tracePt t="25186" x="2387600" y="4267200"/>
          <p14:tracePt t="25202" x="2406650" y="4241800"/>
          <p14:tracePt t="25219" x="2413000" y="4191000"/>
          <p14:tracePt t="25235" x="2413000" y="4152900"/>
          <p14:tracePt t="25252" x="2413000" y="4133850"/>
          <p14:tracePt t="25255" x="2413000" y="4114800"/>
          <p14:tracePt t="25270" x="2413000" y="4102100"/>
          <p14:tracePt t="25285" x="2413000" y="4089400"/>
          <p14:tracePt t="25302" x="2400300" y="4064000"/>
          <p14:tracePt t="25319" x="2374900" y="4032250"/>
          <p14:tracePt t="25335" x="2362200" y="4019550"/>
          <p14:tracePt t="25351" x="2324100" y="4000500"/>
          <p14:tracePt t="25368" x="2254250" y="3981450"/>
          <p14:tracePt t="25385" x="2222500" y="3975100"/>
          <p14:tracePt t="25401" x="2152650" y="3975100"/>
          <p14:tracePt t="25418" x="2082800" y="3987800"/>
          <p14:tracePt t="25434" x="2063750" y="4000500"/>
          <p14:tracePt t="25451" x="2025650" y="4019550"/>
          <p14:tracePt t="25468" x="1993900" y="4051300"/>
          <p14:tracePt t="25484" x="1987550" y="4070350"/>
          <p14:tracePt t="25502" x="1968500" y="4121150"/>
          <p14:tracePt t="25517" x="1968500" y="4178300"/>
          <p14:tracePt t="25534" x="1968500" y="4216400"/>
          <p14:tracePt t="25551" x="1981200" y="4273550"/>
          <p14:tracePt t="25567" x="1993900" y="4305300"/>
          <p14:tracePt t="25584" x="2019300" y="4368800"/>
          <p14:tracePt t="25601" x="2038350" y="4419600"/>
          <p14:tracePt t="25617" x="2057400" y="4445000"/>
          <p14:tracePt t="25634" x="2082800" y="4483100"/>
          <p14:tracePt t="25650" x="2127250" y="4508500"/>
          <p14:tracePt t="25667" x="2146300" y="4527550"/>
          <p14:tracePt t="25684" x="2197100" y="4546600"/>
          <p14:tracePt t="25700" x="2254250" y="4546600"/>
          <p14:tracePt t="25716" x="2286000" y="4546600"/>
          <p14:tracePt t="25733" x="2336800" y="4514850"/>
          <p14:tracePt t="25750" x="2387600" y="4464050"/>
          <p14:tracePt t="25767" x="2413000" y="4425950"/>
          <p14:tracePt t="25783" x="2457450" y="4349750"/>
          <p14:tracePt t="25800" x="2501900" y="4267200"/>
          <p14:tracePt t="25817" x="2533650" y="4191000"/>
          <p14:tracePt t="25833" x="2540000" y="4159250"/>
          <p14:tracePt t="25850" x="2540000" y="4133850"/>
          <p14:tracePt t="25867" x="2533650" y="4070350"/>
          <p14:tracePt t="25883" x="2520950" y="4051300"/>
          <p14:tracePt t="25900" x="2495550" y="4025900"/>
          <p14:tracePt t="25916" x="2444750" y="3987800"/>
          <p14:tracePt t="25933" x="2362200" y="3962400"/>
          <p14:tracePt t="25951" x="2228850" y="3937000"/>
          <p14:tracePt t="25966" x="2152650" y="3937000"/>
          <p14:tracePt t="25982" x="2019300" y="3949700"/>
          <p14:tracePt t="26000" x="1924050" y="3981450"/>
          <p14:tracePt t="26016" x="1892300" y="3987800"/>
          <p14:tracePt t="26033" x="1835150" y="4038600"/>
          <p14:tracePt t="26049" x="1816100" y="4095750"/>
          <p14:tracePt t="26066" x="1803400" y="4140200"/>
          <p14:tracePt t="26082" x="1797050" y="4235450"/>
          <p14:tracePt t="26100" x="1803400" y="4292600"/>
          <p14:tracePt t="26115" x="1822450" y="4311650"/>
          <p14:tracePt t="26133" x="1835150" y="4337050"/>
          <p14:tracePt t="26149" x="1924050" y="4425950"/>
          <p14:tracePt t="26165" x="1968500" y="4451350"/>
          <p14:tracePt t="26183" x="2095500" y="4508500"/>
          <p14:tracePt t="26198" x="2216150" y="4552950"/>
          <p14:tracePt t="26215" x="2273300" y="4572000"/>
          <p14:tracePt t="26232" x="2355850" y="4572000"/>
          <p14:tracePt t="26248" x="2381250" y="4565650"/>
          <p14:tracePt t="26265" x="2425700" y="4552950"/>
          <p14:tracePt t="26282" x="2457450" y="4527550"/>
          <p14:tracePt t="26298" x="2470150" y="4514850"/>
          <p14:tracePt t="26315" x="2501900" y="4476750"/>
          <p14:tracePt t="26331" x="2514600" y="4413250"/>
          <p14:tracePt t="26348" x="2520950" y="4387850"/>
          <p14:tracePt t="26365" x="2520950" y="4330700"/>
          <p14:tracePt t="26381" x="2520950" y="4273550"/>
          <p14:tracePt t="26398" x="2514600" y="4248150"/>
          <p14:tracePt t="26414" x="2495550" y="4197350"/>
          <p14:tracePt t="26431" x="2463800" y="4159250"/>
          <p14:tracePt t="26448" x="2451100" y="4133850"/>
          <p14:tracePt t="26464" x="2400300" y="4095750"/>
          <p14:tracePt t="26481" x="2374900" y="4083050"/>
          <p14:tracePt t="26498" x="2286000" y="4044950"/>
          <p14:tracePt t="26514" x="2241550" y="4038600"/>
          <p14:tracePt t="26531" x="2216150" y="4032250"/>
          <p14:tracePt t="26547" x="2159000" y="4032250"/>
          <p14:tracePt t="26564" x="2095500" y="4051300"/>
          <p14:tracePt t="26581" x="2076450" y="4070350"/>
          <p14:tracePt t="26597" x="2032000" y="4102100"/>
          <p14:tracePt t="26613" x="2000250" y="4146550"/>
          <p14:tracePt t="26631" x="1981200" y="4216400"/>
          <p14:tracePt t="26647" x="1981200" y="4254500"/>
          <p14:tracePt t="26664" x="1981200" y="4324350"/>
          <p14:tracePt t="26681" x="1993900" y="4375150"/>
          <p14:tracePt t="26697" x="2012950" y="4406900"/>
          <p14:tracePt t="26714" x="2057400" y="4470400"/>
          <p14:tracePt t="26730" x="2139950" y="4540250"/>
          <p14:tracePt t="26747" x="2197100" y="4572000"/>
          <p14:tracePt t="26763" x="2311400" y="4629150"/>
          <p14:tracePt t="26780" x="2400300" y="4635500"/>
          <p14:tracePt t="26796" x="2457450" y="4635500"/>
          <p14:tracePt t="26814" x="2527300" y="4610100"/>
          <p14:tracePt t="26830" x="2559050" y="4591050"/>
          <p14:tracePt t="26846" x="2609850" y="4552950"/>
          <p14:tracePt t="26863" x="2641600" y="4495800"/>
          <p14:tracePt t="26880" x="2660650" y="4451350"/>
          <p14:tracePt t="26896" x="2679700" y="4368800"/>
          <p14:tracePt t="26913" x="2673350" y="4260850"/>
          <p14:tracePt t="26929" x="2654300" y="4210050"/>
          <p14:tracePt t="26946" x="2609850" y="4095750"/>
          <p14:tracePt t="26962" x="2546350" y="4019550"/>
          <p14:tracePt t="26979" x="2514600" y="3968750"/>
          <p14:tracePt t="26996" x="2444750" y="3924300"/>
          <p14:tracePt t="27012" x="2355850" y="3867150"/>
          <p14:tracePt t="27029" x="2317750" y="3848100"/>
          <p14:tracePt t="27045" x="2209800" y="3841750"/>
          <p14:tracePt t="27062" x="2108200" y="3841750"/>
          <p14:tracePt t="27079" x="2051050" y="3854450"/>
          <p14:tracePt t="27096" x="1943100" y="3892550"/>
          <p14:tracePt t="27112" x="1911350" y="3905250"/>
          <p14:tracePt t="27130" x="1841500" y="3975100"/>
          <p14:tracePt t="27145" x="1835150" y="4000500"/>
          <p14:tracePt t="27162" x="1822450" y="4032250"/>
          <p14:tracePt t="27179" x="1816100" y="4089400"/>
          <p14:tracePt t="27195" x="1816100" y="4159250"/>
          <p14:tracePt t="27212" x="1822450" y="4203700"/>
          <p14:tracePt t="27228" x="1854200" y="4273550"/>
          <p14:tracePt t="27245" x="1898650" y="4318000"/>
          <p14:tracePt t="27263" x="1968500" y="4368800"/>
          <p14:tracePt t="27278" x="2012950" y="4394200"/>
          <p14:tracePt t="27295" x="2146300" y="4445000"/>
          <p14:tracePt t="27312" x="2279650" y="4470400"/>
          <p14:tracePt t="27328" x="2336800" y="4483100"/>
          <p14:tracePt t="27344" x="2400300" y="4483100"/>
          <p14:tracePt t="27362" x="2444750" y="4457700"/>
          <p14:tracePt t="27378" x="2451100" y="4451350"/>
          <p14:tracePt t="27394" x="2470150" y="4432300"/>
          <p14:tracePt t="27411" x="2470150" y="4419600"/>
          <p14:tracePt t="27428" x="2470150" y="4413250"/>
          <p14:tracePt t="27445" x="2470150" y="4406900"/>
          <p14:tracePt t="27461" x="2451100" y="4375150"/>
          <p14:tracePt t="27477" x="2444750" y="4375150"/>
          <p14:tracePt t="27495" x="2432050" y="4362450"/>
          <p14:tracePt t="27511" x="2413000" y="4349750"/>
          <p14:tracePt t="28005" x="2425700" y="4349750"/>
          <p14:tracePt t="28012" x="2457450" y="4356100"/>
          <p14:tracePt t="28028" x="2508250" y="4362450"/>
          <p14:tracePt t="28042" x="2559050" y="4362450"/>
          <p14:tracePt t="28059" x="2705100" y="4375150"/>
          <p14:tracePt t="28076" x="2844800" y="4387850"/>
          <p14:tracePt t="28092" x="2921000" y="4387850"/>
          <p14:tracePt t="28109" x="3048000" y="4387850"/>
          <p14:tracePt t="28125" x="3143250" y="4381500"/>
          <p14:tracePt t="28142" x="3168650" y="4375150"/>
          <p14:tracePt t="28158" x="3206750" y="4368800"/>
          <p14:tracePt t="28175" x="3206750" y="4362450"/>
          <p14:tracePt t="28223" x="3200400" y="4362450"/>
          <p14:tracePt t="28237" x="3181350" y="4356100"/>
          <p14:tracePt t="28245" x="3143250" y="4356100"/>
          <p14:tracePt t="28261" x="3105150" y="4356100"/>
          <p14:tracePt t="28274" x="3067050" y="4356100"/>
          <p14:tracePt t="28291" x="2895600" y="4362450"/>
          <p14:tracePt t="28308" x="2717800" y="4368800"/>
          <p14:tracePt t="28325" x="2628900" y="4368800"/>
          <p14:tracePt t="28342" x="2489200" y="4381500"/>
          <p14:tracePt t="28357" x="2393950" y="4400550"/>
          <p14:tracePt t="28374" x="2374900" y="4400550"/>
          <p14:tracePt t="28392" x="2349500" y="4406900"/>
          <p14:tracePt t="28408" x="2336800" y="4406900"/>
          <p14:tracePt t="28424" x="2330450" y="4406900"/>
          <p14:tracePt t="28441" x="2324100" y="4406900"/>
          <p14:tracePt t="28457" x="2324100" y="4413250"/>
          <p14:tracePt t="29058" x="2298700" y="4406900"/>
          <p14:tracePt t="29065" x="2279650" y="4394200"/>
          <p14:tracePt t="29079" x="2247900" y="4394200"/>
          <p14:tracePt t="29088" x="2228850" y="4394200"/>
          <p14:tracePt t="29105" x="2209800" y="4387850"/>
          <p14:tracePt t="29122" x="2184400" y="4387850"/>
          <p14:tracePt t="29138" x="2171700" y="4381500"/>
          <p14:tracePt t="29191" x="2165350" y="4381500"/>
          <p14:tracePt t="29388" x="2171700" y="4381500"/>
          <p14:tracePt t="29430" x="2178050" y="4381500"/>
          <p14:tracePt t="29438" x="2184400" y="4381500"/>
          <p14:tracePt t="29458" x="2190750" y="4381500"/>
          <p14:tracePt t="29472" x="2197100" y="4387850"/>
          <p14:tracePt t="29499" x="2209800" y="4387850"/>
          <p14:tracePt t="29506" x="2216150" y="4387850"/>
          <p14:tracePt t="29523" x="2235200" y="4387850"/>
          <p14:tracePt t="29536" x="2254250" y="4387850"/>
          <p14:tracePt t="29553" x="2311400" y="4394200"/>
          <p14:tracePt t="29571" x="2393950" y="4406900"/>
          <p14:tracePt t="29587" x="2444750" y="4413250"/>
          <p14:tracePt t="29604" x="2546350" y="4413250"/>
          <p14:tracePt t="29620" x="2679700" y="4413250"/>
          <p14:tracePt t="29637" x="2755900" y="4413250"/>
          <p14:tracePt t="29654" x="2870200" y="4400550"/>
          <p14:tracePt t="29670" x="2965450" y="4394200"/>
          <p14:tracePt t="29686" x="2990850" y="4394200"/>
          <p14:tracePt t="29704" x="3041650" y="4394200"/>
          <p14:tracePt t="29719" x="3073400" y="4387850"/>
          <p14:tracePt t="29736" x="3079750" y="4381500"/>
          <p14:tracePt t="29753" x="3098800" y="4381500"/>
          <p14:tracePt t="29769" x="3111500" y="4381500"/>
          <p14:tracePt t="29786" x="3117850" y="4381500"/>
          <p14:tracePt t="29803" x="3130550" y="4381500"/>
          <p14:tracePt t="29819" x="3143250" y="4387850"/>
          <p14:tracePt t="29836" x="3162300" y="4387850"/>
          <p14:tracePt t="29852" x="3181350" y="4394200"/>
          <p14:tracePt t="29869" x="3194050" y="4394200"/>
          <p14:tracePt t="29886" x="3238500" y="4400550"/>
          <p14:tracePt t="29903" x="3308350" y="4406900"/>
          <p14:tracePt t="29920" x="3333750" y="4406900"/>
          <p14:tracePt t="29936" x="3403600" y="4406900"/>
          <p14:tracePt t="29952" x="3479800" y="4406900"/>
          <p14:tracePt t="29969" x="3505200" y="4406900"/>
          <p14:tracePt t="29985" x="3562350" y="4406900"/>
          <p14:tracePt t="30002" x="3613150" y="4381500"/>
          <p14:tracePt t="30019" x="3638550" y="4375150"/>
          <p14:tracePt t="30035" x="3670300" y="4375150"/>
          <p14:tracePt t="30052" x="3683000" y="4368800"/>
          <p14:tracePt t="30069" x="3689350" y="4362450"/>
          <p14:tracePt t="30441" x="3683000" y="4362450"/>
          <p14:tracePt t="30462" x="3676650" y="4362450"/>
          <p14:tracePt t="30469" x="3670300" y="4362450"/>
          <p14:tracePt t="30475" x="3670300" y="4356100"/>
          <p14:tracePt t="30504" x="3670300" y="4349750"/>
          <p14:tracePt t="30759" x="3619500" y="4343400"/>
          <p14:tracePt t="30773" x="3556000" y="4330700"/>
          <p14:tracePt t="30780" x="3479800" y="4330700"/>
          <p14:tracePt t="30794" x="3397250" y="4324350"/>
          <p14:tracePt t="30802" x="3333750" y="4311650"/>
          <p14:tracePt t="30817" x="3282950" y="4311650"/>
          <p14:tracePt t="30833" x="3200400" y="4305300"/>
          <p14:tracePt t="30849" x="3181350" y="4305300"/>
          <p14:tracePt t="30866" x="3143250" y="4305300"/>
          <p14:tracePt t="30882" x="3130550" y="4305300"/>
          <p14:tracePt t="30902" x="3098800" y="4311650"/>
          <p14:tracePt t="30916" x="3092450" y="4311650"/>
          <p14:tracePt t="30932" x="3092450" y="4318000"/>
          <p14:tracePt t="30949" x="3086100" y="4318000"/>
          <p14:tracePt t="30991" x="3079750" y="4318000"/>
          <p14:tracePt t="31096" x="3073400" y="4318000"/>
          <p14:tracePt t="31131" x="3067050" y="4318000"/>
          <p14:tracePt t="31145" x="3054350" y="4318000"/>
          <p14:tracePt t="31152" x="3041650" y="4318000"/>
          <p14:tracePt t="31168" x="3022600" y="4318000"/>
          <p14:tracePt t="31181" x="2959100" y="4324350"/>
          <p14:tracePt t="31198" x="2921000" y="4330700"/>
          <p14:tracePt t="31216" x="2838450" y="4349750"/>
          <p14:tracePt t="31231" x="2781300" y="4356100"/>
          <p14:tracePt t="31248" x="2673350" y="4387850"/>
          <p14:tracePt t="31265" x="2590800" y="4413250"/>
          <p14:tracePt t="31281" x="2546350" y="4425950"/>
          <p14:tracePt t="31298" x="2495550" y="4445000"/>
          <p14:tracePt t="31315" x="2476500" y="4451350"/>
          <p14:tracePt t="31331" x="2470150" y="4451350"/>
          <p14:tracePt t="31347" x="2463800" y="4451350"/>
          <p14:tracePt t="31364" x="2457450" y="4451350"/>
          <p14:tracePt t="31384" x="2457450" y="4445000"/>
          <p14:tracePt t="31815" x="2444750" y="4425950"/>
          <p14:tracePt t="31822" x="2413000" y="4381500"/>
          <p14:tracePt t="31835" x="2387600" y="4349750"/>
          <p14:tracePt t="31846" x="2349500" y="4318000"/>
          <p14:tracePt t="31862" x="2324100" y="4273550"/>
          <p14:tracePt t="31879" x="2266950" y="4203700"/>
          <p14:tracePt t="31896" x="2216150" y="4140200"/>
          <p14:tracePt t="31912" x="2184400" y="4102100"/>
          <p14:tracePt t="31929" x="2146300" y="4064000"/>
          <p14:tracePt t="31946" x="2127250" y="4044950"/>
          <p14:tracePt t="31963" x="2051050" y="3994150"/>
          <p14:tracePt t="31978" x="2038350" y="3981450"/>
          <p14:tracePt t="31995" x="2012950" y="3968750"/>
          <p14:tracePt t="32012" x="1974850" y="3930650"/>
          <p14:tracePt t="32028" x="1936750" y="3911600"/>
          <p14:tracePt t="32045" x="1917700" y="3898900"/>
          <p14:tracePt t="32061" x="1892300" y="3867150"/>
          <p14:tracePt t="32078" x="1854200" y="3848100"/>
          <p14:tracePt t="32095" x="1847850" y="3841750"/>
          <p14:tracePt t="32111" x="1835150" y="3829050"/>
          <p14:tracePt t="32128" x="1828800" y="3822700"/>
          <p14:tracePt t="32146" x="1822450" y="3822700"/>
          <p14:tracePt t="32187" x="1822450" y="3816350"/>
          <p14:tracePt t="32808" x="1860550" y="3841750"/>
          <p14:tracePt t="32815" x="1917700" y="3886200"/>
          <p14:tracePt t="32829" x="1962150" y="3924300"/>
          <p14:tracePt t="32844" x="2006600" y="3962400"/>
          <p14:tracePt t="32859" x="2082800" y="4051300"/>
          <p14:tracePt t="32875" x="2101850" y="4076700"/>
          <p14:tracePt t="32879" x="2120900" y="4108450"/>
          <p14:tracePt t="32892" x="2133600" y="4127500"/>
          <p14:tracePt t="32909" x="2146300" y="4152900"/>
          <p14:tracePt t="32925" x="2152650" y="4159250"/>
          <p14:tracePt t="32942" x="2159000" y="4178300"/>
          <p14:tracePt t="32958" x="2159000" y="4191000"/>
          <p14:tracePt t="32976" x="2159000" y="4216400"/>
          <p14:tracePt t="32991" x="2159000" y="4222750"/>
          <p14:tracePt t="33008" x="2159000" y="4248150"/>
          <p14:tracePt t="33026" x="2159000" y="4273550"/>
          <p14:tracePt t="33058" x="2159000" y="4279900"/>
          <p14:tracePt t="33075" x="2159000" y="4298950"/>
          <p14:tracePt t="33187" x="2159000" y="4305300"/>
          <p14:tracePt t="33285" x="2165350" y="4311650"/>
          <p14:tracePt t="33320" x="2171700" y="4311650"/>
          <p14:tracePt t="33326" x="2171700" y="4318000"/>
          <p14:tracePt t="33355" x="2178050" y="4318000"/>
          <p14:tracePt t="33425" x="2184400" y="4318000"/>
          <p14:tracePt t="33481" x="2190750" y="4318000"/>
          <p14:tracePt t="33510" x="2197100" y="4318000"/>
          <p14:tracePt t="33538" x="2203450" y="4318000"/>
          <p14:tracePt t="33558" x="2209800" y="4318000"/>
          <p14:tracePt t="33579" x="2216150" y="4318000"/>
          <p14:tracePt t="33608" x="2216150" y="4324350"/>
          <p14:tracePt t="33643" x="2222500" y="4324350"/>
          <p14:tracePt t="33650" x="2228850" y="4324350"/>
          <p14:tracePt t="33691" x="2235200" y="4330700"/>
          <p14:tracePt t="33727" x="2241550" y="4330700"/>
          <p14:tracePt t="33741" x="2247900" y="4330700"/>
          <p14:tracePt t="33769" x="2254250" y="4330700"/>
          <p14:tracePt t="33790" x="2254250" y="4337050"/>
          <p14:tracePt t="33797" x="2260600" y="4337050"/>
          <p14:tracePt t="33839" x="2266950" y="4337050"/>
          <p14:tracePt t="33853" x="2273300" y="4337050"/>
          <p14:tracePt t="33860" x="2279650" y="4343400"/>
          <p14:tracePt t="33872" x="2292350" y="4343400"/>
          <p14:tracePt t="33891" x="2305050" y="4349750"/>
          <p14:tracePt t="33905" x="2317750" y="4349750"/>
          <p14:tracePt t="33922" x="2330450" y="4356100"/>
          <p14:tracePt t="33938" x="2393950" y="4368800"/>
          <p14:tracePt t="33955" x="2425700" y="4381500"/>
          <p14:tracePt t="33972" x="2444750" y="4381500"/>
          <p14:tracePt t="33988" x="2489200" y="4406900"/>
          <p14:tracePt t="34005" x="2540000" y="4419600"/>
          <p14:tracePt t="34022" x="2578100" y="4432300"/>
          <p14:tracePt t="34038" x="2603500" y="4438650"/>
          <p14:tracePt t="34055" x="2641600" y="4445000"/>
          <p14:tracePt t="34072" x="2692400" y="4457700"/>
          <p14:tracePt t="34088" x="2711450" y="4464050"/>
          <p14:tracePt t="34105" x="2768600" y="4476750"/>
          <p14:tracePt t="34121" x="2851150" y="4489450"/>
          <p14:tracePt t="34138" x="2895600" y="4502150"/>
          <p14:tracePt t="34155" x="2978150" y="4508500"/>
          <p14:tracePt t="34171" x="3060700" y="4521200"/>
          <p14:tracePt t="34188" x="3086100" y="4533900"/>
          <p14:tracePt t="34205" x="3155950" y="4540250"/>
          <p14:tracePt t="34221" x="3213100" y="4546600"/>
          <p14:tracePt t="34237" x="3232150" y="4546600"/>
          <p14:tracePt t="34254" x="3276600" y="4559300"/>
          <p14:tracePt t="34270" x="3289300" y="4559300"/>
          <p14:tracePt t="34288" x="3321050" y="4559300"/>
          <p14:tracePt t="34303" x="3340100" y="4559300"/>
          <p14:tracePt t="34320" x="3346450" y="4559300"/>
          <p14:tracePt t="34338" x="3352800" y="4552950"/>
          <p14:tracePt t="34422" x="3359150" y="4552950"/>
          <p14:tracePt t="34471" x="3365500" y="4552950"/>
          <p14:tracePt t="34492" x="3371850" y="4552950"/>
          <p14:tracePt t="34499" x="3378200" y="4552950"/>
          <p14:tracePt t="34534" x="3390900" y="4552950"/>
          <p14:tracePt t="34541" x="3397250" y="4552950"/>
          <p14:tracePt t="34556" x="3409950" y="4546600"/>
          <p14:tracePt t="34570" x="3435350" y="4540250"/>
          <p14:tracePt t="34586" x="3454400" y="4540250"/>
          <p14:tracePt t="34602" x="3467100" y="4533900"/>
          <p14:tracePt t="34619" x="3498850" y="4521200"/>
          <p14:tracePt t="34636" x="3517900" y="4514850"/>
          <p14:tracePt t="34654" x="3536950" y="4508500"/>
          <p14:tracePt t="34669" x="3543300" y="4508500"/>
          <p14:tracePt t="34686" x="3549650" y="4508500"/>
          <p14:tracePt t="35176" x="3492500" y="4508500"/>
          <p14:tracePt t="35182" x="3416300" y="4495800"/>
          <p14:tracePt t="35197" x="3340100" y="4489450"/>
          <p14:tracePt t="35204" x="3263900" y="4489450"/>
          <p14:tracePt t="35218" x="3187700" y="4489450"/>
          <p14:tracePt t="35234" x="3060700" y="4489450"/>
          <p14:tracePt t="35251" x="2997200" y="4489450"/>
          <p14:tracePt t="35268" x="2889250" y="4476750"/>
          <p14:tracePt t="35284" x="2819400" y="4470400"/>
          <p14:tracePt t="35301" x="2800350" y="4470400"/>
          <p14:tracePt t="35317" x="2755900" y="4457700"/>
          <p14:tracePt t="35333" x="2724150" y="4457700"/>
          <p14:tracePt t="35351" x="2686050" y="4451350"/>
          <p14:tracePt t="35367" x="2673350" y="4445000"/>
          <p14:tracePt t="35383" x="2647950" y="4438650"/>
          <p14:tracePt t="35400" x="2609850" y="4425950"/>
          <p14:tracePt t="35417" x="2578100" y="4419600"/>
          <p14:tracePt t="35433" x="2552700" y="4419600"/>
          <p14:tracePt t="35450" x="2520950" y="4413250"/>
          <p14:tracePt t="35467" x="2495550" y="4413250"/>
          <p14:tracePt t="35500" x="2489200" y="4413250"/>
          <p14:tracePt t="35576" x="2495550" y="4413250"/>
          <p14:tracePt t="35583" x="2508250" y="4413250"/>
          <p14:tracePt t="35597" x="2533650" y="4419600"/>
          <p14:tracePt t="35603" x="2559050" y="4419600"/>
          <p14:tracePt t="35619" x="2597150" y="4425950"/>
          <p14:tracePt t="35633" x="2743200" y="4438650"/>
          <p14:tracePt t="35649" x="2832100" y="4451350"/>
          <p14:tracePt t="35667" x="3022600" y="4457700"/>
          <p14:tracePt t="35682" x="3098800" y="4470400"/>
          <p14:tracePt t="35699" x="3238500" y="4476750"/>
          <p14:tracePt t="35716" x="3295650" y="4476750"/>
          <p14:tracePt t="35732" x="3352800" y="4483100"/>
          <p14:tracePt t="35749" x="3378200" y="4483100"/>
          <p14:tracePt t="35766" x="3390900" y="4489450"/>
          <p14:tracePt t="36556" x="3327400" y="4489450"/>
          <p14:tracePt t="36570" x="3238500" y="4489450"/>
          <p14:tracePt t="36577" x="3136900" y="4489450"/>
          <p14:tracePt t="36584" x="3048000" y="4489450"/>
          <p14:tracePt t="36599" x="2959100" y="4489450"/>
          <p14:tracePt t="36613" x="2870200" y="4502150"/>
          <p14:tracePt t="36629" x="2717800" y="4527550"/>
          <p14:tracePt t="36646" x="2647950" y="4533900"/>
          <p14:tracePt t="36663" x="2546350" y="4540250"/>
          <p14:tracePt t="36679" x="2482850" y="4552950"/>
          <p14:tracePt t="36696" x="2451100" y="4546600"/>
          <p14:tracePt t="36712" x="2438400" y="4546600"/>
          <p14:tracePt t="36729" x="2400300" y="4540250"/>
          <p14:tracePt t="36746" x="2349500" y="4533900"/>
          <p14:tracePt t="36763" x="2317750" y="4533900"/>
          <p14:tracePt t="36778" x="2292350" y="4533900"/>
          <p14:tracePt t="36796" x="2197100" y="4527550"/>
          <p14:tracePt t="36812" x="2184400" y="4527550"/>
          <p14:tracePt t="36829" x="2171700" y="4527550"/>
          <p14:tracePt t="36845" x="2159000" y="4527550"/>
          <p14:tracePt t="36861" x="2152650" y="4527550"/>
          <p14:tracePt t="36921" x="2152650" y="4521200"/>
          <p14:tracePt t="36942" x="2159000" y="4514850"/>
          <p14:tracePt t="36956" x="2165350" y="4514850"/>
          <p14:tracePt t="36964" x="2171700" y="451485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/>
              <a:t>Creating a Static Method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8610600" cy="6019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status():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print("</a:t>
            </a:r>
            <a:r>
              <a:rPr lang="en-US" altLang="en-US" sz="2400" dirty="0">
                <a:latin typeface="Lucida Console" panose="020B0609040504020204" pitchFamily="49" charset="0"/>
              </a:rPr>
              <a:t>Total critters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",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Critter.total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status </a:t>
            </a:r>
            <a:r>
              <a:rPr lang="en-US" altLang="en-US" sz="2400" dirty="0">
                <a:latin typeface="Lucida Console" panose="020B0609040504020204" pitchFamily="49" charset="0"/>
              </a:rPr>
              <a:t>= 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latin typeface="Lucida Console" panose="020B0609040504020204" pitchFamily="49" charset="0"/>
              </a:rPr>
              <a:t>(status)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/>
            <a:r>
              <a:rPr lang="en-US" altLang="en-US" sz="2400" dirty="0">
                <a:latin typeface="Lucida Console" panose="020B0609040504020204" pitchFamily="49" charset="0"/>
              </a:rPr>
              <a:t>status()</a:t>
            </a:r>
          </a:p>
          <a:p>
            <a:pPr lvl="1" eaLnBrk="1" hangingPunct="1"/>
            <a:r>
              <a:rPr lang="en-US" altLang="en-US" sz="2800" dirty="0"/>
              <a:t>Is </a:t>
            </a:r>
            <a:r>
              <a:rPr lang="en-US" altLang="en-US" sz="2800" dirty="0" smtClean="0"/>
              <a:t>a </a:t>
            </a:r>
            <a:r>
              <a:rPr lang="en-US" altLang="en-US" sz="28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8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1" eaLnBrk="1" hangingPunct="1"/>
            <a:r>
              <a:rPr lang="en-US" altLang="en-US" sz="2800" dirty="0" smtClean="0"/>
              <a:t>It doesn't have the </a:t>
            </a:r>
            <a:r>
              <a:rPr lang="en-US" altLang="en-US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parameter </a:t>
            </a:r>
            <a:r>
              <a:rPr lang="en-US" altLang="en-US" sz="2800" dirty="0"/>
              <a:t>because </a:t>
            </a:r>
            <a:r>
              <a:rPr lang="en-US" altLang="en-US" sz="2800" dirty="0" smtClean="0"/>
              <a:t>it will be </a:t>
            </a:r>
            <a:r>
              <a:rPr lang="en-US" altLang="en-US" sz="2800" dirty="0"/>
              <a:t>invoked through </a:t>
            </a:r>
            <a:r>
              <a:rPr lang="en-US" altLang="en-US" sz="2800" dirty="0" smtClean="0"/>
              <a:t>the class </a:t>
            </a:r>
            <a:r>
              <a:rPr lang="en-US" altLang="en-US" sz="2800" dirty="0"/>
              <a:t>not </a:t>
            </a:r>
            <a:r>
              <a:rPr lang="en-US" altLang="en-US" sz="2800" dirty="0" smtClean="0"/>
              <a:t>the object.</a:t>
            </a:r>
            <a:endParaRPr lang="en-US" altLang="en-US" sz="2800" dirty="0"/>
          </a:p>
          <a:p>
            <a:pPr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>
                <a:latin typeface="Lucida Console" panose="020B0609040504020204" pitchFamily="49" charset="0"/>
              </a:rPr>
              <a:t>()</a:t>
            </a:r>
          </a:p>
          <a:p>
            <a:pPr lvl="1" eaLnBrk="1" hangingPunct="1"/>
            <a:r>
              <a:rPr lang="en-US" altLang="en-US" sz="2800" dirty="0" smtClean="0"/>
              <a:t>This is a built-in </a:t>
            </a:r>
            <a:r>
              <a:rPr lang="en-US" altLang="en-US" sz="2800" dirty="0"/>
              <a:t>Python function</a:t>
            </a:r>
          </a:p>
          <a:p>
            <a:pPr lvl="1" eaLnBrk="1" hangingPunct="1"/>
            <a:r>
              <a:rPr lang="en-US" altLang="en-US" sz="2800" dirty="0" smtClean="0"/>
              <a:t>It takes a method </a:t>
            </a:r>
            <a:r>
              <a:rPr lang="en-US" altLang="en-US" sz="2800" dirty="0"/>
              <a:t>and returns </a:t>
            </a:r>
            <a:r>
              <a:rPr lang="en-US" altLang="en-US" sz="2800" dirty="0" smtClean="0"/>
              <a:t>a static </a:t>
            </a:r>
            <a:r>
              <a:rPr lang="en-US" altLang="en-US" sz="2800" dirty="0"/>
              <a:t>method</a:t>
            </a:r>
          </a:p>
          <a:p>
            <a:pPr lvl="1" eaLnBrk="1" hangingPunct="1"/>
            <a:endParaRPr lang="en-US" altLang="en-US" sz="28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" y="3465342"/>
            <a:ext cx="8915400" cy="3392658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112713" indent="0" eaLnBrk="1" hangingPunct="1">
              <a:buNone/>
            </a:pPr>
            <a:r>
              <a:rPr lang="en-US" altLang="en-US" sz="2800" kern="0" dirty="0" smtClean="0">
                <a:solidFill>
                  <a:srgbClr val="FF0000"/>
                </a:solidFill>
              </a:rPr>
              <a:t>So how do we modify the above to obey the help page we just saw on the previous slide?</a:t>
            </a:r>
          </a:p>
          <a:p>
            <a:pPr marL="112713" indent="0" eaLnBrk="1" hangingPunct="1">
              <a:buNone/>
            </a:pPr>
            <a:endParaRPr lang="en-US" altLang="en-US" sz="1200" kern="0" dirty="0" smtClean="0">
              <a:solidFill>
                <a:srgbClr val="FF0000"/>
              </a:solidFill>
            </a:endParaRPr>
          </a:p>
          <a:p>
            <a:pPr indent="-58738"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Critter(object):</a:t>
            </a:r>
          </a:p>
          <a:p>
            <a:pPr indent="-58738"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...</a:t>
            </a:r>
          </a:p>
          <a:p>
            <a:pPr indent="-58738"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indent="-58738"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status():</a:t>
            </a:r>
          </a:p>
          <a:p>
            <a:pPr indent="-58738"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("Total critters",</a:t>
            </a:r>
            <a:r>
              <a:rPr lang="en-US" altLang="en-US" sz="2400" dirty="0" err="1">
                <a:latin typeface="Lucida Console" panose="020B0609040504020204" pitchFamily="49" charset="0"/>
              </a:rPr>
              <a:t>Critter.total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7824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44840">
        <p14:ripple/>
      </p:transition>
    </mc:Choice>
    <mc:Fallback>
      <p:transition spd="slow" advTm="4484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0" x="7931150" y="1028700"/>
          <p14:tracePt t="66" x="7931150" y="1016000"/>
          <p14:tracePt t="89" x="7931150" y="990600"/>
          <p14:tracePt t="100" x="7924800" y="977900"/>
          <p14:tracePt t="117" x="7918450" y="965200"/>
          <p14:tracePt t="134" x="7918450" y="920750"/>
          <p14:tracePt t="150" x="7905750" y="869950"/>
          <p14:tracePt t="166" x="7893050" y="850900"/>
          <p14:tracePt t="184" x="7880350" y="806450"/>
          <p14:tracePt t="199" x="7861300" y="768350"/>
          <p14:tracePt t="216" x="7854950" y="742950"/>
          <p14:tracePt t="233" x="7848600" y="711200"/>
          <p14:tracePt t="249" x="7823200" y="679450"/>
          <p14:tracePt t="266" x="7823200" y="666750"/>
          <p14:tracePt t="282" x="7810500" y="641350"/>
          <p14:tracePt t="299" x="7810500" y="628650"/>
          <p14:tracePt t="315" x="7810500" y="622300"/>
          <p14:tracePt t="332" x="7810500" y="615950"/>
          <p14:tracePt t="349" x="7804150" y="609600"/>
          <p14:tracePt t="366" x="7804150" y="603250"/>
          <p14:tracePt t="479" x="7804150" y="609600"/>
          <p14:tracePt t="500" x="7810500" y="609600"/>
          <p14:tracePt t="507" x="7816850" y="615950"/>
          <p14:tracePt t="521" x="7823200" y="622300"/>
          <p14:tracePt t="531" x="7835900" y="635000"/>
          <p14:tracePt t="549" x="7874000" y="679450"/>
          <p14:tracePt t="565" x="7893050" y="698500"/>
          <p14:tracePt t="582" x="7912100" y="730250"/>
          <p14:tracePt t="598" x="7981950" y="800100"/>
          <p14:tracePt t="614" x="8007350" y="844550"/>
          <p14:tracePt t="631" x="8039100" y="882650"/>
          <p14:tracePt t="648" x="8089900" y="933450"/>
          <p14:tracePt t="664" x="8102600" y="958850"/>
          <p14:tracePt t="682" x="8128000" y="990600"/>
          <p14:tracePt t="698" x="8140700" y="1016000"/>
          <p14:tracePt t="714" x="8166100" y="1047750"/>
          <p14:tracePt t="731" x="8172450" y="1060450"/>
          <p14:tracePt t="747" x="8178800" y="1079500"/>
          <p14:tracePt t="764" x="8185150" y="1085850"/>
          <p14:tracePt t="808" x="8185150" y="1092200"/>
          <p14:tracePt t="817" x="8185150" y="1098550"/>
          <p14:tracePt t="843" x="8185150" y="1104900"/>
          <p14:tracePt t="851" x="8185150" y="1111250"/>
          <p14:tracePt t="864" x="8191500" y="1117600"/>
          <p14:tracePt t="880" x="8197850" y="1123950"/>
          <p14:tracePt t="900" x="8210550" y="1123950"/>
          <p14:tracePt t="1539" x="8210550" y="1136650"/>
          <p14:tracePt t="1553" x="8223250" y="1149350"/>
          <p14:tracePt t="1562" x="8229600" y="1155700"/>
          <p14:tracePt t="1574" x="8235950" y="1174750"/>
          <p14:tracePt t="1581" x="8248650" y="1187450"/>
          <p14:tracePt t="1597" x="8255000" y="1200150"/>
          <p14:tracePt t="1611" x="8267700" y="1219200"/>
          <p14:tracePt t="1628" x="8280400" y="1225550"/>
          <p14:tracePt t="1645" x="8293100" y="1244600"/>
          <p14:tracePt t="1661" x="8299450" y="1257300"/>
          <p14:tracePt t="1677" x="8299450" y="1263650"/>
          <p14:tracePt t="1694" x="8299450" y="1270000"/>
          <p14:tracePt t="1711" x="8305800" y="1270000"/>
          <p14:tracePt t="1727" x="8305800" y="1276350"/>
          <p14:tracePt t="1840" x="8312150" y="1276350"/>
          <p14:tracePt t="1924" x="8318500" y="1276350"/>
          <p14:tracePt t="1931" x="8324850" y="1276350"/>
          <p14:tracePt t="2314" x="8318500" y="1276350"/>
          <p14:tracePt t="2321" x="8312150" y="1276350"/>
          <p14:tracePt t="2335" x="8299450" y="1276350"/>
          <p14:tracePt t="2345" x="8286750" y="1282700"/>
          <p14:tracePt t="2359" x="8280400" y="1289050"/>
          <p14:tracePt t="2375" x="8274050" y="1289050"/>
          <p14:tracePt t="2392" x="8248650" y="1295400"/>
          <p14:tracePt t="2408" x="8235950" y="1295400"/>
          <p14:tracePt t="2425" x="8229600" y="1295400"/>
          <p14:tracePt t="2441" x="8216900" y="1308100"/>
          <p14:tracePt t="2458" x="8191500" y="1314450"/>
          <p14:tracePt t="2475" x="8147050" y="1314450"/>
          <p14:tracePt t="2491" x="8121650" y="1314450"/>
          <p14:tracePt t="2508" x="8039100" y="1339850"/>
          <p14:tracePt t="2525" x="7886700" y="1390650"/>
          <p14:tracePt t="2541" x="7810500" y="1422400"/>
          <p14:tracePt t="2558" x="7613650" y="1511300"/>
          <p14:tracePt t="2575" x="7410450" y="1606550"/>
          <p14:tracePt t="2591" x="7308850" y="1663700"/>
          <p14:tracePt t="2608" x="7105650" y="1797050"/>
          <p14:tracePt t="2624" x="6889750" y="1949450"/>
          <p14:tracePt t="2641" x="6769100" y="2025650"/>
          <p14:tracePt t="2658" x="6464300" y="2203450"/>
          <p14:tracePt t="2674" x="6140450" y="2368550"/>
          <p14:tracePt t="2691" x="5956300" y="2438400"/>
          <p14:tracePt t="2708" x="5556250" y="2578100"/>
          <p14:tracePt t="2724" x="5378450" y="2609850"/>
          <p14:tracePt t="2741" x="4933950" y="2679700"/>
          <p14:tracePt t="2757" x="4552950" y="2705100"/>
          <p14:tracePt t="2774" x="4381500" y="2730500"/>
          <p14:tracePt t="2791" x="4114800" y="2736850"/>
          <p14:tracePt t="2807" x="4076700" y="2736850"/>
          <p14:tracePt t="3276" x="4025900" y="2736850"/>
          <p14:tracePt t="3290" x="3987800" y="2736850"/>
          <p14:tracePt t="3297" x="3943350" y="2743200"/>
          <p14:tracePt t="3305" x="3911600" y="2749550"/>
          <p14:tracePt t="3322" x="3873500" y="2755900"/>
          <p14:tracePt t="3339" x="3829050" y="2774950"/>
          <p14:tracePt t="3355" x="3759200" y="2800350"/>
          <p14:tracePt t="3372" x="3689350" y="2813050"/>
          <p14:tracePt t="3389" x="3625850" y="2838450"/>
          <p14:tracePt t="3405" x="3581400" y="2844800"/>
          <p14:tracePt t="3421" x="3524250" y="2851150"/>
          <p14:tracePt t="3438" x="3479800" y="2857500"/>
          <p14:tracePt t="3455" x="3454400" y="2857500"/>
          <p14:tracePt t="3472" x="3429000" y="2851150"/>
          <p14:tracePt t="3488" x="3416300" y="2851150"/>
          <p14:tracePt t="3504" x="3409950" y="2851150"/>
          <p14:tracePt t="3508" x="3403600" y="2844800"/>
          <p14:tracePt t="3521" x="3397250" y="2844800"/>
          <p14:tracePt t="3538" x="3371850" y="2838450"/>
          <p14:tracePt t="3554" x="3359150" y="2832100"/>
          <p14:tracePt t="3571" x="3308350" y="2819400"/>
          <p14:tracePt t="3588" x="3213100" y="2800350"/>
          <p14:tracePt t="3604" x="3149600" y="2781300"/>
          <p14:tracePt t="3621" x="2978150" y="2755900"/>
          <p14:tracePt t="3637" x="2889250" y="2730500"/>
          <p14:tracePt t="3655" x="2578100" y="2692400"/>
          <p14:tracePt t="3671" x="2463800" y="2660650"/>
          <p14:tracePt t="3687" x="2349500" y="2641600"/>
          <p14:tracePt t="3704" x="2152650" y="2584450"/>
          <p14:tracePt t="3720" x="1981200" y="2540000"/>
          <p14:tracePt t="3737" x="1911350" y="2508250"/>
          <p14:tracePt t="3754" x="1790700" y="2470150"/>
          <p14:tracePt t="3770" x="1720850" y="2463800"/>
          <p14:tracePt t="3787" x="1682750" y="2463800"/>
          <p14:tracePt t="3803" x="1651000" y="2463800"/>
          <p14:tracePt t="3820" x="1619250" y="2476500"/>
          <p14:tracePt t="3837" x="1600200" y="2482850"/>
          <p14:tracePt t="3853" x="1593850" y="2489200"/>
          <p14:tracePt t="3870" x="1581150" y="2495550"/>
          <p14:tracePt t="3887" x="1581150" y="2508250"/>
          <p14:tracePt t="3903" x="1581150" y="2520950"/>
          <p14:tracePt t="3920" x="1568450" y="2533650"/>
          <p14:tracePt t="3936" x="1574800" y="2571750"/>
          <p14:tracePt t="3953" x="1581150" y="2590800"/>
          <p14:tracePt t="3971" x="1593850" y="2628900"/>
          <p14:tracePt t="3987" x="1606550" y="2647950"/>
          <p14:tracePt t="4004" x="1663700" y="2711450"/>
          <p14:tracePt t="4006" x="1701800" y="2762250"/>
          <p14:tracePt t="4022" x="1733550" y="2794000"/>
          <p14:tracePt t="4036" x="1784350" y="2838450"/>
          <p14:tracePt t="4052" x="1873250" y="2914650"/>
          <p14:tracePt t="4070" x="1968500" y="2997200"/>
          <p14:tracePt t="4086" x="2025650" y="3048000"/>
          <p14:tracePt t="4102" x="2089150" y="3092450"/>
          <p14:tracePt t="4119" x="2139950" y="3124200"/>
          <p14:tracePt t="4136" x="2165350" y="3130550"/>
          <p14:tracePt t="4153" x="2203450" y="3143250"/>
          <p14:tracePt t="4169" x="2228850" y="3149600"/>
          <p14:tracePt t="4185" x="2241550" y="3155950"/>
          <p14:tracePt t="4202" x="2266950" y="3162300"/>
          <p14:tracePt t="4219" x="2292350" y="3162300"/>
          <p14:tracePt t="4235" x="2305050" y="3162300"/>
          <p14:tracePt t="4252" x="2330450" y="3162300"/>
          <p14:tracePt t="4268" x="2343150" y="3162300"/>
          <p14:tracePt t="4286" x="2381250" y="3162300"/>
          <p14:tracePt t="4302" x="2432050" y="3162300"/>
          <p14:tracePt t="4318" x="2457450" y="3162300"/>
          <p14:tracePt t="4335" x="2540000" y="3155950"/>
          <p14:tracePt t="4352" x="2635250" y="3143250"/>
          <p14:tracePt t="4368" x="2686050" y="3130550"/>
          <p14:tracePt t="4385" x="2832100" y="3111500"/>
          <p14:tracePt t="4401" x="3016250" y="3060700"/>
          <p14:tracePt t="4419" x="3105150" y="3035300"/>
          <p14:tracePt t="4435" x="3263900" y="2990850"/>
          <p14:tracePt t="4451" x="3422650" y="2959100"/>
          <p14:tracePt t="4470" x="3530600" y="2933700"/>
          <p14:tracePt t="4484" x="3581400" y="2921000"/>
          <p14:tracePt t="4501" x="3670300" y="2895600"/>
          <p14:tracePt t="4518" x="3727450" y="2882900"/>
          <p14:tracePt t="4534" x="3746500" y="2882900"/>
          <p14:tracePt t="4551" x="3752850" y="2876550"/>
          <p14:tracePt t="4568" x="3778250" y="2876550"/>
          <p14:tracePt t="4585" x="3784600" y="2876550"/>
          <p14:tracePt t="4602" x="3790950" y="2876550"/>
          <p14:tracePt t="4617" x="3797300" y="2876550"/>
          <p14:tracePt t="4634" x="3803650" y="2876550"/>
          <p14:tracePt t="4652" x="3816350" y="2876550"/>
          <p14:tracePt t="4667" x="3822700" y="2876550"/>
          <p14:tracePt t="4684" x="3841750" y="2876550"/>
          <p14:tracePt t="4701" x="3867150" y="2882900"/>
          <p14:tracePt t="4717" x="3886200" y="2882900"/>
          <p14:tracePt t="4733" x="3937000" y="2882900"/>
          <p14:tracePt t="4750" x="3994150" y="2882900"/>
          <p14:tracePt t="4767" x="4044950" y="2882900"/>
          <p14:tracePt t="4784" x="4178300" y="2876550"/>
          <p14:tracePt t="4800" x="4305300" y="2870200"/>
          <p14:tracePt t="4817" x="4368800" y="2870200"/>
          <p14:tracePt t="4834" x="4483100" y="2870200"/>
          <p14:tracePt t="4850" x="4578350" y="2882900"/>
          <p14:tracePt t="4866" x="4635500" y="2889250"/>
          <p14:tracePt t="4883" x="4705350" y="2908300"/>
          <p14:tracePt t="4900" x="4718050" y="2908300"/>
          <p14:tracePt t="4916" x="4756150" y="2921000"/>
          <p14:tracePt t="4933" x="4775200" y="2933700"/>
          <p14:tracePt t="4950" x="4781550" y="2933700"/>
          <p14:tracePt t="4967" x="4794250" y="2933700"/>
          <p14:tracePt t="4982" x="4800600" y="2933700"/>
          <p14:tracePt t="5613" x="4794250" y="2933700"/>
          <p14:tracePt t="5641" x="4787900" y="2933700"/>
          <p14:tracePt t="5656" x="4781550" y="2933700"/>
          <p14:tracePt t="5683" x="4775200" y="2933700"/>
          <p14:tracePt t="5690" x="4762500" y="2927350"/>
          <p14:tracePt t="5704" x="4749800" y="2921000"/>
          <p14:tracePt t="5713" x="4730750" y="2921000"/>
          <p14:tracePt t="5730" x="4705350" y="2908300"/>
          <p14:tracePt t="5747" x="4648200" y="2889250"/>
          <p14:tracePt t="5763" x="4578350" y="2876550"/>
          <p14:tracePt t="5780" x="4546600" y="2857500"/>
          <p14:tracePt t="5797" x="4489450" y="2844800"/>
          <p14:tracePt t="5813" x="4457700" y="2844800"/>
          <p14:tracePt t="5830" x="4394200" y="2825750"/>
          <p14:tracePt t="5846" x="4375150" y="2825750"/>
          <p14:tracePt t="5863" x="4356100" y="2813050"/>
          <p14:tracePt t="5880" x="4324350" y="2813050"/>
          <p14:tracePt t="5896" x="4267200" y="2813050"/>
          <p14:tracePt t="5913" x="4229100" y="2813050"/>
          <p14:tracePt t="5930" x="4121150" y="2813050"/>
          <p14:tracePt t="5946" x="4006850" y="2806700"/>
          <p14:tracePt t="5963" x="3917950" y="2806700"/>
          <p14:tracePt t="5980" x="3714750" y="2794000"/>
          <p14:tracePt t="5996" x="3498850" y="2774950"/>
          <p14:tracePt t="6013" x="3384550" y="2774950"/>
          <p14:tracePt t="6029" x="3143250" y="2768600"/>
          <p14:tracePt t="6033" x="3028950" y="2768600"/>
          <p14:tracePt t="6046" x="2889250" y="2781300"/>
          <p14:tracePt t="6063" x="2647950" y="2800350"/>
          <p14:tracePt t="6079" x="2546350" y="2813050"/>
          <p14:tracePt t="6096" x="2457450" y="2819400"/>
          <p14:tracePt t="6112" x="2197100" y="2851150"/>
          <p14:tracePt t="6128" x="2120900" y="2870200"/>
          <p14:tracePt t="6146" x="1974850" y="2901950"/>
          <p14:tracePt t="6162" x="1905000" y="2927350"/>
          <p14:tracePt t="6179" x="1828800" y="2971800"/>
          <p14:tracePt t="6196" x="1765300" y="3003550"/>
          <p14:tracePt t="6212" x="1746250" y="3016250"/>
          <p14:tracePt t="6228" x="1701800" y="3041650"/>
          <p14:tracePt t="6245" x="1676400" y="3048000"/>
          <p14:tracePt t="6262" x="1663700" y="3054350"/>
          <p14:tracePt t="6278" x="1651000" y="3060700"/>
          <p14:tracePt t="6295" x="1638300" y="3067050"/>
          <p14:tracePt t="6312" x="1625600" y="3067050"/>
          <p14:tracePt t="6329" x="1612900" y="3067050"/>
          <p14:tracePt t="6345" x="1606550" y="3073400"/>
          <p14:tracePt t="6378" x="1600200" y="3079750"/>
          <p14:tracePt t="6462" x="1593850" y="3086100"/>
          <p14:tracePt t="6743" x="1600200" y="3079750"/>
          <p14:tracePt t="7016" x="1612900" y="3079750"/>
          <p14:tracePt t="7024" x="1619250" y="3079750"/>
          <p14:tracePt t="7038" x="1631950" y="3079750"/>
          <p14:tracePt t="7045" x="1638300" y="3079750"/>
          <p14:tracePt t="7062" x="1644650" y="3079750"/>
          <p14:tracePt t="7076" x="1657350" y="3086100"/>
          <p14:tracePt t="7092" x="1695450" y="3098800"/>
          <p14:tracePt t="7109" x="1765300" y="3117850"/>
          <p14:tracePt t="7126" x="1803400" y="3124200"/>
          <p14:tracePt t="7143" x="1911350" y="3143250"/>
          <p14:tracePt t="7159" x="2070100" y="3175000"/>
          <p14:tracePt t="7175" x="2159000" y="3194050"/>
          <p14:tracePt t="7192" x="2336800" y="3213100"/>
          <p14:tracePt t="7208" x="2533650" y="3232150"/>
          <p14:tracePt t="7225" x="2647950" y="3232150"/>
          <p14:tracePt t="7242" x="2851150" y="3225800"/>
          <p14:tracePt t="7258" x="3054350" y="3219450"/>
          <p14:tracePt t="7275" x="3155950" y="3219450"/>
          <p14:tracePt t="7291" x="3352800" y="3219450"/>
          <p14:tracePt t="7308" x="3581400" y="3219450"/>
          <p14:tracePt t="7325" x="3695700" y="3219450"/>
          <p14:tracePt t="7341" x="3937000" y="3219450"/>
          <p14:tracePt t="7358" x="4051300" y="3219450"/>
          <p14:tracePt t="7375" x="4267200" y="3219450"/>
          <p14:tracePt t="7390" x="4457700" y="3219450"/>
          <p14:tracePt t="7408" x="4533900" y="3219450"/>
          <p14:tracePt t="7424" x="4724400" y="3219450"/>
          <p14:tracePt t="7441" x="4889500" y="3219450"/>
          <p14:tracePt t="7457" x="4965700" y="3219450"/>
          <p14:tracePt t="7474" x="5092700" y="3219450"/>
          <p14:tracePt t="7491" x="5187950" y="3219450"/>
          <p14:tracePt t="7508" x="5257800" y="3206750"/>
          <p14:tracePt t="7524" x="5283200" y="3206750"/>
          <p14:tracePt t="7541" x="5327650" y="3206750"/>
          <p14:tracePt t="7557" x="5359400" y="3206750"/>
          <p14:tracePt t="7574" x="5372100" y="3206750"/>
          <p14:tracePt t="7591" x="5397500" y="3206750"/>
          <p14:tracePt t="7607" x="5403850" y="3206750"/>
          <p14:tracePt t="7624" x="5410200" y="3206750"/>
          <p14:tracePt t="7719" x="5403850" y="3206750"/>
          <p14:tracePt t="7725" x="5391150" y="3206750"/>
          <p14:tracePt t="7742" x="5359400" y="3206750"/>
          <p14:tracePt t="7757" x="5321300" y="3206750"/>
          <p14:tracePt t="7773" x="5181600" y="3206750"/>
          <p14:tracePt t="7790" x="4965700" y="3213100"/>
          <p14:tracePt t="7806" x="4826000" y="3213100"/>
          <p14:tracePt t="7823" x="4489450" y="3206750"/>
          <p14:tracePt t="7839" x="4083050" y="3181350"/>
          <p14:tracePt t="7856" x="3841750" y="3168650"/>
          <p14:tracePt t="7873" x="3365500" y="3143250"/>
          <p14:tracePt t="7889" x="2933700" y="3111500"/>
          <p14:tracePt t="7906" x="2781300" y="3111500"/>
          <p14:tracePt t="7923" x="2432050" y="3098800"/>
          <p14:tracePt t="7939" x="2216150" y="3098800"/>
          <p14:tracePt t="7956" x="2127250" y="3098800"/>
          <p14:tracePt t="7972" x="1962150" y="3092450"/>
          <p14:tracePt t="7989" x="1898650" y="3092450"/>
          <p14:tracePt t="8006" x="1752600" y="3092450"/>
          <p14:tracePt t="8022" x="1708150" y="3086100"/>
          <p14:tracePt t="8039" x="1689100" y="3079750"/>
          <p14:tracePt t="8042" x="1670050" y="3079750"/>
          <p14:tracePt t="8056" x="1657350" y="3073400"/>
          <p14:tracePt t="8072" x="1631950" y="3060700"/>
          <p14:tracePt t="8088" x="1625600" y="3060700"/>
          <p14:tracePt t="8147" x="1631950" y="3060700"/>
          <p14:tracePt t="8161" x="1638300" y="3060700"/>
          <p14:tracePt t="8168" x="1663700" y="3060700"/>
          <p14:tracePt t="8181" x="1701800" y="3060700"/>
          <p14:tracePt t="8191" x="1765300" y="3060700"/>
          <p14:tracePt t="8205" x="1841500" y="3048000"/>
          <p14:tracePt t="8222" x="2032000" y="3028950"/>
          <p14:tracePt t="8238" x="2324100" y="2997200"/>
          <p14:tracePt t="8255" x="2514600" y="2965450"/>
          <p14:tracePt t="8271" x="2743200" y="2927350"/>
          <p14:tracePt t="8288" x="3530600" y="2838450"/>
          <p14:tracePt t="8304" x="3854450" y="2787650"/>
          <p14:tracePt t="8322" x="4114800" y="2774950"/>
          <p14:tracePt t="8338" x="4597400" y="2762250"/>
          <p14:tracePt t="8354" x="4921250" y="2762250"/>
          <p14:tracePt t="8372" x="5149850" y="2762250"/>
          <p14:tracePt t="8387" x="5226050" y="2762250"/>
          <p14:tracePt t="8404" x="5289550" y="2762250"/>
          <p14:tracePt t="8421" x="5302250" y="2755900"/>
          <p14:tracePt t="8484" x="5302250" y="2749550"/>
          <p14:tracePt t="8611" x="5295900" y="2749550"/>
          <p14:tracePt t="8624" x="5283200" y="2749550"/>
          <p14:tracePt t="8631" x="5264150" y="2749550"/>
          <p14:tracePt t="8640" x="5232400" y="2749550"/>
          <p14:tracePt t="8654" x="5194300" y="2743200"/>
          <p14:tracePt t="8670" x="5143500" y="2736850"/>
          <p14:tracePt t="8687" x="4972050" y="2705100"/>
          <p14:tracePt t="8703" x="4756150" y="2673350"/>
          <p14:tracePt t="8720" x="4616450" y="2660650"/>
          <p14:tracePt t="8737" x="4311650" y="2628900"/>
          <p14:tracePt t="8753" x="4013200" y="2616200"/>
          <p14:tracePt t="8770" x="3822700" y="2603500"/>
          <p14:tracePt t="8786" x="3543300" y="2584450"/>
          <p14:tracePt t="8803" x="3321050" y="2584450"/>
          <p14:tracePt t="8820" x="3232150" y="2584450"/>
          <p14:tracePt t="8836" x="3098800" y="2597150"/>
          <p14:tracePt t="8853" x="3016250" y="2603500"/>
          <p14:tracePt t="8870" x="2990850" y="2603500"/>
          <p14:tracePt t="8886" x="2984500" y="2603500"/>
          <p14:tracePt t="8961" x="2984500" y="2609850"/>
          <p14:tracePt t="8982" x="2984500" y="2616200"/>
          <p14:tracePt t="8989" x="2984500" y="2628900"/>
          <p14:tracePt t="9003" x="2984500" y="2635250"/>
          <p14:tracePt t="9019" x="2984500" y="2641600"/>
          <p14:tracePt t="10176" x="2971800" y="2647950"/>
          <p14:tracePt t="10183" x="2946400" y="2654300"/>
          <p14:tracePt t="10198" x="2914650" y="2660650"/>
          <p14:tracePt t="10205" x="2882900" y="2673350"/>
          <p14:tracePt t="10218" x="2825750" y="2692400"/>
          <p14:tracePt t="10233" x="2730500" y="2717800"/>
          <p14:tracePt t="10247" x="2679700" y="2730500"/>
          <p14:tracePt t="10265" x="2622550" y="2749550"/>
          <p14:tracePt t="10282" x="2495550" y="2768600"/>
          <p14:tracePt t="10298" x="2362200" y="2781300"/>
          <p14:tracePt t="10315" x="2298700" y="2794000"/>
          <p14:tracePt t="10331" x="2203450" y="2813050"/>
          <p14:tracePt t="10347" x="2127250" y="2825750"/>
          <p14:tracePt t="10364" x="2108200" y="2832100"/>
          <p14:tracePt t="10381" x="2082800" y="2838450"/>
          <p14:tracePt t="10397" x="2070100" y="2838450"/>
          <p14:tracePt t="10417" x="2063750" y="2838450"/>
          <p14:tracePt t="10457" x="2057400" y="2838450"/>
          <p14:tracePt t="10499" x="2057400" y="2844800"/>
          <p14:tracePt t="10548" x="2057400" y="2851150"/>
          <p14:tracePt t="10598" x="2051050" y="2857500"/>
          <p14:tracePt t="10626" x="2044700" y="2857500"/>
          <p14:tracePt t="10648" x="2038350" y="2857500"/>
          <p14:tracePt t="10653" x="2038350" y="2863850"/>
          <p14:tracePt t="10668" x="2032000" y="2863850"/>
          <p14:tracePt t="10679" x="2025650" y="2870200"/>
          <p14:tracePt t="10698" x="2019300" y="2876550"/>
          <p14:tracePt t="10724" x="2012950" y="2876550"/>
          <p14:tracePt t="10745" x="2006600" y="2876550"/>
          <p14:tracePt t="10759" x="2000250" y="2876550"/>
          <p14:tracePt t="10787" x="1987550" y="2882900"/>
          <p14:tracePt t="10815" x="1981200" y="2882900"/>
          <p14:tracePt t="10836" x="1974850" y="2889250"/>
          <p14:tracePt t="10899" x="1968500" y="2889250"/>
          <p14:tracePt t="10906" x="1968500" y="2895600"/>
          <p14:tracePt t="10935" x="1962150" y="2895600"/>
          <p14:tracePt t="11040" x="1962150" y="2901950"/>
          <p14:tracePt t="11145" x="1955800" y="2901950"/>
          <p14:tracePt t="11187" x="1955800" y="2908300"/>
          <p14:tracePt t="11208" x="1949450" y="2914650"/>
          <p14:tracePt t="11215" x="1943100" y="2921000"/>
          <p14:tracePt t="11236" x="1943100" y="2927350"/>
          <p14:tracePt t="11250" x="1936750" y="2933700"/>
          <p14:tracePt t="11261" x="1930400" y="2940050"/>
          <p14:tracePt t="11279" x="1917700" y="2952750"/>
          <p14:tracePt t="11294" x="1911350" y="2965450"/>
          <p14:tracePt t="11311" x="1892300" y="2984500"/>
          <p14:tracePt t="11328" x="1879600" y="2997200"/>
          <p14:tracePt t="11344" x="1873250" y="3003550"/>
          <p14:tracePt t="11362" x="1866900" y="3016250"/>
          <p14:tracePt t="11378" x="1866900" y="3022600"/>
          <p14:tracePt t="11414" x="1866900" y="3028950"/>
          <p14:tracePt t="11468" x="1866900" y="3035300"/>
          <p14:tracePt t="11566" x="1866900" y="3041650"/>
          <p14:tracePt t="11580" x="1873250" y="3041650"/>
          <p14:tracePt t="11587" x="1879600" y="3048000"/>
          <p14:tracePt t="11601" x="1885950" y="3054350"/>
          <p14:tracePt t="11609" x="1898650" y="3060700"/>
          <p14:tracePt t="11627" x="1917700" y="3073400"/>
          <p14:tracePt t="11643" x="1968500" y="3105150"/>
          <p14:tracePt t="11660" x="2082800" y="3162300"/>
          <p14:tracePt t="11676" x="2139950" y="3187700"/>
          <p14:tracePt t="11693" x="2311400" y="3251200"/>
          <p14:tracePt t="11709" x="2533650" y="3321050"/>
          <p14:tracePt t="11727" x="2800350" y="3409950"/>
          <p14:tracePt t="11743" x="2940050" y="3467100"/>
          <p14:tracePt t="11759" x="3124200" y="3524250"/>
          <p14:tracePt t="11777" x="3695700" y="3683000"/>
          <p14:tracePt t="11793" x="3867150" y="3708400"/>
          <p14:tracePt t="11809" x="4019550" y="3740150"/>
          <p14:tracePt t="11826" x="4273550" y="3797300"/>
          <p14:tracePt t="11842" x="4476750" y="3816350"/>
          <p14:tracePt t="11859" x="4565650" y="3816350"/>
          <p14:tracePt t="11875" x="4711700" y="3803650"/>
          <p14:tracePt t="11892" x="4851400" y="3784600"/>
          <p14:tracePt t="11910" x="4972050" y="3765550"/>
          <p14:tracePt t="11925" x="5016500" y="3746500"/>
          <p14:tracePt t="11942" x="5111750" y="3727450"/>
          <p14:tracePt t="11959" x="5181600" y="3708400"/>
          <p14:tracePt t="11975" x="5226050" y="3695700"/>
          <p14:tracePt t="11992" x="5264150" y="3683000"/>
          <p14:tracePt t="12008" x="5397500" y="3619500"/>
          <p14:tracePt t="12025" x="5429250" y="3606800"/>
          <p14:tracePt t="12042" x="5473700" y="3575050"/>
          <p14:tracePt t="12058" x="5537200" y="3543300"/>
          <p14:tracePt t="12075" x="5549900" y="3530600"/>
          <p14:tracePt t="12092" x="5575300" y="3498850"/>
          <p14:tracePt t="12108" x="5588000" y="3486150"/>
          <p14:tracePt t="12125" x="5613400" y="3448050"/>
          <p14:tracePt t="12128" x="5626100" y="3422650"/>
          <p14:tracePt t="12144" x="5638800" y="3390900"/>
          <p14:tracePt t="12158" x="5651500" y="3365500"/>
          <p14:tracePt t="12174" x="5657850" y="3321050"/>
          <p14:tracePt t="12191" x="5657850" y="3276600"/>
          <p14:tracePt t="12208" x="5657850" y="3251200"/>
          <p14:tracePt t="12225" x="5632450" y="3181350"/>
          <p14:tracePt t="12241" x="5594350" y="3130550"/>
          <p14:tracePt t="12258" x="5575300" y="3098800"/>
          <p14:tracePt t="12275" x="5549900" y="3054350"/>
          <p14:tracePt t="12291" x="5524500" y="3028950"/>
          <p14:tracePt t="12307" x="5505450" y="3016250"/>
          <p14:tracePt t="12324" x="5492750" y="3003550"/>
          <p14:tracePt t="12341" x="5480050" y="2997200"/>
          <p14:tracePt t="12374" x="5473700" y="2997200"/>
          <p14:tracePt t="12391" x="5467350" y="2997200"/>
          <p14:tracePt t="12451" x="5461000" y="2997200"/>
          <p14:tracePt t="12612" x="5467350" y="2997200"/>
          <p14:tracePt t="12703" x="5467350" y="3003550"/>
          <p14:tracePt t="12759" x="5454650" y="3009900"/>
          <p14:tracePt t="12774" x="5448300" y="3009900"/>
          <p14:tracePt t="12780" x="5429250" y="3022600"/>
          <p14:tracePt t="12794" x="5403850" y="3035300"/>
          <p14:tracePt t="12805" x="5372100" y="3060700"/>
          <p14:tracePt t="12822" x="5302250" y="3086100"/>
          <p14:tracePt t="12839" x="5118100" y="3149600"/>
          <p14:tracePt t="12855" x="5003800" y="3181350"/>
          <p14:tracePt t="12872" x="4502150" y="3289300"/>
          <p14:tracePt t="12889" x="4324350" y="3327400"/>
          <p14:tracePt t="12906" x="3937000" y="3365500"/>
          <p14:tracePt t="12922" x="3581400" y="3403600"/>
          <p14:tracePt t="12938" x="3416300" y="3416300"/>
          <p14:tracePt t="12956" x="3124200" y="3429000"/>
          <p14:tracePt t="12972" x="2851150" y="3435350"/>
          <p14:tracePt t="12988" x="2724150" y="3435350"/>
          <p14:tracePt t="13005" x="2482850" y="3409950"/>
          <p14:tracePt t="13022" x="2374900" y="3403600"/>
          <p14:tracePt t="13038" x="2197100" y="3352800"/>
          <p14:tracePt t="13055" x="2057400" y="3302000"/>
          <p14:tracePt t="13071" x="2012950" y="3276600"/>
          <p14:tracePt t="13088" x="1962150" y="3251200"/>
          <p14:tracePt t="13104" x="1943100" y="3238500"/>
          <p14:tracePt t="13138" x="1936750" y="3225800"/>
          <p14:tracePt t="13154" x="1930400" y="3219450"/>
          <p14:tracePt t="13171" x="1930400" y="3213100"/>
          <p14:tracePt t="13175" x="1917700" y="3206750"/>
          <p14:tracePt t="13188" x="1911350" y="3194050"/>
          <p14:tracePt t="13204" x="1892300" y="3181350"/>
          <p14:tracePt t="13221" x="1860550" y="3162300"/>
          <p14:tracePt t="13237" x="1835150" y="3155950"/>
          <p14:tracePt t="13254" x="1809750" y="3136900"/>
          <p14:tracePt t="13272" x="1778000" y="3111500"/>
          <p14:tracePt t="13287" x="1765300" y="3105150"/>
          <p14:tracePt t="13304" x="1739900" y="3079750"/>
          <p14:tracePt t="13321" x="1689100" y="3060700"/>
          <p14:tracePt t="13337" x="1670050" y="3054350"/>
          <p14:tracePt t="13354" x="1663700" y="3054350"/>
          <p14:tracePt t="13370" x="1651000" y="3048000"/>
          <p14:tracePt t="13387" x="1644650" y="3048000"/>
          <p14:tracePt t="13425" x="1638300" y="3048000"/>
          <p14:tracePt t="13650" x="1644650" y="3048000"/>
          <p14:tracePt t="14926" x="1644650" y="3054350"/>
          <p14:tracePt t="14947" x="1644650" y="3060700"/>
          <p14:tracePt t="14954" x="1638300" y="3060700"/>
          <p14:tracePt t="14975" x="1631950" y="3073400"/>
          <p14:tracePt t="14989" x="1631950" y="3079750"/>
          <p14:tracePt t="14998" x="1625600" y="3086100"/>
          <p14:tracePt t="15015" x="1625600" y="3098800"/>
          <p14:tracePt t="15032" x="1612900" y="3143250"/>
          <p14:tracePt t="15048" x="1600200" y="3187700"/>
          <p14:tracePt t="15065" x="1593850" y="3219450"/>
          <p14:tracePt t="15081" x="1587500" y="3276600"/>
          <p14:tracePt t="15098" x="1574800" y="3333750"/>
          <p14:tracePt t="15115" x="1574800" y="3352800"/>
          <p14:tracePt t="15131" x="1574800" y="3403600"/>
          <p14:tracePt t="15148" x="1581150" y="3422650"/>
          <p14:tracePt t="15164" x="1600200" y="3498850"/>
          <p14:tracePt t="15181" x="1606550" y="3511550"/>
          <p14:tracePt t="15197" x="1612900" y="3524250"/>
          <p14:tracePt t="15201" x="1619250" y="3543300"/>
          <p14:tracePt t="15214" x="1631950" y="3556000"/>
          <p14:tracePt t="15231" x="1638300" y="3568700"/>
          <p14:tracePt t="15248" x="1644650" y="3568700"/>
          <p14:tracePt t="15264" x="1657350" y="3568700"/>
          <p14:tracePt t="18165" x="1689100" y="3575050"/>
          <p14:tracePt t="18172" x="1727200" y="3581400"/>
          <p14:tracePt t="18186" x="1771650" y="3587750"/>
          <p14:tracePt t="18193" x="1803400" y="3594100"/>
          <p14:tracePt t="18204" x="1841500" y="3606800"/>
          <p14:tracePt t="18221" x="1949450" y="3644900"/>
          <p14:tracePt t="18237" x="2019300" y="3663950"/>
          <p14:tracePt t="18254" x="2089150" y="3689350"/>
          <p14:tracePt t="18258" x="2165350" y="3708400"/>
          <p14:tracePt t="18271" x="2311400" y="3771900"/>
          <p14:tracePt t="18287" x="2406650" y="3797300"/>
          <p14:tracePt t="18303" x="2495550" y="3829050"/>
          <p14:tracePt t="18320" x="2673350" y="3898900"/>
          <p14:tracePt t="18336" x="2844800" y="3975100"/>
          <p14:tracePt t="18355" x="2978150" y="4013200"/>
          <p14:tracePt t="18370" x="3035300" y="4032250"/>
          <p14:tracePt t="18386" x="3130550" y="4064000"/>
          <p14:tracePt t="18403" x="3181350" y="4076700"/>
          <p14:tracePt t="18419" x="3194050" y="4076700"/>
          <p14:tracePt t="18436" x="3200400" y="4076700"/>
          <p14:tracePt t="18453" x="3206750" y="4076700"/>
          <p14:tracePt t="18494" x="3213100" y="4076700"/>
          <p14:tracePt t="18536" x="3219450" y="4076700"/>
          <p14:tracePt t="18543" x="3225800" y="4076700"/>
          <p14:tracePt t="18552" x="3232150" y="4076700"/>
          <p14:tracePt t="18569" x="3244850" y="4076700"/>
          <p14:tracePt t="18586" x="3270250" y="4076700"/>
          <p14:tracePt t="18602" x="3289300" y="4070350"/>
          <p14:tracePt t="18620" x="3327400" y="4064000"/>
          <p14:tracePt t="18635" x="3371850" y="4057650"/>
          <p14:tracePt t="18652" x="3397250" y="4057650"/>
          <p14:tracePt t="18669" x="3454400" y="4057650"/>
          <p14:tracePt t="18685" x="3486150" y="4064000"/>
          <p14:tracePt t="18702" x="3556000" y="4064000"/>
          <p14:tracePt t="18719" x="3644900" y="4064000"/>
          <p14:tracePt t="18735" x="3727450" y="4076700"/>
          <p14:tracePt t="18752" x="3752850" y="4076700"/>
          <p14:tracePt t="18768" x="3816350" y="4076700"/>
          <p14:tracePt t="18785" x="3867150" y="4076700"/>
          <p14:tracePt t="18802" x="3911600" y="4076700"/>
          <p14:tracePt t="18818" x="3924300" y="4076700"/>
          <p14:tracePt t="18834" x="3943350" y="4076700"/>
          <p14:tracePt t="18852" x="3956050" y="4070350"/>
          <p14:tracePt t="18885" x="3962400" y="4070350"/>
          <p14:tracePt t="18901" x="3968750" y="4070350"/>
          <p14:tracePt t="19496" x="3981450" y="4070350"/>
          <p14:tracePt t="19502" x="4000500" y="4070350"/>
          <p14:tracePt t="19519" x="4038600" y="4070350"/>
          <p14:tracePt t="19532" x="4076700" y="4070350"/>
          <p14:tracePt t="19549" x="4184650" y="4064000"/>
          <p14:tracePt t="19566" x="4311650" y="4044950"/>
          <p14:tracePt t="19582" x="4381500" y="4025900"/>
          <p14:tracePt t="19599" x="4508500" y="4019550"/>
          <p14:tracePt t="19616" x="4629150" y="4000500"/>
          <p14:tracePt t="19632" x="4679950" y="4000500"/>
          <p14:tracePt t="19649" x="4775200" y="3994150"/>
          <p14:tracePt t="19665" x="4845050" y="3981450"/>
          <p14:tracePt t="19682" x="4870450" y="3981450"/>
          <p14:tracePt t="19699" x="4953000" y="3975100"/>
          <p14:tracePt t="19715" x="5010150" y="3968750"/>
          <p14:tracePt t="19732" x="5035550" y="3968750"/>
          <p14:tracePt t="19749" x="5086350" y="3962400"/>
          <p14:tracePt t="19765" x="5124450" y="3962400"/>
          <p14:tracePt t="19782" x="5156200" y="3956050"/>
          <p14:tracePt t="19798" x="5213350" y="3956050"/>
          <p14:tracePt t="19815" x="5251450" y="3949700"/>
          <p14:tracePt t="19832" x="5289550" y="3937000"/>
          <p14:tracePt t="19849" x="5321300" y="3930650"/>
          <p14:tracePt t="19865" x="5327650" y="3930650"/>
          <p14:tracePt t="19882" x="5334000" y="3930650"/>
          <p14:tracePt t="19897" x="5340350" y="3930650"/>
          <p14:tracePt t="19918" x="5346700" y="3930650"/>
          <p14:tracePt t="19959" x="5353050" y="3930650"/>
          <p14:tracePt t="19993" x="5365750" y="3924300"/>
          <p14:tracePt t="20014" x="5372100" y="3924300"/>
          <p14:tracePt t="20029" x="5378450" y="3917950"/>
          <p14:tracePt t="20043" x="5384800" y="3917950"/>
          <p14:tracePt t="20065" x="5391150" y="3917950"/>
          <p14:tracePt t="20085" x="5397500" y="3911600"/>
          <p14:tracePt t="20099" x="5403850" y="3911600"/>
          <p14:tracePt t="20106" x="5410200" y="3911600"/>
          <p14:tracePt t="20114" x="5416550" y="3911600"/>
          <p14:tracePt t="20134" x="5422900" y="3905250"/>
          <p14:tracePt t="20150" x="5435600" y="3905250"/>
          <p14:tracePt t="20164" x="5448300" y="3905250"/>
          <p14:tracePt t="20180" x="5480050" y="3898900"/>
          <p14:tracePt t="20197" x="5511800" y="3892550"/>
          <p14:tracePt t="20213" x="5562600" y="3886200"/>
          <p14:tracePt t="20230" x="5619750" y="3879850"/>
          <p14:tracePt t="20247" x="5689600" y="3867150"/>
          <p14:tracePt t="20263" x="5708650" y="3867150"/>
          <p14:tracePt t="20280" x="5746750" y="3860800"/>
          <p14:tracePt t="20296" x="5784850" y="3854450"/>
          <p14:tracePt t="20313" x="5797550" y="3854450"/>
          <p14:tracePt t="20346" x="5803900" y="3854450"/>
          <p14:tracePt t="20363" x="5803900" y="3848100"/>
          <p14:tracePt t="20380" x="5803900" y="3841750"/>
          <p14:tracePt t="20816" x="5854700" y="3841750"/>
          <p14:tracePt t="20830" x="5905500" y="3848100"/>
          <p14:tracePt t="20837" x="5962650" y="3867150"/>
          <p14:tracePt t="20847" x="6007100" y="3873500"/>
          <p14:tracePt t="20861" x="6045200" y="3873500"/>
          <p14:tracePt t="20878" x="6083300" y="3886200"/>
          <p14:tracePt t="20894" x="6153150" y="3892550"/>
          <p14:tracePt t="20911" x="6210300" y="3898900"/>
          <p14:tracePt t="20928" x="6261100" y="3898900"/>
          <p14:tracePt t="20944" x="6280150" y="3898900"/>
          <p14:tracePt t="20961" x="6330950" y="3905250"/>
          <p14:tracePt t="20978" x="6350000" y="3905250"/>
          <p14:tracePt t="20994" x="6400800" y="3905250"/>
          <p14:tracePt t="21011" x="6419850" y="3905250"/>
          <p14:tracePt t="21027" x="6464300" y="3911600"/>
          <p14:tracePt t="21044" x="6477000" y="3911600"/>
          <p14:tracePt t="21061" x="6502400" y="3917950"/>
          <p14:tracePt t="21077" x="6508750" y="3917950"/>
          <p14:tracePt t="21094" x="6515100" y="3917950"/>
          <p14:tracePt t="21111" x="6521450" y="3924300"/>
          <p14:tracePt t="21958" x="6502400" y="3924300"/>
          <p14:tracePt t="21972" x="6477000" y="3924300"/>
          <p14:tracePt t="21979" x="6445250" y="3924300"/>
          <p14:tracePt t="21991" x="6426200" y="3930650"/>
          <p14:tracePt t="22008" x="6356350" y="3943350"/>
          <p14:tracePt t="22024" x="6324600" y="3949700"/>
          <p14:tracePt t="22040" x="6286500" y="3956050"/>
          <p14:tracePt t="22057" x="6159500" y="3994150"/>
          <p14:tracePt t="22073" x="6121400" y="4000500"/>
          <p14:tracePt t="22091" x="6064250" y="4006850"/>
          <p14:tracePt t="22107" x="5994400" y="4025900"/>
          <p14:tracePt t="22123" x="5924550" y="4038600"/>
          <p14:tracePt t="22141" x="5873750" y="4057650"/>
          <p14:tracePt t="22157" x="5854700" y="4064000"/>
          <p14:tracePt t="22173" x="5816600" y="4070350"/>
          <p14:tracePt t="22190" x="5784850" y="4076700"/>
          <p14:tracePt t="22206" x="5772150" y="4070350"/>
          <p14:tracePt t="23953" x="5765800" y="4070350"/>
          <p14:tracePt t="23959" x="5746750" y="4076700"/>
          <p14:tracePt t="23974" x="5734050" y="4083050"/>
          <p14:tracePt t="23983" x="5721350" y="4089400"/>
          <p14:tracePt t="24000" x="5702300" y="4089400"/>
          <p14:tracePt t="24017" x="5657850" y="4102100"/>
          <p14:tracePt t="24034" x="5619750" y="4108450"/>
          <p14:tracePt t="24051" x="5575300" y="4114800"/>
          <p14:tracePt t="24067" x="5556250" y="4114800"/>
          <p14:tracePt t="24083" x="5537200" y="4114800"/>
          <p14:tracePt t="24101" x="5461000" y="4121150"/>
          <p14:tracePt t="24116" x="5435600" y="4121150"/>
          <p14:tracePt t="24133" x="5416550" y="4121150"/>
          <p14:tracePt t="24150" x="5378450" y="4127500"/>
          <p14:tracePt t="24166" x="5327650" y="4127500"/>
          <p14:tracePt t="24184" x="5308600" y="4127500"/>
          <p14:tracePt t="24200" x="5264150" y="4121150"/>
          <p14:tracePt t="24216" x="5219700" y="4121150"/>
          <p14:tracePt t="24233" x="5187950" y="4114800"/>
          <p14:tracePt t="24249" x="5137150" y="4108450"/>
          <p14:tracePt t="24266" x="5086350" y="4102100"/>
          <p14:tracePt t="24283" x="5054600" y="4095750"/>
          <p14:tracePt t="24299" x="5041900" y="4089400"/>
          <p14:tracePt t="24303" x="5035550" y="4089400"/>
          <p14:tracePt t="24316" x="5029200" y="4089400"/>
          <p14:tracePt t="24333" x="5022850" y="4089400"/>
          <p14:tracePt t="24374" x="5016500" y="4089400"/>
          <p14:tracePt t="24444" x="5010150" y="4089400"/>
          <p14:tracePt t="24486" x="5010150" y="4083050"/>
          <p14:tracePt t="25238" x="5010150" y="4070350"/>
          <p14:tracePt t="25246" x="4997450" y="4051300"/>
          <p14:tracePt t="25252" x="4991100" y="4025900"/>
          <p14:tracePt t="25266" x="4972050" y="4006850"/>
          <p14:tracePt t="25280" x="4965700" y="3987800"/>
          <p14:tracePt t="25296" x="4921250" y="3917950"/>
          <p14:tracePt t="25312" x="4883150" y="3886200"/>
          <p14:tracePt t="25316" x="4857750" y="3854450"/>
          <p14:tracePt t="25330" x="4813300" y="3803650"/>
          <p14:tracePt t="25345" x="4743450" y="3727450"/>
          <p14:tracePt t="25362" x="4699000" y="3689350"/>
          <p14:tracePt t="25379" x="4616450" y="3619500"/>
          <p14:tracePt t="25396" x="4533900" y="3556000"/>
          <p14:tracePt t="25414" x="4470400" y="3505200"/>
          <p14:tracePt t="25429" x="4438650" y="3479800"/>
          <p14:tracePt t="25445" x="4406900" y="3454400"/>
          <p14:tracePt t="25462" x="4337050" y="3416300"/>
          <p14:tracePt t="25478" x="4318000" y="3397250"/>
          <p14:tracePt t="25495" x="4298950" y="3390900"/>
          <p14:tracePt t="25512" x="4248150" y="3365500"/>
          <p14:tracePt t="25528" x="4203700" y="3352800"/>
          <p14:tracePt t="25545" x="4171950" y="3340100"/>
          <p14:tracePt t="25562" x="4032250" y="3289300"/>
          <p14:tracePt t="25578" x="3962400" y="3270250"/>
          <p14:tracePt t="25596" x="3790950" y="3232150"/>
          <p14:tracePt t="25611" x="3740150" y="3219450"/>
          <p14:tracePt t="25628" x="3619500" y="3213100"/>
          <p14:tracePt t="25645" x="3492500" y="3213100"/>
          <p14:tracePt t="25661" x="3429000" y="3213100"/>
          <p14:tracePt t="25678" x="3302000" y="3213100"/>
          <p14:tracePt t="25695" x="3181350" y="3225800"/>
          <p14:tracePt t="25711" x="3143250" y="3232150"/>
          <p14:tracePt t="25728" x="3098800" y="3244850"/>
          <p14:tracePt t="25744" x="3028950" y="3251200"/>
          <p14:tracePt t="25761" x="3003550" y="3251200"/>
          <p14:tracePt t="25778" x="2940050" y="3263900"/>
          <p14:tracePt t="25794" x="2921000" y="3263900"/>
          <p14:tracePt t="25811" x="2895600" y="3270250"/>
          <p14:tracePt t="25828" x="2806700" y="3282950"/>
          <p14:tracePt t="25844" x="2774950" y="3295650"/>
          <p14:tracePt t="25860" x="2717800" y="3302000"/>
          <p14:tracePt t="25877" x="2660650" y="3308350"/>
          <p14:tracePt t="25894" x="2616200" y="3308350"/>
          <p14:tracePt t="25911" x="2527300" y="3295650"/>
          <p14:tracePt t="25927" x="2432050" y="3270250"/>
          <p14:tracePt t="25943" x="2362200" y="3251200"/>
          <p14:tracePt t="25961" x="2241550" y="3213100"/>
          <p14:tracePt t="25977" x="2146300" y="3181350"/>
          <p14:tracePt t="25994" x="2095500" y="3149600"/>
          <p14:tracePt t="26010" x="2038350" y="3117850"/>
          <p14:tracePt t="26026" x="2000250" y="3092450"/>
          <p14:tracePt t="26044" x="1993900" y="3086100"/>
          <p14:tracePt t="26060" x="1987550" y="3079750"/>
          <p14:tracePt t="26076" x="1987550" y="3073400"/>
          <p14:tracePt t="26094" x="1987550" y="3067050"/>
          <p14:tracePt t="26110" x="2000250" y="3060700"/>
          <p14:tracePt t="26127" x="2019300" y="3054350"/>
          <p14:tracePt t="26143" x="2070100" y="3028950"/>
          <p14:tracePt t="26160" x="2171700" y="2997200"/>
          <p14:tracePt t="26176" x="2235200" y="2978150"/>
          <p14:tracePt t="26192" x="2393950" y="2946400"/>
          <p14:tracePt t="26209" x="2571750" y="2927350"/>
          <p14:tracePt t="26227" x="2743200" y="2914650"/>
          <p14:tracePt t="26243" x="2844800" y="2908300"/>
          <p14:tracePt t="26259" x="3067050" y="2908300"/>
          <p14:tracePt t="26276" x="3263900" y="2895600"/>
          <p14:tracePt t="26292" x="3365500" y="2895600"/>
          <p14:tracePt t="26309" x="3543300" y="2901950"/>
          <p14:tracePt t="26326" x="3683000" y="2895600"/>
          <p14:tracePt t="26342" x="3727450" y="2889250"/>
          <p14:tracePt t="26346" x="3765550" y="2889250"/>
          <p14:tracePt t="26361" x="3778250" y="2889250"/>
          <p14:tracePt t="26375" x="3784600" y="2889250"/>
          <p14:tracePt t="26458" x="3784600" y="2882900"/>
          <p14:tracePt t="26501" x="3790950" y="2882900"/>
          <p14:tracePt t="26627" x="3797300" y="2882900"/>
          <p14:tracePt t="27082" x="3784600" y="2876550"/>
          <p14:tracePt t="27088" x="3765550" y="2857500"/>
          <p14:tracePt t="27096" x="3733800" y="2838450"/>
          <p14:tracePt t="27110" x="3702050" y="2813050"/>
          <p14:tracePt t="27123" x="3663950" y="2781300"/>
          <p14:tracePt t="27139" x="3600450" y="2724150"/>
          <p14:tracePt t="27156" x="3568700" y="2705100"/>
          <p14:tracePt t="27173" x="3467100" y="2654300"/>
          <p14:tracePt t="27190" x="3365500" y="2597150"/>
          <p14:tracePt t="27206" x="3295650" y="2578100"/>
          <p14:tracePt t="27223" x="3149600" y="2520950"/>
          <p14:tracePt t="27240" x="3016250" y="2470150"/>
          <p14:tracePt t="27257" x="2882900" y="2432050"/>
          <p14:tracePt t="27272" x="2825750" y="2425700"/>
          <p14:tracePt t="27289" x="2762250" y="2406650"/>
          <p14:tracePt t="27307" x="2603500" y="2362200"/>
          <p14:tracePt t="27322" x="2520950" y="2343150"/>
          <p14:tracePt t="27339" x="2432050" y="2324100"/>
          <p14:tracePt t="27356" x="2247900" y="2273300"/>
          <p14:tracePt t="27372" x="2114550" y="2222500"/>
          <p14:tracePt t="27388" x="2044700" y="2197100"/>
          <p14:tracePt t="27405" x="1924050" y="2146300"/>
          <p14:tracePt t="27422" x="1822450" y="2101850"/>
          <p14:tracePt t="27440" x="1752600" y="2070100"/>
          <p14:tracePt t="27455" x="1727200" y="2051050"/>
          <p14:tracePt t="27471" x="1663700" y="2006600"/>
          <p14:tracePt t="27489" x="1619250" y="1962150"/>
          <p14:tracePt t="27505" x="1600200" y="1943100"/>
          <p14:tracePt t="27522" x="1543050" y="1885950"/>
          <p14:tracePt t="27538" x="1485900" y="1828800"/>
          <p14:tracePt t="27554" x="1460500" y="1809750"/>
          <p14:tracePt t="27572" x="1397000" y="1746250"/>
          <p14:tracePt t="27588" x="1327150" y="1676400"/>
          <p14:tracePt t="27604" x="1301750" y="1657350"/>
          <p14:tracePt t="27622" x="1257300" y="1612900"/>
          <p14:tracePt t="27638" x="1244600" y="1587500"/>
          <p14:tracePt t="27654" x="1212850" y="1568450"/>
          <p14:tracePt t="27671" x="1206500" y="1562100"/>
          <p14:tracePt t="27727" x="1200150" y="1562100"/>
          <p14:tracePt t="27993" x="1212850" y="1562100"/>
          <p14:tracePt t="28001" x="1231900" y="1562100"/>
          <p14:tracePt t="28007" x="1257300" y="1562100"/>
          <p14:tracePt t="28023" x="1289050" y="1562100"/>
          <p14:tracePt t="28036" x="1320800" y="1555750"/>
          <p14:tracePt t="28053" x="1377950" y="1530350"/>
          <p14:tracePt t="28071" x="1422400" y="1517650"/>
          <p14:tracePt t="28086" x="1435100" y="1511300"/>
          <p14:tracePt t="28103" x="1447800" y="1504950"/>
          <p14:tracePt t="28120" x="1447800" y="1492250"/>
          <p14:tracePt t="28152" x="1441450" y="1492250"/>
          <p14:tracePt t="28170" x="1416050" y="1485900"/>
          <p14:tracePt t="28186" x="1403350" y="1485900"/>
          <p14:tracePt t="28203" x="1390650" y="1485900"/>
          <p14:tracePt t="28218" x="1327150" y="1492250"/>
          <p14:tracePt t="28236" x="1308100" y="1498600"/>
          <p14:tracePt t="28253" x="1263650" y="1517650"/>
          <p14:tracePt t="28269" x="1250950" y="1530350"/>
          <p14:tracePt t="28286" x="1231900" y="1562100"/>
          <p14:tracePt t="28303" x="1225550" y="1587500"/>
          <p14:tracePt t="28319" x="1225550" y="1593850"/>
          <p14:tracePt t="28335" x="1238250" y="1631950"/>
          <p14:tracePt t="28352" x="1301750" y="1670050"/>
          <p14:tracePt t="28368" x="1333500" y="1682750"/>
          <p14:tracePt t="28386" x="1441450" y="1720850"/>
          <p14:tracePt t="28402" x="1524000" y="1733550"/>
          <p14:tracePt t="28418" x="1555750" y="1727200"/>
          <p14:tracePt t="28435" x="1619250" y="1714500"/>
          <p14:tracePt t="28451" x="1657350" y="1689100"/>
          <p14:tracePt t="28468" x="1670050" y="1670050"/>
          <p14:tracePt t="28485" x="1682750" y="1644650"/>
          <p14:tracePt t="28502" x="1689100" y="1625600"/>
          <p14:tracePt t="28540" x="1689100" y="1619250"/>
          <p14:tracePt t="28639" x="1682750" y="1619250"/>
          <p14:tracePt t="28652" x="1682750" y="1625600"/>
          <p14:tracePt t="28659" x="1682750" y="1631950"/>
          <p14:tracePt t="28681" x="1682750" y="1638300"/>
          <p14:tracePt t="28695" x="1682750" y="1644650"/>
          <p14:tracePt t="28730" x="1682750" y="1651000"/>
          <p14:tracePt t="28779" x="1689100" y="1651000"/>
          <p14:tracePt t="28800" x="1695450" y="1651000"/>
          <p14:tracePt t="28814" x="1695450" y="1644650"/>
          <p14:tracePt t="28821" x="1701800" y="1644650"/>
          <p14:tracePt t="28836" x="1701800" y="1638300"/>
          <p14:tracePt t="28850" x="1701800" y="1625600"/>
          <p14:tracePt t="28885" x="1701800" y="1593850"/>
          <p14:tracePt t="28900" x="1689100" y="1568450"/>
          <p14:tracePt t="28917" x="1651000" y="1536700"/>
          <p14:tracePt t="28934" x="1581150" y="1504950"/>
          <p14:tracePt t="28950" x="1536700" y="1492250"/>
          <p14:tracePt t="28966" x="1422400" y="1498600"/>
          <p14:tracePt t="28983" x="1308100" y="1536700"/>
          <p14:tracePt t="29000" x="1263650" y="1562100"/>
          <p14:tracePt t="29017" x="1200150" y="1619250"/>
          <p14:tracePt t="29033" x="1168400" y="1670050"/>
          <p14:tracePt t="29049" x="1155700" y="1695450"/>
          <p14:tracePt t="29066" x="1162050" y="1720850"/>
          <p14:tracePt t="29083" x="1206500" y="1733550"/>
          <p14:tracePt t="29099" x="1225550" y="1739900"/>
          <p14:tracePt t="29116" x="1289050" y="1739900"/>
          <p14:tracePt t="29133" x="1358900" y="1708150"/>
          <p14:tracePt t="29150" x="1390650" y="1689100"/>
          <p14:tracePt t="29166" x="1447800" y="1631950"/>
          <p14:tracePt t="29182" x="1473200" y="1587500"/>
          <p14:tracePt t="29200" x="1511300" y="1498600"/>
          <p14:tracePt t="29215" x="1511300" y="1479550"/>
          <p14:tracePt t="29232" x="1511300" y="1454150"/>
          <p14:tracePt t="29249" x="1498600" y="1416050"/>
          <p14:tracePt t="29265" x="1454150" y="1397000"/>
          <p14:tracePt t="29282" x="1416050" y="1384300"/>
          <p14:tracePt t="29299" x="1346200" y="1384300"/>
          <p14:tracePt t="29315" x="1263650" y="1403350"/>
          <p14:tracePt t="29333" x="1200150" y="1435100"/>
          <p14:tracePt t="29349" x="1181100" y="1447800"/>
          <p14:tracePt t="29365" x="1149350" y="1492250"/>
          <p14:tracePt t="29382" x="1143000" y="1524000"/>
          <p14:tracePt t="29398" x="1143000" y="1536700"/>
          <p14:tracePt t="29415" x="1162050" y="1562100"/>
          <p14:tracePt t="29432" x="1193800" y="1593850"/>
          <p14:tracePt t="29448" x="1225550" y="1606550"/>
          <p14:tracePt t="29465" x="1270000" y="1625600"/>
          <p14:tracePt t="29481" x="1403350" y="1644650"/>
          <p14:tracePt t="29498" x="1441450" y="1644650"/>
          <p14:tracePt t="29515" x="1473200" y="1638300"/>
          <p14:tracePt t="29531" x="1524000" y="1612900"/>
          <p14:tracePt t="29548" x="1549400" y="1574800"/>
          <p14:tracePt t="29565" x="1549400" y="1543050"/>
          <p14:tracePt t="29581" x="1549400" y="1524000"/>
          <p14:tracePt t="29598" x="1524000" y="1485900"/>
          <p14:tracePt t="29614" x="1498600" y="1466850"/>
          <p14:tracePt t="29631" x="1479550" y="1466850"/>
          <p14:tracePt t="29648" x="1441450" y="1466850"/>
          <p14:tracePt t="29664" x="1422400" y="1479550"/>
          <p14:tracePt t="29681" x="1416050" y="1492250"/>
          <p14:tracePt t="29698" x="1416050" y="1517650"/>
          <p14:tracePt t="29714" x="1428750" y="1543050"/>
          <p14:tracePt t="29732" x="1447800" y="1574800"/>
          <p14:tracePt t="29747" x="1466850" y="1587500"/>
          <p14:tracePt t="29763" x="1517650" y="1644650"/>
          <p14:tracePt t="29780" x="1562100" y="1670050"/>
          <p14:tracePt t="29797" x="1638300" y="1733550"/>
          <p14:tracePt t="29813" x="1682750" y="1758950"/>
          <p14:tracePt t="29831" x="1866900" y="1866900"/>
          <p14:tracePt t="29847" x="1930400" y="1892300"/>
          <p14:tracePt t="29863" x="2000250" y="1936750"/>
          <p14:tracePt t="29880" x="2139950" y="2000250"/>
          <p14:tracePt t="29896" x="2292350" y="2082800"/>
          <p14:tracePt t="29900" x="2362200" y="2133600"/>
          <p14:tracePt t="29930" x="2501900" y="2254250"/>
          <p14:tracePt t="29946" x="2571750" y="2305050"/>
          <p14:tracePt t="29964" x="2800350" y="2552700"/>
          <p14:tracePt t="29980" x="2876550" y="2647950"/>
          <p14:tracePt t="29996" x="2990850" y="2863850"/>
          <p14:tracePt t="30013" x="3098800" y="3073400"/>
          <p14:tracePt t="30029" x="3149600" y="3155950"/>
          <p14:tracePt t="30046" x="3251200" y="3321050"/>
          <p14:tracePt t="30063" x="3333750" y="3492500"/>
          <p14:tracePt t="30079" x="3359150" y="3549650"/>
          <p14:tracePt t="30096" x="3384550" y="3568700"/>
          <p14:tracePt t="32498" x="3359150" y="3613150"/>
          <p14:tracePt t="32511" x="3314700" y="3663950"/>
          <p14:tracePt t="32526" x="3276600" y="3721100"/>
          <p14:tracePt t="32533" x="3225800" y="3778250"/>
          <p14:tracePt t="32547" x="3181350" y="3848100"/>
          <p14:tracePt t="32557" x="3117850" y="3917950"/>
          <p14:tracePt t="32571" x="3048000" y="3981450"/>
          <p14:tracePt t="32587" x="2927350" y="4095750"/>
          <p14:tracePt t="32604" x="2806700" y="4241800"/>
          <p14:tracePt t="32621" x="2755900" y="4318000"/>
          <p14:tracePt t="32638" x="2654300" y="4470400"/>
          <p14:tracePt t="32654" x="2559050" y="4603750"/>
          <p14:tracePt t="32670" x="2514600" y="4667250"/>
          <p14:tracePt t="32687" x="2451100" y="4794250"/>
          <p14:tracePt t="32703" x="2413000" y="4927600"/>
          <p14:tracePt t="32720" x="2393950" y="4959350"/>
          <p14:tracePt t="32737" x="2362200" y="5035550"/>
          <p14:tracePt t="32753" x="2311400" y="5111750"/>
          <p14:tracePt t="32770" x="2286000" y="5143500"/>
          <p14:tracePt t="32786" x="2247900" y="5200650"/>
          <p14:tracePt t="32803" x="2209800" y="5245100"/>
          <p14:tracePt t="32821" x="2165350" y="5295900"/>
          <p14:tracePt t="32836" x="2139950" y="5327650"/>
          <p14:tracePt t="32853" x="2082800" y="5397500"/>
          <p14:tracePt t="32870" x="2032000" y="5467350"/>
          <p14:tracePt t="32886" x="2006600" y="5499100"/>
          <p14:tracePt t="32902" x="1987550" y="5518150"/>
          <p14:tracePt t="32920" x="1930400" y="5594350"/>
          <p14:tracePt t="32936" x="1911350" y="5619750"/>
          <p14:tracePt t="32953" x="1892300" y="5626100"/>
          <p14:tracePt t="32969" x="1847850" y="5645150"/>
          <p14:tracePt t="32986" x="1816100" y="5657850"/>
          <p14:tracePt t="33003" x="1790700" y="5670550"/>
          <p14:tracePt t="33019" x="1778000" y="5670550"/>
          <p14:tracePt t="33036" x="1765300" y="5670550"/>
          <p14:tracePt t="33053" x="1752600" y="5670550"/>
          <p14:tracePt t="33069" x="1746250" y="5670550"/>
          <p14:tracePt t="33086" x="1746250" y="5676900"/>
          <p14:tracePt t="33102" x="1739900" y="5676900"/>
          <p14:tracePt t="33143" x="1733550" y="5676900"/>
          <p14:tracePt t="33185" x="1727200" y="5683250"/>
          <p14:tracePt t="33199" x="1720850" y="5683250"/>
          <p14:tracePt t="33220" x="1714500" y="5689600"/>
          <p14:tracePt t="33262" x="1708150" y="5689600"/>
          <p14:tracePt t="33270" x="1701800" y="5689600"/>
          <p14:tracePt t="33291" x="1695450" y="5689600"/>
          <p14:tracePt t="33305" x="1689100" y="5695950"/>
          <p14:tracePt t="33332" x="1682750" y="5695950"/>
          <p14:tracePt t="33353" x="1676400" y="5695950"/>
          <p14:tracePt t="33360" x="1676400" y="5702300"/>
          <p14:tracePt t="33403" x="1670050" y="5702300"/>
          <p14:tracePt t="33430" x="1663700" y="5702300"/>
          <p14:tracePt t="33466" x="1657350" y="5702300"/>
          <p14:tracePt t="33479" x="1651000" y="5702300"/>
          <p14:tracePt t="33494" x="1651000" y="5708650"/>
          <p14:tracePt t="33504" x="1651000" y="5715000"/>
          <p14:tracePt t="33522" x="1651000" y="5721350"/>
          <p14:tracePt t="33537" x="1651000" y="5727700"/>
          <p14:tracePt t="33551" x="1657350" y="5734050"/>
          <p14:tracePt t="33585" x="1663700" y="5740400"/>
          <p14:tracePt t="33600" x="1670050" y="5746750"/>
          <p14:tracePt t="33620" x="1676400" y="5753100"/>
          <p14:tracePt t="33641" x="1676400" y="5759450"/>
          <p14:tracePt t="33662" x="1682750" y="5765800"/>
          <p14:tracePt t="33684" x="1689100" y="5765800"/>
          <p14:tracePt t="33690" x="1689100" y="5772150"/>
          <p14:tracePt t="33711" x="1695450" y="5778500"/>
          <p14:tracePt t="33746" x="1695450" y="5784850"/>
          <p14:tracePt t="33753" x="1701800" y="5784850"/>
          <p14:tracePt t="33774" x="1708150" y="5784850"/>
          <p14:tracePt t="33802" x="1708150" y="5791200"/>
          <p14:tracePt t="33851" x="1714500" y="5797550"/>
          <p14:tracePt t="33872" x="1727200" y="5797550"/>
          <p14:tracePt t="33894" x="1733550" y="5797550"/>
          <p14:tracePt t="33901" x="1739900" y="5784850"/>
          <p14:tracePt t="33914" x="1746250" y="5784850"/>
          <p14:tracePt t="33922" x="1752600" y="5772150"/>
          <p14:tracePt t="33936" x="1765300" y="5746750"/>
          <p14:tracePt t="33949" x="1784350" y="5715000"/>
          <p14:tracePt t="33967" x="1841500" y="5562600"/>
          <p14:tracePt t="33983" x="1892300" y="5448300"/>
          <p14:tracePt t="33999" x="1993900" y="5111750"/>
          <p14:tracePt t="34015" x="2120900" y="4673600"/>
          <p14:tracePt t="34033" x="2184400" y="4419600"/>
          <p14:tracePt t="34049" x="2254250" y="3949700"/>
          <p14:tracePt t="34065" x="2279650" y="3638550"/>
          <p14:tracePt t="34083" x="2279650" y="3511550"/>
          <p14:tracePt t="34099" x="2279650" y="3409950"/>
          <p14:tracePt t="34116" x="2266950" y="3270250"/>
          <p14:tracePt t="34132" x="2241550" y="3194050"/>
          <p14:tracePt t="34148" x="2203450" y="3149600"/>
          <p14:tracePt t="34165" x="2190750" y="3124200"/>
          <p14:tracePt t="34182" x="2139950" y="3092450"/>
          <p14:tracePt t="34198" x="2127250" y="3079750"/>
          <p14:tracePt t="34216" x="2095500" y="3060700"/>
          <p14:tracePt t="34232" x="2070100" y="3041650"/>
          <p14:tracePt t="34248" x="2019300" y="3016250"/>
          <p14:tracePt t="34265" x="2000250" y="3009900"/>
          <p14:tracePt t="34281" x="1930400" y="2978150"/>
          <p14:tracePt t="34298" x="1854200" y="2940050"/>
          <p14:tracePt t="34315" x="1778000" y="2901950"/>
          <p14:tracePt t="34331" x="1746250" y="2876550"/>
          <p14:tracePt t="34348" x="1676400" y="2825750"/>
          <p14:tracePt t="34364" x="1644650" y="2806700"/>
          <p14:tracePt t="34382" x="1631950" y="2800350"/>
          <p14:tracePt t="34398" x="1619250" y="2787650"/>
          <p14:tracePt t="34414" x="1612900" y="2781300"/>
          <p14:tracePt t="34476" x="1619250" y="2781300"/>
          <p14:tracePt t="34482" x="1625600" y="2781300"/>
          <p14:tracePt t="34504" x="1638300" y="2781300"/>
          <p14:tracePt t="34517" x="1651000" y="2781300"/>
          <p14:tracePt t="34525" x="1663700" y="2781300"/>
          <p14:tracePt t="34533" x="1682750" y="2781300"/>
          <p14:tracePt t="34547" x="1708150" y="2781300"/>
          <p14:tracePt t="34564" x="1746250" y="2781300"/>
          <p14:tracePt t="34581" x="1835150" y="2794000"/>
          <p14:tracePt t="34597" x="1968500" y="2800350"/>
          <p14:tracePt t="34614" x="2044700" y="2800350"/>
          <p14:tracePt t="34631" x="2209800" y="2813050"/>
          <p14:tracePt t="34647" x="2413000" y="2806700"/>
          <p14:tracePt t="34664" x="2527300" y="2806700"/>
          <p14:tracePt t="34681" x="2743200" y="2787650"/>
          <p14:tracePt t="34696" x="2959100" y="2762250"/>
          <p14:tracePt t="34714" x="3175000" y="2736850"/>
          <p14:tracePt t="34730" x="3289300" y="2724150"/>
          <p14:tracePt t="34746" x="3390900" y="2711450"/>
          <p14:tracePt t="34763" x="3689350" y="2705100"/>
          <p14:tracePt t="34779" x="3790950" y="2705100"/>
          <p14:tracePt t="34796" x="3879850" y="2717800"/>
          <p14:tracePt t="34813" x="4184650" y="2755900"/>
          <p14:tracePt t="34829" x="4305300" y="2787650"/>
          <p14:tracePt t="34847" x="4521200" y="2832100"/>
          <p14:tracePt t="34863" x="4622800" y="2863850"/>
          <p14:tracePt t="34880" x="4832350" y="2901950"/>
          <p14:tracePt t="34897" x="4978400" y="2933700"/>
          <p14:tracePt t="34913" x="5029200" y="2940050"/>
          <p14:tracePt t="34929" x="5092700" y="2946400"/>
          <p14:tracePt t="34946" x="5137150" y="2946400"/>
          <p14:tracePt t="34962" x="5149850" y="2946400"/>
          <p14:tracePt t="34965" x="5156200" y="2946400"/>
          <p14:tracePt t="34979" x="5162550" y="2946400"/>
          <p14:tracePt t="34995" x="5168900" y="2946400"/>
          <p14:tracePt t="35107" x="5162550" y="2946400"/>
          <p14:tracePt t="35177" x="5156200" y="2946400"/>
          <p14:tracePt t="35184" x="5149850" y="2946400"/>
          <p14:tracePt t="35198" x="5143500" y="2946400"/>
          <p14:tracePt t="35212" x="5130800" y="2946400"/>
          <p14:tracePt t="35228" x="5080000" y="2952750"/>
          <p14:tracePt t="35245" x="5048250" y="2952750"/>
          <p14:tracePt t="35261" x="4933950" y="2965450"/>
          <p14:tracePt t="35278" x="4768850" y="2959100"/>
          <p14:tracePt t="35295" x="4654550" y="2959100"/>
          <p14:tracePt t="35311" x="4375150" y="2946400"/>
          <p14:tracePt t="35328" x="4044950" y="2901950"/>
          <p14:tracePt t="35345" x="3733800" y="2863850"/>
          <p14:tracePt t="35361" x="3594100" y="2844800"/>
          <p14:tracePt t="35377" x="3263900" y="2768600"/>
          <p14:tracePt t="35395" x="3003550" y="2705100"/>
          <p14:tracePt t="35411" x="2889250" y="2654300"/>
          <p14:tracePt t="35428" x="2781300" y="2603500"/>
          <p14:tracePt t="35444" x="2463800" y="2419350"/>
          <p14:tracePt t="35461" x="2355850" y="2355850"/>
          <p14:tracePt t="35464" x="2260600" y="2286000"/>
          <p14:tracePt t="35480" x="2165350" y="2222500"/>
          <p14:tracePt t="35494" x="2095500" y="2159000"/>
          <p14:tracePt t="35510" x="1981200" y="2051050"/>
          <p14:tracePt t="35527" x="1898650" y="1987550"/>
          <p14:tracePt t="35544" x="1866900" y="1962150"/>
          <p14:tracePt t="35561" x="1841500" y="1943100"/>
          <p14:tracePt t="35577" x="1841500" y="1936750"/>
          <p14:tracePt t="35675" x="1841500" y="1949450"/>
          <p14:tracePt t="35696" x="1841500" y="1962150"/>
          <p14:tracePt t="35711" x="1841500" y="1974850"/>
          <p14:tracePt t="35717" x="1847850" y="2006600"/>
          <p14:tracePt t="35726" x="1854200" y="2044700"/>
          <p14:tracePt t="35743" x="1873250" y="2101850"/>
          <p14:tracePt t="35760" x="1892300" y="2241550"/>
          <p14:tracePt t="35776" x="1905000" y="2343150"/>
          <p14:tracePt t="35793" x="1924050" y="2603500"/>
          <p14:tracePt t="35809" x="1924050" y="2762250"/>
          <p14:tracePt t="35826" x="1962150" y="3143250"/>
          <p14:tracePt t="35843" x="2025650" y="3759200"/>
          <p14:tracePt t="35859" x="2089150" y="4298950"/>
          <p14:tracePt t="35876" x="2133600" y="4597400"/>
          <p14:tracePt t="35892" x="2190750" y="5092700"/>
          <p14:tracePt t="35909" x="2260600" y="5511800"/>
          <p14:tracePt t="35926" x="2298700" y="5664200"/>
          <p14:tracePt t="35942" x="2330450" y="5937250"/>
          <p14:tracePt t="35959" x="2362200" y="6115050"/>
          <p14:tracePt t="35977" x="2387600" y="6203950"/>
          <p14:tracePt t="35992" x="2393950" y="6216650"/>
          <p14:tracePt t="36009" x="2393950" y="6223000"/>
          <p14:tracePt t="36096" x="2393950" y="6229350"/>
          <p14:tracePt t="36110" x="2387600" y="6229350"/>
          <p14:tracePt t="36117" x="2374900" y="6235700"/>
          <p14:tracePt t="36131" x="2368550" y="6235700"/>
          <p14:tracePt t="36142" x="2349500" y="6235700"/>
          <p14:tracePt t="36159" x="2336800" y="6235700"/>
          <p14:tracePt t="36175" x="2292350" y="6235700"/>
          <p14:tracePt t="36191" x="2241550" y="6235700"/>
          <p14:tracePt t="36208" x="2165350" y="6203950"/>
          <p14:tracePt t="36225" x="2114550" y="6184900"/>
          <p14:tracePt t="36242" x="2000250" y="6127750"/>
          <p14:tracePt t="36258" x="1847850" y="6038850"/>
          <p14:tracePt t="36274" x="1778000" y="5988050"/>
          <p14:tracePt t="36291" x="1638300" y="5867400"/>
          <p14:tracePt t="36308" x="1498600" y="5759450"/>
          <p14:tracePt t="36324" x="1441450" y="5708650"/>
          <p14:tracePt t="36341" x="1333500" y="5632450"/>
          <p14:tracePt t="36357" x="1282700" y="5588000"/>
          <p14:tracePt t="36374" x="1270000" y="5581650"/>
          <p14:tracePt t="36391" x="1257300" y="5575300"/>
          <p14:tracePt t="36559" x="1263650" y="5575300"/>
          <p14:tracePt t="36600" x="1270000" y="5575300"/>
          <p14:tracePt t="36608" x="1276350" y="5575300"/>
          <p14:tracePt t="36621" x="1289050" y="5575300"/>
          <p14:tracePt t="36629" x="1301750" y="5575300"/>
          <p14:tracePt t="36639" x="1314450" y="5581650"/>
          <p14:tracePt t="36657" x="1371600" y="5594350"/>
          <p14:tracePt t="36673" x="1416050" y="5600700"/>
          <p14:tracePt t="36690" x="1454150" y="5600700"/>
          <p14:tracePt t="36706" x="1676400" y="5626100"/>
          <p14:tracePt t="36723" x="1765300" y="5638800"/>
          <p14:tracePt t="36741" x="1955800" y="5657850"/>
          <p14:tracePt t="36757" x="2044700" y="5676900"/>
          <p14:tracePt t="36773" x="2228850" y="5708650"/>
          <p14:tracePt t="36791" x="2406650" y="5721350"/>
          <p14:tracePt t="36806" x="2495550" y="5727700"/>
          <p14:tracePt t="36822" x="2673350" y="5727700"/>
          <p14:tracePt t="36839" x="2825750" y="5727700"/>
          <p14:tracePt t="36856" x="2895600" y="5715000"/>
          <p14:tracePt t="36873" x="2997200" y="5715000"/>
          <p14:tracePt t="36889" x="3079750" y="5721350"/>
          <p14:tracePt t="36906" x="3105150" y="5721350"/>
          <p14:tracePt t="36923" x="3149600" y="5715000"/>
          <p14:tracePt t="36939" x="3175000" y="5715000"/>
          <p14:tracePt t="36972" x="3187700" y="5715000"/>
          <p14:tracePt t="37021" x="3194050" y="5715000"/>
          <p14:tracePt t="37119" x="3187700" y="5715000"/>
          <p14:tracePt t="37126" x="3181350" y="5715000"/>
          <p14:tracePt t="37148" x="3175000" y="5721350"/>
          <p14:tracePt t="37161" x="3168650" y="5727700"/>
          <p14:tracePt t="37171" x="3155950" y="5734050"/>
          <p14:tracePt t="37188" x="3143250" y="5740400"/>
          <p14:tracePt t="37205" x="3086100" y="5778500"/>
          <p14:tracePt t="37221" x="2997200" y="5842000"/>
          <p14:tracePt t="37239" x="2870200" y="5918200"/>
          <p14:tracePt t="37254" x="2800350" y="5969000"/>
          <p14:tracePt t="37271" x="2667000" y="6045200"/>
          <p14:tracePt t="37288" x="2565400" y="6102350"/>
          <p14:tracePt t="37304" x="2508250" y="6134100"/>
          <p14:tracePt t="37321" x="2482850" y="6146800"/>
          <p14:tracePt t="37338" x="2444750" y="6165850"/>
          <p14:tracePt t="37354" x="2438400" y="6165850"/>
          <p14:tracePt t="37387" x="2432050" y="6172200"/>
          <p14:tracePt t="37407" x="2425700" y="6172200"/>
          <p14:tracePt t="37428" x="2419350" y="6172200"/>
          <p14:tracePt t="37442" x="2413000" y="6165850"/>
          <p14:tracePt t="37454" x="2406650" y="6165850"/>
          <p14:tracePt t="37470" x="2393950" y="6153150"/>
          <p14:tracePt t="37487" x="2381250" y="6153150"/>
          <p14:tracePt t="37491" x="2374900" y="6146800"/>
          <p14:tracePt t="37504" x="2362200" y="6140450"/>
          <p14:tracePt t="37520" x="2343150" y="6134100"/>
          <p14:tracePt t="37537" x="2336800" y="6134100"/>
          <p14:tracePt t="37554" x="2330450" y="6134100"/>
          <p14:tracePt t="37570" x="2324100" y="6134100"/>
          <p14:tracePt t="37639" x="2330450" y="6134100"/>
          <p14:tracePt t="37659" x="2336800" y="6134100"/>
          <p14:tracePt t="37673" x="2343150" y="6134100"/>
          <p14:tracePt t="37680" x="2355850" y="6140450"/>
          <p14:tracePt t="37690" x="2368550" y="6146800"/>
          <p14:tracePt t="37703" x="2400300" y="6165850"/>
          <p14:tracePt t="37720" x="2432050" y="6178550"/>
          <p14:tracePt t="37737" x="2520950" y="6223000"/>
          <p14:tracePt t="37753" x="2628900" y="6286500"/>
          <p14:tracePt t="37769" x="2686050" y="6318250"/>
          <p14:tracePt t="37786" x="2800350" y="6381750"/>
          <p14:tracePt t="37803" x="2863850" y="6413500"/>
          <p14:tracePt t="37820" x="2895600" y="6419850"/>
          <p14:tracePt t="37835" x="2921000" y="6438900"/>
          <p14:tracePt t="37853" x="2940050" y="6438900"/>
          <p14:tracePt t="37891" x="2927350" y="6432550"/>
          <p14:tracePt t="37902" x="2908300" y="6407150"/>
          <p14:tracePt t="37919" x="2863850" y="6369050"/>
          <p14:tracePt t="37936" x="2832100" y="6337300"/>
          <p14:tracePt t="37952" x="2774950" y="6286500"/>
          <p14:tracePt t="37969" x="2540000" y="6165850"/>
          <p14:tracePt t="37985" x="2470150" y="6127750"/>
          <p14:tracePt t="37989" x="2393950" y="6096000"/>
          <p14:tracePt t="38005" x="2324100" y="6057900"/>
          <p14:tracePt t="38018" x="2254250" y="6032500"/>
          <p14:tracePt t="38035" x="2133600" y="5975350"/>
          <p14:tracePt t="38052" x="2057400" y="5930900"/>
          <p14:tracePt t="38068" x="2025650" y="5911850"/>
          <p14:tracePt t="38085" x="1987550" y="5899150"/>
          <p14:tracePt t="38102" x="1981200" y="5892800"/>
          <p14:tracePt t="38118" x="1974850" y="5892800"/>
          <p14:tracePt t="38151" x="1987550" y="5899150"/>
          <p14:tracePt t="38168" x="2012950" y="5911850"/>
          <p14:tracePt t="38185" x="2044700" y="5930900"/>
          <p14:tracePt t="38201" x="2101850" y="5969000"/>
          <p14:tracePt t="38218" x="2139950" y="5981700"/>
          <p14:tracePt t="38235" x="2228850" y="6026150"/>
          <p14:tracePt t="38251" x="2317750" y="6064250"/>
          <p14:tracePt t="38268" x="2355850" y="6076950"/>
          <p14:tracePt t="38284" x="2432050" y="6102350"/>
          <p14:tracePt t="38301" x="2463800" y="6121400"/>
          <p14:tracePt t="38318" x="2559050" y="6140450"/>
          <p14:tracePt t="38335" x="2571750" y="6146800"/>
          <p14:tracePt t="38351" x="2590800" y="6159500"/>
          <p14:tracePt t="38368" x="2609850" y="6159500"/>
          <p14:tracePt t="38683" x="2603500" y="6159500"/>
          <p14:tracePt t="38690" x="2578100" y="6153150"/>
          <p14:tracePt t="38704" x="2546350" y="6140450"/>
          <p14:tracePt t="38716" x="2508250" y="6134100"/>
          <p14:tracePt t="38733" x="2419350" y="6089650"/>
          <p14:tracePt t="38749" x="2374900" y="6070600"/>
          <p14:tracePt t="38766" x="2279650" y="6032500"/>
          <p14:tracePt t="38782" x="2190750" y="5994400"/>
          <p14:tracePt t="38799" x="2159000" y="5975350"/>
          <p14:tracePt t="38816" x="2108200" y="5956300"/>
          <p14:tracePt t="38832" x="2076450" y="5937250"/>
          <p14:tracePt t="38849" x="2070100" y="5937250"/>
          <p14:tracePt t="38866" x="2057400" y="5937250"/>
          <p14:tracePt t="38882" x="2057400" y="5930900"/>
          <p14:tracePt t="39111" x="2051050" y="5930900"/>
          <p14:tracePt t="39132" x="2044700" y="5930900"/>
          <p14:tracePt t="39146" x="2038350" y="5930900"/>
          <p14:tracePt t="39160" x="2032000" y="5930900"/>
          <p14:tracePt t="39174" x="2025650" y="5930900"/>
          <p14:tracePt t="39184" x="2019300" y="5930900"/>
          <p14:tracePt t="39202" x="2012950" y="5937250"/>
          <p14:tracePt t="39223" x="2006600" y="5943600"/>
          <p14:tracePt t="39244" x="2000250" y="5943600"/>
          <p14:tracePt t="39286" x="2000250" y="5949950"/>
          <p14:tracePt t="39293" x="2000250" y="5956300"/>
          <p14:tracePt t="39322" x="2000250" y="5962650"/>
          <p14:tracePt t="39336" x="2000250" y="5969000"/>
          <p14:tracePt t="39342" x="2006600" y="5969000"/>
          <p14:tracePt t="39357" x="2019300" y="5975350"/>
          <p14:tracePt t="39366" x="2038350" y="5994400"/>
          <p14:tracePt t="39381" x="2063750" y="6007100"/>
          <p14:tracePt t="39397" x="2146300" y="6057900"/>
          <p14:tracePt t="39414" x="2260600" y="6127750"/>
          <p14:tracePt t="39430" x="2317750" y="6165850"/>
          <p14:tracePt t="39448" x="2432050" y="6248400"/>
          <p14:tracePt t="39463" x="2527300" y="6324600"/>
          <p14:tracePt t="39480" x="2559050" y="6350000"/>
          <p14:tracePt t="39497" x="2597150" y="6375400"/>
          <p14:tracePt t="39513" x="2616200" y="6388100"/>
          <p14:tracePt t="39530" x="2616200" y="6394450"/>
          <p14:tracePt t="39553" x="2616200" y="6388100"/>
          <p14:tracePt t="39567" x="2616200" y="6375400"/>
          <p14:tracePt t="39580" x="2603500" y="6362700"/>
          <p14:tracePt t="39596" x="2584450" y="6311900"/>
          <p14:tracePt t="39613" x="2565400" y="6267450"/>
          <p14:tracePt t="39630" x="2501900" y="6178550"/>
          <p14:tracePt t="39646" x="2451100" y="6089650"/>
          <p14:tracePt t="39663" x="2413000" y="6057900"/>
          <p14:tracePt t="39679" x="2355850" y="5975350"/>
          <p14:tracePt t="39696" x="2317750" y="5943600"/>
          <p14:tracePt t="39712" x="2305050" y="5918200"/>
          <p14:tracePt t="39729" x="2279650" y="5899150"/>
          <p14:tracePt t="39746" x="2260600" y="5880100"/>
          <p14:tracePt t="39763" x="2247900" y="5861050"/>
          <p14:tracePt t="39779" x="2235200" y="5854700"/>
          <p14:tracePt t="39795" x="2222500" y="5848350"/>
          <p14:tracePt t="39813" x="2209800" y="5835650"/>
          <p14:tracePt t="39829" x="2203450" y="5829300"/>
          <p14:tracePt t="39846" x="2197100" y="5822950"/>
          <p14:tracePt t="39862" x="2178050" y="5816600"/>
          <p14:tracePt t="39878" x="2171700" y="5816600"/>
          <p14:tracePt t="39896" x="2171700" y="5810250"/>
          <p14:tracePt t="40002" x="2165350" y="5803900"/>
          <p14:tracePt t="40072" x="2165350" y="5797550"/>
          <p14:tracePt t="40093" x="2171700" y="5791200"/>
          <p14:tracePt t="40107" x="2178050" y="5791200"/>
          <p14:tracePt t="40114" x="2197100" y="5791200"/>
          <p14:tracePt t="40131" x="2216150" y="5791200"/>
          <p14:tracePt t="40144" x="2305050" y="5791200"/>
          <p14:tracePt t="40161" x="2381250" y="5791200"/>
          <p14:tracePt t="40178" x="2565400" y="5784850"/>
          <p14:tracePt t="40194" x="2654300" y="5772150"/>
          <p14:tracePt t="40212" x="2933700" y="5753100"/>
          <p14:tracePt t="40227" x="3009900" y="5740400"/>
          <p14:tracePt t="40243" x="3079750" y="5734050"/>
          <p14:tracePt t="40262" x="3162300" y="5715000"/>
          <p14:tracePt t="40277" x="3219450" y="5708650"/>
          <p14:tracePt t="40294" x="3232150" y="5695950"/>
          <p14:tracePt t="40311" x="3251200" y="5695950"/>
          <p14:tracePt t="40327" x="3263900" y="5689600"/>
          <p14:tracePt t="40344" x="3270250" y="5683250"/>
          <p14:tracePt t="40377" x="3282950" y="5683250"/>
          <p14:tracePt t="40394" x="3295650" y="5683250"/>
          <p14:tracePt t="40410" x="3308350" y="5683250"/>
          <p14:tracePt t="40427" x="3333750" y="5689600"/>
          <p14:tracePt t="40444" x="3371850" y="5689600"/>
          <p14:tracePt t="40461" x="3403600" y="5689600"/>
          <p14:tracePt t="40477" x="3429000" y="5689600"/>
          <p14:tracePt t="40494" x="3524250" y="5708650"/>
          <p14:tracePt t="40510" x="3556000" y="5715000"/>
          <p14:tracePt t="40528" x="3587750" y="5727700"/>
          <p14:tracePt t="40543" x="3606800" y="5740400"/>
          <p14:tracePt t="40560" x="3606800" y="5765800"/>
          <p14:tracePt t="40577" x="3606800" y="5797550"/>
          <p14:tracePt t="40593" x="3600450" y="5816600"/>
          <p14:tracePt t="40610" x="3562350" y="5892800"/>
          <p14:tracePt t="40626" x="3517900" y="5994400"/>
          <p14:tracePt t="40643" x="3486150" y="6051550"/>
          <p14:tracePt t="40660" x="3454400" y="6115050"/>
          <p14:tracePt t="40676" x="3441700" y="6146800"/>
          <p14:tracePt t="40693" x="3435350" y="6153150"/>
          <p14:tracePt t="40710" x="3435350" y="6165850"/>
          <p14:tracePt t="40773" x="3441700" y="6165850"/>
          <p14:tracePt t="40787" x="3448050" y="6165850"/>
          <p14:tracePt t="40795" x="3460750" y="6165850"/>
          <p14:tracePt t="40811" x="3473450" y="6165850"/>
          <p14:tracePt t="40826" x="3479800" y="6165850"/>
          <p14:tracePt t="40842" x="3524250" y="6165850"/>
          <p14:tracePt t="40859" x="3613150" y="6165850"/>
          <p14:tracePt t="40875" x="3676650" y="6165850"/>
          <p14:tracePt t="40892" x="3829050" y="6165850"/>
          <p14:tracePt t="40908" x="4006850" y="6191250"/>
          <p14:tracePt t="40925" x="4102100" y="6197600"/>
          <p14:tracePt t="40942" x="4267200" y="6229350"/>
          <p14:tracePt t="40958" x="4438650" y="6261100"/>
          <p14:tracePt t="40975" x="4489450" y="6267450"/>
          <p14:tracePt t="40992" x="4584700" y="6273800"/>
          <p14:tracePt t="41008" x="4616450" y="6280150"/>
          <p14:tracePt t="41026" x="4629150" y="6280150"/>
          <p14:tracePt t="41041" x="4635500" y="6280150"/>
          <p14:tracePt t="41215" x="4629150" y="6280150"/>
          <p14:tracePt t="41229" x="4622800" y="6280150"/>
          <p14:tracePt t="41236" x="4610100" y="6280150"/>
          <p14:tracePt t="41251" x="4597400" y="6280150"/>
          <p14:tracePt t="41260" x="4591050" y="6280150"/>
          <p14:tracePt t="41274" x="4559300" y="6280150"/>
          <p14:tracePt t="41291" x="4464050" y="6261100"/>
          <p14:tracePt t="41307" x="4298950" y="6242050"/>
          <p14:tracePt t="41324" x="4210050" y="6229350"/>
          <p14:tracePt t="41341" x="3994150" y="6197600"/>
          <p14:tracePt t="41357" x="3771900" y="6165850"/>
          <p14:tracePt t="41374" x="3670300" y="6159500"/>
          <p14:tracePt t="41391" x="3498850" y="6108700"/>
          <p14:tracePt t="41407" x="3352800" y="6070600"/>
          <p14:tracePt t="41423" x="3302000" y="6057900"/>
          <p14:tracePt t="41440" x="3225800" y="6038850"/>
          <p14:tracePt t="41456" x="3206750" y="6026150"/>
          <p14:tracePt t="41473" x="3194050" y="6026150"/>
          <p14:tracePt t="41559" x="3187700" y="6019800"/>
          <p14:tracePt t="41565" x="3181350" y="6013450"/>
          <p14:tracePt t="41580" x="3175000" y="6000750"/>
          <p14:tracePt t="41589" x="3162300" y="5981700"/>
          <p14:tracePt t="41606" x="3149600" y="5962650"/>
          <p14:tracePt t="41622" x="3098800" y="5892800"/>
          <p14:tracePt t="41639" x="3022600" y="5791200"/>
          <p14:tracePt t="41657" x="2971800" y="5702300"/>
          <p14:tracePt t="41672" x="2946400" y="5664200"/>
          <p14:tracePt t="41689" x="2908300" y="5619750"/>
          <p14:tracePt t="41706" x="2889250" y="5600700"/>
          <p14:tracePt t="41722" x="2889250" y="5594350"/>
          <p14:tracePt t="41756" x="2876550" y="5594350"/>
          <p14:tracePt t="41772" x="2876550" y="5600700"/>
          <p14:tracePt t="41788" x="2870200" y="5613400"/>
          <p14:tracePt t="41805" x="2870200" y="5626100"/>
          <p14:tracePt t="41822" x="2863850" y="5651500"/>
          <p14:tracePt t="41840" x="2863850" y="5676900"/>
          <p14:tracePt t="41855" x="2863850" y="5695950"/>
          <p14:tracePt t="41872" x="2863850" y="5746750"/>
          <p14:tracePt t="41889" x="2863850" y="5810250"/>
          <p14:tracePt t="41905" x="2863850" y="5854700"/>
          <p14:tracePt t="41922" x="2870200" y="5930900"/>
          <p14:tracePt t="41938" x="2889250" y="5994400"/>
          <p14:tracePt t="41955" x="2889250" y="6013450"/>
          <p14:tracePt t="41972" x="2901950" y="6051550"/>
          <p14:tracePt t="41988" x="2908300" y="6070600"/>
          <p14:tracePt t="42004" x="2914650" y="6076950"/>
          <p14:tracePt t="42022" x="2921000" y="6089650"/>
          <p14:tracePt t="42072" x="2921000" y="6096000"/>
          <p14:tracePt t="42106" x="2927350" y="6096000"/>
          <p14:tracePt t="42148" x="2933700" y="6096000"/>
          <p14:tracePt t="42176" x="2940050" y="6096000"/>
          <p14:tracePt t="42197" x="2952750" y="6096000"/>
          <p14:tracePt t="42211" x="2959100" y="6096000"/>
          <p14:tracePt t="42218" x="2965450" y="6096000"/>
          <p14:tracePt t="42225" x="2990850" y="6096000"/>
          <p14:tracePt t="42240" x="3028950" y="6096000"/>
          <p14:tracePt t="42254" x="3079750" y="6096000"/>
          <p14:tracePt t="42270" x="3206750" y="6096000"/>
          <p14:tracePt t="42288" x="3371850" y="6102350"/>
          <p14:tracePt t="42303" x="3460750" y="6102350"/>
          <p14:tracePt t="42320" x="3638550" y="6115050"/>
          <p14:tracePt t="42337" x="3702050" y="6115050"/>
          <p14:tracePt t="42354" x="3835400" y="6121400"/>
          <p14:tracePt t="42370" x="3886200" y="6121400"/>
          <p14:tracePt t="42387" x="4006850" y="6108700"/>
          <p14:tracePt t="42403" x="4038600" y="6102350"/>
          <p14:tracePt t="42420" x="4057650" y="6096000"/>
          <p14:tracePt t="42436" x="4108450" y="6070600"/>
          <p14:tracePt t="42453" x="4165600" y="6019800"/>
          <p14:tracePt t="42471" x="4229100" y="5969000"/>
          <p14:tracePt t="42486" x="4254500" y="5937250"/>
          <p14:tracePt t="42503" x="4311650" y="5892800"/>
          <p14:tracePt t="42520" x="4356100" y="5835650"/>
          <p14:tracePt t="42536" x="4387850" y="5810250"/>
          <p14:tracePt t="42553" x="4457700" y="5759450"/>
          <p14:tracePt t="42570" x="4533900" y="5721350"/>
          <p14:tracePt t="42586" x="4565650" y="5702300"/>
          <p14:tracePt t="42603" x="4654550" y="5702300"/>
          <p14:tracePt t="42619" x="4775200" y="5708650"/>
          <p14:tracePt t="42635" x="4851400" y="5734050"/>
          <p14:tracePt t="42653" x="5010150" y="5778500"/>
          <p14:tracePt t="42669" x="5143500" y="580390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</a:t>
            </a:r>
            <a:r>
              <a:rPr lang="en-US" altLang="zh-TW" sz="3400" dirty="0" smtClean="0"/>
              <a:t>parameters:</a:t>
            </a:r>
            <a:endParaRPr lang="en-US" altLang="zh-TW" sz="3400" dirty="0"/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200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Person: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age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(s):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Hi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,",s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Person.printHi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("Bob")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Hi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Bob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5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20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() missing 1 required positional argument:</a:t>
            </a:r>
            <a:r>
              <a:rPr lang="en-US" altLang="en-US" sz="20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40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cl</a:t>
            </a:r>
            <a:r>
              <a:rPr lang="en-US" altLang="en-US" sz="2400" spc="-300" dirty="0" err="1">
                <a:solidFill>
                  <a:srgbClr val="FF0000"/>
                </a:solidFill>
                <a:latin typeface="Lucida Fax" panose="02060602050505020204" pitchFamily="18" charset="0"/>
              </a:rPr>
              <a:t>s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#Why doesn’t it crash, this time?</a:t>
            </a:r>
            <a:endParaRPr lang="en-US" altLang="en-US" sz="240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B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2647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10387">
        <p14:ripple/>
      </p:transition>
    </mc:Choice>
    <mc:Fallback>
      <p:transition spd="slow" advTm="11038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0" x="7956550" y="1003300"/>
          <p14:tracePt t="66" x="7943850" y="996950"/>
          <p14:tracePt t="82" x="7937500" y="996950"/>
          <p14:tracePt t="110" x="7874000" y="977900"/>
          <p14:tracePt t="132" x="7778750" y="958850"/>
          <p14:tracePt t="149" x="7651750" y="952500"/>
          <p14:tracePt t="165" x="7575550" y="952500"/>
          <p14:tracePt t="183" x="7429500" y="939800"/>
          <p14:tracePt t="199" x="7353300" y="946150"/>
          <p14:tracePt t="215" x="7277100" y="952500"/>
          <p14:tracePt t="232" x="7054850" y="984250"/>
          <p14:tracePt t="249" x="6997700" y="1003300"/>
          <p14:tracePt t="266" x="6902450" y="1028700"/>
          <p14:tracePt t="282" x="6864350" y="1041400"/>
          <p14:tracePt t="299" x="6851650" y="1041400"/>
          <p14:tracePt t="316" x="6832600" y="1054100"/>
          <p14:tracePt t="348" x="6838950" y="1054100"/>
          <p14:tracePt t="365" x="6877050" y="1054100"/>
          <p14:tracePt t="381" x="6908800" y="1047750"/>
          <p14:tracePt t="398" x="6946900" y="1047750"/>
          <p14:tracePt t="415" x="7200900" y="971550"/>
          <p14:tracePt t="431" x="7277100" y="946150"/>
          <p14:tracePt t="448" x="7359650" y="895350"/>
          <p14:tracePt t="464" x="7486650" y="806450"/>
          <p14:tracePt t="481" x="7569200" y="723900"/>
          <p14:tracePt t="498" x="7607300" y="685800"/>
          <p14:tracePt t="514" x="7607300" y="673100"/>
          <p14:tracePt t="531" x="7613650" y="666750"/>
          <p14:tracePt t="548" x="7613650" y="660400"/>
          <p14:tracePt t="598" x="7613650" y="666750"/>
          <p14:tracePt t="618" x="7613650" y="673100"/>
          <p14:tracePt t="632" x="7613650" y="685800"/>
          <p14:tracePt t="639" x="7613650" y="704850"/>
          <p14:tracePt t="653" x="7613650" y="730250"/>
          <p14:tracePt t="663" x="7620000" y="755650"/>
          <p14:tracePt t="681" x="7632700" y="850900"/>
          <p14:tracePt t="697" x="7639050" y="901700"/>
          <p14:tracePt t="713" x="7651750" y="946150"/>
          <p14:tracePt t="731" x="7683500" y="1028700"/>
          <p14:tracePt t="747" x="7696200" y="1060450"/>
          <p14:tracePt t="763" x="7715250" y="1104900"/>
          <p14:tracePt t="780" x="7753350" y="1155700"/>
          <p14:tracePt t="797" x="7766050" y="1168400"/>
          <p14:tracePt t="815" x="7778750" y="1187450"/>
          <p14:tracePt t="850" x="7785100" y="1187450"/>
          <p14:tracePt t="899" x="7791450" y="1187450"/>
          <p14:tracePt t="948" x="7791450" y="1181100"/>
          <p14:tracePt t="963" x="7791450" y="1168400"/>
          <p14:tracePt t="969" x="7791450" y="1149350"/>
          <p14:tracePt t="979" x="7791450" y="1117600"/>
          <p14:tracePt t="996" x="7772400" y="1060450"/>
          <p14:tracePt t="1013" x="7721600" y="952500"/>
          <p14:tracePt t="1030" x="7664450" y="806450"/>
          <p14:tracePt t="1046" x="7588250" y="666750"/>
          <p14:tracePt t="1062" x="7556500" y="609600"/>
          <p14:tracePt t="1079" x="7518400" y="546100"/>
          <p14:tracePt t="1096" x="7499350" y="514350"/>
          <p14:tracePt t="1112" x="7499350" y="508000"/>
          <p14:tracePt t="1130" x="7493000" y="508000"/>
          <p14:tracePt t="1145" x="7493000" y="520700"/>
          <p14:tracePt t="1162" x="7537450" y="571500"/>
          <p14:tracePt t="1179" x="7620000" y="673100"/>
          <p14:tracePt t="1195" x="7670800" y="730250"/>
          <p14:tracePt t="1212" x="7734300" y="800100"/>
          <p14:tracePt t="1229" x="7842250" y="920750"/>
          <p14:tracePt t="1245" x="7899400" y="977900"/>
          <p14:tracePt t="1262" x="7931150" y="1016000"/>
          <p14:tracePt t="1278" x="8001000" y="1079500"/>
          <p14:tracePt t="1295" x="8026400" y="1104900"/>
          <p14:tracePt t="1312" x="8045450" y="1123950"/>
          <p14:tracePt t="1355" x="8051800" y="1117600"/>
          <p14:tracePt t="1369" x="8051800" y="1111250"/>
          <p14:tracePt t="1378" x="8051800" y="1092200"/>
          <p14:tracePt t="1395" x="8039100" y="1066800"/>
          <p14:tracePt t="1412" x="7962900" y="895350"/>
          <p14:tracePt t="1428" x="7924800" y="812800"/>
          <p14:tracePt t="1444" x="7886700" y="736600"/>
          <p14:tracePt t="1462" x="7727950" y="476250"/>
          <p14:tracePt t="1478" x="7689850" y="419100"/>
          <p14:tracePt t="1495" x="7658100" y="368300"/>
          <p14:tracePt t="1511" x="7645400" y="361950"/>
          <p14:tracePt t="1527" x="7639050" y="355600"/>
          <p14:tracePt t="1561" x="7639050" y="374650"/>
          <p14:tracePt t="1577" x="7696200" y="476250"/>
          <p14:tracePt t="1594" x="7785100" y="615950"/>
          <p14:tracePt t="1611" x="7886700" y="774700"/>
          <p14:tracePt t="1627" x="7950200" y="857250"/>
          <p14:tracePt t="1643" x="7994650" y="920750"/>
          <p14:tracePt t="1660" x="8070850" y="1009650"/>
          <p14:tracePt t="1677" x="8102600" y="1041400"/>
          <p14:tracePt t="1693" x="8140700" y="1079500"/>
          <p14:tracePt t="1710" x="8166100" y="1104900"/>
          <p14:tracePt t="1727" x="8172450" y="1111250"/>
          <p14:tracePt t="1743" x="8178800" y="1117600"/>
          <p14:tracePt t="1804" x="8185150" y="1117600"/>
          <p14:tracePt t="1832" x="8185150" y="1111250"/>
          <p14:tracePt t="1839" x="8185150" y="1104900"/>
          <p14:tracePt t="2786" x="8166100" y="1104900"/>
          <p14:tracePt t="2794" x="8128000" y="1098550"/>
          <p14:tracePt t="2806" x="8077200" y="1098550"/>
          <p14:tracePt t="2823" x="7937500" y="1098550"/>
          <p14:tracePt t="2839" x="7861300" y="1098550"/>
          <p14:tracePt t="2858" x="7683500" y="1098550"/>
          <p14:tracePt t="2872" x="7581900" y="1104900"/>
          <p14:tracePt t="2889" x="7467600" y="1111250"/>
          <p14:tracePt t="2906" x="7340600" y="1143000"/>
          <p14:tracePt t="2923" x="7200900" y="1155700"/>
          <p14:tracePt t="2939" x="6807200" y="1250950"/>
          <p14:tracePt t="2957" x="6489700" y="1308100"/>
          <p14:tracePt t="2973" x="6356350" y="1339850"/>
          <p14:tracePt t="2990" x="6153150" y="1384300"/>
          <p14:tracePt t="3006" x="5956300" y="1422400"/>
          <p14:tracePt t="3022" x="5854700" y="1441450"/>
          <p14:tracePt t="3039" x="5689600" y="1441450"/>
          <p14:tracePt t="3055" x="5556250" y="1441450"/>
          <p14:tracePt t="3072" x="5505450" y="1422400"/>
          <p14:tracePt t="3089" x="5448300" y="1390650"/>
          <p14:tracePt t="3105" x="5454650" y="1384300"/>
          <p14:tracePt t="3520" x="5403850" y="1397000"/>
          <p14:tracePt t="3527" x="5334000" y="1422400"/>
          <p14:tracePt t="3537" x="5264150" y="1454150"/>
          <p14:tracePt t="3553" x="5187950" y="1504950"/>
          <p14:tracePt t="3570" x="4997450" y="1606550"/>
          <p14:tracePt t="3586" x="4819650" y="1733550"/>
          <p14:tracePt t="3604" x="4718050" y="1784350"/>
          <p14:tracePt t="3620" x="4527550" y="1911350"/>
          <p14:tracePt t="3637" x="4362450" y="2012950"/>
          <p14:tracePt t="3654" x="4279900" y="2063750"/>
          <p14:tracePt t="3669" x="4127500" y="2159000"/>
          <p14:tracePt t="3687" x="4070350" y="2197100"/>
          <p14:tracePt t="3703" x="3968750" y="2279650"/>
          <p14:tracePt t="3720" x="3911600" y="2330450"/>
          <p14:tracePt t="3736" x="3905250" y="2343150"/>
          <p14:tracePt t="3753" x="3886200" y="2349500"/>
          <p14:tracePt t="3769" x="3879850" y="2355850"/>
          <p14:tracePt t="3789" x="3867150" y="2355850"/>
          <p14:tracePt t="4344" x="3854450" y="2355850"/>
          <p14:tracePt t="4357" x="3822700" y="2343150"/>
          <p14:tracePt t="4364" x="3790950" y="2336800"/>
          <p14:tracePt t="4379" x="3752850" y="2336800"/>
          <p14:tracePt t="4387" x="3689350" y="2336800"/>
          <p14:tracePt t="4402" x="3638550" y="2336800"/>
          <p14:tracePt t="4417" x="3568700" y="2355850"/>
          <p14:tracePt t="4435" x="3390900" y="2425700"/>
          <p14:tracePt t="4451" x="3333750" y="2451100"/>
          <p14:tracePt t="4467" x="3289300" y="2489200"/>
          <p14:tracePt t="4484" x="3219450" y="2559050"/>
          <p14:tracePt t="4501" x="3143250" y="2609850"/>
          <p14:tracePt t="4518" x="3117850" y="2628900"/>
          <p14:tracePt t="4534" x="3067050" y="2667000"/>
          <p14:tracePt t="4551" x="3022600" y="2698750"/>
          <p14:tracePt t="4567" x="3003550" y="2711450"/>
          <p14:tracePt t="4583" x="2959100" y="2730500"/>
          <p14:tracePt t="4600" x="2921000" y="2743200"/>
          <p14:tracePt t="4617" x="2870200" y="2762250"/>
          <p14:tracePt t="4633" x="2844800" y="2768600"/>
          <p14:tracePt t="4650" x="2806700" y="2781300"/>
          <p14:tracePt t="4667" x="2762250" y="2781300"/>
          <p14:tracePt t="4683" x="2736850" y="2781300"/>
          <p14:tracePt t="4700" x="2724150" y="2781300"/>
          <p14:tracePt t="4716" x="2673350" y="2781300"/>
          <p14:tracePt t="4733" x="2647950" y="2781300"/>
          <p14:tracePt t="4750" x="2628900" y="2743200"/>
          <p14:tracePt t="5201" x="2603500" y="2768600"/>
          <p14:tracePt t="5208" x="2565400" y="2825750"/>
          <p14:tracePt t="5222" x="2520950" y="2876550"/>
          <p14:tracePt t="5231" x="2482850" y="2921000"/>
          <p14:tracePt t="5247" x="2432050" y="2978150"/>
          <p14:tracePt t="5265" x="2355850" y="3092450"/>
          <p14:tracePt t="5281" x="2273300" y="3200400"/>
          <p14:tracePt t="5298" x="2235200" y="3244850"/>
          <p14:tracePt t="5314" x="2171700" y="3321050"/>
          <p14:tracePt t="5331" x="2139950" y="3378200"/>
          <p14:tracePt t="5349" x="2114550" y="3422650"/>
          <p14:tracePt t="5364" x="2101850" y="3435350"/>
          <p14:tracePt t="5381" x="2095500" y="3448050"/>
          <p14:tracePt t="5385" x="2089150" y="3460750"/>
          <p14:tracePt t="5398" x="2082800" y="3473450"/>
          <p14:tracePt t="5414" x="2076450" y="3479800"/>
          <p14:tracePt t="5430" x="2063750" y="3486150"/>
          <p14:tracePt t="5447" x="2057400" y="3492500"/>
          <p14:tracePt t="5464" x="2038350" y="3505200"/>
          <p14:tracePt t="5480" x="2032000" y="3505200"/>
          <p14:tracePt t="5497" x="2012950" y="3511550"/>
          <p14:tracePt t="5513" x="1987550" y="3517900"/>
          <p14:tracePt t="5531" x="1962150" y="3530600"/>
          <p14:tracePt t="5547" x="1943100" y="3530600"/>
          <p14:tracePt t="5564" x="1905000" y="3543300"/>
          <p14:tracePt t="5581" x="1866900" y="3556000"/>
          <p14:tracePt t="5596" x="1835150" y="3568700"/>
          <p14:tracePt t="5614" x="1784350" y="3587750"/>
          <p14:tracePt t="5630" x="1739900" y="3600450"/>
          <p14:tracePt t="5646" x="1720850" y="3606800"/>
          <p14:tracePt t="5664" x="1689100" y="3613150"/>
          <p14:tracePt t="5680" x="1663700" y="3619500"/>
          <p14:tracePt t="5696" x="1651000" y="3619500"/>
          <p14:tracePt t="5713" x="1631950" y="3625850"/>
          <p14:tracePt t="5729" x="1625600" y="3625850"/>
          <p14:tracePt t="5746" x="1619250" y="3625850"/>
          <p14:tracePt t="5763" x="1600200" y="3625850"/>
          <p14:tracePt t="5779" x="1593850" y="3625850"/>
          <p14:tracePt t="5797" x="1587500" y="3625850"/>
          <p14:tracePt t="5812" x="1581150" y="3619500"/>
          <p14:tracePt t="5829" x="1581150" y="3613150"/>
          <p14:tracePt t="5846" x="1574800" y="3600450"/>
          <p14:tracePt t="5862" x="1568450" y="3587750"/>
          <p14:tracePt t="5879" x="1568450" y="3575050"/>
          <p14:tracePt t="5883" x="1568450" y="3556000"/>
          <p14:tracePt t="5896" x="1568450" y="3536950"/>
          <p14:tracePt t="5912" x="1555750" y="3460750"/>
          <p14:tracePt t="5929" x="1555750" y="3409950"/>
          <p14:tracePt t="5946" x="1555750" y="3289300"/>
          <p14:tracePt t="5962" x="1562100" y="3162300"/>
          <p14:tracePt t="5979" x="1568450" y="3022600"/>
          <p14:tracePt t="5995" x="1593850" y="2927350"/>
          <p14:tracePt t="6012" x="1600200" y="2851150"/>
          <p14:tracePt t="6030" x="1638300" y="2590800"/>
          <p14:tracePt t="6046" x="1651000" y="2514600"/>
          <p14:tracePt t="6062" x="1657350" y="2438400"/>
          <p14:tracePt t="6078" x="1670050" y="2317750"/>
          <p14:tracePt t="6095" x="1689100" y="2235200"/>
          <p14:tracePt t="6113" x="1689100" y="2209800"/>
          <p14:tracePt t="6128" x="1695450" y="2171700"/>
          <p14:tracePt t="6164" x="1695450" y="2165350"/>
          <p14:tracePt t="6254" x="1689100" y="2165350"/>
          <p14:tracePt t="6261" x="1682750" y="2171700"/>
          <p14:tracePt t="6274" x="1676400" y="2184400"/>
          <p14:tracePt t="6281" x="1663700" y="2197100"/>
          <p14:tracePt t="6297" x="1651000" y="2222500"/>
          <p14:tracePt t="6311" x="1612900" y="2305050"/>
          <p14:tracePt t="6328" x="1587500" y="2349500"/>
          <p14:tracePt t="6346" x="1530350" y="2508250"/>
          <p14:tracePt t="6361" x="1498600" y="2609850"/>
          <p14:tracePt t="6378" x="1435100" y="2844800"/>
          <p14:tracePt t="6382" x="1403350" y="2990850"/>
          <p14:tracePt t="6397" x="1377950" y="3136900"/>
          <p14:tracePt t="6411" x="1352550" y="3282950"/>
          <p14:tracePt t="6428" x="1314450" y="3543300"/>
          <p14:tracePt t="6444" x="1301750" y="3676650"/>
          <p14:tracePt t="6460" x="1301750" y="3695700"/>
          <p14:tracePt t="6478" x="1308100" y="3708400"/>
          <p14:tracePt t="6493" x="1320800" y="3702050"/>
          <p14:tracePt t="6510" x="1333500" y="3689350"/>
          <p14:tracePt t="6527" x="1352550" y="3644900"/>
          <p14:tracePt t="6543" x="1384300" y="3575050"/>
          <p14:tracePt t="6560" x="1416050" y="3517900"/>
          <p14:tracePt t="6577" x="1460500" y="3384550"/>
          <p14:tracePt t="6593" x="1511300" y="3200400"/>
          <p14:tracePt t="6610" x="1555750" y="3079750"/>
          <p14:tracePt t="6627" x="1651000" y="2857500"/>
          <p14:tracePt t="6643" x="1714500" y="2762250"/>
          <p14:tracePt t="6661" x="1987550" y="2540000"/>
          <p14:tracePt t="6676" x="2095500" y="2489200"/>
          <p14:tracePt t="6692" x="2235200" y="2419350"/>
          <p14:tracePt t="6709" x="2622550" y="2311400"/>
          <p14:tracePt t="6726" x="3168650" y="2241550"/>
          <p14:tracePt t="6743" x="3460750" y="2209800"/>
          <p14:tracePt t="6759" x="4171950" y="2159000"/>
          <p14:tracePt t="6776" x="4965700" y="2089150"/>
          <p14:tracePt t="6792" x="5378450" y="2089150"/>
          <p14:tracePt t="6809" x="6134100" y="2070100"/>
          <p14:tracePt t="6825" x="6502400" y="2057400"/>
          <p14:tracePt t="6843" x="7207250" y="2025650"/>
          <p14:tracePt t="6858" x="7575550" y="1987550"/>
          <p14:tracePt t="6876" x="8147050" y="1911350"/>
          <p14:tracePt t="6892" x="8585200" y="1797050"/>
          <p14:tracePt t="6909" x="8718550" y="1752600"/>
          <p14:tracePt t="6925" x="8870950" y="1682750"/>
          <p14:tracePt t="6942" x="8934450" y="1651000"/>
          <p14:tracePt t="6959" x="8953500" y="1638300"/>
          <p14:tracePt t="6977" x="8966200" y="1619250"/>
          <p14:tracePt t="6992" x="8978900" y="1606550"/>
          <p14:tracePt t="7009" x="8997950" y="1587500"/>
          <p14:tracePt t="7025" x="9029700" y="1562100"/>
          <p14:tracePt t="7042" x="9055100" y="1549400"/>
          <p14:tracePt t="7058" x="9093200" y="1524000"/>
          <p14:tracePt t="7075" x="9131300" y="1492250"/>
          <p14:tracePt t="7285" x="9137650" y="1397000"/>
          <p14:tracePt t="7292" x="9080500" y="1428750"/>
          <p14:tracePt t="7308" x="8997950" y="1454150"/>
          <p14:tracePt t="7313" x="8883650" y="1498600"/>
          <p14:tracePt t="7327" x="8750300" y="1543050"/>
          <p14:tracePt t="7342" x="8559800" y="1612900"/>
          <p14:tracePt t="7357" x="8064500" y="1758950"/>
          <p14:tracePt t="7374" x="7759700" y="1841500"/>
          <p14:tracePt t="7391" x="7086600" y="2025650"/>
          <p14:tracePt t="7407" x="6705600" y="2114550"/>
          <p14:tracePt t="7411" x="6343650" y="2235200"/>
          <p14:tracePt t="7424" x="5956300" y="2336800"/>
          <p14:tracePt t="7440" x="5327650" y="2552700"/>
          <p14:tracePt t="7457" x="5080000" y="2660650"/>
          <p14:tracePt t="7474" x="4591050" y="2876550"/>
          <p14:tracePt t="7490" x="4171950" y="3016250"/>
          <p14:tracePt t="7507" x="3981450" y="3086100"/>
          <p14:tracePt t="7524" x="3549650" y="3175000"/>
          <p14:tracePt t="7540" x="3448050" y="3194050"/>
          <p14:tracePt t="7557" x="3340100" y="3225800"/>
          <p14:tracePt t="7573" x="3073400" y="3257550"/>
          <p14:tracePt t="7590" x="3009900" y="3270250"/>
          <p14:tracePt t="7607" x="2940050" y="3289300"/>
          <p14:tracePt t="7623" x="2838450" y="3295650"/>
          <p14:tracePt t="7640" x="2755900" y="3302000"/>
          <p14:tracePt t="7657" x="2673350" y="3282950"/>
          <p14:tracePt t="7673" x="2616200" y="3282950"/>
          <p14:tracePt t="7690" x="2514600" y="3263900"/>
          <p14:tracePt t="7707" x="2413000" y="3238500"/>
          <p14:tracePt t="7723" x="2362200" y="3213100"/>
          <p14:tracePt t="7740" x="2286000" y="3168650"/>
          <p14:tracePt t="7756" x="2216150" y="3117850"/>
          <p14:tracePt t="7772" x="2190750" y="3073400"/>
          <p14:tracePt t="7790" x="2133600" y="2984500"/>
          <p14:tracePt t="7806" x="2082800" y="2908300"/>
          <p14:tracePt t="7822" x="2076450" y="2857500"/>
          <p14:tracePt t="8147" x="2051050" y="2832100"/>
          <p14:tracePt t="8155" x="2019300" y="2787650"/>
          <p14:tracePt t="8168" x="1974850" y="2749550"/>
          <p14:tracePt t="8175" x="1936750" y="2717800"/>
          <p14:tracePt t="8191" x="1892300" y="2692400"/>
          <p14:tracePt t="8204" x="1860550" y="2673350"/>
          <p14:tracePt t="8221" x="1809750" y="2660650"/>
          <p14:tracePt t="8239" x="1771650" y="2654300"/>
          <p14:tracePt t="8254" x="1746250" y="2660650"/>
          <p14:tracePt t="8272" x="1714500" y="2679700"/>
          <p14:tracePt t="8288" x="1676400" y="2749550"/>
          <p14:tracePt t="8304" x="1657350" y="2781300"/>
          <p14:tracePt t="8321" x="1631950" y="2851150"/>
          <p14:tracePt t="8337" x="1606550" y="2959100"/>
          <p14:tracePt t="8354" x="1600200" y="3009900"/>
          <p14:tracePt t="8371" x="1568450" y="3130550"/>
          <p14:tracePt t="8387" x="1543050" y="3232150"/>
          <p14:tracePt t="8404" x="1536700" y="3270250"/>
          <p14:tracePt t="8421" x="1524000" y="3321050"/>
          <p14:tracePt t="8437" x="1504950" y="3365500"/>
          <p14:tracePt t="8454" x="1498600" y="3378200"/>
          <p14:tracePt t="8473" x="1485900" y="3390900"/>
          <p14:tracePt t="8486" x="1479550" y="3416300"/>
          <p14:tracePt t="8503" x="1466850" y="3429000"/>
          <p14:tracePt t="8520" x="1460500" y="3448050"/>
          <p14:tracePt t="8537" x="1454150" y="3460750"/>
          <p14:tracePt t="8554" x="1447800" y="3473450"/>
          <p14:tracePt t="8570" x="1441450" y="3479800"/>
          <p14:tracePt t="8586" x="1441450" y="3486150"/>
          <p14:tracePt t="8619" x="1441450" y="3498850"/>
          <p14:tracePt t="8636" x="1441450" y="3505200"/>
          <p14:tracePt t="8653" x="1441450" y="3517900"/>
          <p14:tracePt t="8669" x="1447800" y="3524250"/>
          <p14:tracePt t="8686" x="1454150" y="3530600"/>
          <p14:tracePt t="8703" x="1473200" y="3549650"/>
          <p14:tracePt t="8719" x="1517650" y="3594100"/>
          <p14:tracePt t="8736" x="1593850" y="3657600"/>
          <p14:tracePt t="8753" x="1638300" y="3695700"/>
          <p14:tracePt t="8769" x="1708150" y="3721100"/>
          <p14:tracePt t="8786" x="1911350" y="3822700"/>
          <p14:tracePt t="8803" x="1981200" y="3841750"/>
          <p14:tracePt t="8819" x="2038350" y="3860800"/>
          <p14:tracePt t="8836" x="2127250" y="3873500"/>
          <p14:tracePt t="8852" x="2203450" y="3898900"/>
          <p14:tracePt t="8869" x="2228850" y="3898900"/>
          <p14:tracePt t="8885" x="2266950" y="3911600"/>
          <p14:tracePt t="8902" x="2273300" y="3911600"/>
          <p14:tracePt t="8919" x="2279650" y="3911600"/>
          <p14:tracePt t="9010" x="2279650" y="3917950"/>
          <p14:tracePt t="9032" x="2292350" y="3917950"/>
          <p14:tracePt t="9038" x="2298700" y="3917950"/>
          <p14:tracePt t="9054" x="2305050" y="3924300"/>
          <p14:tracePt t="9068" x="2336800" y="3924300"/>
          <p14:tracePt t="9085" x="2362200" y="3930650"/>
          <p14:tracePt t="9102" x="2495550" y="3930650"/>
          <p14:tracePt t="9118" x="2584450" y="3943350"/>
          <p14:tracePt t="9134" x="2825750" y="3937000"/>
          <p14:tracePt t="9151" x="3117850" y="3924300"/>
          <p14:tracePt t="9168" x="3289300" y="3898900"/>
          <p14:tracePt t="9185" x="3632200" y="3854450"/>
          <p14:tracePt t="9201" x="3886200" y="3797300"/>
          <p14:tracePt t="9217" x="4000500" y="3765550"/>
          <p14:tracePt t="9234" x="4140200" y="3727450"/>
          <p14:tracePt t="9251" x="4210050" y="3714750"/>
          <p14:tracePt t="9268" x="4222750" y="3702050"/>
          <p14:tracePt t="9284" x="4235450" y="3702050"/>
          <p14:tracePt t="9389" x="4229100" y="3702050"/>
          <p14:tracePt t="9403" x="4216400" y="3702050"/>
          <p14:tracePt t="9410" x="4203700" y="3702050"/>
          <p14:tracePt t="9419" x="4178300" y="3702050"/>
          <p14:tracePt t="9433" x="4146550" y="3714750"/>
          <p14:tracePt t="9450" x="4108450" y="3714750"/>
          <p14:tracePt t="9467" x="3962400" y="3708400"/>
          <p14:tracePt t="9483" x="3771900" y="3695700"/>
          <p14:tracePt t="9500" x="3683000" y="3689350"/>
          <p14:tracePt t="9516" x="3479800" y="3670300"/>
          <p14:tracePt t="9533" x="3302000" y="3670300"/>
          <p14:tracePt t="9550" x="3194050" y="3670300"/>
          <p14:tracePt t="9566" x="3168650" y="3670300"/>
          <p14:tracePt t="9583" x="3136900" y="3670300"/>
          <p14:tracePt t="9600" x="3117850" y="3676650"/>
          <p14:tracePt t="9633" x="3149600" y="3683000"/>
          <p14:tracePt t="9649" x="3225800" y="3689350"/>
          <p14:tracePt t="9666" x="3295650" y="3702050"/>
          <p14:tracePt t="9683" x="3359150" y="3702050"/>
          <p14:tracePt t="9699" x="3663950" y="3695700"/>
          <p14:tracePt t="9716" x="3765550" y="3689350"/>
          <p14:tracePt t="9733" x="3981450" y="3657600"/>
          <p14:tracePt t="9749" x="4076700" y="3632200"/>
          <p14:tracePt t="9765" x="4229100" y="3613150"/>
          <p14:tracePt t="9783" x="4337050" y="3606800"/>
          <p14:tracePt t="9799" x="4375150" y="3600450"/>
          <p14:tracePt t="9816" x="4406900" y="3594100"/>
          <p14:tracePt t="9832" x="4432300" y="3594100"/>
          <p14:tracePt t="9865" x="4438650" y="3594100"/>
          <p14:tracePt t="9930" x="4445000" y="3594100"/>
          <p14:tracePt t="9951" x="4457700" y="3594100"/>
          <p14:tracePt t="9966" x="4464050" y="3594100"/>
          <p14:tracePt t="9972" x="4483100" y="3600450"/>
          <p14:tracePt t="9981" x="4489450" y="3600450"/>
          <p14:tracePt t="9998" x="4514850" y="3600450"/>
          <p14:tracePt t="10015" x="4533900" y="3606800"/>
          <p14:tracePt t="10031" x="4584700" y="3606800"/>
          <p14:tracePt t="10048" x="4610100" y="3606800"/>
          <p14:tracePt t="10064" x="4692650" y="3606800"/>
          <p14:tracePt t="10081" x="4743450" y="3600450"/>
          <p14:tracePt t="10098" x="4826000" y="3587750"/>
          <p14:tracePt t="10114" x="4864100" y="3587750"/>
          <p14:tracePt t="10131" x="4927600" y="3581400"/>
          <p14:tracePt t="10148" x="4972050" y="3581400"/>
          <p14:tracePt t="10164" x="4984750" y="3581400"/>
          <p14:tracePt t="10181" x="5016500" y="3581400"/>
          <p14:tracePt t="10197" x="5054600" y="3581400"/>
          <p14:tracePt t="10214" x="5067300" y="3581400"/>
          <p14:tracePt t="10232" x="5111750" y="3581400"/>
          <p14:tracePt t="10247" x="5124450" y="3581400"/>
          <p14:tracePt t="10264" x="5143500" y="3581400"/>
          <p14:tracePt t="10281" x="5213350" y="3581400"/>
          <p14:tracePt t="10297" x="5232400" y="3581400"/>
          <p14:tracePt t="10314" x="5251450" y="3581400"/>
          <p14:tracePt t="10331" x="5295900" y="3581400"/>
          <p14:tracePt t="10347" x="5327650" y="3581400"/>
          <p14:tracePt t="10365" x="5365750" y="3581400"/>
          <p14:tracePt t="10380" x="5384800" y="3581400"/>
          <p14:tracePt t="10397" x="5435600" y="3600450"/>
          <p14:tracePt t="10414" x="5480050" y="3613150"/>
          <p14:tracePt t="10430" x="5511800" y="3619500"/>
          <p14:tracePt t="10447" x="5549900" y="3632200"/>
          <p14:tracePt t="10463" x="5594350" y="3638550"/>
          <p14:tracePt t="10480" x="5607050" y="3638550"/>
          <p14:tracePt t="10496" x="5638800" y="3638550"/>
          <p14:tracePt t="10513" x="5651500" y="3638550"/>
          <p14:tracePt t="10529" x="5664200" y="3638550"/>
          <p14:tracePt t="10547" x="5676900" y="3638550"/>
          <p14:tracePt t="10562" x="5695950" y="3638550"/>
          <p14:tracePt t="10579" x="5702300" y="3638550"/>
          <p14:tracePt t="10596" x="5702300" y="3632200"/>
          <p14:tracePt t="10613" x="5715000" y="3632200"/>
          <p14:tracePt t="10629" x="5721350" y="3632200"/>
          <p14:tracePt t="10662" x="5727700" y="3632200"/>
          <p14:tracePt t="10702" x="5721350" y="3632200"/>
          <p14:tracePt t="10716" x="5715000" y="3632200"/>
          <p14:tracePt t="10723" x="5702300" y="3632200"/>
          <p14:tracePt t="10737" x="5683250" y="3632200"/>
          <p14:tracePt t="10746" x="5645150" y="3632200"/>
          <p14:tracePt t="10762" x="5594350" y="3619500"/>
          <p14:tracePt t="10779" x="5416550" y="3619500"/>
          <p14:tracePt t="10795" x="5289550" y="3619500"/>
          <p14:tracePt t="10812" x="4959350" y="3606800"/>
          <p14:tracePt t="10829" x="4432300" y="3594100"/>
          <p14:tracePt t="10845" x="4146550" y="3594100"/>
          <p14:tracePt t="10863" x="3346450" y="3594100"/>
          <p14:tracePt t="10879" x="3130550" y="3581400"/>
          <p14:tracePt t="10895" x="2781300" y="3568700"/>
          <p14:tracePt t="10913" x="2565400" y="3562350"/>
          <p14:tracePt t="10928" x="2476500" y="3562350"/>
          <p14:tracePt t="10945" x="2425700" y="3562350"/>
          <p14:tracePt t="10963" x="2336800" y="3562350"/>
          <p14:tracePt t="10978" x="2324100" y="3556000"/>
          <p14:tracePt t="10995" x="2317750" y="3556000"/>
          <p14:tracePt t="11095" x="2311400" y="3556000"/>
          <p14:tracePt t="11102" x="2305050" y="3556000"/>
          <p14:tracePt t="11116" x="2298700" y="3556000"/>
          <p14:tracePt t="11127" x="2286000" y="3556000"/>
          <p14:tracePt t="11145" x="2254250" y="3543300"/>
          <p14:tracePt t="11161" x="2222500" y="3543300"/>
          <p14:tracePt t="11177" x="2165350" y="3530600"/>
          <p14:tracePt t="11194" x="2044700" y="3511550"/>
          <p14:tracePt t="11211" x="1993900" y="3492500"/>
          <p14:tracePt t="11228" x="1911350" y="3486150"/>
          <p14:tracePt t="11243" x="1708150" y="3467100"/>
          <p14:tracePt t="11260" x="1631950" y="3467100"/>
          <p14:tracePt t="11278" x="1498600" y="3486150"/>
          <p14:tracePt t="11294" x="1428750" y="3505200"/>
          <p14:tracePt t="11311" x="1320800" y="3562350"/>
          <p14:tracePt t="11327" x="1219200" y="3600450"/>
          <p14:tracePt t="11343" x="1187450" y="3613150"/>
          <p14:tracePt t="11360" x="1155700" y="3625850"/>
          <p14:tracePt t="11377" x="1136650" y="3638550"/>
          <p14:tracePt t="11393" x="1123950" y="3638550"/>
          <p14:tracePt t="11411" x="1117600" y="3638550"/>
          <p14:tracePt t="11427" x="1111250" y="3638550"/>
          <p14:tracePt t="11510" x="1111250" y="3644900"/>
          <p14:tracePt t="11615" x="1111250" y="3632200"/>
          <p14:tracePt t="11636" x="1111250" y="3625850"/>
          <p14:tracePt t="11650" x="1111250" y="3613150"/>
          <p14:tracePt t="11656" x="1111250" y="3600450"/>
          <p14:tracePt t="11663" x="1111250" y="3568700"/>
          <p14:tracePt t="11679" x="1111250" y="3543300"/>
          <p14:tracePt t="11692" x="1111250" y="3492500"/>
          <p14:tracePt t="11709" x="1117600" y="3359150"/>
          <p14:tracePt t="11725" x="1130300" y="3282950"/>
          <p14:tracePt t="11742" x="1136650" y="3105150"/>
          <p14:tracePt t="11759" x="1149350" y="3016250"/>
          <p14:tracePt t="11776" x="1155700" y="2736850"/>
          <p14:tracePt t="11792" x="1168400" y="2641600"/>
          <p14:tracePt t="11809" x="1181100" y="2489200"/>
          <p14:tracePt t="11826" x="1187450" y="2349500"/>
          <p14:tracePt t="11842" x="1187450" y="2298700"/>
          <p14:tracePt t="11858" x="1193800" y="2241550"/>
          <p14:tracePt t="11875" x="1193800" y="2114550"/>
          <p14:tracePt t="11891" x="1206500" y="2070100"/>
          <p14:tracePt t="11909" x="1206500" y="2025650"/>
          <p14:tracePt t="11925" x="1206500" y="2000250"/>
          <p14:tracePt t="11942" x="1212850" y="1962150"/>
          <p14:tracePt t="11959" x="1219200" y="1930400"/>
          <p14:tracePt t="11975" x="1219200" y="1917700"/>
          <p14:tracePt t="11991" x="1219200" y="1898650"/>
          <p14:tracePt t="12008" x="1225550" y="1879600"/>
          <p14:tracePt t="12024" x="1225550" y="1873250"/>
          <p14:tracePt t="12041" x="1231900" y="1866900"/>
          <p14:tracePt t="12155" x="1231900" y="1860550"/>
          <p14:tracePt t="12211" x="1231900" y="1854200"/>
          <p14:tracePt t="12239" x="1231900" y="1847850"/>
          <p14:tracePt t="12246" x="1231900" y="1841500"/>
          <p14:tracePt t="12260" x="1225550" y="1835150"/>
          <p14:tracePt t="12282" x="1225550" y="1828800"/>
          <p14:tracePt t="12290" x="1225550" y="1822450"/>
          <p14:tracePt t="12307" x="1225550" y="1816100"/>
          <p14:tracePt t="12323" x="1212850" y="1797050"/>
          <p14:tracePt t="12340" x="1193800" y="1778000"/>
          <p14:tracePt t="12357" x="1187450" y="1765300"/>
          <p14:tracePt t="12373" x="1174750" y="1758950"/>
          <p14:tracePt t="12390" x="1168400" y="1752600"/>
          <p14:tracePt t="12435" x="1162050" y="1752600"/>
          <p14:tracePt t="12471" x="1155700" y="1752600"/>
          <p14:tracePt t="12478" x="1149350" y="1752600"/>
          <p14:tracePt t="12493" x="1149350" y="1758950"/>
          <p14:tracePt t="12506" x="1149350" y="1778000"/>
          <p14:tracePt t="12522" x="1143000" y="1797050"/>
          <p14:tracePt t="12539" x="1136650" y="1835150"/>
          <p14:tracePt t="12556" x="1130300" y="1917700"/>
          <p14:tracePt t="12572" x="1117600" y="2051050"/>
          <p14:tracePt t="12590" x="1098550" y="2203450"/>
          <p14:tracePt t="12606" x="1098550" y="2292350"/>
          <p14:tracePt t="12622" x="1085850" y="2482850"/>
          <p14:tracePt t="12639" x="1085850" y="2571750"/>
          <p14:tracePt t="12655" x="1085850" y="2736850"/>
          <p14:tracePt t="12672" x="1098550" y="2895600"/>
          <p14:tracePt t="12689" x="1111250" y="2997200"/>
          <p14:tracePt t="12705" x="1117600" y="3041650"/>
          <p14:tracePt t="12722" x="1117600" y="3086100"/>
          <p14:tracePt t="12739" x="1130300" y="3124200"/>
          <p14:tracePt t="12755" x="1130300" y="3136900"/>
          <p14:tracePt t="12773" x="1136650" y="3149600"/>
          <p14:tracePt t="12788" x="1143000" y="3187700"/>
          <p14:tracePt t="12805" x="1149350" y="3200400"/>
          <p14:tracePt t="12822" x="1155700" y="3244850"/>
          <p14:tracePt t="12838" x="1168400" y="3270250"/>
          <p14:tracePt t="12855" x="1174750" y="3314700"/>
          <p14:tracePt t="12872" x="1181100" y="3352800"/>
          <p14:tracePt t="12888" x="1181100" y="3365500"/>
          <p14:tracePt t="12905" x="1187450" y="3397250"/>
          <p14:tracePt t="12921" x="1187450" y="3422650"/>
          <p14:tracePt t="12938" x="1187450" y="3435350"/>
          <p14:tracePt t="12955" x="1187450" y="3448050"/>
          <p14:tracePt t="12972" x="1187450" y="3460750"/>
          <p14:tracePt t="12988" x="1187450" y="3467100"/>
          <p14:tracePt t="13011" x="1187450" y="3473450"/>
          <p14:tracePt t="13046" x="1187450" y="3467100"/>
          <p14:tracePt t="13060" x="1187450" y="3454400"/>
          <p14:tracePt t="13067" x="1187450" y="3441700"/>
          <p14:tracePt t="13082" x="1181100" y="3422650"/>
          <p14:tracePt t="13090" x="1168400" y="3378200"/>
          <p14:tracePt t="13104" x="1162050" y="3327400"/>
          <p14:tracePt t="13121" x="1149350" y="3263900"/>
          <p14:tracePt t="13138" x="1123950" y="3079750"/>
          <p14:tracePt t="13154" x="1098550" y="2876550"/>
          <p14:tracePt t="13170" x="1098550" y="2774950"/>
          <p14:tracePt t="13187" x="1104900" y="2520950"/>
          <p14:tracePt t="13204" x="1149350" y="2266950"/>
          <p14:tracePt t="13220" x="1168400" y="2133600"/>
          <p14:tracePt t="13237" x="1225550" y="1873250"/>
          <p14:tracePt t="13253" x="1263650" y="1682750"/>
          <p14:tracePt t="13271" x="1295400" y="1562100"/>
          <p14:tracePt t="13287" x="1295400" y="1530350"/>
          <p14:tracePt t="13303" x="1301750" y="1504950"/>
          <p14:tracePt t="13369" x="1301750" y="1511300"/>
          <p14:tracePt t="13390" x="1301750" y="1517650"/>
          <p14:tracePt t="13685" x="1301750" y="1543050"/>
          <p14:tracePt t="13692" x="1301750" y="1574800"/>
          <p14:tracePt t="13701" x="1301750" y="1625600"/>
          <p14:tracePt t="13718" x="1320800" y="1695450"/>
          <p14:tracePt t="13735" x="1358900" y="1860550"/>
          <p14:tracePt t="13752" x="1403350" y="1955800"/>
          <p14:tracePt t="13769" x="1555750" y="2235200"/>
          <p14:tracePt t="13785" x="1631950" y="2317750"/>
          <p14:tracePt t="13801" x="1701800" y="2381250"/>
          <p14:tracePt t="13818" x="1841500" y="2501900"/>
          <p14:tracePt t="13835" x="1974850" y="2609850"/>
          <p14:tracePt t="13851" x="2019300" y="2647950"/>
          <p14:tracePt t="13868" x="2108200" y="2724150"/>
          <p14:tracePt t="13885" x="2178050" y="2762250"/>
          <p14:tracePt t="13902" x="2197100" y="2774950"/>
          <p14:tracePt t="13918" x="2222500" y="2794000"/>
          <p14:tracePt t="13934" x="2228850" y="2794000"/>
          <p14:tracePt t="14050" x="2228850" y="2800350"/>
          <p14:tracePt t="14064" x="2228850" y="2806700"/>
          <p14:tracePt t="14071" x="2228850" y="2813050"/>
          <p14:tracePt t="14087" x="2228850" y="2825750"/>
          <p14:tracePt t="14101" x="2228850" y="2832100"/>
          <p14:tracePt t="14117" x="2235200" y="2844800"/>
          <p14:tracePt t="14134" x="2235200" y="2870200"/>
          <p14:tracePt t="14150" x="2241550" y="2882900"/>
          <p14:tracePt t="14167" x="2254250" y="2914650"/>
          <p14:tracePt t="14184" x="2273300" y="2952750"/>
          <p14:tracePt t="14200" x="2286000" y="2971800"/>
          <p14:tracePt t="14217" x="2324100" y="3009900"/>
          <p14:tracePt t="14233" x="2368550" y="3054350"/>
          <p14:tracePt t="14250" x="2387600" y="3067050"/>
          <p14:tracePt t="14267" x="2425700" y="3086100"/>
          <p14:tracePt t="14283" x="2438400" y="3098800"/>
          <p14:tracePt t="14300" x="2444750" y="3105150"/>
          <p14:tracePt t="14333" x="2444750" y="3098800"/>
          <p14:tracePt t="14349" x="2444750" y="3092450"/>
          <p14:tracePt t="14366" x="2400300" y="3067050"/>
          <p14:tracePt t="14383" x="2368550" y="3035300"/>
          <p14:tracePt t="14400" x="2266950" y="2959100"/>
          <p14:tracePt t="14416" x="2114550" y="2857500"/>
          <p14:tracePt t="14432" x="2032000" y="2794000"/>
          <p14:tracePt t="14450" x="1892300" y="2705100"/>
          <p14:tracePt t="14466" x="1803400" y="2635250"/>
          <p14:tracePt t="14483" x="1784350" y="2616200"/>
          <p14:tracePt t="14500" x="1752600" y="2603500"/>
          <p14:tracePt t="14576" x="1771650" y="2616200"/>
          <p14:tracePt t="14584" x="1797050" y="2635250"/>
          <p14:tracePt t="14598" x="1828800" y="2654300"/>
          <p14:tracePt t="14605" x="1873250" y="2679700"/>
          <p14:tracePt t="14615" x="1924050" y="2711450"/>
          <p14:tracePt t="14633" x="2063750" y="2800350"/>
          <p14:tracePt t="14649" x="2146300" y="2838450"/>
          <p14:tracePt t="14665" x="2228850" y="2889250"/>
          <p14:tracePt t="14682" x="2444750" y="3003550"/>
          <p14:tracePt t="14698" x="2489200" y="3028950"/>
          <p14:tracePt t="14715" x="2533650" y="3054350"/>
          <p14:tracePt t="14732" x="2578100" y="3073400"/>
          <p14:tracePt t="14748" x="2597150" y="3079750"/>
          <p14:tracePt t="14864" x="2603500" y="3079750"/>
          <p14:tracePt t="15075" x="2603500" y="3073400"/>
          <p14:tracePt t="15786" x="2603500" y="3086100"/>
          <p14:tracePt t="15800" x="2616200" y="3098800"/>
          <p14:tracePt t="15807" x="2641600" y="3111500"/>
          <p14:tracePt t="15821" x="2660650" y="3124200"/>
          <p14:tracePt t="15835" x="2679700" y="3130550"/>
          <p14:tracePt t="15844" x="2711450" y="3136900"/>
          <p14:tracePt t="15861" x="2743200" y="3155950"/>
          <p14:tracePt t="15878" x="2800350" y="3162300"/>
          <p14:tracePt t="15894" x="2857500" y="3162300"/>
          <p14:tracePt t="15912" x="2876550" y="3155950"/>
          <p14:tracePt t="15927" x="2927350" y="3143250"/>
          <p14:tracePt t="15944" x="2971800" y="3136900"/>
          <p14:tracePt t="15961" x="2990850" y="3117850"/>
          <p14:tracePt t="15977" x="3035300" y="3098800"/>
          <p14:tracePt t="15994" x="3060700" y="3092450"/>
          <p14:tracePt t="16011" x="3092450" y="3073400"/>
          <p14:tracePt t="16027" x="3117850" y="3060700"/>
          <p14:tracePt t="16031" x="3136900" y="3041650"/>
          <p14:tracePt t="16044" x="3155950" y="3028950"/>
          <p14:tracePt t="16061" x="3200400" y="3003550"/>
          <p14:tracePt t="16077" x="3219450" y="2978150"/>
          <p14:tracePt t="16094" x="3289300" y="2927350"/>
          <p14:tracePt t="16110" x="3346450" y="2882900"/>
          <p14:tracePt t="16127" x="3365500" y="2857500"/>
          <p14:tracePt t="16144" x="3409950" y="2832100"/>
          <p14:tracePt t="16160" x="3441700" y="2813050"/>
          <p14:tracePt t="16178" x="3454400" y="2806700"/>
          <p14:tracePt t="16194" x="3473450" y="2794000"/>
          <p14:tracePt t="16210" x="3486150" y="2794000"/>
          <p14:tracePt t="16249" x="3486150" y="2800350"/>
          <p14:tracePt t="16260" x="3479800" y="2800350"/>
          <p14:tracePt t="16277" x="3473450" y="2794000"/>
          <p14:tracePt t="16630" x="3473450" y="2781300"/>
          <p14:tracePt t="16644" x="3479800" y="2762250"/>
          <p14:tracePt t="16651" x="3498850" y="2736850"/>
          <p14:tracePt t="16661" x="3511550" y="2717800"/>
          <p14:tracePt t="16675" x="3524250" y="2705100"/>
          <p14:tracePt t="16692" x="3536950" y="2679700"/>
          <p14:tracePt t="16709" x="3568700" y="2641600"/>
          <p14:tracePt t="16725" x="3581400" y="2628900"/>
          <p14:tracePt t="16743" x="3600450" y="2603500"/>
          <p14:tracePt t="16758" x="3606800" y="2597150"/>
          <p14:tracePt t="16775" x="3619500" y="2571750"/>
          <p14:tracePt t="16792" x="3644900" y="2527300"/>
          <p14:tracePt t="16808" x="3657600" y="2508250"/>
          <p14:tracePt t="16824" x="3670300" y="2476500"/>
          <p14:tracePt t="16841" x="3676650" y="2457450"/>
          <p14:tracePt t="16858" x="3676650" y="2451100"/>
          <p14:tracePt t="16874" x="3676650" y="2444750"/>
          <p14:tracePt t="16911" x="3683000" y="2444750"/>
          <p14:tracePt t="16988" x="3683000" y="2438400"/>
          <p14:tracePt t="17030" x="3689350" y="2432050"/>
          <p14:tracePt t="17058" x="3689350" y="2425700"/>
          <p14:tracePt t="17074" x="3695700" y="2419350"/>
          <p14:tracePt t="17094" x="3695700" y="2413000"/>
          <p14:tracePt t="17115" x="3702050" y="2406650"/>
          <p14:tracePt t="17121" x="3702050" y="2400300"/>
          <p14:tracePt t="17129" x="3702050" y="2393950"/>
          <p14:tracePt t="17150" x="3708400" y="2393950"/>
          <p14:tracePt t="17171" x="3714750" y="2387600"/>
          <p14:tracePt t="17192" x="3714750" y="2381250"/>
          <p14:tracePt t="17199" x="3721100" y="2381250"/>
          <p14:tracePt t="17220" x="3727450" y="2374900"/>
          <p14:tracePt t="17241" x="3727450" y="2368550"/>
          <p14:tracePt t="17268" x="3733800" y="2368550"/>
          <p14:tracePt t="17304" x="3733800" y="2362200"/>
          <p14:tracePt t="17430" x="3740150" y="2362200"/>
          <p14:tracePt t="17480" x="3746500" y="2362200"/>
          <p14:tracePt t="17550" x="3752850" y="2362200"/>
          <p14:tracePt t="17584" x="3752850" y="2355850"/>
          <p14:tracePt t="17613" x="3752850" y="2349500"/>
          <p14:tracePt t="17633" x="3752850" y="2343150"/>
          <p14:tracePt t="17640" x="3752850" y="2336800"/>
          <p14:tracePt t="17662" x="3752850" y="2330450"/>
          <p14:tracePt t="17683" x="3752850" y="2324100"/>
          <p14:tracePt t="17712" x="3752850" y="2317750"/>
          <p14:tracePt t="17732" x="3752850" y="2311400"/>
          <p14:tracePt t="17754" x="3752850" y="2305050"/>
          <p14:tracePt t="17782" x="3752850" y="2298700"/>
          <p14:tracePt t="17817" x="3752850" y="2292350"/>
          <p14:tracePt t="17852" x="3752850" y="2286000"/>
          <p14:tracePt t="17873" x="3752850" y="2279650"/>
          <p14:tracePt t="17936" x="3752850" y="2273300"/>
          <p14:tracePt t="17971" x="3752850" y="2266950"/>
          <p14:tracePt t="18006" x="3752850" y="2260600"/>
          <p14:tracePt t="18062" x="3759200" y="2260600"/>
          <p14:tracePt t="18111" x="3765550" y="2260600"/>
          <p14:tracePt t="18126" x="3771900" y="2260600"/>
          <p14:tracePt t="18153" x="3778250" y="2260600"/>
          <p14:tracePt t="18168" x="3784600" y="2260600"/>
          <p14:tracePt t="18182" x="3790950" y="2260600"/>
          <p14:tracePt t="18204" x="3797300" y="2260600"/>
          <p14:tracePt t="18224" x="3803650" y="2260600"/>
          <p14:tracePt t="18238" x="3810000" y="2266950"/>
          <p14:tracePt t="18245" x="3810000" y="2273300"/>
          <p14:tracePt t="18253" x="3816350" y="2279650"/>
          <p14:tracePt t="18270" x="3829050" y="2286000"/>
          <p14:tracePt t="18287" x="3860800" y="2324100"/>
          <p14:tracePt t="18303" x="3892550" y="2355850"/>
          <p14:tracePt t="18320" x="3949700" y="2432050"/>
          <p14:tracePt t="18336" x="3987800" y="2482850"/>
          <p14:tracePt t="18352" x="4070350" y="2584450"/>
          <p14:tracePt t="18369" x="4108450" y="2641600"/>
          <p14:tracePt t="18386" x="4165600" y="2717800"/>
          <p14:tracePt t="18403" x="4184650" y="2743200"/>
          <p14:tracePt t="18420" x="4197350" y="2762250"/>
          <p14:tracePt t="18435" x="4210050" y="2781300"/>
          <p14:tracePt t="18452" x="4216400" y="2794000"/>
          <p14:tracePt t="18497" x="4222750" y="2794000"/>
          <p14:tracePt t="18547" x="4222750" y="2787650"/>
          <p14:tracePt t="18553" x="4216400" y="2787650"/>
          <p14:tracePt t="18561" x="4216400" y="2781300"/>
          <p14:tracePt t="18574" x="4203700" y="2781300"/>
          <p14:tracePt t="18585" x="4197350" y="2781300"/>
          <p14:tracePt t="18604" x="4184650" y="2781300"/>
          <p14:tracePt t="18618" x="4171950" y="2781300"/>
          <p14:tracePt t="18635" x="4159250" y="2781300"/>
          <p14:tracePt t="18652" x="4152900" y="2781300"/>
          <p14:tracePt t="18668" x="4133850" y="2781300"/>
          <p14:tracePt t="18685" x="4127500" y="2781300"/>
          <p14:tracePt t="18702" x="4108450" y="2781300"/>
          <p14:tracePt t="18718" x="4095750" y="2781300"/>
          <p14:tracePt t="18751" x="4083050" y="2781300"/>
          <p14:tracePt t="18785" x="4076700" y="2781300"/>
          <p14:tracePt t="18820" x="4070350" y="2781300"/>
          <p14:tracePt t="18842" x="4064000" y="2781300"/>
          <p14:tracePt t="18869" x="4064000" y="2787650"/>
          <p14:tracePt t="18877" x="4070350" y="2794000"/>
          <p14:tracePt t="18891" x="4076700" y="2800350"/>
          <p14:tracePt t="18905" x="4089400" y="2800350"/>
          <p14:tracePt t="18920" x="4095750" y="2800350"/>
          <p14:tracePt t="18934" x="4108450" y="2806700"/>
          <p14:tracePt t="18950" x="4127500" y="2813050"/>
          <p14:tracePt t="18968" x="4165600" y="2819400"/>
          <p14:tracePt t="18983" x="4191000" y="2825750"/>
          <p14:tracePt t="19001" x="4210050" y="2832100"/>
          <p14:tracePt t="19017" x="4241800" y="2832100"/>
          <p14:tracePt t="19033" x="4254500" y="2832100"/>
          <p14:tracePt t="19050" x="4267200" y="2832100"/>
          <p14:tracePt t="19054" x="4273550" y="2832100"/>
          <p14:tracePt t="19067" x="4279900" y="2832100"/>
          <p14:tracePt t="19143" x="4267200" y="2832100"/>
          <p14:tracePt t="19157" x="4260850" y="2832100"/>
          <p14:tracePt t="19171" x="4241800" y="2832100"/>
          <p14:tracePt t="19179" x="4222750" y="2832100"/>
          <p14:tracePt t="19193" x="4191000" y="2832100"/>
          <p14:tracePt t="19207" x="4171950" y="2825750"/>
          <p14:tracePt t="19220" x="4146550" y="2825750"/>
          <p14:tracePt t="19232" x="4121150" y="2825750"/>
          <p14:tracePt t="19249" x="4102100" y="2825750"/>
          <p14:tracePt t="19266" x="4089400" y="2825750"/>
          <p14:tracePt t="19283" x="4064000" y="2825750"/>
          <p14:tracePt t="19299" x="4057650" y="2825750"/>
          <p14:tracePt t="19361" x="4070350" y="2825750"/>
          <p14:tracePt t="19375" x="4083050" y="2825750"/>
          <p14:tracePt t="19389" x="4102100" y="2825750"/>
          <p14:tracePt t="19396" x="4121150" y="2825750"/>
          <p14:tracePt t="19410" x="4146550" y="2825750"/>
          <p14:tracePt t="19424" x="4171950" y="2825750"/>
          <p14:tracePt t="19438" x="4191000" y="2825750"/>
          <p14:tracePt t="19449" x="4216400" y="2825750"/>
          <p14:tracePt t="19466" x="4235450" y="2825750"/>
          <p14:tracePt t="19482" x="4241800" y="2825750"/>
          <p14:tracePt t="19498" x="4254500" y="2825750"/>
          <p14:tracePt t="19515" x="4260850" y="2825750"/>
          <p14:tracePt t="19532" x="4267200" y="2825750"/>
          <p14:tracePt t="19593" x="4267200" y="2819400"/>
          <p14:tracePt t="19607" x="4260850" y="2819400"/>
          <p14:tracePt t="19614" x="4254500" y="2819400"/>
          <p14:tracePt t="19628" x="4241800" y="2819400"/>
          <p14:tracePt t="19642" x="4229100" y="2819400"/>
          <p14:tracePt t="19656" x="4216400" y="2819400"/>
          <p14:tracePt t="19664" x="4197350" y="2819400"/>
          <p14:tracePt t="19682" x="4171950" y="2819400"/>
          <p14:tracePt t="19698" x="4146550" y="2819400"/>
          <p14:tracePt t="19715" x="4095750" y="2819400"/>
          <p14:tracePt t="19732" x="4076700" y="2819400"/>
          <p14:tracePt t="19748" x="4051300" y="2819400"/>
          <p14:tracePt t="19764" x="4038600" y="2819400"/>
          <p14:tracePt t="19781" x="4032250" y="2819400"/>
          <p14:tracePt t="19810" x="4032250" y="2825750"/>
          <p14:tracePt t="19824" x="4044950" y="2825750"/>
          <p14:tracePt t="19834" x="4057650" y="2832100"/>
          <p14:tracePt t="19847" x="4076700" y="2832100"/>
          <p14:tracePt t="19864" x="4095750" y="2832100"/>
          <p14:tracePt t="19881" x="4140200" y="2832100"/>
          <p14:tracePt t="19897" x="4159250" y="2832100"/>
          <p14:tracePt t="19914" x="4178300" y="2838450"/>
          <p14:tracePt t="19931" x="4197350" y="2838450"/>
          <p14:tracePt t="19947" x="4203700" y="2838450"/>
          <p14:tracePt t="19964" x="4216400" y="2838450"/>
          <p14:tracePt t="20182" x="4222750" y="2838450"/>
          <p14:tracePt t="20210" x="4229100" y="2838450"/>
          <p14:tracePt t="20224" x="4235450" y="2838450"/>
          <p14:tracePt t="20233" x="4241800" y="2838450"/>
          <p14:tracePt t="20248" x="4254500" y="2838450"/>
          <p14:tracePt t="20262" x="4260850" y="2838450"/>
          <p14:tracePt t="20282" x="4273550" y="2838450"/>
          <p14:tracePt t="20297" x="4286250" y="2838450"/>
          <p14:tracePt t="20312" x="4298950" y="2838450"/>
          <p14:tracePt t="20330" x="4324350" y="2844800"/>
          <p14:tracePt t="20346" x="4330700" y="2844800"/>
          <p14:tracePt t="20362" x="4343400" y="2844800"/>
          <p14:tracePt t="20379" x="4349750" y="2844800"/>
          <p14:tracePt t="20395" x="4356100" y="2844800"/>
          <p14:tracePt t="20412" x="4362450" y="2844800"/>
          <p14:tracePt t="20430" x="4368800" y="2844800"/>
          <p14:tracePt t="20484" x="4375150" y="2844800"/>
          <p14:tracePt t="20765" x="4368800" y="2832100"/>
          <p14:tracePt t="20771" x="4356100" y="2806700"/>
          <p14:tracePt t="20780" x="4330700" y="2774950"/>
          <p14:tracePt t="20794" x="4292600" y="2730500"/>
          <p14:tracePt t="20811" x="4267200" y="2673350"/>
          <p14:tracePt t="20828" x="4165600" y="2559050"/>
          <p14:tracePt t="20844" x="4070350" y="2419350"/>
          <p14:tracePt t="20861" x="4019550" y="2362200"/>
          <p14:tracePt t="20877" x="3930650" y="2241550"/>
          <p14:tracePt t="20894" x="3860800" y="2152650"/>
          <p14:tracePt t="20910" x="3835400" y="2133600"/>
          <p14:tracePt t="20927" x="3810000" y="2089150"/>
          <p14:tracePt t="20944" x="3797300" y="2070100"/>
          <p14:tracePt t="20960" x="3790950" y="2063750"/>
          <p14:tracePt t="20977" x="3790950" y="2057400"/>
          <p14:tracePt t="20993" x="3784600" y="2057400"/>
          <p14:tracePt t="21242" x="3778250" y="2057400"/>
          <p14:tracePt t="21271" x="3771900" y="2057400"/>
          <p14:tracePt t="21313" x="3765550" y="2057400"/>
          <p14:tracePt t="21341" x="3759200" y="2063750"/>
          <p14:tracePt t="21362" x="3752850" y="2063750"/>
          <p14:tracePt t="21383" x="3752850" y="2076450"/>
          <p14:tracePt t="21397" x="3752850" y="2082800"/>
          <p14:tracePt t="21432" x="3752850" y="2089150"/>
          <p14:tracePt t="21446" x="3752850" y="2095500"/>
          <p14:tracePt t="21453" x="3752850" y="2101850"/>
          <p14:tracePt t="21467" x="3759200" y="2108200"/>
          <p14:tracePt t="21476" x="3759200" y="2114550"/>
          <p14:tracePt t="21491" x="3765550" y="2127250"/>
          <p14:tracePt t="21509" x="3778250" y="2139950"/>
          <p14:tracePt t="21525" x="3784600" y="2159000"/>
          <p14:tracePt t="21542" x="3790950" y="2171700"/>
          <p14:tracePt t="21558" x="3803650" y="2184400"/>
          <p14:tracePt t="21575" x="3810000" y="2190750"/>
          <p14:tracePt t="21593" x="3816350" y="2197100"/>
          <p14:tracePt t="21622" x="3816350" y="2203450"/>
          <p14:tracePt t="21748" x="3822700" y="2209800"/>
          <p14:tracePt t="21804" x="3822700" y="2216150"/>
          <p14:tracePt t="22808" x="3816350" y="2222500"/>
          <p14:tracePt t="22850" x="3816350" y="2228850"/>
          <p14:tracePt t="22857" x="3810000" y="2228850"/>
          <p14:tracePt t="22877" x="3810000" y="2235200"/>
          <p14:tracePt t="22887" x="3803650" y="2241550"/>
          <p14:tracePt t="22907" x="3797300" y="2247900"/>
          <p14:tracePt t="22923" x="3797300" y="2254250"/>
          <p14:tracePt t="22937" x="3797300" y="2260600"/>
          <p14:tracePt t="22956" x="3797300" y="2266950"/>
          <p14:tracePt t="22976" x="3790950" y="2266950"/>
          <p14:tracePt t="22997" x="3790950" y="2273300"/>
          <p14:tracePt t="23047" x="3784600" y="2279650"/>
          <p14:tracePt t="23082" x="3778250" y="2286000"/>
          <p14:tracePt t="23096" x="3778250" y="2292350"/>
          <p14:tracePt t="23117" x="3778250" y="2298700"/>
          <p14:tracePt t="23152" x="3771900" y="2298700"/>
          <p14:tracePt t="24261" x="3771900" y="2292350"/>
          <p14:tracePt t="24507" x="3771900" y="2286000"/>
          <p14:tracePt t="24556" x="3778250" y="2286000"/>
          <p14:tracePt t="24612" x="3784600" y="2286000"/>
          <p14:tracePt t="24668" x="3790950" y="2286000"/>
          <p14:tracePt t="24738" x="3797300" y="2286000"/>
          <p14:tracePt t="24759" x="3803650" y="2286000"/>
          <p14:tracePt t="24766" x="3810000" y="2286000"/>
          <p14:tracePt t="24781" x="3816350" y="2286000"/>
          <p14:tracePt t="24787" x="3829050" y="2286000"/>
          <p14:tracePt t="24801" x="3835400" y="2292350"/>
          <p14:tracePt t="24814" x="3841750" y="2298700"/>
          <p14:tracePt t="24830" x="3867150" y="2305050"/>
          <p14:tracePt t="24847" x="3879850" y="2311400"/>
          <p14:tracePt t="24864" x="3917950" y="2311400"/>
          <p14:tracePt t="24880" x="3930650" y="2324100"/>
          <p14:tracePt t="24896" x="3937000" y="2324100"/>
          <p14:tracePt t="24914" x="3943350" y="2324100"/>
          <p14:tracePt t="24930" x="3962400" y="2330450"/>
          <p14:tracePt t="24947" x="3962400" y="2336800"/>
          <p14:tracePt t="24963" x="3975100" y="2343150"/>
          <p14:tracePt t="24980" x="3994150" y="2355850"/>
          <p14:tracePt t="24997" x="4013200" y="2368550"/>
          <p14:tracePt t="25013" x="4044950" y="2387600"/>
          <p14:tracePt t="25029" x="4057650" y="2400300"/>
          <p14:tracePt t="25047" x="4089400" y="2419350"/>
          <p14:tracePt t="25062" x="4095750" y="2425700"/>
          <p14:tracePt t="25079" x="4102100" y="2432050"/>
          <p14:tracePt t="25096" x="4108450" y="2432050"/>
          <p14:tracePt t="25180" x="4108450" y="2438400"/>
          <p14:tracePt t="25208" x="4108450" y="2444750"/>
          <p14:tracePt t="25230" x="4102100" y="2444750"/>
          <p14:tracePt t="25251" x="4095750" y="2451100"/>
          <p14:tracePt t="25257" x="4089400" y="2457450"/>
          <p14:tracePt t="25272" x="4089400" y="2463800"/>
          <p14:tracePt t="25281" x="4089400" y="2476500"/>
          <p14:tracePt t="25295" x="4070350" y="2495550"/>
          <p14:tracePt t="25312" x="4064000" y="2514600"/>
          <p14:tracePt t="25328" x="4057650" y="2616200"/>
          <p14:tracePt t="25345" x="4057650" y="2641600"/>
          <p14:tracePt t="25363" x="4076700" y="2724150"/>
          <p14:tracePt t="25378" x="4089400" y="2749550"/>
          <p14:tracePt t="25395" x="4121150" y="2794000"/>
          <p14:tracePt t="25412" x="4152900" y="2825750"/>
          <p14:tracePt t="25428" x="4165600" y="2832100"/>
          <p14:tracePt t="25445" x="4191000" y="2844800"/>
          <p14:tracePt t="25462" x="4203700" y="2844800"/>
          <p14:tracePt t="25495" x="4210050" y="2844800"/>
          <p14:tracePt t="25573" x="4216400" y="2844800"/>
          <p14:tracePt t="25608" x="4216400" y="2838450"/>
          <p14:tracePt t="25630" x="4210050" y="2825750"/>
          <p14:tracePt t="25645" x="4203700" y="2813050"/>
          <p14:tracePt t="25650" x="4191000" y="2787650"/>
          <p14:tracePt t="25664" x="4171950" y="2762250"/>
          <p14:tracePt t="25678" x="4146550" y="2705100"/>
          <p14:tracePt t="25694" x="4070350" y="2578100"/>
          <p14:tracePt t="25711" x="4019550" y="2508250"/>
          <p14:tracePt t="25728" x="3930650" y="2355850"/>
          <p14:tracePt t="25744" x="3854450" y="2241550"/>
          <p14:tracePt t="25760" x="3822700" y="2197100"/>
          <p14:tracePt t="25777" x="3797300" y="2152650"/>
          <p14:tracePt t="25793" x="3778250" y="2133600"/>
          <p14:tracePt t="25810" x="3771900" y="2127250"/>
          <p14:tracePt t="25827" x="3765550" y="2120900"/>
          <p14:tracePt t="25931" x="3765550" y="2133600"/>
          <p14:tracePt t="25952" x="3765550" y="2146300"/>
          <p14:tracePt t="25960" x="3771900" y="2152650"/>
          <p14:tracePt t="25973" x="3778250" y="2165350"/>
          <p14:tracePt t="25980" x="3790950" y="2184400"/>
          <p14:tracePt t="25996" x="3816350" y="2228850"/>
          <p14:tracePt t="26010" x="3835400" y="2266950"/>
          <p14:tracePt t="26026" x="3911600" y="2381250"/>
          <p14:tracePt t="26043" x="3949700" y="2432050"/>
          <p14:tracePt t="26059" x="4025900" y="2546350"/>
          <p14:tracePt t="26076" x="4076700" y="2622550"/>
          <p14:tracePt t="26093" x="4102100" y="2673350"/>
          <p14:tracePt t="26109" x="4121150" y="2698750"/>
          <p14:tracePt t="26126" x="4133850" y="2711450"/>
          <p14:tracePt t="26142" x="4133850" y="2724150"/>
          <p14:tracePt t="26451" x="4133850" y="2717800"/>
          <p14:tracePt t="26472" x="4127500" y="2717800"/>
          <p14:tracePt t="26485" x="4114800" y="2717800"/>
          <p14:tracePt t="26494" x="4114800" y="2711450"/>
          <p14:tracePt t="26508" x="4114800" y="2705100"/>
          <p14:tracePt t="26865" x="4108450" y="2705100"/>
          <p14:tracePt t="26871" x="4095750" y="2717800"/>
          <p14:tracePt t="26886" x="4089400" y="2717800"/>
          <p14:tracePt t="26893" x="4083050" y="2724150"/>
          <p14:tracePt t="26909" x="4076700" y="2730500"/>
          <p14:tracePt t="26922" x="4070350" y="2736850"/>
          <p14:tracePt t="26940" x="4057650" y="2743200"/>
          <p14:tracePt t="26956" x="4044950" y="2749550"/>
          <p14:tracePt t="26973" x="4044950" y="2755900"/>
          <p14:tracePt t="26989" x="4032250" y="2762250"/>
          <p14:tracePt t="27006" x="4019550" y="2768600"/>
          <p14:tracePt t="27022" x="4013200" y="2768600"/>
          <p14:tracePt t="27040" x="4006850" y="2774950"/>
          <p14:tracePt t="27236" x="4006850" y="2768600"/>
          <p14:tracePt t="27258" x="4013200" y="2768600"/>
          <p14:tracePt t="27264" x="4019550" y="2768600"/>
          <p14:tracePt t="27279" x="4025900" y="2768600"/>
          <p14:tracePt t="27288" x="4032250" y="2768600"/>
          <p14:tracePt t="27305" x="4038600" y="2768600"/>
          <p14:tracePt t="27322" x="4044950" y="2768600"/>
          <p14:tracePt t="27338" x="4070350" y="2768600"/>
          <p14:tracePt t="27356" x="4095750" y="2768600"/>
          <p14:tracePt t="27371" x="4114800" y="2768600"/>
          <p14:tracePt t="27388" x="4133850" y="2768600"/>
          <p14:tracePt t="27405" x="4159250" y="2768600"/>
          <p14:tracePt t="27421" x="4165600" y="2768600"/>
          <p14:tracePt t="27474" x="4171950" y="2768600"/>
          <p14:tracePt t="27516" x="4171950" y="2762250"/>
          <p14:tracePt t="27523" x="4171950" y="2755900"/>
          <p14:tracePt t="27545" x="4165600" y="2749550"/>
          <p14:tracePt t="27559" x="4152900" y="2743200"/>
          <p14:tracePt t="27571" x="4146550" y="2736850"/>
          <p14:tracePt t="27588" x="4133850" y="2730500"/>
          <p14:tracePt t="27604" x="4102100" y="2698750"/>
          <p14:tracePt t="27621" x="4032250" y="2628900"/>
          <p14:tracePt t="27637" x="3937000" y="2520950"/>
          <p14:tracePt t="27654" x="3898900" y="2476500"/>
          <p14:tracePt t="27671" x="3822700" y="2362200"/>
          <p14:tracePt t="27687" x="3771900" y="2273300"/>
          <p14:tracePt t="27703" x="3752850" y="2241550"/>
          <p14:tracePt t="27721" x="3733800" y="2190750"/>
          <p14:tracePt t="27737" x="3721100" y="2165350"/>
          <p14:tracePt t="27770" x="3714750" y="2152650"/>
          <p14:tracePt t="27825" x="3714750" y="2159000"/>
          <p14:tracePt t="27853" x="3714750" y="2165350"/>
          <p14:tracePt t="27867" x="3714750" y="2171700"/>
          <p14:tracePt t="27874" x="3714750" y="2184400"/>
          <p14:tracePt t="27889" x="3714750" y="2203450"/>
          <p14:tracePt t="27903" x="3714750" y="2235200"/>
          <p14:tracePt t="27919" x="3752850" y="2343150"/>
          <p14:tracePt t="27936" x="3771900" y="2413000"/>
          <p14:tracePt t="27953" x="3841750" y="2571750"/>
          <p14:tracePt t="27969" x="3930650" y="2736850"/>
          <p14:tracePt t="27986" x="3968750" y="2794000"/>
          <p14:tracePt t="28003" x="4038600" y="2908300"/>
          <p14:tracePt t="28019" x="4070350" y="2952750"/>
          <p14:tracePt t="28037" x="4083050" y="2971800"/>
          <p14:tracePt t="28069" x="4089400" y="2971800"/>
          <p14:tracePt t="28148" x="4095750" y="2971800"/>
          <p14:tracePt t="29362" x="4095750" y="3009900"/>
          <p14:tracePt t="29370" x="4095750" y="3048000"/>
          <p14:tracePt t="29384" x="4095750" y="3098800"/>
          <p14:tracePt t="29398" x="4102100" y="3143250"/>
          <p14:tracePt t="29415" x="4102100" y="3232150"/>
          <p14:tracePt t="29432" x="4102100" y="3257550"/>
          <p14:tracePt t="29448" x="4102100" y="3308350"/>
          <p14:tracePt t="29465" x="4102100" y="3340100"/>
          <p14:tracePt t="29482" x="4102100" y="3352800"/>
          <p14:tracePt t="29497" x="4102100" y="3359150"/>
          <p14:tracePt t="29514" x="4102100" y="3365500"/>
          <p14:tracePt t="29531" x="4102100" y="3378200"/>
          <p14:tracePt t="29547" x="4095750" y="3390900"/>
          <p14:tracePt t="29564" x="4089400" y="3429000"/>
          <p14:tracePt t="29581" x="4070350" y="3467100"/>
          <p14:tracePt t="29597" x="4051300" y="3498850"/>
          <p14:tracePt t="29614" x="4038600" y="3524250"/>
          <p14:tracePt t="29630" x="3962400" y="3651250"/>
          <p14:tracePt t="29646" x="3930650" y="3708400"/>
          <p14:tracePt t="29664" x="3886200" y="3829050"/>
          <p14:tracePt t="29680" x="3854450" y="3898900"/>
          <p14:tracePt t="29697" x="3816350" y="4032250"/>
          <p14:tracePt t="29714" x="3810000" y="4127500"/>
          <p14:tracePt t="29730" x="3803650" y="4152900"/>
          <p14:tracePt t="29747" x="3803650" y="4191000"/>
          <p14:tracePt t="29763" x="3803650" y="4203700"/>
          <p14:tracePt t="29780" x="3810000" y="4210050"/>
          <p14:tracePt t="29797" x="3816350" y="4210050"/>
          <p14:tracePt t="30397" x="3835400" y="4210050"/>
          <p14:tracePt t="30404" x="3867150" y="4197350"/>
          <p14:tracePt t="30414" x="3911600" y="4171950"/>
          <p14:tracePt t="30427" x="3943350" y="4146550"/>
          <p14:tracePt t="30444" x="3987800" y="4121150"/>
          <p14:tracePt t="30461" x="4057650" y="4057650"/>
          <p14:tracePt t="30478" x="4102100" y="4025900"/>
          <p14:tracePt t="30494" x="4114800" y="4000500"/>
          <p14:tracePt t="30511" x="4140200" y="3968750"/>
          <p14:tracePt t="30527" x="4152900" y="3930650"/>
          <p14:tracePt t="30544" x="4159250" y="3892550"/>
          <p14:tracePt t="30560" x="4159250" y="3860800"/>
          <p14:tracePt t="30577" x="4159250" y="3822700"/>
          <p14:tracePt t="30594" x="4159250" y="3803650"/>
          <p14:tracePt t="30610" x="4159250" y="3797300"/>
          <p14:tracePt t="30692" x="4152900" y="3797300"/>
          <p14:tracePt t="30706" x="4140200" y="3797300"/>
          <p14:tracePt t="30713" x="4133850" y="3797300"/>
          <p14:tracePt t="30729" x="4121150" y="3797300"/>
          <p14:tracePt t="30742" x="4108450" y="3790950"/>
          <p14:tracePt t="30760" x="4076700" y="3790950"/>
          <p14:tracePt t="30777" x="4038600" y="3778250"/>
          <p14:tracePt t="30793" x="4019550" y="3778250"/>
          <p14:tracePt t="30810" x="3975100" y="3778250"/>
          <p14:tracePt t="30826" x="3937000" y="3778250"/>
          <p14:tracePt t="30842" x="3924300" y="3778250"/>
          <p14:tracePt t="30860" x="3905250" y="3778250"/>
          <p14:tracePt t="30876" x="3892550" y="3778250"/>
          <p14:tracePt t="30909" x="3886200" y="3778250"/>
          <p14:tracePt t="30966" x="3886200" y="3784600"/>
          <p14:tracePt t="30994" x="3886200" y="3790950"/>
          <p14:tracePt t="31008" x="3879850" y="3797300"/>
          <p14:tracePt t="31015" x="3873500" y="3803650"/>
          <p14:tracePt t="31029" x="3867150" y="3803650"/>
          <p14:tracePt t="31043" x="3854450" y="3810000"/>
          <p14:tracePt t="31059" x="3848100" y="3816350"/>
          <p14:tracePt t="31075" x="3841750" y="3816350"/>
          <p14:tracePt t="31092" x="3810000" y="3829050"/>
          <p14:tracePt t="31108" x="3790950" y="3848100"/>
          <p14:tracePt t="31125" x="3790950" y="3854450"/>
          <p14:tracePt t="31142" x="3778250" y="3854450"/>
          <p14:tracePt t="31158" x="3771900" y="3860800"/>
          <p14:tracePt t="31183" x="3765550" y="3867150"/>
          <p14:tracePt t="31204" x="3759200" y="3867150"/>
          <p14:tracePt t="31528" x="3740150" y="3873500"/>
          <p14:tracePt t="31535" x="3708400" y="3886200"/>
          <p14:tracePt t="31549" x="3689350" y="3886200"/>
          <p14:tracePt t="31559" x="3663950" y="3892550"/>
          <p14:tracePt t="31573" x="3632200" y="3905250"/>
          <p14:tracePt t="31590" x="3581400" y="3911600"/>
          <p14:tracePt t="31607" x="3549650" y="3911600"/>
          <p14:tracePt t="31623" x="3536950" y="3911600"/>
          <p14:tracePt t="31641" x="3511550" y="3905250"/>
          <p14:tracePt t="31657" x="3505200" y="3905250"/>
          <p14:tracePt t="31673" x="3498850" y="3905250"/>
          <p14:tracePt t="31718" x="3492500" y="3905250"/>
          <p14:tracePt t="31795" x="3498850" y="3905250"/>
          <p14:tracePt t="31809" x="3511550" y="3905250"/>
          <p14:tracePt t="31816" x="3524250" y="3905250"/>
          <p14:tracePt t="31830" x="3536950" y="3905250"/>
          <p14:tracePt t="31839" x="3556000" y="3905250"/>
          <p14:tracePt t="31856" x="3587750" y="3898900"/>
          <p14:tracePt t="31873" x="3670300" y="3886200"/>
          <p14:tracePt t="31889" x="3740150" y="3867150"/>
          <p14:tracePt t="31906" x="3771900" y="3860800"/>
          <p14:tracePt t="31922" x="3803650" y="3848100"/>
          <p14:tracePt t="31939" x="3822700" y="3835400"/>
          <p14:tracePt t="31956" x="3835400" y="3835400"/>
          <p14:tracePt t="31972" x="3835400" y="3829050"/>
          <p14:tracePt t="32006" x="3841750" y="3829050"/>
          <p14:tracePt t="32322" x="3841750" y="3835400"/>
          <p14:tracePt t="32328" x="3841750" y="3841750"/>
          <p14:tracePt t="32343" x="3841750" y="3848100"/>
          <p14:tracePt t="32354" x="3835400" y="3854450"/>
          <p14:tracePt t="32371" x="3822700" y="3879850"/>
          <p14:tracePt t="32387" x="3810000" y="3905250"/>
          <p14:tracePt t="32405" x="3778250" y="3962400"/>
          <p14:tracePt t="32421" x="3759200" y="4044950"/>
          <p14:tracePt t="32438" x="3733800" y="4083050"/>
          <p14:tracePt t="32454" x="3714750" y="4140200"/>
          <p14:tracePt t="32471" x="3695700" y="4171950"/>
          <p14:tracePt t="32487" x="3695700" y="4178300"/>
          <p14:tracePt t="32504" x="3689350" y="4191000"/>
          <p14:tracePt t="32520" x="3689350" y="4203700"/>
          <p14:tracePt t="32553" x="3689350" y="4210050"/>
          <p14:tracePt t="32570" x="3714750" y="4229100"/>
          <p14:tracePt t="32588" x="3759200" y="4248150"/>
          <p14:tracePt t="32604" x="3790950" y="4260850"/>
          <p14:tracePt t="32620" x="3829050" y="4273550"/>
          <p14:tracePt t="32637" x="4006850" y="4330700"/>
          <p14:tracePt t="32653" x="4070350" y="4337050"/>
          <p14:tracePt t="32671" x="4133850" y="4337050"/>
          <p14:tracePt t="32687" x="4254500" y="4343400"/>
          <p14:tracePt t="32703" x="4387850" y="4337050"/>
          <p14:tracePt t="32720" x="4425950" y="4324350"/>
          <p14:tracePt t="32736" x="4483100" y="4311650"/>
          <p14:tracePt t="32753" x="4527550" y="4305300"/>
          <p14:tracePt t="32769" x="4540250" y="4305300"/>
          <p14:tracePt t="32786" x="4565650" y="4298950"/>
          <p14:tracePt t="32802" x="4597400" y="4298950"/>
          <p14:tracePt t="32820" x="4635500" y="4292600"/>
          <p14:tracePt t="32836" x="4679950" y="4286250"/>
          <p14:tracePt t="32852" x="4730750" y="4286250"/>
          <p14:tracePt t="32869" x="4876800" y="4241800"/>
          <p14:tracePt t="32886" x="5130800" y="4133850"/>
          <p14:tracePt t="32902" x="5308600" y="4038600"/>
          <p14:tracePt t="32919" x="5848350" y="3695700"/>
          <p14:tracePt t="32935" x="6159500" y="3467100"/>
          <p14:tracePt t="32953" x="6769100" y="2959100"/>
          <p14:tracePt t="32968" x="7219950" y="2514600"/>
          <p14:tracePt t="32985" x="7372350" y="2343150"/>
          <p14:tracePt t="33003" x="7613650" y="1987550"/>
          <p14:tracePt t="33019" x="7645400" y="1892300"/>
          <p14:tracePt t="33035" x="7670800" y="1746250"/>
          <p14:tracePt t="33052" x="7677150" y="1714500"/>
          <p14:tracePt t="33438" x="7740650" y="1663700"/>
          <p14:tracePt t="33445" x="7816850" y="1581150"/>
          <p14:tracePt t="33453" x="7886700" y="1517650"/>
          <p14:tracePt t="33468" x="7956550" y="1454150"/>
          <p14:tracePt t="33484" x="8058150" y="1371600"/>
          <p14:tracePt t="33501" x="8166100" y="1295400"/>
          <p14:tracePt t="33517" x="8197850" y="1270000"/>
          <p14:tracePt t="33533" x="8229600" y="1238250"/>
          <p14:tracePt t="33550" x="8305800" y="1168400"/>
          <p14:tracePt t="33566" x="8331200" y="1149350"/>
          <p14:tracePt t="33583" x="8343900" y="1130300"/>
          <p14:tracePt t="33600" x="8362950" y="1104900"/>
          <p14:tracePt t="33616" x="8382000" y="1085850"/>
          <p14:tracePt t="33633" x="8388350" y="1085850"/>
          <p14:tracePt t="33650" x="8394700" y="1079500"/>
          <p14:tracePt t="33677" x="8401050" y="1079500"/>
          <p14:tracePt t="33726" x="8394700" y="1085850"/>
          <p14:tracePt t="33734" x="8394700" y="1092200"/>
          <p14:tracePt t="33747" x="8388350" y="1098550"/>
          <p14:tracePt t="33753" x="8375650" y="1111250"/>
          <p14:tracePt t="33769" x="8356600" y="1130300"/>
          <p14:tracePt t="33783" x="8299450" y="1219200"/>
          <p14:tracePt t="33799" x="8248650" y="1289050"/>
          <p14:tracePt t="33816" x="8102600" y="1479550"/>
          <p14:tracePt t="33832" x="8007350" y="1606550"/>
          <p14:tracePt t="33849" x="7899400" y="1746250"/>
          <p14:tracePt t="33866" x="7543800" y="2114550"/>
          <p14:tracePt t="33882" x="7105650" y="2584450"/>
          <p14:tracePt t="33899" x="6902450" y="2806700"/>
          <p14:tracePt t="33915" x="6584950" y="3162300"/>
          <p14:tracePt t="33932" x="6400800" y="3359150"/>
          <p14:tracePt t="33949" x="6280150" y="3498850"/>
          <p14:tracePt t="33965" x="6197600" y="3600450"/>
          <p14:tracePt t="33982" x="6159500" y="3651250"/>
          <p14:tracePt t="33999" x="6121400" y="3714750"/>
          <p14:tracePt t="34015" x="6096000" y="3746500"/>
          <p14:tracePt t="34056" x="6096000" y="3740150"/>
          <p14:tracePt t="34064" x="6102350" y="3740150"/>
          <p14:tracePt t="34082" x="6108700" y="3733800"/>
          <p14:tracePt t="34098" x="6127750" y="3702050"/>
          <p14:tracePt t="34407" x="6064250" y="3721100"/>
          <p14:tracePt t="34415" x="5994400" y="3765550"/>
          <p14:tracePt t="34428" x="5892800" y="3790950"/>
          <p14:tracePt t="34436" x="5797550" y="3835400"/>
          <p14:tracePt t="34447" x="5683250" y="3867150"/>
          <p14:tracePt t="34464" x="5461000" y="3917950"/>
          <p14:tracePt t="34480" x="5372100" y="3937000"/>
          <p14:tracePt t="34497" x="5251450" y="3962400"/>
          <p14:tracePt t="34513" x="4972050" y="4000500"/>
          <p14:tracePt t="34530" x="4883150" y="4000500"/>
          <p14:tracePt t="34547" x="4806950" y="4000500"/>
          <p14:tracePt t="34563" x="4660900" y="4013200"/>
          <p14:tracePt t="34580" x="4559300" y="4013200"/>
          <p14:tracePt t="34597" x="4476750" y="4025900"/>
          <p14:tracePt t="34613" x="4451350" y="4025900"/>
          <p14:tracePt t="34629" x="4387850" y="4051300"/>
          <p14:tracePt t="34646" x="4343400" y="4064000"/>
          <p14:tracePt t="34663" x="4324350" y="4064000"/>
          <p14:tracePt t="34679" x="4318000" y="4070350"/>
          <p14:tracePt t="34696" x="4311650" y="4070350"/>
          <p14:tracePt t="34713" x="4305300" y="4070350"/>
          <p14:tracePt t="34744" x="4305300" y="4064000"/>
          <p14:tracePt t="34752" x="4311650" y="4057650"/>
          <p14:tracePt t="34766" x="4311650" y="4051300"/>
          <p14:tracePt t="35058" x="4318000" y="4076700"/>
          <p14:tracePt t="35065" x="4337050" y="4108450"/>
          <p14:tracePt t="35081" x="4362450" y="4140200"/>
          <p14:tracePt t="35095" x="4387850" y="4159250"/>
          <p14:tracePt t="35111" x="4451350" y="4210050"/>
          <p14:tracePt t="35129" x="4540250" y="4254500"/>
          <p14:tracePt t="35144" x="4584700" y="4260850"/>
          <p14:tracePt t="35161" x="4692650" y="4298950"/>
          <p14:tracePt t="35178" x="4813300" y="4318000"/>
          <p14:tracePt t="35194" x="4838700" y="4324350"/>
          <p14:tracePt t="35211" x="4889500" y="4330700"/>
          <p14:tracePt t="35227" x="4902200" y="4330700"/>
          <p14:tracePt t="35244" x="4908550" y="4330700"/>
          <p14:tracePt t="35641" x="4902200" y="4330700"/>
          <p14:tracePt t="35648" x="4889500" y="4330700"/>
          <p14:tracePt t="35662" x="4883150" y="4330700"/>
          <p14:tracePt t="35676" x="4851400" y="4330700"/>
          <p14:tracePt t="35692" x="4832350" y="4330700"/>
          <p14:tracePt t="35710" x="4794250" y="4330700"/>
          <p14:tracePt t="35714" x="4756150" y="4330700"/>
          <p14:tracePt t="35726" x="4718050" y="4330700"/>
          <p14:tracePt t="35742" x="4572000" y="4343400"/>
          <p14:tracePt t="35758" x="4495800" y="4343400"/>
          <p14:tracePt t="35776" x="4330700" y="4349750"/>
          <p14:tracePt t="35792" x="4152900" y="4368800"/>
          <p14:tracePt t="35810" x="4013200" y="4368800"/>
          <p14:tracePt t="35825" x="3956050" y="4381500"/>
          <p14:tracePt t="35842" x="3898900" y="4381500"/>
          <p14:tracePt t="35859" x="3879850" y="4381500"/>
          <p14:tracePt t="35892" x="3873500" y="4381500"/>
          <p14:tracePt t="36402" x="3854450" y="4381500"/>
          <p14:tracePt t="36409" x="3816350" y="4381500"/>
          <p14:tracePt t="36424" x="3759200" y="4368800"/>
          <p14:tracePt t="36430" x="3721100" y="4362450"/>
          <p14:tracePt t="36443" x="3683000" y="4362450"/>
          <p14:tracePt t="36458" x="3638550" y="4343400"/>
          <p14:tracePt t="36473" x="3568700" y="4337050"/>
          <p14:tracePt t="36490" x="3536950" y="4330700"/>
          <p14:tracePt t="36507" x="3479800" y="4324350"/>
          <p14:tracePt t="36523" x="3448050" y="4305300"/>
          <p14:tracePt t="36540" x="3429000" y="4305300"/>
          <p14:tracePt t="36556" x="3403600" y="4298950"/>
          <p14:tracePt t="36573" x="3397250" y="4298950"/>
          <p14:tracePt t="36590" x="3390900" y="4298950"/>
          <p14:tracePt t="36606" x="3384550" y="4298950"/>
          <p14:tracePt t="36642" x="3378200" y="4298950"/>
          <p14:tracePt t="36914" x="3384550" y="4298950"/>
          <p14:tracePt t="36921" x="3390900" y="4298950"/>
          <p14:tracePt t="36935" x="3403600" y="4292600"/>
          <p14:tracePt t="36942" x="3422650" y="4292600"/>
          <p14:tracePt t="36954" x="3435350" y="4286250"/>
          <p14:tracePt t="36972" x="3473450" y="4286250"/>
          <p14:tracePt t="36988" x="3498850" y="4279900"/>
          <p14:tracePt t="37006" x="3530600" y="4273550"/>
          <p14:tracePt t="37022" x="3549650" y="4273550"/>
          <p14:tracePt t="37055" x="3562350" y="4273550"/>
          <p14:tracePt t="37071" x="3562350" y="4267200"/>
          <p14:tracePt t="37104" x="3568700" y="4267200"/>
          <p14:tracePt t="37202" x="3562350" y="4267200"/>
          <p14:tracePt t="37216" x="3556000" y="4267200"/>
          <p14:tracePt t="37230" x="3549650" y="4267200"/>
          <p14:tracePt t="37244" x="3536950" y="4267200"/>
          <p14:tracePt t="37253" x="3530600" y="4267200"/>
          <p14:tracePt t="37270" x="3524250" y="4267200"/>
          <p14:tracePt t="37287" x="3498850" y="4267200"/>
          <p14:tracePt t="37304" x="3460750" y="4267200"/>
          <p14:tracePt t="37321" x="3409950" y="4254500"/>
          <p14:tracePt t="37337" x="3390900" y="4254500"/>
          <p14:tracePt t="37354" x="3378200" y="4254500"/>
          <p14:tracePt t="37371" x="3340100" y="4248150"/>
          <p14:tracePt t="37387" x="3327400" y="4248150"/>
          <p14:tracePt t="37404" x="3321050" y="4248150"/>
          <p14:tracePt t="37651" x="3327400" y="4248150"/>
          <p14:tracePt t="37665" x="3340100" y="4248150"/>
          <p14:tracePt t="37672" x="3352800" y="4248150"/>
          <p14:tracePt t="37689" x="3371850" y="4248150"/>
          <p14:tracePt t="37702" x="3390900" y="4248150"/>
          <p14:tracePt t="37719" x="3441700" y="4248150"/>
          <p14:tracePt t="37736" x="3498850" y="4248150"/>
          <p14:tracePt t="37752" x="3511550" y="4248150"/>
          <p14:tracePt t="37768" x="3543300" y="4248150"/>
          <p14:tracePt t="37785" x="3562350" y="4248150"/>
          <p14:tracePt t="37802" x="3568700" y="4248150"/>
          <p14:tracePt t="37819" x="3575050" y="4248150"/>
          <p14:tracePt t="38185" x="3581400" y="4241800"/>
          <p14:tracePt t="38198" x="3581400" y="4216400"/>
          <p14:tracePt t="38206" x="3587750" y="4184650"/>
          <p14:tracePt t="38217" x="3587750" y="4133850"/>
          <p14:tracePt t="38234" x="3600450" y="3994150"/>
          <p14:tracePt t="38251" x="3613150" y="3892550"/>
          <p14:tracePt t="38267" x="3613150" y="3778250"/>
          <p14:tracePt t="38284" x="3606800" y="3270250"/>
          <p14:tracePt t="38300" x="3606800" y="3060700"/>
          <p14:tracePt t="38318" x="3606800" y="2698750"/>
          <p14:tracePt t="38333" x="3606800" y="2559050"/>
          <p14:tracePt t="38350" x="3606800" y="2343150"/>
          <p14:tracePt t="38367" x="3606800" y="2279650"/>
          <p14:tracePt t="38383" x="3606800" y="2222500"/>
          <p14:tracePt t="38400" x="3606800" y="2197100"/>
          <p14:tracePt t="38417" x="3606800" y="2184400"/>
          <p14:tracePt t="38845" x="3632200" y="2184400"/>
          <p14:tracePt t="38860" x="3657600" y="2184400"/>
          <p14:tracePt t="38868" x="3676650" y="2184400"/>
          <p14:tracePt t="38882" x="3708400" y="2190750"/>
          <p14:tracePt t="38898" x="3746500" y="2197100"/>
          <p14:tracePt t="38915" x="3771900" y="2197100"/>
          <p14:tracePt t="38931" x="3784600" y="2197100"/>
          <p14:tracePt t="38965" x="3790950" y="2197100"/>
          <p14:tracePt t="39161" x="3790950" y="2203450"/>
          <p14:tracePt t="39167" x="3784600" y="2216150"/>
          <p14:tracePt t="39181" x="3784600" y="2228850"/>
          <p14:tracePt t="39197" x="3765550" y="2254250"/>
          <p14:tracePt t="39214" x="3765550" y="2260600"/>
          <p14:tracePt t="39217" x="3759200" y="2273300"/>
          <p14:tracePt t="39234" x="3759200" y="2279650"/>
          <p14:tracePt t="39247" x="3752850" y="2286000"/>
          <p14:tracePt t="39288" x="3759200" y="2286000"/>
          <p14:tracePt t="39302" x="3759200" y="2279650"/>
          <p14:tracePt t="39309" x="3765550" y="2279650"/>
          <p14:tracePt t="39331" x="3771900" y="2273300"/>
          <p14:tracePt t="39337" x="3771900" y="2266950"/>
          <p14:tracePt t="39358" x="3778250" y="2260600"/>
          <p14:tracePt t="39386" x="3778250" y="2254250"/>
          <p14:tracePt t="39407" x="3778250" y="2247900"/>
          <p14:tracePt t="39428" x="3778250" y="2241550"/>
          <p14:tracePt t="39442" x="3778250" y="2235200"/>
          <p14:tracePt t="39449" x="3771900" y="2235200"/>
          <p14:tracePt t="39463" x="3765550" y="2228850"/>
          <p14:tracePt t="39480" x="3752850" y="2228850"/>
          <p14:tracePt t="39513" x="3727450" y="2228850"/>
          <p14:tracePt t="39530" x="3695700" y="2228850"/>
          <p14:tracePt t="39547" x="3670300" y="2228850"/>
          <p14:tracePt t="39562" x="3657600" y="2228850"/>
          <p14:tracePt t="39580" x="3651250" y="2235200"/>
          <p14:tracePt t="39597" x="3638550" y="2247900"/>
          <p14:tracePt t="39639" x="3644900" y="2247900"/>
          <p14:tracePt t="39667" x="3651250" y="2247900"/>
          <p14:tracePt t="39680" x="3657600" y="2247900"/>
          <p14:tracePt t="39688" x="3676650" y="2247900"/>
          <p14:tracePt t="39702" x="3695700" y="2235200"/>
          <p14:tracePt t="39711" x="3708400" y="2228850"/>
          <p14:tracePt t="39729" x="3765550" y="2190750"/>
          <p14:tracePt t="39745" x="3784600" y="2178050"/>
          <p14:tracePt t="39762" x="3829050" y="2146300"/>
          <p14:tracePt t="39779" x="3854450" y="2127250"/>
          <p14:tracePt t="39795" x="3860800" y="2120900"/>
          <p14:tracePt t="39812" x="3867150" y="2114550"/>
          <p14:tracePt t="39828" x="3873500" y="2108200"/>
          <p14:tracePt t="39912" x="3867150" y="2108200"/>
          <p14:tracePt t="39919" x="3860800" y="2114550"/>
          <p14:tracePt t="39933" x="3854450" y="2114550"/>
          <p14:tracePt t="39944" x="3841750" y="2120900"/>
          <p14:tracePt t="39963" x="3822700" y="2133600"/>
          <p14:tracePt t="39978" x="3822700" y="2139950"/>
          <p14:tracePt t="39994" x="3803650" y="2152650"/>
          <p14:tracePt t="40012" x="3790950" y="2171700"/>
          <p14:tracePt t="40028" x="3784600" y="2171700"/>
          <p14:tracePt t="40045" x="3778250" y="2184400"/>
          <p14:tracePt t="40078" x="3771900" y="2190750"/>
          <p14:tracePt t="40130" x="3771900" y="2184400"/>
          <p14:tracePt t="40145" x="3771900" y="2178050"/>
          <p14:tracePt t="40151" x="3778250" y="2178050"/>
          <p14:tracePt t="40160" x="3778250" y="2171700"/>
          <p14:tracePt t="40177" x="3778250" y="2165350"/>
          <p14:tracePt t="40194" x="3778250" y="2152650"/>
          <p14:tracePt t="40210" x="3778250" y="2146300"/>
          <p14:tracePt t="40227" x="3778250" y="2139950"/>
          <p14:tracePt t="40249" x="3778250" y="2133600"/>
          <p14:tracePt t="40270" x="3778250" y="2127250"/>
          <p14:tracePt t="40341" x="3771900" y="2133600"/>
          <p14:tracePt t="40361" x="3765550" y="2133600"/>
          <p14:tracePt t="40369" x="3765550" y="2146300"/>
          <p14:tracePt t="40383" x="3765550" y="2152650"/>
          <p14:tracePt t="40393" x="3765550" y="2165350"/>
          <p14:tracePt t="40409" x="3752850" y="2178050"/>
          <p14:tracePt t="40426" x="3752850" y="2203450"/>
          <p14:tracePt t="40443" x="3746500" y="2228850"/>
          <p14:tracePt t="40460" x="3746500" y="2247900"/>
          <p14:tracePt t="40634" x="3746500" y="2241550"/>
          <p14:tracePt t="40713" x="3746500" y="2247900"/>
          <p14:tracePt t="40790" x="3746500" y="2254250"/>
          <p14:tracePt t="40804" x="3746500" y="2260600"/>
          <p14:tracePt t="40811" x="3746500" y="2266950"/>
          <p14:tracePt t="40828" x="3746500" y="2273300"/>
          <p14:tracePt t="40841" x="3746500" y="2279650"/>
          <p14:tracePt t="40858" x="3746500" y="2317750"/>
          <p14:tracePt t="40875" x="3733800" y="2355850"/>
          <p14:tracePt t="40891" x="3727450" y="2470150"/>
          <p14:tracePt t="40908" x="3714750" y="2654300"/>
          <p14:tracePt t="40924" x="3708400" y="2870200"/>
          <p14:tracePt t="40941" x="3695700" y="2997200"/>
          <p14:tracePt t="40958" x="3683000" y="3232150"/>
          <p14:tracePt t="40974" x="3676650" y="3448050"/>
          <p14:tracePt t="40991" x="3676650" y="3536950"/>
          <p14:tracePt t="41008" x="3676650" y="3683000"/>
          <p14:tracePt t="41024" x="3676650" y="3784600"/>
          <p14:tracePt t="41041" x="3676650" y="3822700"/>
          <p14:tracePt t="41057" x="3683000" y="3892550"/>
          <p14:tracePt t="41074" x="3683000" y="3943350"/>
          <p14:tracePt t="41091" x="3683000" y="3975100"/>
          <p14:tracePt t="41107" x="3683000" y="3994150"/>
          <p14:tracePt t="41124" x="3683000" y="4006850"/>
          <p14:tracePt t="41141" x="3676650" y="4044950"/>
          <p14:tracePt t="41157" x="3676650" y="4057650"/>
          <p14:tracePt t="41190" x="3676650" y="4064000"/>
          <p14:tracePt t="41485" x="3670300" y="4076700"/>
          <p14:tracePt t="41491" x="3651250" y="4102100"/>
          <p14:tracePt t="41508" x="3619500" y="4127500"/>
          <p14:tracePt t="41522" x="3581400" y="4152900"/>
          <p14:tracePt t="41539" x="3505200" y="4203700"/>
          <p14:tracePt t="41556" x="3416300" y="4248150"/>
          <p14:tracePt t="41572" x="3352800" y="4267200"/>
          <p14:tracePt t="41589" x="3219450" y="4292600"/>
          <p14:tracePt t="41605" x="3073400" y="4330700"/>
          <p14:tracePt t="41622" x="3003550" y="4349750"/>
          <p14:tracePt t="41639" x="2882900" y="4381500"/>
          <p14:tracePt t="41655" x="2819400" y="4400550"/>
          <p14:tracePt t="41672" x="2673350" y="4425950"/>
          <p14:tracePt t="41689" x="2501900" y="4476750"/>
          <p14:tracePt t="41705" x="2368550" y="4514850"/>
          <p14:tracePt t="41722" x="2311400" y="4533900"/>
          <p14:tracePt t="41739" x="2241550" y="4565650"/>
          <p14:tracePt t="41755" x="2165350" y="4597400"/>
          <p14:tracePt t="41772" x="2139950" y="4597400"/>
          <p14:tracePt t="41788" x="2101850" y="4616450"/>
          <p14:tracePt t="41805" x="2089150" y="4622800"/>
          <p14:tracePt t="41822" x="2070100" y="4622800"/>
          <p14:tracePt t="41838" x="2063750" y="4622800"/>
          <p14:tracePt t="41871" x="2051050" y="4622800"/>
          <p14:tracePt t="42177" x="2019300" y="4622800"/>
          <p14:tracePt t="42183" x="1974850" y="4610100"/>
          <p14:tracePt t="42198" x="1943100" y="4597400"/>
          <p14:tracePt t="42207" x="1898650" y="4578350"/>
          <p14:tracePt t="42221" x="1873250" y="4572000"/>
          <p14:tracePt t="42237" x="1828800" y="4565650"/>
          <p14:tracePt t="42254" x="1765300" y="4546600"/>
          <p14:tracePt t="42270" x="1746250" y="4540250"/>
          <p14:tracePt t="42286" x="1733550" y="4540250"/>
          <p14:tracePt t="42303" x="1701800" y="4533900"/>
          <p14:tracePt t="42320" x="1670050" y="4533900"/>
          <p14:tracePt t="42336" x="1657350" y="4533900"/>
          <p14:tracePt t="42353" x="1631950" y="4527550"/>
          <p14:tracePt t="42369" x="1600200" y="4527550"/>
          <p14:tracePt t="42387" x="1574800" y="4527550"/>
          <p14:tracePt t="42403" x="1555750" y="4527550"/>
          <p14:tracePt t="42419" x="1517650" y="4533900"/>
          <p14:tracePt t="42436" x="1485900" y="4540250"/>
          <p14:tracePt t="42452" x="1473200" y="4540250"/>
          <p14:tracePt t="42469" x="1447800" y="4546600"/>
          <p14:tracePt t="42486" x="1435100" y="4546600"/>
          <p14:tracePt t="42503" x="1422400" y="4552950"/>
          <p14:tracePt t="42519" x="1409700" y="4552950"/>
          <p14:tracePt t="42536" x="1397000" y="4552950"/>
          <p14:tracePt t="42552" x="1390650" y="4559300"/>
          <p14:tracePt t="42570" x="1384300" y="4559300"/>
          <p14:tracePt t="42585" x="1377950" y="4559300"/>
          <p14:tracePt t="42602" x="1371600" y="4565650"/>
          <p14:tracePt t="42619" x="1365250" y="4565650"/>
          <p14:tracePt t="42640" x="1358900" y="4565650"/>
          <p14:tracePt t="42669" x="1352550" y="4565650"/>
          <p14:tracePt t="42675" x="1352550" y="4572000"/>
          <p14:tracePt t="42689" x="1346200" y="4572000"/>
          <p14:tracePt t="42710" x="1339850" y="4578350"/>
          <p14:tracePt t="42718" x="1333500" y="4578350"/>
          <p14:tracePt t="42735" x="1327150" y="4584700"/>
          <p14:tracePt t="42752" x="1301750" y="4591050"/>
          <p14:tracePt t="42768" x="1282700" y="4597400"/>
          <p14:tracePt t="42785" x="1270000" y="4597400"/>
          <p14:tracePt t="42802" x="1244600" y="4610100"/>
          <p14:tracePt t="42818" x="1219200" y="4622800"/>
          <p14:tracePt t="42835" x="1212850" y="4622800"/>
          <p14:tracePt t="42851" x="1200150" y="4629150"/>
          <p14:tracePt t="42885" x="1212850" y="4648200"/>
          <p14:tracePt t="42901" x="1225550" y="4648200"/>
          <p14:tracePt t="42917" x="1238250" y="4660900"/>
          <p14:tracePt t="42935" x="1314450" y="4692650"/>
          <p14:tracePt t="42951" x="1358900" y="4699000"/>
          <p14:tracePt t="42968" x="1403350" y="4705350"/>
          <p14:tracePt t="42984" x="1473200" y="4724400"/>
          <p14:tracePt t="43001" x="1511300" y="4730750"/>
          <p14:tracePt t="43017" x="1536700" y="4737100"/>
          <p14:tracePt t="43034" x="1549400" y="4737100"/>
          <p14:tracePt t="43050" x="1555750" y="4743450"/>
          <p14:tracePt t="43110" x="1562100" y="4743450"/>
          <p14:tracePt t="43490" x="1568450" y="4743450"/>
          <p14:tracePt t="43510" x="1574800" y="4749800"/>
          <p14:tracePt t="43517" x="1587500" y="4749800"/>
          <p14:tracePt t="43531" x="1587500" y="4756150"/>
          <p14:tracePt t="43538" x="1600200" y="4762500"/>
          <p14:tracePt t="43552" x="1625600" y="4768850"/>
          <p14:tracePt t="43566" x="1651000" y="4781550"/>
          <p14:tracePt t="43582" x="1739900" y="4806950"/>
          <p14:tracePt t="43599" x="1784350" y="4832350"/>
          <p14:tracePt t="43615" x="1892300" y="4870450"/>
          <p14:tracePt t="43632" x="2000250" y="4908550"/>
          <p14:tracePt t="43648" x="2044700" y="4927600"/>
          <p14:tracePt t="43665" x="2127250" y="4953000"/>
          <p14:tracePt t="43682" x="2190750" y="4965700"/>
          <p14:tracePt t="43699" x="2222500" y="4978400"/>
          <p14:tracePt t="43715" x="2241550" y="4984750"/>
          <p14:tracePt t="43732" x="2273300" y="4991100"/>
          <p14:tracePt t="43750" x="2298700" y="4991100"/>
          <p14:tracePt t="43765" x="2324100" y="4997450"/>
          <p14:tracePt t="43782" x="2330450" y="4997450"/>
          <p14:tracePt t="43785" x="2355850" y="4997450"/>
          <p14:tracePt t="43798" x="2387600" y="4997450"/>
          <p14:tracePt t="43815" x="2400300" y="4997450"/>
          <p14:tracePt t="43831" x="2419350" y="4997450"/>
          <p14:tracePt t="43848" x="2482850" y="4984750"/>
          <p14:tracePt t="43864" x="2578100" y="4959350"/>
          <p14:tracePt t="43882" x="2686050" y="4933950"/>
          <p14:tracePt t="43898" x="2749550" y="4921250"/>
          <p14:tracePt t="43914" x="2870200" y="4883150"/>
          <p14:tracePt t="43932" x="3003550" y="4857750"/>
          <p14:tracePt t="43947" x="3073400" y="4838700"/>
          <p14:tracePt t="43964" x="3200400" y="4819650"/>
          <p14:tracePt t="43981" x="3321050" y="4787900"/>
          <p14:tracePt t="43997" x="3378200" y="4781550"/>
          <p14:tracePt t="44014" x="3435350" y="4768850"/>
          <p14:tracePt t="44031" x="3467100" y="4749800"/>
          <p14:tracePt t="44047" x="3479800" y="4749800"/>
          <p14:tracePt t="44065" x="3505200" y="4737100"/>
          <p14:tracePt t="44080" x="3517900" y="4737100"/>
          <p14:tracePt t="44097" x="3524250" y="4737100"/>
          <p14:tracePt t="44170" x="3524250" y="4730750"/>
          <p14:tracePt t="44184" x="3530600" y="4724400"/>
          <p14:tracePt t="44564" x="3543300" y="4737100"/>
          <p14:tracePt t="44579" x="3562350" y="4756150"/>
          <p14:tracePt t="44585" x="3587750" y="4781550"/>
          <p14:tracePt t="44595" x="3606800" y="4800600"/>
          <p14:tracePt t="44612" x="3663950" y="4838700"/>
          <p14:tracePt t="44628" x="3689350" y="4857750"/>
          <p14:tracePt t="44645" x="3733800" y="4870450"/>
          <p14:tracePt t="44662" x="3778250" y="4883150"/>
          <p14:tracePt t="44678" x="3797300" y="4883150"/>
          <p14:tracePt t="44695" x="3822700" y="4889500"/>
          <p14:tracePt t="44712" x="3835400" y="4895850"/>
          <p14:tracePt t="44774" x="3841750" y="4895850"/>
          <p14:tracePt t="44872" x="3841750" y="4889500"/>
          <p14:tracePt t="44971" x="3841750" y="4883150"/>
          <p14:tracePt t="45041" x="3835400" y="4883150"/>
          <p14:tracePt t="45055" x="3829050" y="4876800"/>
          <p14:tracePt t="45063" x="3816350" y="4876800"/>
          <p14:tracePt t="45078" x="3810000" y="4876800"/>
          <p14:tracePt t="45093" x="3797300" y="4876800"/>
          <p14:tracePt t="45110" x="3759200" y="4864100"/>
          <p14:tracePt t="45126" x="3708400" y="4857750"/>
          <p14:tracePt t="45143" x="3689350" y="4857750"/>
          <p14:tracePt t="45160" x="3638550" y="4851400"/>
          <p14:tracePt t="45176" x="3613150" y="4851400"/>
          <p14:tracePt t="45193" x="3600450" y="4851400"/>
          <p14:tracePt t="45210" x="3587750" y="4851400"/>
          <p14:tracePt t="45226" x="3581400" y="4851400"/>
          <p14:tracePt t="45247" x="3575050" y="4851400"/>
          <p14:tracePt t="45364" x="3568700" y="4851400"/>
          <p14:tracePt t="45413" x="3575050" y="4851400"/>
          <p14:tracePt t="45427" x="3575050" y="4857750"/>
          <p14:tracePt t="45434" x="3581400" y="4857750"/>
          <p14:tracePt t="45448" x="3600450" y="4857750"/>
          <p14:tracePt t="45459" x="3613150" y="4857750"/>
          <p14:tracePt t="45477" x="3663950" y="4864100"/>
          <p14:tracePt t="45492" x="3702050" y="4870450"/>
          <p14:tracePt t="45508" x="3778250" y="4870450"/>
          <p14:tracePt t="45526" x="3848100" y="4876800"/>
          <p14:tracePt t="45542" x="3886200" y="4876800"/>
          <p14:tracePt t="45558" x="3930650" y="4876800"/>
          <p14:tracePt t="45575" x="3943350" y="4876800"/>
          <p14:tracePt t="45592" x="3949700" y="4876800"/>
          <p14:tracePt t="45609" x="3956050" y="4876800"/>
          <p14:tracePt t="45687" x="3962400" y="4876800"/>
          <p14:tracePt t="45757" x="3968750" y="4876800"/>
          <p14:tracePt t="45792" x="3975100" y="4876800"/>
          <p14:tracePt t="45834" x="3975100" y="4889500"/>
          <p14:tracePt t="46128" x="3975100" y="4870450"/>
          <p14:tracePt t="46135" x="3981450" y="4813300"/>
          <p14:tracePt t="46149" x="3994150" y="4762500"/>
          <p14:tracePt t="46159" x="4000500" y="4699000"/>
          <p14:tracePt t="46173" x="4013200" y="4629150"/>
          <p14:tracePt t="46190" x="4019550" y="4527550"/>
          <p14:tracePt t="46206" x="4044950" y="4273550"/>
          <p14:tracePt t="46223" x="4083050" y="3860800"/>
          <p14:tracePt t="46240" x="4095750" y="3670300"/>
          <p14:tracePt t="46255" x="4114800" y="3321050"/>
          <p14:tracePt t="46273" x="4114800" y="3238500"/>
          <p14:tracePt t="46290" x="4114800" y="3149600"/>
          <p14:tracePt t="46306" x="4114800" y="3111500"/>
          <p14:tracePt t="46322" x="4114800" y="3054350"/>
          <p14:tracePt t="46326" x="4114800" y="3035300"/>
          <p14:tracePt t="46346" x="4114800" y="3028950"/>
          <p14:tracePt t="46359" x="4114800" y="3022600"/>
          <p14:tracePt t="46500" x="4114800" y="3016250"/>
          <p14:tracePt t="46606" x="4108450" y="3016250"/>
          <p14:tracePt t="46620" x="4102100" y="3016250"/>
          <p14:tracePt t="46641" x="4095750" y="3009900"/>
          <p14:tracePt t="46648" x="4095750" y="3003550"/>
          <p14:tracePt t="46662" x="4089400" y="3003550"/>
          <p14:tracePt t="46671" x="4083050" y="2990850"/>
          <p14:tracePt t="46688" x="4076700" y="2978150"/>
          <p14:tracePt t="46705" x="4044950" y="2940050"/>
          <p14:tracePt t="46721" x="4013200" y="2876550"/>
          <p14:tracePt t="46738" x="3987800" y="2832100"/>
          <p14:tracePt t="46754" x="3937000" y="2743200"/>
          <p14:tracePt t="46771" x="3873500" y="2641600"/>
          <p14:tracePt t="46788" x="3810000" y="2565400"/>
          <p14:tracePt t="46804" x="3784600" y="2533650"/>
          <p14:tracePt t="46821" x="3759200" y="2495550"/>
          <p14:tracePt t="46838" x="3746500" y="2470150"/>
          <p14:tracePt t="46855" x="3746500" y="2463800"/>
          <p14:tracePt t="46871" x="3740150" y="2463800"/>
          <p14:tracePt t="46887" x="3740150" y="2451100"/>
          <p14:tracePt t="46924" x="3740150" y="2444750"/>
          <p14:tracePt t="46938" x="3733800" y="2438400"/>
          <p14:tracePt t="46954" x="3721100" y="2400300"/>
          <p14:tracePt t="46971" x="3708400" y="2374900"/>
          <p14:tracePt t="46987" x="3670300" y="2311400"/>
          <p14:tracePt t="47003" x="3632200" y="2273300"/>
          <p14:tracePt t="47020" x="3613150" y="2235200"/>
          <p14:tracePt t="47036" x="3606800" y="2235200"/>
          <p14:tracePt t="47053" x="3594100" y="2222500"/>
          <p14:tracePt t="47090" x="3594100" y="2235200"/>
          <p14:tracePt t="47103" x="3594100" y="2266950"/>
          <p14:tracePt t="47120" x="3619500" y="2349500"/>
          <p14:tracePt t="47136" x="3651250" y="2419350"/>
          <p14:tracePt t="47153" x="3721100" y="2590800"/>
          <p14:tracePt t="47170" x="3803650" y="2762250"/>
          <p14:tracePt t="47186" x="3841750" y="2832100"/>
          <p14:tracePt t="47203" x="3898900" y="2946400"/>
          <p14:tracePt t="47219" x="3917950" y="2965450"/>
          <p14:tracePt t="47236" x="3930650" y="2984500"/>
          <p14:tracePt t="47252" x="3937000" y="2990850"/>
          <p14:tracePt t="47301" x="3937000" y="2984500"/>
          <p14:tracePt t="47322" x="3943350" y="2984500"/>
          <p14:tracePt t="47329" x="3943350" y="2971800"/>
          <p14:tracePt t="47343" x="3943350" y="2959100"/>
          <p14:tracePt t="47352" x="3943350" y="2940050"/>
          <p14:tracePt t="47369" x="3937000" y="2908300"/>
          <p14:tracePt t="47385" x="3905250" y="2800350"/>
          <p14:tracePt t="47402" x="3854450" y="2616200"/>
          <p14:tracePt t="47419" x="3829050" y="2514600"/>
          <p14:tracePt t="47435" x="3740150" y="2305050"/>
          <p14:tracePt t="47452" x="3657600" y="2127250"/>
          <p14:tracePt t="47469" x="3606800" y="2051050"/>
          <p14:tracePt t="47485" x="3600450" y="2032000"/>
          <p14:tracePt t="47502" x="3587750" y="2019300"/>
          <p14:tracePt t="47518" x="3581400" y="2019300"/>
          <p14:tracePt t="47535" x="3581400" y="2025650"/>
          <p14:tracePt t="47552" x="3600450" y="2057400"/>
          <p14:tracePt t="47568" x="3670300" y="2222500"/>
          <p14:tracePt t="47585" x="3765550" y="2489200"/>
          <p14:tracePt t="47602" x="3829050" y="2628900"/>
          <p14:tracePt t="47618" x="3924300" y="2876550"/>
          <p14:tracePt t="47635" x="4019550" y="3048000"/>
          <p14:tracePt t="47652" x="4070350" y="3136900"/>
          <p14:tracePt t="47668" x="4095750" y="3162300"/>
          <p14:tracePt t="47684" x="4102100" y="3168650"/>
          <p14:tracePt t="47841" x="4102100" y="3162300"/>
          <p14:tracePt t="47869" x="4102100" y="3155950"/>
          <p14:tracePt t="47939" x="4102100" y="3149600"/>
          <p14:tracePt t="47960" x="4102100" y="3143250"/>
          <p14:tracePt t="47974" x="4108450" y="3136900"/>
          <p14:tracePt t="47995" x="4114800" y="3130550"/>
          <p14:tracePt t="48002" x="4121150" y="3124200"/>
          <p14:tracePt t="48009" x="4127500" y="3111500"/>
          <p14:tracePt t="48023" x="4140200" y="3092450"/>
          <p14:tracePt t="48033" x="4152900" y="3067050"/>
          <p14:tracePt t="48050" x="4178300" y="3048000"/>
          <p14:tracePt t="48066" x="4229100" y="2978150"/>
          <p14:tracePt t="48083" x="4286250" y="2908300"/>
          <p14:tracePt t="48099" x="4298950" y="2876550"/>
          <p14:tracePt t="48116" x="4337050" y="2844800"/>
          <p14:tracePt t="48132" x="4343400" y="2838450"/>
          <p14:tracePt t="48151" x="4349750" y="2806700"/>
          <p14:tracePt t="48166" x="4337050" y="2794000"/>
          <p14:tracePt t="48183" x="4311650" y="2787650"/>
          <p14:tracePt t="48199" x="4254500" y="2768600"/>
          <p14:tracePt t="48216" x="4159250" y="2755900"/>
          <p14:tracePt t="48232" x="4121150" y="2755900"/>
          <p14:tracePt t="48249" x="4044950" y="2762250"/>
          <p14:tracePt t="48266" x="3981450" y="2768600"/>
          <p14:tracePt t="48283" x="3949700" y="2774950"/>
          <p14:tracePt t="48299" x="3943350" y="2781300"/>
          <p14:tracePt t="48316" x="3930650" y="2781300"/>
          <p14:tracePt t="48333" x="3924300" y="2781300"/>
          <p14:tracePt t="48382" x="3924300" y="2787650"/>
          <p14:tracePt t="48417" x="3930650" y="2794000"/>
          <p14:tracePt t="48424" x="3937000" y="2800350"/>
          <p14:tracePt t="48432" x="3949700" y="2800350"/>
          <p14:tracePt t="48448" x="3962400" y="2813050"/>
          <p14:tracePt t="48466" x="4013200" y="2825750"/>
          <p14:tracePt t="48482" x="4057650" y="2844800"/>
          <p14:tracePt t="48499" x="4152900" y="2870200"/>
          <p14:tracePt t="48516" x="4286250" y="2901950"/>
          <p14:tracePt t="48531" x="4349750" y="2908300"/>
          <p14:tracePt t="48548" x="4438650" y="2908300"/>
          <p14:tracePt t="48565" x="4489450" y="2908300"/>
          <p14:tracePt t="48582" x="4508500" y="2908300"/>
          <p14:tracePt t="48598" x="4521200" y="2908300"/>
          <p14:tracePt t="48614" x="4527550" y="2908300"/>
          <p14:tracePt t="48641" x="4521200" y="2908300"/>
          <p14:tracePt t="48655" x="4508500" y="2908300"/>
          <p14:tracePt t="48664" x="4489450" y="2908300"/>
          <p14:tracePt t="48681" x="4464050" y="2914650"/>
          <p14:tracePt t="48698" x="4394200" y="2921000"/>
          <p14:tracePt t="48714" x="4286250" y="2940050"/>
          <p14:tracePt t="48731" x="4241800" y="2946400"/>
          <p14:tracePt t="48748" x="4171950" y="2952750"/>
          <p14:tracePt t="48764" x="4159250" y="2959100"/>
          <p14:tracePt t="48781" x="4146550" y="2959100"/>
          <p14:tracePt t="48797" x="4133850" y="2959100"/>
          <p14:tracePt t="48838" x="4140200" y="2959100"/>
          <p14:tracePt t="48847" x="4152900" y="2952750"/>
          <p14:tracePt t="48864" x="4159250" y="2952750"/>
          <p14:tracePt t="48881" x="4191000" y="2940050"/>
          <p14:tracePt t="48897" x="4235450" y="2933700"/>
          <p14:tracePt t="48914" x="4267200" y="2927350"/>
          <p14:tracePt t="48930" x="4298950" y="2921000"/>
          <p14:tracePt t="48947" x="4324350" y="2921000"/>
          <p14:tracePt t="48964" x="4330700" y="2921000"/>
          <p14:tracePt t="48980" x="4330700" y="2914650"/>
          <p14:tracePt t="48996" x="4337050" y="2914650"/>
          <p14:tracePt t="49028" x="4330700" y="2914650"/>
          <p14:tracePt t="49034" x="4318000" y="2914650"/>
          <p14:tracePt t="49050" x="4305300" y="2914650"/>
          <p14:tracePt t="49063" x="4273550" y="2914650"/>
          <p14:tracePt t="49080" x="4254500" y="2921000"/>
          <p14:tracePt t="49096" x="4235450" y="2921000"/>
          <p14:tracePt t="49113" x="4184650" y="2927350"/>
          <p14:tracePt t="49129" x="4152900" y="2933700"/>
          <p14:tracePt t="49147" x="4127500" y="2940050"/>
          <p14:tracePt t="49162" x="4114800" y="2940050"/>
          <p14:tracePt t="49179" x="4102100" y="2940050"/>
          <p14:tracePt t="49196" x="4095750" y="2946400"/>
          <p14:tracePt t="49247" x="4095750" y="2952750"/>
          <p14:tracePt t="49266" x="4102100" y="2952750"/>
          <p14:tracePt t="49273" x="4108450" y="2952750"/>
          <p14:tracePt t="49287" x="4114800" y="2952750"/>
          <p14:tracePt t="49309" x="4127500" y="2952750"/>
          <p14:tracePt t="49315" x="4140200" y="2952750"/>
          <p14:tracePt t="49332" x="4152900" y="2946400"/>
          <p14:tracePt t="49345" x="4171950" y="2946400"/>
          <p14:tracePt t="49362" x="4184650" y="2940050"/>
          <p14:tracePt t="49379" x="4203700" y="2940050"/>
          <p14:tracePt t="49395" x="4203700" y="2933700"/>
          <p14:tracePt t="49412" x="4210050" y="2933700"/>
          <p14:tracePt t="49456" x="4203700" y="2933700"/>
          <p14:tracePt t="49470" x="4197350" y="2933700"/>
          <p14:tracePt t="49484" x="4184650" y="2933700"/>
          <p14:tracePt t="49498" x="4171950" y="2933700"/>
          <p14:tracePt t="49512" x="4159250" y="2933700"/>
          <p14:tracePt t="49528" x="4127500" y="2933700"/>
          <p14:tracePt t="49545" x="4108450" y="2933700"/>
          <p14:tracePt t="49562" x="4076700" y="2933700"/>
          <p14:tracePt t="49578" x="4051300" y="2940050"/>
          <p14:tracePt t="49594" x="4038600" y="2940050"/>
          <p14:tracePt t="49611" x="4032250" y="2946400"/>
          <p14:tracePt t="49627" x="4038600" y="2952750"/>
          <p14:tracePt t="49645" x="4057650" y="2959100"/>
          <p14:tracePt t="49661" x="4076700" y="2959100"/>
          <p14:tracePt t="49678" x="4102100" y="2959100"/>
          <p14:tracePt t="49695" x="4197350" y="2959100"/>
          <p14:tracePt t="49711" x="4229100" y="2959100"/>
          <p14:tracePt t="49727" x="4254500" y="2959100"/>
          <p14:tracePt t="49744" x="4298950" y="2959100"/>
          <p14:tracePt t="49761" x="4311650" y="2952750"/>
          <p14:tracePt t="49777" x="4324350" y="2952750"/>
          <p14:tracePt t="49794" x="4330700" y="2952750"/>
          <p14:tracePt t="49828" x="4318000" y="2946400"/>
          <p14:tracePt t="49844" x="4298950" y="2946400"/>
          <p14:tracePt t="49860" x="4260850" y="2946400"/>
          <p14:tracePt t="49877" x="4191000" y="2946400"/>
          <p14:tracePt t="49893" x="4165600" y="2946400"/>
          <p14:tracePt t="49910" x="4108450" y="2952750"/>
          <p14:tracePt t="49927" x="4064000" y="2965450"/>
          <p14:tracePt t="49943" x="4051300" y="2965450"/>
          <p14:tracePt t="49960" x="4038600" y="2965450"/>
          <p14:tracePt t="49977" x="4019550" y="2965450"/>
          <p14:tracePt t="50039" x="4025900" y="2965450"/>
          <p14:tracePt t="50045" x="4038600" y="2965450"/>
          <p14:tracePt t="50062" x="4051300" y="2965450"/>
          <p14:tracePt t="50076" x="4057650" y="2965450"/>
          <p14:tracePt t="50093" x="4102100" y="2952750"/>
          <p14:tracePt t="50110" x="4140200" y="2952750"/>
          <p14:tracePt t="50126" x="4159250" y="2946400"/>
          <p14:tracePt t="50144" x="4184650" y="2946400"/>
          <p14:tracePt t="50159" x="4191000" y="2946400"/>
          <p14:tracePt t="50176" x="4197350" y="2940050"/>
          <p14:tracePt t="50193" x="4203700" y="2940050"/>
          <p14:tracePt t="50249" x="4197350" y="2940050"/>
          <p14:tracePt t="50270" x="4191000" y="2940050"/>
          <p14:tracePt t="50277" x="4184650" y="2940050"/>
          <p14:tracePt t="50298" x="4178300" y="2940050"/>
          <p14:tracePt t="50312" x="4165600" y="2940050"/>
          <p14:tracePt t="50318" x="4159250" y="2940050"/>
          <p14:tracePt t="50328" x="4152900" y="2940050"/>
          <p14:tracePt t="50342" x="4140200" y="2940050"/>
          <p14:tracePt t="50359" x="4127500" y="2940050"/>
          <p14:tracePt t="50376" x="4102100" y="2940050"/>
          <p14:tracePt t="50392" x="4076700" y="2946400"/>
          <p14:tracePt t="50408" x="4064000" y="2946400"/>
          <p14:tracePt t="50425" x="4057650" y="2946400"/>
          <p14:tracePt t="50453" x="4064000" y="2946400"/>
          <p14:tracePt t="50461" x="4070350" y="2946400"/>
          <p14:tracePt t="50475" x="4083050" y="2946400"/>
          <p14:tracePt t="50491" x="4108450" y="2946400"/>
          <p14:tracePt t="50509" x="4140200" y="2946400"/>
          <p14:tracePt t="50524" x="4159250" y="2940050"/>
          <p14:tracePt t="50541" x="4178300" y="2933700"/>
          <p14:tracePt t="50558" x="4191000" y="2933700"/>
          <p14:tracePt t="50575" x="4197350" y="2933700"/>
          <p14:tracePt t="50608" x="4203700" y="2933700"/>
          <p14:tracePt t="50677" x="4191000" y="2933700"/>
          <p14:tracePt t="50699" x="4178300" y="2933700"/>
          <p14:tracePt t="50712" x="4165600" y="2933700"/>
          <p14:tracePt t="50720" x="4146550" y="2933700"/>
          <p14:tracePt t="50734" x="4114800" y="2933700"/>
          <p14:tracePt t="50743" x="4089400" y="2927350"/>
          <p14:tracePt t="50757" x="4057650" y="2927350"/>
          <p14:tracePt t="50774" x="3994150" y="2921000"/>
          <p14:tracePt t="50790" x="3943350" y="2921000"/>
          <p14:tracePt t="50807" x="3930650" y="2921000"/>
          <p14:tracePt t="50824" x="3905250" y="2921000"/>
          <p14:tracePt t="50840" x="3892550" y="2921000"/>
          <p14:tracePt t="50880" x="3898900" y="2927350"/>
          <p14:tracePt t="50890" x="3917950" y="2927350"/>
          <p14:tracePt t="50906" x="3930650" y="2933700"/>
          <p14:tracePt t="50923" x="3994150" y="2940050"/>
          <p14:tracePt t="50940" x="4038600" y="2940050"/>
          <p14:tracePt t="50956" x="4152900" y="2959100"/>
          <p14:tracePt t="50973" x="4260850" y="2978150"/>
          <p14:tracePt t="50990" x="4298950" y="2978150"/>
          <p14:tracePt t="51007" x="4349750" y="2984500"/>
          <p14:tracePt t="51023" x="4375150" y="2984500"/>
          <p14:tracePt t="51040" x="4381500" y="2984500"/>
          <p14:tracePt t="51057" x="4387850" y="2984500"/>
          <p14:tracePt t="51072" x="4381500" y="2978150"/>
          <p14:tracePt t="51089" x="4381500" y="2965450"/>
          <p14:tracePt t="51106" x="4381500" y="2946400"/>
          <p14:tracePt t="52006" x="4375150" y="2946400"/>
          <p14:tracePt t="52021" x="4368800" y="2946400"/>
          <p14:tracePt t="52027" x="4349750" y="2946400"/>
          <p14:tracePt t="52036" x="4337050" y="2940050"/>
          <p14:tracePt t="52053" x="4318000" y="2940050"/>
          <p14:tracePt t="52069" x="4279900" y="2940050"/>
          <p14:tracePt t="52086" x="4267200" y="2933700"/>
          <p14:tracePt t="52103" x="4229100" y="2927350"/>
          <p14:tracePt t="52119" x="4216400" y="2927350"/>
          <p14:tracePt t="52136" x="4210050" y="2927350"/>
          <p14:tracePt t="52153" x="4203700" y="2927350"/>
          <p14:tracePt t="52169" x="4197350" y="2927350"/>
          <p14:tracePt t="52185" x="4191000" y="2927350"/>
          <p14:tracePt t="52229" x="4184650" y="2927350"/>
          <p14:tracePt t="52237" x="4178300" y="2927350"/>
          <p14:tracePt t="52258" x="4171950" y="2927350"/>
          <p14:tracePt t="52265" x="4165600" y="2927350"/>
          <p14:tracePt t="52279" x="4159250" y="2927350"/>
          <p14:tracePt t="52288" x="4152900" y="2927350"/>
          <p14:tracePt t="52307" x="4133850" y="2933700"/>
          <p14:tracePt t="52318" x="4127500" y="2933700"/>
          <p14:tracePt t="52335" x="4102100" y="2933700"/>
          <p14:tracePt t="52351" x="4089400" y="2933700"/>
          <p14:tracePt t="52368" x="4076700" y="2933700"/>
          <p14:tracePt t="52385" x="4064000" y="2940050"/>
          <p14:tracePt t="52401" x="4057650" y="2940050"/>
          <p14:tracePt t="52469" x="4051300" y="2940050"/>
          <p14:tracePt t="52830" x="4025900" y="2933700"/>
          <p14:tracePt t="52838" x="3981450" y="2914650"/>
          <p14:tracePt t="52853" x="3949700" y="2908300"/>
          <p14:tracePt t="52866" x="3924300" y="2901950"/>
          <p14:tracePt t="52883" x="3873500" y="2882900"/>
          <p14:tracePt t="52901" x="3835400" y="2876550"/>
          <p14:tracePt t="52916" x="3829050" y="2876550"/>
          <p14:tracePt t="52933" x="3822700" y="2870200"/>
          <p14:tracePt t="52966" x="3816350" y="2870200"/>
          <p14:tracePt t="52992" x="3810000" y="2876550"/>
          <p14:tracePt t="53041" x="3810000" y="2882900"/>
          <p14:tracePt t="53090" x="3822700" y="2882900"/>
          <p14:tracePt t="53097" x="3829050" y="2882900"/>
          <p14:tracePt t="53117" x="3841750" y="2876550"/>
          <p14:tracePt t="53133" x="3848100" y="2876550"/>
          <p14:tracePt t="53139" x="3854450" y="2870200"/>
          <p14:tracePt t="53154" x="3867150" y="2870200"/>
          <p14:tracePt t="53166" x="3879850" y="2863850"/>
          <p14:tracePt t="53182" x="3911600" y="2857500"/>
          <p14:tracePt t="53199" x="3924300" y="2851150"/>
          <p14:tracePt t="53216" x="3949700" y="2844800"/>
          <p14:tracePt t="53232" x="3975100" y="2838450"/>
          <p14:tracePt t="53249" x="3981450" y="2832100"/>
          <p14:tracePt t="53266" x="3987800" y="2832100"/>
          <p14:tracePt t="53282" x="3994150" y="2825750"/>
          <p14:tracePt t="53399" x="4000500" y="2825750"/>
          <p14:tracePt t="53504" x="4006850" y="2825750"/>
          <p14:tracePt t="53540" x="4006850" y="2832100"/>
          <p14:tracePt t="53561" x="4019550" y="2838450"/>
          <p14:tracePt t="53575" x="4025900" y="2838450"/>
          <p14:tracePt t="53584" x="4032250" y="2844800"/>
          <p14:tracePt t="53597" x="4044950" y="2851150"/>
          <p14:tracePt t="53614" x="4076700" y="2863850"/>
          <p14:tracePt t="53631" x="4146550" y="2889250"/>
          <p14:tracePt t="53647" x="4191000" y="2901950"/>
          <p14:tracePt t="53664" x="4298950" y="2940050"/>
          <p14:tracePt t="53681" x="4419600" y="2971800"/>
          <p14:tracePt t="53697" x="4489450" y="2990850"/>
          <p14:tracePt t="53714" x="4546600" y="3003550"/>
          <p14:tracePt t="53730" x="4635500" y="3022600"/>
          <p14:tracePt t="53747" x="4679950" y="3028950"/>
          <p14:tracePt t="53764" x="4724400" y="3048000"/>
          <p14:tracePt t="53780" x="4737100" y="3048000"/>
          <p14:tracePt t="53814" x="4743450" y="3048000"/>
          <p14:tracePt t="53830" x="4749800" y="3048000"/>
          <p14:tracePt t="54333" x="4762500" y="3054350"/>
          <p14:tracePt t="54340" x="4781550" y="3067050"/>
          <p14:tracePt t="54354" x="4826000" y="3073400"/>
          <p14:tracePt t="54364" x="4864100" y="3092450"/>
          <p14:tracePt t="54379" x="4933950" y="3111500"/>
          <p14:tracePt t="54395" x="5010150" y="3130550"/>
          <p14:tracePt t="54411" x="5321300" y="3181350"/>
          <p14:tracePt t="54428" x="5435600" y="3194050"/>
          <p14:tracePt t="54444" x="5562600" y="3200400"/>
          <p14:tracePt t="54461" x="5816600" y="3200400"/>
          <p14:tracePt t="54478" x="6019800" y="3213100"/>
          <p14:tracePt t="54495" x="6172200" y="3213100"/>
          <p14:tracePt t="54511" x="6235700" y="3213100"/>
          <p14:tracePt t="54527" x="6318250" y="3219450"/>
          <p14:tracePt t="54545" x="6375400" y="3225800"/>
          <p14:tracePt t="54561" x="6394450" y="3225800"/>
          <p14:tracePt t="54577" x="6426200" y="3225800"/>
          <p14:tracePt t="54594" x="6438900" y="3232150"/>
          <p14:tracePt t="54727" x="6438900" y="3225800"/>
          <p14:tracePt t="54972" x="6451600" y="3219450"/>
          <p14:tracePt t="54987" x="6464300" y="3219450"/>
          <p14:tracePt t="54995" x="6483350" y="3213100"/>
          <p14:tracePt t="55009" x="6502400" y="3213100"/>
          <p14:tracePt t="55027" x="6527800" y="3206750"/>
          <p14:tracePt t="55043" x="6578600" y="3194050"/>
          <p14:tracePt t="55059" x="6591300" y="3187700"/>
          <p14:tracePt t="55075" x="6604000" y="3181350"/>
          <p14:tracePt t="55092" x="6629400" y="3175000"/>
          <p14:tracePt t="55126" x="6635750" y="3175000"/>
          <p14:tracePt t="55142" x="6642100" y="3175000"/>
          <p14:tracePt t="55177" x="6642100" y="3168650"/>
          <p14:tracePt t="55190" x="6635750" y="3168650"/>
          <p14:tracePt t="55204" x="6629400" y="3168650"/>
          <p14:tracePt t="55218" x="6616700" y="3168650"/>
          <p14:tracePt t="55228" x="6597650" y="3168650"/>
          <p14:tracePt t="55241" x="6572250" y="3162300"/>
          <p14:tracePt t="55259" x="6508750" y="3149600"/>
          <p14:tracePt t="55275" x="6419850" y="3143250"/>
          <p14:tracePt t="55292" x="6381750" y="3143250"/>
          <p14:tracePt t="55308" x="6311900" y="3136900"/>
          <p14:tracePt t="55325" x="6267450" y="3136900"/>
          <p14:tracePt t="55341" x="6248400" y="3136900"/>
          <p14:tracePt t="55359" x="6229350" y="3136900"/>
          <p14:tracePt t="55375" x="6223000" y="3136900"/>
          <p14:tracePt t="55391" x="6216650" y="3136900"/>
          <p14:tracePt t="55425" x="6210300" y="3136900"/>
          <p14:tracePt t="55499" x="6216650" y="3136900"/>
          <p14:tracePt t="55520" x="6229350" y="3136900"/>
          <p14:tracePt t="55527" x="6235700" y="3136900"/>
          <p14:tracePt t="55541" x="6248400" y="3136900"/>
          <p14:tracePt t="55557" x="6273800" y="3130550"/>
          <p14:tracePt t="55575" x="6286500" y="3130550"/>
          <p14:tracePt t="55590" x="6299200" y="3117850"/>
          <p14:tracePt t="55607" x="6324600" y="3111500"/>
          <p14:tracePt t="55624" x="6330950" y="3111500"/>
          <p14:tracePt t="55660" x="6324600" y="3105150"/>
          <p14:tracePt t="55674" x="6286500" y="3098800"/>
          <p14:tracePt t="55690" x="6248400" y="3086100"/>
          <p14:tracePt t="55707" x="6197600" y="3073400"/>
          <p14:tracePt t="55723" x="6038850" y="3048000"/>
          <p14:tracePt t="55740" x="5803900" y="3003550"/>
          <p14:tracePt t="55756" x="5670550" y="2990850"/>
          <p14:tracePt t="55773" x="5372100" y="2971800"/>
          <p14:tracePt t="55790" x="5054600" y="2978150"/>
          <p14:tracePt t="55807" x="4927600" y="2978150"/>
          <p14:tracePt t="55823" x="4699000" y="2997200"/>
          <p14:tracePt t="55839" x="4552950" y="3009900"/>
          <p14:tracePt t="55857" x="4483100" y="3022600"/>
          <p14:tracePt t="55873" x="4464050" y="3022600"/>
          <p14:tracePt t="55889" x="4445000" y="3022600"/>
          <p14:tracePt t="55906" x="4438650" y="3028950"/>
          <p14:tracePt t="56358" x="4381500" y="3048000"/>
          <p14:tracePt t="56372" x="4286250" y="3092450"/>
          <p14:tracePt t="56379" x="4184650" y="3136900"/>
          <p14:tracePt t="56388" x="4089400" y="3187700"/>
          <p14:tracePt t="56404" x="3981450" y="3225800"/>
          <p14:tracePt t="56421" x="3886200" y="3289300"/>
          <p14:tracePt t="56438" x="3670300" y="3422650"/>
          <p14:tracePt t="56454" x="3460750" y="3549650"/>
          <p14:tracePt t="56458" x="3378200" y="3613150"/>
          <p14:tracePt t="56473" x="3295650" y="3670300"/>
          <p14:tracePt t="56487" x="3219450" y="3733800"/>
          <p14:tracePt t="56505" x="3092450" y="3835400"/>
          <p14:tracePt t="56521" x="2984500" y="3937000"/>
          <p14:tracePt t="56537" x="2952750" y="3987800"/>
          <p14:tracePt t="56554" x="2908300" y="4064000"/>
          <p14:tracePt t="56570" x="2882900" y="4121150"/>
          <p14:tracePt t="56587" x="2882900" y="4140200"/>
          <p14:tracePt t="56604" x="2876550" y="4171950"/>
          <p14:tracePt t="56640" x="2882900" y="4171950"/>
          <p14:tracePt t="56653" x="2895600" y="4171950"/>
          <p14:tracePt t="56670" x="2927350" y="4140200"/>
          <p14:tracePt t="56981" x="2927350" y="4159250"/>
          <p14:tracePt t="56988" x="2933700" y="4191000"/>
          <p14:tracePt t="57005" x="2946400" y="4235450"/>
          <p14:tracePt t="57019" x="2959100" y="4267200"/>
          <p14:tracePt t="57035" x="2990850" y="4318000"/>
          <p14:tracePt t="57052" x="3022600" y="4362450"/>
          <p14:tracePt t="57069" x="3041650" y="4381500"/>
          <p14:tracePt t="57086" x="3098800" y="4419600"/>
          <p14:tracePt t="57102" x="3162300" y="4470400"/>
          <p14:tracePt t="57118" x="3206750" y="4495800"/>
          <p14:tracePt t="57135" x="3308350" y="4540250"/>
          <p14:tracePt t="57152" x="3429000" y="4578350"/>
          <p14:tracePt t="57168" x="3479800" y="4597400"/>
          <p14:tracePt t="57185" x="3536950" y="4616450"/>
          <p14:tracePt t="57201" x="3625850" y="4648200"/>
          <p14:tracePt t="57219" x="3663950" y="4667250"/>
          <p14:tracePt t="57235" x="3721100" y="4699000"/>
          <p14:tracePt t="57251" x="3740150" y="4705350"/>
          <p14:tracePt t="57269" x="3765550" y="4730750"/>
          <p14:tracePt t="57285" x="3778250" y="4743450"/>
          <p14:tracePt t="57301" x="3803650" y="4762500"/>
          <p14:tracePt t="57318" x="3829050" y="4794250"/>
          <p14:tracePt t="57334" x="3854450" y="4826000"/>
          <p14:tracePt t="57351" x="3867150" y="4851400"/>
          <p14:tracePt t="57368" x="3905250" y="4883150"/>
          <p14:tracePt t="57384" x="3930650" y="4921250"/>
          <p14:tracePt t="57401" x="3949700" y="4933950"/>
          <p14:tracePt t="57417" x="3968750" y="4953000"/>
          <p14:tracePt t="57434" x="3975100" y="4959350"/>
          <p14:tracePt t="57451" x="3981450" y="4959350"/>
          <p14:tracePt t="57471" x="3987800" y="4959350"/>
          <p14:tracePt t="57502" x="3987800" y="4953000"/>
          <p14:tracePt t="57522" x="3994150" y="4953000"/>
          <p14:tracePt t="57543" x="3994150" y="4946650"/>
          <p14:tracePt t="57641" x="3994150" y="4940300"/>
          <p14:tracePt t="57746" x="3994150" y="4933950"/>
          <p14:tracePt t="57922" x="3987800" y="4927600"/>
          <p14:tracePt t="57943" x="3975100" y="4921250"/>
          <p14:tracePt t="57956" x="3968750" y="4921250"/>
          <p14:tracePt t="57970" x="3956050" y="4921250"/>
          <p14:tracePt t="57985" x="3949700" y="4914900"/>
          <p14:tracePt t="57992" x="3937000" y="4914900"/>
          <p14:tracePt t="58006" x="3924300" y="4914900"/>
          <p14:tracePt t="58015" x="3911600" y="4908550"/>
          <p14:tracePt t="58031" x="3898900" y="4908550"/>
          <p14:tracePt t="58049" x="3873500" y="4902200"/>
          <p14:tracePt t="58065" x="3860800" y="4902200"/>
          <p14:tracePt t="58082" x="3860800" y="4895850"/>
          <p14:tracePt t="58115" x="3854450" y="4895850"/>
          <p14:tracePt t="58160" x="3848100" y="4889500"/>
          <p14:tracePt t="58167" x="3848100" y="4883150"/>
          <p14:tracePt t="58183" x="3854450" y="4876800"/>
          <p14:tracePt t="58203" x="3854450" y="4870450"/>
          <p14:tracePt t="58209" x="3860800" y="4857750"/>
          <p14:tracePt t="58218" x="3879850" y="4832350"/>
          <p14:tracePt t="58232" x="3898900" y="4813300"/>
          <p14:tracePt t="58247" x="3917950" y="4768850"/>
          <p14:tracePt t="58265" x="3968750" y="4705350"/>
          <p14:tracePt t="58281" x="3994150" y="4648200"/>
          <p14:tracePt t="58298" x="4025900" y="4616450"/>
          <p14:tracePt t="58315" x="4070350" y="4540250"/>
          <p14:tracePt t="58331" x="4095750" y="4502150"/>
          <p14:tracePt t="58348" x="4114800" y="4470400"/>
          <p14:tracePt t="58364" x="4152900" y="4419600"/>
          <p14:tracePt t="58381" x="4159250" y="4406900"/>
          <p14:tracePt t="58398" x="4178300" y="4381500"/>
          <p14:tracePt t="58431" x="4184650" y="4368800"/>
          <p14:tracePt t="58469" x="4191000" y="4362450"/>
          <p14:tracePt t="58510" x="4191000" y="4356100"/>
          <p14:tracePt t="58603" x="4191000" y="4349750"/>
          <p14:tracePt t="58609" x="4191000" y="4343400"/>
          <p14:tracePt t="58623" x="4191000" y="4337050"/>
          <p14:tracePt t="58633" x="4184650" y="4330700"/>
          <p14:tracePt t="58646" x="4165600" y="4318000"/>
          <p14:tracePt t="58663" x="4152900" y="4305300"/>
          <p14:tracePt t="58680" x="4114800" y="4241800"/>
          <p14:tracePt t="58696" x="4064000" y="4159250"/>
          <p14:tracePt t="58713" x="4038600" y="4127500"/>
          <p14:tracePt t="58730" x="3981450" y="4038600"/>
          <p14:tracePt t="58746" x="3930650" y="3924300"/>
          <p14:tracePt t="58763" x="3879850" y="3790950"/>
          <p14:tracePt t="58779" x="3848100" y="3714750"/>
          <p14:tracePt t="58796" x="3810000" y="3606800"/>
          <p14:tracePt t="58813" x="3695700" y="3365500"/>
          <p14:tracePt t="58829" x="3536950" y="3067050"/>
          <p14:tracePt t="58846" x="3467100" y="2946400"/>
          <p14:tracePt t="58862" x="3327400" y="2724150"/>
          <p14:tracePt t="58879" x="3225800" y="2584450"/>
          <p14:tracePt t="58896" x="3200400" y="2540000"/>
          <p14:tracePt t="58912" x="3168650" y="2508250"/>
          <p14:tracePt t="58929" x="3162300" y="2501900"/>
          <p14:tracePt t="58995" x="3168650" y="2501900"/>
          <p14:tracePt t="59017" x="3181350" y="2501900"/>
          <p14:tracePt t="59023" x="3187700" y="2501900"/>
          <p14:tracePt t="59038" x="3194050" y="2501900"/>
          <p14:tracePt t="59046" x="3200400" y="2501900"/>
          <p14:tracePt t="59062" x="3206750" y="2501900"/>
          <p14:tracePt t="59078" x="3219450" y="2501900"/>
          <p14:tracePt t="59095" x="3251200" y="2489200"/>
          <p14:tracePt t="59112" x="3263900" y="2482850"/>
          <p14:tracePt t="59129" x="3276600" y="2476500"/>
          <p14:tracePt t="59397" x="3308350" y="2444750"/>
          <p14:tracePt t="59405" x="3365500" y="2406650"/>
          <p14:tracePt t="59419" x="3409950" y="2355850"/>
          <p14:tracePt t="59427" x="3454400" y="2317750"/>
          <p14:tracePt t="59443" x="3492500" y="2273300"/>
          <p14:tracePt t="59461" x="3530600" y="2228850"/>
          <p14:tracePt t="59477" x="3562350" y="2190750"/>
          <p14:tracePt t="59494" x="3568700" y="2190750"/>
          <p14:tracePt t="59497" x="3568700" y="2184400"/>
          <p14:tracePt t="59545" x="3575050" y="2184400"/>
          <p14:tracePt t="59565" x="3575050" y="2190750"/>
          <p14:tracePt t="59608" x="3575050" y="2197100"/>
          <p14:tracePt t="59650" x="3575050" y="2203450"/>
          <p14:tracePt t="60121" x="3594100" y="2254250"/>
          <p14:tracePt t="60135" x="3625850" y="2336800"/>
          <p14:tracePt t="60144" x="3657600" y="2419350"/>
          <p14:tracePt t="60159" x="3676650" y="2495550"/>
          <p14:tracePt t="60175" x="3702050" y="2552700"/>
          <p14:tracePt t="60192" x="3733800" y="2635250"/>
          <p14:tracePt t="60208" x="3740150" y="2660650"/>
          <p14:tracePt t="60226" x="3752850" y="2692400"/>
          <p14:tracePt t="60242" x="3752850" y="2698750"/>
          <p14:tracePt t="60258" x="3752850" y="2711450"/>
          <p14:tracePt t="60275" x="3759200" y="2711450"/>
          <p14:tracePt t="60802" x="3752850" y="2711450"/>
          <p14:tracePt t="60816" x="3746500" y="2705100"/>
          <p14:tracePt t="60825" x="3733800" y="2705100"/>
          <p14:tracePt t="60839" x="3714750" y="2705100"/>
          <p14:tracePt t="60856" x="3644900" y="2686050"/>
          <p14:tracePt t="60872" x="3460750" y="2660650"/>
          <p14:tracePt t="60889" x="3346450" y="2647950"/>
          <p14:tracePt t="60905" x="3060700" y="2616200"/>
          <p14:tracePt t="60922" x="2736850" y="2590800"/>
          <p14:tracePt t="60938" x="2552700" y="2590800"/>
          <p14:tracePt t="60956" x="2247900" y="2578100"/>
          <p14:tracePt t="60971" x="2006600" y="2584450"/>
          <p14:tracePt t="60989" x="1917700" y="2584450"/>
          <p14:tracePt t="61005" x="1803400" y="2590800"/>
          <p14:tracePt t="61022" x="1752600" y="2590800"/>
          <p14:tracePt t="61038" x="1739900" y="2590800"/>
          <p14:tracePt t="61055" x="1733550" y="2590800"/>
          <p14:tracePt t="61103" x="1733550" y="2584450"/>
          <p14:tracePt t="61110" x="1733550" y="2571750"/>
          <p14:tracePt t="61125" x="1733550" y="2552700"/>
          <p14:tracePt t="61138" x="1727200" y="2533650"/>
          <p14:tracePt t="61155" x="1701800" y="2482850"/>
          <p14:tracePt t="61171" x="1689100" y="2438400"/>
          <p14:tracePt t="61188" x="1625600" y="2374900"/>
          <p14:tracePt t="61204" x="1574800" y="2324100"/>
          <p14:tracePt t="61221" x="1549400" y="2311400"/>
          <p14:tracePt t="61238" x="1517650" y="2305050"/>
          <p14:tracePt t="61255" x="1498600" y="2305050"/>
          <p14:tracePt t="61271" x="1492250" y="2305050"/>
          <p14:tracePt t="61335" x="1504950" y="2311400"/>
          <p14:tracePt t="61342" x="1524000" y="2317750"/>
          <p14:tracePt t="61357" x="1549400" y="2317750"/>
          <p14:tracePt t="61371" x="1625600" y="2343150"/>
          <p14:tracePt t="61387" x="1708150" y="2349500"/>
          <p14:tracePt t="61406" x="1885950" y="2393950"/>
          <p14:tracePt t="61421" x="1993900" y="2400300"/>
          <p14:tracePt t="61437" x="2209800" y="2425700"/>
          <p14:tracePt t="61454" x="2438400" y="2432050"/>
          <p14:tracePt t="61470" x="2546350" y="2432050"/>
          <p14:tracePt t="61487" x="2730500" y="2406650"/>
          <p14:tracePt t="61504" x="2863850" y="2381250"/>
          <p14:tracePt t="61520" x="2914650" y="2374900"/>
          <p14:tracePt t="61537" x="2959100" y="2355850"/>
          <p14:tracePt t="61554" x="2978150" y="2349500"/>
          <p14:tracePt t="61643" x="2971800" y="2349500"/>
          <p14:tracePt t="61650" x="2959100" y="2349500"/>
          <p14:tracePt t="61664" x="2946400" y="2349500"/>
          <p14:tracePt t="61673" x="2921000" y="2368550"/>
          <p14:tracePt t="61689" x="2889250" y="2374900"/>
          <p14:tracePt t="61702" x="2832100" y="2393950"/>
          <p14:tracePt t="61719" x="2686050" y="2451100"/>
          <p14:tracePt t="61736" x="2514600" y="2520950"/>
          <p14:tracePt t="61753" x="2419350" y="2565400"/>
          <p14:tracePt t="61770" x="2235200" y="2660650"/>
          <p14:tracePt t="61786" x="2057400" y="2736850"/>
          <p14:tracePt t="61802" x="2000250" y="2768600"/>
          <p14:tracePt t="61819" x="1905000" y="2825750"/>
          <p14:tracePt t="61835" x="1860550" y="2844800"/>
          <p14:tracePt t="61852" x="1847850" y="2851150"/>
          <p14:tracePt t="61869" x="1841500" y="2857500"/>
          <p14:tracePt t="61885" x="1835150" y="2863850"/>
          <p14:tracePt t="61995" x="1835150" y="2870200"/>
          <p14:tracePt t="62023" x="1841500" y="2870200"/>
          <p14:tracePt t="62037" x="1847850" y="2876550"/>
          <p14:tracePt t="62044" x="1860550" y="2876550"/>
          <p14:tracePt t="62058" x="1885950" y="2882900"/>
          <p14:tracePt t="62068" x="1911350" y="2889250"/>
          <p14:tracePt t="62084" x="1955800" y="2895600"/>
          <p14:tracePt t="62101" x="2095500" y="2908300"/>
          <p14:tracePt t="62118" x="2311400" y="2927350"/>
          <p14:tracePt t="62135" x="2425700" y="2927350"/>
          <p14:tracePt t="62151" x="2679700" y="2927350"/>
          <p14:tracePt t="62168" x="2933700" y="2914650"/>
          <p14:tracePt t="62185" x="3048000" y="2901950"/>
          <p14:tracePt t="62201" x="3225800" y="2889250"/>
          <p14:tracePt t="62218" x="3371850" y="2870200"/>
          <p14:tracePt t="62234" x="3429000" y="2863850"/>
          <p14:tracePt t="62251" x="3448050" y="2863850"/>
          <p14:tracePt t="62268" x="3454400" y="2857500"/>
          <p14:tracePt t="62284" x="3460750" y="2857500"/>
          <p14:tracePt t="62396" x="3460750" y="2851150"/>
          <p14:tracePt t="62487" x="3460750" y="2844800"/>
          <p14:tracePt t="62515" x="3460750" y="2838450"/>
          <p14:tracePt t="62528" x="3460750" y="2832100"/>
          <p14:tracePt t="62536" x="3460750" y="2825750"/>
          <p14:tracePt t="62553" x="3460750" y="2813050"/>
          <p14:tracePt t="62566" x="3460750" y="2774950"/>
          <p14:tracePt t="62583" x="3460750" y="2736850"/>
          <p14:tracePt t="62600" x="3460750" y="2616200"/>
          <p14:tracePt t="62616" x="3460750" y="2565400"/>
          <p14:tracePt t="62633" x="3441700" y="2438400"/>
          <p14:tracePt t="62649" x="3441700" y="2355850"/>
          <p14:tracePt t="62666" x="3435350" y="2317750"/>
          <p14:tracePt t="62683" x="3435350" y="2266950"/>
          <p14:tracePt t="62699" x="3435350" y="2235200"/>
          <p14:tracePt t="62716" x="3435350" y="2222500"/>
          <p14:tracePt t="62732" x="3435350" y="2203450"/>
          <p14:tracePt t="62749" x="3435350" y="2197100"/>
          <p14:tracePt t="62837" x="3441700" y="2197100"/>
          <p14:tracePt t="62887" x="3435350" y="2197100"/>
          <p14:tracePt t="62901" x="3429000" y="2203450"/>
          <p14:tracePt t="62908" x="3416300" y="2203450"/>
          <p14:tracePt t="62917" x="3397250" y="2203450"/>
          <p14:tracePt t="62932" x="3359150" y="2209800"/>
          <p14:tracePt t="62948" x="3302000" y="2209800"/>
          <p14:tracePt t="62965" x="3149600" y="2228850"/>
          <p14:tracePt t="62982" x="2908300" y="2254250"/>
          <p14:tracePt t="62999" x="2628900" y="2254250"/>
          <p14:tracePt t="63015" x="2489200" y="2260600"/>
          <p14:tracePt t="63031" x="2222500" y="2260600"/>
          <p14:tracePt t="63048" x="2019300" y="2260600"/>
          <p14:tracePt t="63065" x="1968500" y="2260600"/>
          <p14:tracePt t="63081" x="1885950" y="2260600"/>
          <p14:tracePt t="63098" x="1854200" y="2260600"/>
          <p14:tracePt t="63114" x="1847850" y="2260600"/>
          <p14:tracePt t="63167" x="1841500" y="2260600"/>
          <p14:tracePt t="63371" x="1860550" y="2266950"/>
          <p14:tracePt t="63378" x="1917700" y="2286000"/>
          <p14:tracePt t="63392" x="1993900" y="2317750"/>
          <p14:tracePt t="63400" x="2095500" y="2336800"/>
          <p14:tracePt t="63413" x="2228850" y="2368550"/>
          <p14:tracePt t="63430" x="2495550" y="2387600"/>
          <p14:tracePt t="63447" x="2609850" y="2400300"/>
          <p14:tracePt t="63463" x="2800350" y="2413000"/>
          <p14:tracePt t="63480" x="2901950" y="2419350"/>
          <p14:tracePt t="63497" x="2952750" y="2419350"/>
          <p14:tracePt t="63513" x="2959100" y="2419350"/>
          <p14:tracePt t="63547" x="2857500" y="2457450"/>
          <p14:tracePt t="63563" x="2800350" y="2489200"/>
          <p14:tracePt t="63579" x="2717800" y="2520950"/>
          <p14:tracePt t="63596" x="2520950" y="2603500"/>
          <p14:tracePt t="63613" x="2324100" y="2692400"/>
          <p14:tracePt t="63629" x="2228850" y="2749550"/>
          <p14:tracePt t="63646" x="2063750" y="2851150"/>
          <p14:tracePt t="63663" x="1962150" y="2927350"/>
          <p14:tracePt t="63680" x="1917700" y="2959100"/>
          <p14:tracePt t="63696" x="1905000" y="2965450"/>
          <p14:tracePt t="63712" x="1905000" y="2971800"/>
          <p14:tracePt t="63729" x="1898650" y="2978150"/>
          <p14:tracePt t="63762" x="1905000" y="2990850"/>
          <p14:tracePt t="63779" x="1943100" y="2997200"/>
          <p14:tracePt t="63795" x="2000250" y="3003550"/>
          <p14:tracePt t="63812" x="2051050" y="3003550"/>
          <p14:tracePt t="63829" x="2216150" y="3003550"/>
          <p14:tracePt t="63845" x="2457450" y="3003550"/>
          <p14:tracePt t="63863" x="2730500" y="3003550"/>
          <p14:tracePt t="63879" x="2870200" y="2990850"/>
          <p14:tracePt t="63895" x="3098800" y="2971800"/>
          <p14:tracePt t="63912" x="3321050" y="2940050"/>
          <p14:tracePt t="63929" x="3409950" y="2940050"/>
          <p14:tracePt t="63945" x="3511550" y="2927350"/>
          <p14:tracePt t="63962" x="3543300" y="2921000"/>
          <p14:tracePt t="63978" x="3556000" y="2921000"/>
          <p14:tracePt t="63995" x="3562350" y="2914650"/>
          <p14:tracePt t="64031" x="3562350" y="2908300"/>
          <p14:tracePt t="64045" x="3562350" y="2901950"/>
          <p14:tracePt t="64061" x="3562350" y="2889250"/>
          <p14:tracePt t="64078" x="3568700" y="2876550"/>
          <p14:tracePt t="64095" x="3568700" y="2832100"/>
          <p14:tracePt t="64111" x="3568700" y="2724150"/>
          <p14:tracePt t="64128" x="3568700" y="2647950"/>
          <p14:tracePt t="64144" x="3543300" y="2482850"/>
          <p14:tracePt t="64161" x="3536950" y="2393950"/>
          <p14:tracePt t="64180" x="3505200" y="2159000"/>
          <p14:tracePt t="64194" x="3505200" y="2120900"/>
          <p14:tracePt t="64211" x="3498850" y="2108200"/>
          <p14:tracePt t="64228" x="3498850" y="2089150"/>
          <p14:tracePt t="64244" x="3498850" y="2082800"/>
          <p14:tracePt t="64319" x="3498850" y="2076450"/>
          <p14:tracePt t="64361" x="3498850" y="2082800"/>
          <p14:tracePt t="64382" x="3498850" y="2095500"/>
          <p14:tracePt t="64389" x="3498850" y="2108200"/>
          <p14:tracePt t="64403" x="3498850" y="2120900"/>
          <p14:tracePt t="64413" x="3517900" y="2146300"/>
          <p14:tracePt t="64427" x="3524250" y="2178050"/>
          <p14:tracePt t="64443" x="3543300" y="2235200"/>
          <p14:tracePt t="64460" x="3600450" y="2393950"/>
          <p14:tracePt t="64476" x="3632200" y="2476500"/>
          <p14:tracePt t="64493" x="3663950" y="2578100"/>
          <p14:tracePt t="64509" x="3721100" y="2749550"/>
          <p14:tracePt t="64526" x="3740150" y="2794000"/>
          <p14:tracePt t="64544" x="3765550" y="2857500"/>
          <p14:tracePt t="64560" x="3771900" y="2870200"/>
          <p14:tracePt t="64576" x="3778250" y="2876550"/>
          <p14:tracePt t="64593" x="3778250" y="2882900"/>
          <p14:tracePt t="64614" x="3784600" y="2870200"/>
          <p14:tracePt t="64630" x="3784600" y="2851150"/>
          <p14:tracePt t="64642" x="3771900" y="2749550"/>
          <p14:tracePt t="64659" x="3740150" y="2635250"/>
          <p14:tracePt t="64676" x="3663950" y="2355850"/>
          <p14:tracePt t="64692" x="3587750" y="2133600"/>
          <p14:tracePt t="64709" x="3556000" y="2038350"/>
          <p14:tracePt t="64728" x="3524250" y="1962150"/>
          <p14:tracePt t="64742" x="3517900" y="1949450"/>
          <p14:tracePt t="64778" x="3511550" y="1949450"/>
          <p14:tracePt t="64792" x="3517900" y="1974850"/>
          <p14:tracePt t="64809" x="3562350" y="2070100"/>
          <p14:tracePt t="64825" x="3594100" y="2152650"/>
          <p14:tracePt t="64842" x="3689350" y="2349500"/>
          <p14:tracePt t="64859" x="3790950" y="2546350"/>
          <p14:tracePt t="64875" x="3841750" y="2628900"/>
          <p14:tracePt t="64892" x="3930650" y="2743200"/>
          <p14:tracePt t="64909" x="3956050" y="2781300"/>
          <p14:tracePt t="64925" x="3956050" y="2787650"/>
          <p14:tracePt t="64942" x="3962400" y="2787650"/>
          <p14:tracePt t="65007" x="3962400" y="2800350"/>
          <p14:tracePt t="65014" x="3962400" y="2819400"/>
          <p14:tracePt t="65025" x="3962400" y="2838450"/>
          <p14:tracePt t="65041" x="3956050" y="2876550"/>
          <p14:tracePt t="65058" x="3943350" y="2971800"/>
          <p14:tracePt t="65074" x="3924300" y="3105150"/>
          <p14:tracePt t="65091" x="3917950" y="3232150"/>
          <p14:tracePt t="65107" x="3911600" y="3270250"/>
          <p14:tracePt t="65355" x="3937000" y="3390900"/>
          <p14:tracePt t="65362" x="3981450" y="3536950"/>
          <p14:tracePt t="65376" x="4032250" y="3695700"/>
          <p14:tracePt t="65390" x="4064000" y="3848100"/>
          <p14:tracePt t="65406" x="4140200" y="4089400"/>
          <p14:tracePt t="65423" x="4184650" y="4184650"/>
          <p14:tracePt t="65440" x="4241800" y="4318000"/>
          <p14:tracePt t="65456" x="4279900" y="4394200"/>
          <p14:tracePt t="65474" x="4286250" y="4419600"/>
          <p14:tracePt t="65506" x="4292600" y="4419600"/>
          <p14:tracePt t="65523" x="4292600" y="4425950"/>
          <p14:tracePt t="65566" x="4298950" y="4425950"/>
          <p14:tracePt t="65574" x="4305300" y="4425950"/>
          <p14:tracePt t="65587" x="4318000" y="4432300"/>
          <p14:tracePt t="65593" x="4337050" y="4432300"/>
          <p14:tracePt t="65609" x="4356100" y="4432300"/>
          <p14:tracePt t="65622" x="4381500" y="4432300"/>
          <p14:tracePt t="65639" x="4419600" y="4432300"/>
          <p14:tracePt t="65657" x="4451350" y="4432300"/>
          <p14:tracePt t="65672" x="4464050" y="4425950"/>
          <p14:tracePt t="65689" x="4476750" y="4425950"/>
          <p14:tracePt t="65706" x="4483100" y="4425950"/>
          <p14:tracePt t="65722" x="4489450" y="4425950"/>
          <p14:tracePt t="65739" x="4495800" y="4419600"/>
          <p14:tracePt t="65755" x="4502150" y="4406900"/>
          <p14:tracePt t="65772" x="4514850" y="4400550"/>
          <p14:tracePt t="65788" x="4521200" y="4394200"/>
          <p14:tracePt t="65805" x="4540250" y="4387850"/>
          <p14:tracePt t="65825" x="4552950" y="4387850"/>
          <p14:tracePt t="65852" x="4559300" y="4387850"/>
          <p14:tracePt t="65873" x="4565650" y="4387850"/>
          <p14:tracePt t="66215" x="4533900" y="4387850"/>
          <p14:tracePt t="66229" x="4464050" y="4387850"/>
          <p14:tracePt t="66237" x="4400550" y="4375150"/>
          <p14:tracePt t="66250" x="4337050" y="4368800"/>
          <p14:tracePt t="66257" x="4286250" y="4368800"/>
          <p14:tracePt t="66270" x="4235450" y="4368800"/>
          <p14:tracePt t="66287" x="4171950" y="4356100"/>
          <p14:tracePt t="66303" x="4146550" y="4356100"/>
          <p14:tracePt t="66321" x="4108450" y="4356100"/>
          <p14:tracePt t="66337" x="4089400" y="4356100"/>
          <p14:tracePt t="66353" x="4083050" y="4356100"/>
          <p14:tracePt t="66370" x="4076700" y="4356100"/>
          <p14:tracePt t="66386" x="4070350" y="4362450"/>
          <p14:tracePt t="66403" x="4064000" y="4362450"/>
          <p14:tracePt t="66777" x="4051300" y="4375150"/>
          <p14:tracePt t="66791" x="4038600" y="4406900"/>
          <p14:tracePt t="66798" x="4025900" y="4425950"/>
          <p14:tracePt t="66812" x="4000500" y="4457700"/>
          <p14:tracePt t="66821" x="3968750" y="4495800"/>
          <p14:tracePt t="66835" x="3930650" y="4540250"/>
          <p14:tracePt t="66851" x="3860800" y="4610100"/>
          <p14:tracePt t="66868" x="3790950" y="4686300"/>
          <p14:tracePt t="66885" x="3752850" y="4724400"/>
          <p14:tracePt t="66901" x="3683000" y="4794250"/>
          <p14:tracePt t="66918" x="3619500" y="4851400"/>
          <p14:tracePt t="66935" x="3594100" y="4870450"/>
          <p14:tracePt t="66953" x="3568700" y="4895850"/>
          <p14:tracePt t="66967" x="3556000" y="4895850"/>
          <p14:tracePt t="67009" x="3556000" y="4889500"/>
          <p14:tracePt t="67360" x="3568700" y="4889500"/>
          <p14:tracePt t="67381" x="3638550" y="4889500"/>
          <p14:tracePt t="67388" x="3676650" y="4889500"/>
          <p14:tracePt t="67403" x="3708400" y="4889500"/>
          <p14:tracePt t="67417" x="3746500" y="4889500"/>
          <p14:tracePt t="67433" x="3797300" y="4889500"/>
          <p14:tracePt t="67449" x="3822700" y="4889500"/>
          <p14:tracePt t="67466" x="3854450" y="4883150"/>
          <p14:tracePt t="67483" x="3873500" y="4876800"/>
          <p14:tracePt t="67500" x="3879850" y="4876800"/>
          <p14:tracePt t="67516" x="3886200" y="4870450"/>
          <p14:tracePt t="67851" x="3879850" y="4876800"/>
          <p14:tracePt t="67866" x="3873500" y="4883150"/>
          <p14:tracePt t="67872" x="3873500" y="4895850"/>
          <p14:tracePt t="67881" x="3860800" y="4914900"/>
          <p14:tracePt t="67897" x="3854450" y="4927600"/>
          <p14:tracePt t="67914" x="3835400" y="4972050"/>
          <p14:tracePt t="67931" x="3829050" y="4991100"/>
          <p14:tracePt t="67948" x="3816350" y="5035550"/>
          <p14:tracePt t="67964" x="3797300" y="5060950"/>
          <p14:tracePt t="67998" x="3797300" y="5073650"/>
          <p14:tracePt t="68054" x="3797300" y="5067300"/>
          <p14:tracePt t="68076" x="3797300" y="5054600"/>
          <p14:tracePt t="68089" x="3803650" y="5048250"/>
          <p14:tracePt t="68104" x="3810000" y="5035550"/>
          <p14:tracePt t="68111" x="3816350" y="5022850"/>
          <p14:tracePt t="68125" x="3829050" y="4997450"/>
          <p14:tracePt t="68134" x="3841750" y="4978400"/>
          <p14:tracePt t="68147" x="3854450" y="4965700"/>
          <p14:tracePt t="68163" x="3879850" y="4921250"/>
          <p14:tracePt t="68181" x="3892550" y="4902200"/>
          <p14:tracePt t="68197" x="3917950" y="4876800"/>
          <p14:tracePt t="68213" x="3930650" y="4870450"/>
          <p14:tracePt t="68231" x="3937000" y="4851400"/>
          <p14:tracePt t="68272" x="3937000" y="4845050"/>
          <p14:tracePt t="68476" x="3930650" y="4851400"/>
          <p14:tracePt t="68504" x="3924300" y="4851400"/>
          <p14:tracePt t="68546" x="3917950" y="4857750"/>
          <p14:tracePt t="68581" x="3917950" y="4864100"/>
          <p14:tracePt t="68616" x="3911600" y="4864100"/>
          <p14:tracePt t="68645" x="3905250" y="4870450"/>
          <p14:tracePt t="68651" x="3905250" y="4876800"/>
          <p14:tracePt t="68665" x="3905250" y="4889500"/>
          <p14:tracePt t="68679" x="3905250" y="4902200"/>
          <p14:tracePt t="68695" x="3898900" y="4940300"/>
          <p14:tracePt t="68712" x="3892550" y="4965700"/>
          <p14:tracePt t="68728" x="3879850" y="5054600"/>
          <p14:tracePt t="68745" x="3860800" y="5149850"/>
          <p14:tracePt t="68762" x="3860800" y="5213350"/>
          <p14:tracePt t="68778" x="3841750" y="5334000"/>
          <p14:tracePt t="68795" x="3841750" y="5372100"/>
          <p14:tracePt t="68812" x="3841750" y="5410200"/>
          <p14:tracePt t="68828" x="3841750" y="5492750"/>
          <p14:tracePt t="68844" x="3841750" y="5543550"/>
          <p14:tracePt t="68862" x="3841750" y="5581650"/>
          <p14:tracePt t="68878" x="3841750" y="5626100"/>
          <p14:tracePt t="68894" x="3841750" y="5645150"/>
          <p14:tracePt t="68911" x="3848100" y="5676900"/>
          <p14:tracePt t="68928" x="3848100" y="5695950"/>
          <p14:tracePt t="68944" x="3848100" y="5702300"/>
          <p14:tracePt t="69023" x="3854450" y="5702300"/>
          <p14:tracePt t="69122" x="3860800" y="5702300"/>
          <p14:tracePt t="69157" x="3860800" y="5695950"/>
          <p14:tracePt t="69508" x="3860800" y="5708650"/>
          <p14:tracePt t="69515" x="3848100" y="5740400"/>
          <p14:tracePt t="69529" x="3829050" y="5772150"/>
          <p14:tracePt t="69543" x="3810000" y="5810250"/>
          <p14:tracePt t="69559" x="3784600" y="5867400"/>
          <p14:tracePt t="69575" x="3778250" y="5886450"/>
          <p14:tracePt t="69592" x="3746500" y="5918200"/>
          <p14:tracePt t="69608" x="3721100" y="5949950"/>
          <p14:tracePt t="69625" x="3708400" y="5956300"/>
          <p14:tracePt t="69642" x="3676650" y="5975350"/>
          <p14:tracePt t="69658" x="3632200" y="5988050"/>
          <p14:tracePt t="69675" x="3594100" y="5988050"/>
          <p14:tracePt t="69692" x="3536950" y="5994400"/>
          <p14:tracePt t="69708" x="3467100" y="5994400"/>
          <p14:tracePt t="69726" x="3429000" y="5988050"/>
          <p14:tracePt t="69742" x="3352800" y="5969000"/>
          <p14:tracePt t="69758" x="3327400" y="5962650"/>
          <p14:tracePt t="69775" x="3263900" y="5949950"/>
          <p14:tracePt t="69791" x="3244850" y="5943600"/>
          <p14:tracePt t="69808" x="3238500" y="5937250"/>
          <p14:tracePt t="69825" x="3225800" y="5937250"/>
          <p14:tracePt t="69841" x="3219450" y="5930900"/>
          <p14:tracePt t="69874" x="3219450" y="5924550"/>
          <p14:tracePt t="69901" x="3219450" y="5918200"/>
          <p14:tracePt t="70006" x="3219450" y="5911850"/>
          <p14:tracePt t="70021" x="3219450" y="5905500"/>
          <p14:tracePt t="70027" x="3219450" y="5892800"/>
          <p14:tracePt t="70043" x="3219450" y="5880100"/>
          <p14:tracePt t="70057" x="3219450" y="5848350"/>
          <p14:tracePt t="70074" x="3225800" y="5816600"/>
          <p14:tracePt t="70091" x="3238500" y="5778500"/>
          <p14:tracePt t="70107" x="3270250" y="5702300"/>
          <p14:tracePt t="70123" x="3302000" y="5619750"/>
          <p14:tracePt t="70140" x="3352800" y="5537200"/>
          <p14:tracePt t="70157" x="3371850" y="5505450"/>
          <p14:tracePt t="70160" x="3397250" y="5473700"/>
          <p14:tracePt t="70173" x="3416300" y="5454650"/>
          <p14:tracePt t="70190" x="3467100" y="5422900"/>
          <p14:tracePt t="70207" x="3492500" y="5410200"/>
          <p14:tracePt t="70224" x="3517900" y="5403850"/>
          <p14:tracePt t="70240" x="3524250" y="5397500"/>
          <p14:tracePt t="70256" x="3530600" y="5397500"/>
          <p14:tracePt t="70289" x="3530600" y="5410200"/>
          <p14:tracePt t="70306" x="3524250" y="5410200"/>
          <p14:tracePt t="70322" x="3505200" y="5435600"/>
          <p14:tracePt t="70340" x="3479800" y="5448300"/>
          <p14:tracePt t="70356" x="3467100" y="5467350"/>
          <p14:tracePt t="70372" x="3429000" y="5492750"/>
          <p14:tracePt t="70389" x="3416300" y="5499100"/>
          <p14:tracePt t="70406" x="3371850" y="5518150"/>
          <p14:tracePt t="70422" x="3359150" y="5524500"/>
          <p14:tracePt t="70439" x="3346450" y="5524500"/>
          <p14:tracePt t="70456" x="3327400" y="5530850"/>
          <p14:tracePt t="70472" x="3314700" y="5530850"/>
          <p14:tracePt t="70505" x="3308350" y="5530850"/>
          <p14:tracePt t="70522" x="3302000" y="5530850"/>
          <p14:tracePt t="70561" x="3295650" y="5530850"/>
          <p14:tracePt t="70729" x="3302000" y="5530850"/>
          <p14:tracePt t="70757" x="3308350" y="5530850"/>
          <p14:tracePt t="70773" x="3314700" y="5530850"/>
          <p14:tracePt t="70779" x="3321050" y="5530850"/>
          <p14:tracePt t="70800" x="3333750" y="5530850"/>
          <p14:tracePt t="70814" x="3346450" y="5530850"/>
          <p14:tracePt t="70823" x="3365500" y="5530850"/>
          <p14:tracePt t="70838" x="3390900" y="5530850"/>
          <p14:tracePt t="70854" x="3473450" y="5518150"/>
          <p14:tracePt t="70871" x="3594100" y="5486400"/>
          <p14:tracePt t="70887" x="3663950" y="5461000"/>
          <p14:tracePt t="70905" x="3784600" y="5410200"/>
          <p14:tracePt t="70921" x="3873500" y="5359400"/>
          <p14:tracePt t="70937" x="3898900" y="5346700"/>
          <p14:tracePt t="70954" x="3930650" y="5321300"/>
          <p14:tracePt t="70971" x="3943350" y="5308600"/>
          <p14:tracePt t="71004" x="3911600" y="5276850"/>
          <p14:tracePt t="71020" x="3879850" y="5264150"/>
          <p14:tracePt t="71038" x="3740150" y="5200650"/>
          <p14:tracePt t="71053" x="3683000" y="5181600"/>
          <p14:tracePt t="71070" x="3644900" y="5168900"/>
          <p14:tracePt t="71087" x="3575050" y="5130800"/>
          <p14:tracePt t="71103" x="3549650" y="5118100"/>
          <p14:tracePt t="71120" x="3536950" y="5111750"/>
          <p14:tracePt t="71137" x="3530600" y="5111750"/>
          <p14:tracePt t="71153" x="3543300" y="5105400"/>
          <p14:tracePt t="71170" x="3556000" y="5099050"/>
          <p14:tracePt t="71186" x="3600450" y="5080000"/>
          <p14:tracePt t="71203" x="3683000" y="5048250"/>
          <p14:tracePt t="71221" x="3784600" y="4997450"/>
          <p14:tracePt t="71236" x="3829050" y="4959350"/>
          <p14:tracePt t="71253" x="3905250" y="4914900"/>
          <p14:tracePt t="71270" x="3930650" y="4895850"/>
          <p14:tracePt t="71286" x="3937000" y="4889500"/>
          <p14:tracePt t="71303" x="3943350" y="4889500"/>
          <p14:tracePt t="71319" x="3949700" y="4883150"/>
          <p14:tracePt t="71382" x="3949700" y="4889500"/>
          <p14:tracePt t="71404" x="3949700" y="4895850"/>
          <p14:tracePt t="71410" x="3949700" y="4902200"/>
          <p14:tracePt t="71425" x="3949700" y="4908550"/>
          <p14:tracePt t="71436" x="3943350" y="4908550"/>
          <p14:tracePt t="71453" x="3930650" y="4921250"/>
          <p14:tracePt t="71469" x="3924300" y="4933950"/>
          <p14:tracePt t="71485" x="3898900" y="4959350"/>
          <p14:tracePt t="71502" x="3873500" y="5003800"/>
          <p14:tracePt t="71519" x="3848100" y="5022850"/>
          <p14:tracePt t="71535" x="3822700" y="5060950"/>
          <p14:tracePt t="71552" x="3797300" y="5080000"/>
          <p14:tracePt t="71568" x="3790950" y="5086350"/>
          <p14:tracePt t="71972" x="3784600" y="5099050"/>
          <p14:tracePt t="71986" x="3765550" y="5130800"/>
          <p14:tracePt t="71993" x="3752850" y="5162550"/>
          <p14:tracePt t="72007" x="3746500" y="5187950"/>
          <p14:tracePt t="72017" x="3727450" y="5232400"/>
          <p14:tracePt t="72035" x="3702050" y="5295900"/>
          <p14:tracePt t="72051" x="3695700" y="5308600"/>
          <p14:tracePt t="72067" x="3683000" y="5334000"/>
          <p14:tracePt t="72084" x="3683000" y="5340350"/>
          <p14:tracePt t="72116" x="3683000" y="5346700"/>
          <p14:tracePt t="72162" x="3676650" y="5346700"/>
          <p14:tracePt t="72288" x="3676650" y="5340350"/>
          <p14:tracePt t="72294" x="3676650" y="5334000"/>
          <p14:tracePt t="72302" x="3683000" y="5327650"/>
          <p14:tracePt t="72319" x="3683000" y="5321300"/>
          <p14:tracePt t="72332" x="3689350" y="5302250"/>
          <p14:tracePt t="72349" x="3714750" y="5245100"/>
          <p14:tracePt t="72366" x="3752850" y="5111750"/>
          <p14:tracePt t="72383" x="3778250" y="5041900"/>
          <p14:tracePt t="72400" x="3797300" y="4838700"/>
          <p14:tracePt t="72416" x="3822700" y="4610100"/>
          <p14:tracePt t="72432" x="3822700" y="4483100"/>
          <p14:tracePt t="72449" x="3822700" y="4279900"/>
          <p14:tracePt t="72465" x="3816350" y="4102100"/>
          <p14:tracePt t="72482" x="3816350" y="4051300"/>
          <p14:tracePt t="72499" x="3810000" y="4000500"/>
          <p14:tracePt t="72778" x="3835400" y="3968750"/>
          <p14:tracePt t="72784" x="3892550" y="3905250"/>
          <p14:tracePt t="72801" x="3975100" y="3835400"/>
          <p14:tracePt t="72814" x="4064000" y="3752850"/>
          <p14:tracePt t="72831" x="4273550" y="3536950"/>
          <p14:tracePt t="72848" x="4521200" y="3352800"/>
          <p14:tracePt t="72864" x="4629150" y="3276600"/>
          <p14:tracePt t="72881" x="4813300" y="3149600"/>
          <p14:tracePt t="72897" x="4991100" y="3060700"/>
          <p14:tracePt t="72914" x="5060950" y="3028950"/>
          <p14:tracePt t="72931" x="5187950" y="2997200"/>
          <p14:tracePt t="72947" x="5295900" y="2997200"/>
          <p14:tracePt t="72964" x="5346700" y="2997200"/>
          <p14:tracePt t="72981" x="5410200" y="2997200"/>
          <p14:tracePt t="72997" x="5454650" y="3009900"/>
          <p14:tracePt t="73013" x="5486400" y="3016250"/>
          <p14:tracePt t="73031" x="5524500" y="3022600"/>
          <p14:tracePt t="73047" x="5543550" y="3028950"/>
          <p14:tracePt t="73064" x="5575300" y="3035300"/>
          <p14:tracePt t="73079" x="5651500" y="3067050"/>
          <p14:tracePt t="73096" x="5708650" y="3098800"/>
          <p14:tracePt t="73113" x="5803900" y="3130550"/>
          <p14:tracePt t="73130" x="5911850" y="3162300"/>
          <p14:tracePt t="73146" x="5969000" y="3181350"/>
          <p14:tracePt t="73164" x="6038850" y="3194050"/>
          <p14:tracePt t="73180" x="6096000" y="3200400"/>
          <p14:tracePt t="73196" x="6115050" y="3206750"/>
          <p14:tracePt t="73200" x="6140450" y="3213100"/>
          <p14:tracePt t="73213" x="6146800" y="3213100"/>
          <p14:tracePt t="73230" x="6159500" y="3213100"/>
          <p14:tracePt t="73247" x="6165850" y="3213100"/>
          <p14:tracePt t="73269" x="6172200" y="3213100"/>
          <p14:tracePt t="73690" x="6146800" y="3219450"/>
          <p14:tracePt t="73697" x="6089650" y="3232150"/>
          <p14:tracePt t="73714" x="6051550" y="3232150"/>
          <p14:tracePt t="73728" x="6000750" y="3232150"/>
          <p14:tracePt t="73745" x="5930900" y="3232150"/>
          <p14:tracePt t="73761" x="5880100" y="3206750"/>
          <p14:tracePt t="73778" x="5867400" y="3187700"/>
          <p14:tracePt t="73794" x="5835650" y="3143250"/>
          <p14:tracePt t="73811" x="5822950" y="3111500"/>
          <p14:tracePt t="73827" x="5816600" y="3105150"/>
          <p14:tracePt t="73845" x="5810250" y="3098800"/>
          <p14:tracePt t="73860" x="5816600" y="3092450"/>
          <p14:tracePt t="73877" x="5822950" y="3086100"/>
          <p14:tracePt t="73894" x="5867400" y="3086100"/>
          <p14:tracePt t="73911" x="5949950" y="3079750"/>
          <p14:tracePt t="73927" x="6000750" y="3079750"/>
          <p14:tracePt t="73944" x="6172200" y="3092450"/>
          <p14:tracePt t="73961" x="6337300" y="3124200"/>
          <p14:tracePt t="73978" x="6483350" y="3143250"/>
          <p14:tracePt t="73994" x="6521450" y="3143250"/>
          <p14:tracePt t="74011" x="6553200" y="3143250"/>
          <p14:tracePt t="74028" x="6584950" y="3143250"/>
          <p14:tracePt t="74060" x="6591300" y="3143250"/>
          <p14:tracePt t="74118" x="6597650" y="3149600"/>
          <p14:tracePt t="74153" x="6597650" y="3155950"/>
          <p14:tracePt t="74182" x="6597650" y="3162300"/>
          <p14:tracePt t="74582" x="6502400" y="3155950"/>
          <p14:tracePt t="74596" x="6343650" y="3149600"/>
          <p14:tracePt t="74603" x="6184900" y="3136900"/>
          <p14:tracePt t="74611" x="5994400" y="3124200"/>
          <p14:tracePt t="74625" x="5835650" y="3124200"/>
          <p14:tracePt t="74641" x="5670550" y="3111500"/>
          <p14:tracePt t="74658" x="5143500" y="3111500"/>
          <p14:tracePt t="74674" x="5016500" y="3117850"/>
          <p14:tracePt t="74691" x="4889500" y="3117850"/>
          <p14:tracePt t="74708" x="4660900" y="3117850"/>
          <p14:tracePt t="74724" x="4483100" y="3143250"/>
          <p14:tracePt t="74741" x="4413250" y="3155950"/>
          <p14:tracePt t="74757" x="4343400" y="3168650"/>
          <p14:tracePt t="74774" x="4311650" y="3194050"/>
          <p14:tracePt t="74791" x="4298950" y="3200400"/>
          <p14:tracePt t="74807" x="4292600" y="3200400"/>
          <p14:tracePt t="74824" x="4292600" y="3194050"/>
          <p14:tracePt t="74863" x="4305300" y="3200400"/>
          <p14:tracePt t="74873" x="4318000" y="3213100"/>
          <p14:tracePt t="75195" x="4375150" y="3200400"/>
          <p14:tracePt t="75201" x="4445000" y="3181350"/>
          <p14:tracePt t="75216" x="4533900" y="3149600"/>
          <p14:tracePt t="75225" x="4616450" y="3130550"/>
          <p14:tracePt t="75239" x="4705350" y="3111500"/>
          <p14:tracePt t="75256" x="4870450" y="3092450"/>
          <p14:tracePt t="75272" x="4953000" y="3073400"/>
          <p14:tracePt t="75289" x="4978400" y="3073400"/>
          <p14:tracePt t="75306" x="4984750" y="3067050"/>
          <p14:tracePt t="75323" x="4965700" y="3022600"/>
          <p14:tracePt t="75339" x="4921250" y="2984500"/>
          <p14:tracePt t="75357" x="4806950" y="2927350"/>
          <p14:tracePt t="75372" x="4737100" y="2901950"/>
          <p14:tracePt t="75389" x="4559300" y="2876550"/>
          <p14:tracePt t="75405" x="4368800" y="2870200"/>
          <p14:tracePt t="75422" x="4286250" y="2870200"/>
          <p14:tracePt t="75438" x="4121150" y="2889250"/>
          <p14:tracePt t="75455" x="4013200" y="2940050"/>
          <p14:tracePt t="75472" x="3968750" y="2952750"/>
          <p14:tracePt t="75489" x="3937000" y="2965450"/>
          <p14:tracePt t="75505" x="3924300" y="2965450"/>
          <p14:tracePt t="75522" x="3917950" y="2965450"/>
          <p14:tracePt t="75573" x="3924300" y="2965450"/>
          <p14:tracePt t="75589" x="3943350" y="2971800"/>
          <p14:tracePt t="75595" x="3968750" y="2984500"/>
          <p14:tracePt t="75604" x="4013200" y="2997200"/>
          <p14:tracePt t="75623" x="4159250" y="3048000"/>
          <p14:tracePt t="75638" x="4254500" y="3079750"/>
          <p14:tracePt t="75655" x="4343400" y="3117850"/>
          <p14:tracePt t="75672" x="4826000" y="3238500"/>
          <p14:tracePt t="75688" x="5022850" y="3263900"/>
          <p14:tracePt t="75704" x="5213350" y="3276600"/>
          <p14:tracePt t="75721" x="5613400" y="3308350"/>
          <p14:tracePt t="75737" x="5937250" y="3302000"/>
          <p14:tracePt t="75754" x="6064250" y="3289300"/>
          <p14:tracePt t="75771" x="6229350" y="3282950"/>
          <p14:tracePt t="75787" x="6286500" y="3270250"/>
          <p14:tracePt t="75804" x="6337300" y="3270250"/>
          <p14:tracePt t="75820" x="6369050" y="3270250"/>
          <p14:tracePt t="75837" x="6381750" y="3263900"/>
          <p14:tracePt t="75862" x="6388100" y="3263900"/>
          <p14:tracePt t="75925" x="6394450" y="3263900"/>
          <p14:tracePt t="75967" x="6394450" y="3257550"/>
          <p14:tracePt t="76002" x="6400800" y="3257550"/>
          <p14:tracePt t="76016" x="6413500" y="3251200"/>
          <p14:tracePt t="76030" x="6432550" y="3244850"/>
          <p14:tracePt t="76040" x="6457950" y="3232150"/>
          <p14:tracePt t="76053" x="6496050" y="3225800"/>
          <p14:tracePt t="76070" x="6604000" y="3200400"/>
          <p14:tracePt t="76086" x="6711950" y="3181350"/>
          <p14:tracePt t="76103" x="6756400" y="3162300"/>
          <p14:tracePt t="76120" x="6838950" y="3143250"/>
          <p14:tracePt t="76136" x="6896100" y="3130550"/>
          <p14:tracePt t="76152" x="6915150" y="3124200"/>
          <p14:tracePt t="76170" x="6946900" y="3117850"/>
          <p14:tracePt t="76185" x="6959600" y="3111500"/>
          <p14:tracePt t="76219" x="6965950" y="3105150"/>
          <p14:tracePt t="76248" x="6959600" y="3105150"/>
          <p14:tracePt t="76256" x="6940550" y="3105150"/>
          <p14:tracePt t="76271" x="6921500" y="3105150"/>
          <p14:tracePt t="76286" x="6870700" y="3105150"/>
          <p14:tracePt t="76302" x="6807200" y="3105150"/>
          <p14:tracePt t="76319" x="6451600" y="3105150"/>
          <p14:tracePt t="76335" x="6299200" y="3105150"/>
          <p14:tracePt t="76353" x="5937250" y="3105150"/>
          <p14:tracePt t="76368" x="5613400" y="3111500"/>
          <p14:tracePt t="76385" x="5473700" y="3124200"/>
          <p14:tracePt t="76402" x="5232400" y="3155950"/>
          <p14:tracePt t="76419" x="5054600" y="3162300"/>
          <p14:tracePt t="76435" x="4984750" y="3175000"/>
          <p14:tracePt t="76452" x="4870450" y="3168650"/>
          <p14:tracePt t="76468" x="4756150" y="3162300"/>
          <p14:tracePt t="76487" x="4635500" y="3143250"/>
          <p14:tracePt t="76501" x="4565650" y="3130550"/>
          <p14:tracePt t="76518" x="4413250" y="3111500"/>
          <p14:tracePt t="76536" x="4254500" y="3086100"/>
          <p14:tracePt t="76552" x="4152900" y="3073400"/>
          <p14:tracePt t="76568" x="4064000" y="3060700"/>
          <p14:tracePt t="76585" x="3841750" y="3016250"/>
          <p14:tracePt t="76602" x="3784600" y="2997200"/>
          <p14:tracePt t="76618" x="3740150" y="2978150"/>
          <p14:tracePt t="76635" x="3670300" y="2959100"/>
          <p14:tracePt t="76651" x="3651250" y="2952750"/>
          <p14:tracePt t="76669" x="3644900" y="2952750"/>
          <p14:tracePt t="76684" x="3632200" y="2946400"/>
          <p14:tracePt t="76718" x="3625850" y="2946400"/>
          <p14:tracePt t="76739" x="3625850" y="2952750"/>
          <p14:tracePt t="76768" x="3625850" y="2959100"/>
          <p14:tracePt t="76788" x="3625850" y="2965450"/>
          <p14:tracePt t="76794" x="3638550" y="2971800"/>
          <p14:tracePt t="76809" x="3663950" y="2997200"/>
          <p14:tracePt t="76819" x="3676650" y="3016250"/>
          <p14:tracePt t="76833" x="3708400" y="3041650"/>
          <p14:tracePt t="76852" x="3771900" y="3092450"/>
          <p14:tracePt t="76867" x="3835400" y="3124200"/>
          <p14:tracePt t="76884" x="3860800" y="3136900"/>
          <p14:tracePt t="76901" x="3886200" y="3155950"/>
          <p14:tracePt t="76917" x="3892550" y="3155950"/>
          <p14:tracePt t="76933" x="3905250" y="3162300"/>
          <p14:tracePt t="77006" x="3905250" y="3155950"/>
          <p14:tracePt t="77019" x="3905250" y="3149600"/>
          <p14:tracePt t="77027" x="3898900" y="3143250"/>
          <p14:tracePt t="77041" x="3886200" y="3143250"/>
          <p14:tracePt t="77050" x="3867150" y="3136900"/>
          <p14:tracePt t="77067" x="3841750" y="3130550"/>
          <p14:tracePt t="77083" x="3784600" y="3111500"/>
          <p14:tracePt t="77099" x="3695700" y="3067050"/>
          <p14:tracePt t="77116" x="3663950" y="3060700"/>
          <p14:tracePt t="77133" x="3625850" y="3028950"/>
          <p14:tracePt t="77149" x="3587750" y="3016250"/>
          <p14:tracePt t="77166" x="3581400" y="3009900"/>
          <p14:tracePt t="77199" x="3587750" y="3003550"/>
          <p14:tracePt t="77217" x="3676650" y="3003550"/>
          <p14:tracePt t="77233" x="3740150" y="3003550"/>
          <p14:tracePt t="77249" x="3816350" y="3003550"/>
          <p14:tracePt t="77253" x="3905250" y="3003550"/>
          <p14:tracePt t="77266" x="4006850" y="3009900"/>
          <p14:tracePt t="77282" x="4197350" y="3016250"/>
          <p14:tracePt t="77299" x="4286250" y="3028950"/>
          <p14:tracePt t="77316" x="4368800" y="3035300"/>
          <p14:tracePt t="77332" x="4400550" y="3035300"/>
          <p14:tracePt t="77349" x="4406900" y="3035300"/>
          <p14:tracePt t="77365" x="4413250" y="3035300"/>
          <p14:tracePt t="77400" x="4406900" y="3035300"/>
          <p14:tracePt t="77413" x="4387850" y="3035300"/>
          <p14:tracePt t="77419" x="4375150" y="3035300"/>
          <p14:tracePt t="77432" x="4349750" y="3028950"/>
          <p14:tracePt t="77449" x="4241800" y="3028950"/>
          <p14:tracePt t="77465" x="4165600" y="3028950"/>
          <p14:tracePt t="77481" x="4089400" y="3041650"/>
          <p14:tracePt t="77498" x="3835400" y="3048000"/>
          <p14:tracePt t="77515" x="3752850" y="3048000"/>
          <p14:tracePt t="77533" x="3613150" y="3048000"/>
          <p14:tracePt t="77548" x="3562350" y="3041650"/>
          <p14:tracePt t="77564" x="3479800" y="3041650"/>
          <p14:tracePt t="77582" x="3429000" y="3048000"/>
          <p14:tracePt t="77598" x="3422650" y="3048000"/>
          <p14:tracePt t="77614" x="3416300" y="3054350"/>
          <p14:tracePt t="78144" x="3416300" y="3105150"/>
          <p14:tracePt t="78151" x="3422650" y="3219450"/>
          <p14:tracePt t="78166" x="3435350" y="3333750"/>
          <p14:tracePt t="78180" x="3441700" y="3600450"/>
          <p14:tracePt t="78196" x="3454400" y="3727450"/>
          <p14:tracePt t="78212" x="3473450" y="3873500"/>
          <p14:tracePt t="78229" x="3511550" y="4152900"/>
          <p14:tracePt t="78245" x="3581400" y="4483100"/>
          <p14:tracePt t="78262" x="3613150" y="4610100"/>
          <p14:tracePt t="78279" x="3676650" y="4832350"/>
          <p14:tracePt t="78295" x="3727450" y="4978400"/>
          <p14:tracePt t="78313" x="3740150" y="5022850"/>
          <p14:tracePt t="78328" x="3740150" y="5029200"/>
          <p14:tracePt t="78345" x="3746500" y="5029200"/>
          <p14:tracePt t="78565" x="3752850" y="5073650"/>
          <p14:tracePt t="78572" x="3759200" y="5130800"/>
          <p14:tracePt t="78586" x="3759200" y="5181600"/>
          <p14:tracePt t="78595" x="3771900" y="5219700"/>
          <p14:tracePt t="78611" x="3778250" y="5264150"/>
          <p14:tracePt t="78628" x="3797300" y="5327650"/>
          <p14:tracePt t="78644" x="3816350" y="5359400"/>
          <p14:tracePt t="78661" x="3822700" y="5372100"/>
          <p14:tracePt t="78678" x="3829050" y="5397500"/>
          <p14:tracePt t="78694" x="3835400" y="5410200"/>
          <p14:tracePt t="78711" x="3841750" y="5416550"/>
          <p14:tracePt t="78727" x="3854450" y="5422900"/>
          <p14:tracePt t="78762" x="3860800" y="5429250"/>
          <p14:tracePt t="79302" x="3860800" y="5403850"/>
          <p14:tracePt t="79317" x="3860800" y="5365750"/>
          <p14:tracePt t="79323" x="3860800" y="5302250"/>
          <p14:tracePt t="79337" x="3860800" y="5226050"/>
          <p14:tracePt t="79345" x="3860800" y="5149850"/>
          <p14:tracePt t="79361" x="3860800" y="5060950"/>
          <p14:tracePt t="79374" x="3848100" y="4838700"/>
          <p14:tracePt t="79391" x="3835400" y="4724400"/>
          <p14:tracePt t="79408" x="3816350" y="4508500"/>
          <p14:tracePt t="79425" x="3816350" y="4406900"/>
          <p14:tracePt t="79442" x="3784600" y="4216400"/>
          <p14:tracePt t="79458" x="3752850" y="4044950"/>
          <p14:tracePt t="79475" x="3752850" y="3981450"/>
          <p14:tracePt t="79492" x="3733800" y="3873500"/>
          <p14:tracePt t="79508" x="3733800" y="3771900"/>
          <p14:tracePt t="79524" x="3740150" y="3733800"/>
          <p14:tracePt t="79541" x="3740150" y="3670300"/>
          <p14:tracePt t="79557" x="3740150" y="3651250"/>
          <p14:tracePt t="79654" x="3733800" y="3657600"/>
          <p14:tracePt t="79696" x="3733800" y="3663950"/>
          <p14:tracePt t="79724" x="3733800" y="3670300"/>
          <p14:tracePt t="79766" x="3733800" y="3676650"/>
          <p14:tracePt t="79794" x="3740150" y="3683000"/>
          <p14:tracePt t="79815" x="3746500" y="3683000"/>
          <p14:tracePt t="79829" x="3759200" y="3689350"/>
          <p14:tracePt t="79836" x="3771900" y="3695700"/>
          <p14:tracePt t="79850" x="3784600" y="3708400"/>
          <p14:tracePt t="79860" x="3810000" y="3727450"/>
          <p14:tracePt t="79873" x="3822700" y="3740150"/>
          <p14:tracePt t="79890" x="3873500" y="3778250"/>
          <p14:tracePt t="79907" x="3924300" y="3803650"/>
          <p14:tracePt t="79923" x="3949700" y="3816350"/>
          <p14:tracePt t="79939" x="3975100" y="3835400"/>
          <p14:tracePt t="79956" x="3987800" y="3835400"/>
          <p14:tracePt t="79973" x="3987800" y="3841750"/>
          <p14:tracePt t="80110" x="3994150" y="3841750"/>
          <p14:tracePt t="80117" x="4000500" y="3841750"/>
          <p14:tracePt t="80131" x="4006850" y="3841750"/>
          <p14:tracePt t="80139" x="4019550" y="3841750"/>
          <p14:tracePt t="80155" x="4032250" y="3841750"/>
          <p14:tracePt t="80173" x="4057650" y="3841750"/>
          <p14:tracePt t="80189" x="4114800" y="3841750"/>
          <p14:tracePt t="80205" x="4152900" y="3854450"/>
          <p14:tracePt t="80222" x="4248150" y="3854450"/>
          <p14:tracePt t="80239" x="4324350" y="3860800"/>
          <p14:tracePt t="80255" x="4356100" y="3860800"/>
          <p14:tracePt t="80272" x="4394200" y="3860800"/>
          <p14:tracePt t="80289" x="4419600" y="3860800"/>
          <p14:tracePt t="80306" x="4432300" y="3860800"/>
          <p14:tracePt t="80322" x="4438650" y="3860800"/>
          <p14:tracePt t="80349" x="4438650" y="3867150"/>
          <p14:tracePt t="80363" x="4432300" y="3879850"/>
          <p14:tracePt t="80371" x="4413250" y="3898900"/>
          <p14:tracePt t="80388" x="4387850" y="3924300"/>
          <p14:tracePt t="80405" x="4305300" y="4000500"/>
          <p14:tracePt t="80421" x="4184650" y="4165600"/>
          <p14:tracePt t="80438" x="4121150" y="4248150"/>
          <p14:tracePt t="80455" x="3968750" y="4464050"/>
          <p14:tracePt t="80471" x="3829050" y="4679950"/>
          <p14:tracePt t="80488" x="3765550" y="4800600"/>
          <p14:tracePt t="80504" x="3670300" y="5022850"/>
          <p14:tracePt t="80521" x="3606800" y="5270500"/>
          <p14:tracePt t="80538" x="3587750" y="5435600"/>
          <p14:tracePt t="80554" x="3587750" y="5473700"/>
          <p14:tracePt t="80571" x="3606800" y="5575300"/>
          <p14:tracePt t="80588" x="3638550" y="5638800"/>
          <p14:tracePt t="80604" x="3651250" y="5651500"/>
          <p14:tracePt t="80620" x="3657600" y="5664200"/>
          <p14:tracePt t="80637" x="3670300" y="5683250"/>
          <p14:tracePt t="80693" x="3676650" y="5683250"/>
          <p14:tracePt t="80770" x="3683000" y="5683250"/>
          <p14:tracePt t="80798" x="3689350" y="5683250"/>
          <p14:tracePt t="80812" x="3695700" y="5683250"/>
          <p14:tracePt t="80820" x="3702050" y="5683250"/>
          <p14:tracePt t="80833" x="3714750" y="5683250"/>
          <p14:tracePt t="80847" x="3721100" y="5683250"/>
          <p14:tracePt t="80868" x="3727450" y="5683250"/>
          <p14:tracePt t="80889" x="3733800" y="5683250"/>
          <p14:tracePt t="80917" x="3746500" y="5689600"/>
          <p14:tracePt t="80938" x="3746500" y="5695950"/>
          <p14:tracePt t="80958" x="3752850" y="5702300"/>
          <p14:tracePt t="80974" x="3759200" y="5702300"/>
          <p14:tracePt t="80980" x="3759200" y="5708650"/>
          <p14:tracePt t="80989" x="3765550" y="5715000"/>
          <p14:tracePt t="81003" x="3765550" y="5721350"/>
          <p14:tracePt t="81019" x="3765550" y="5727700"/>
          <p14:tracePt t="81036" x="3778250" y="5740400"/>
          <p14:tracePt t="81052" x="3790950" y="5765800"/>
          <p14:tracePt t="81069" x="3790950" y="5791200"/>
          <p14:tracePt t="81086" x="3803650" y="5816600"/>
          <p14:tracePt t="81102" x="3810000" y="5842000"/>
          <p14:tracePt t="81119" x="3816350" y="5848350"/>
          <p14:tracePt t="81135" x="3822700" y="5854700"/>
          <p14:tracePt t="81184" x="3822700" y="5861050"/>
          <p14:tracePt t="81254" x="3829050" y="5867400"/>
          <p14:tracePt t="81282" x="3835400" y="5867400"/>
          <p14:tracePt t="81310" x="3841750" y="5867400"/>
          <p14:tracePt t="81331" x="3848100" y="5867400"/>
          <p14:tracePt t="81338" x="3854450" y="5867400"/>
          <p14:tracePt t="81354" x="3867150" y="5867400"/>
          <p14:tracePt t="81368" x="3886200" y="5867400"/>
          <p14:tracePt t="81385" x="3956050" y="5867400"/>
          <p14:tracePt t="81402" x="4083050" y="5873750"/>
          <p14:tracePt t="81419" x="4184650" y="5873750"/>
          <p14:tracePt t="81435" x="4286250" y="5873750"/>
          <p14:tracePt t="81451" x="4559300" y="5848350"/>
          <p14:tracePt t="81467" x="4813300" y="5816600"/>
          <p14:tracePt t="81485" x="4927600" y="5784850"/>
          <p14:tracePt t="81501" x="5086350" y="5759450"/>
          <p14:tracePt t="81518" x="5168900" y="5740400"/>
          <p14:tracePt t="81535" x="5194300" y="5740400"/>
          <p14:tracePt t="81551" x="5200650" y="5734050"/>
          <p14:tracePt t="81612" x="5207000" y="5734050"/>
          <p14:tracePt t="82134" x="5219700" y="5708650"/>
          <p14:tracePt t="82140" x="5245100" y="5676900"/>
          <p14:tracePt t="82155" x="5264150" y="5619750"/>
          <p14:tracePt t="82165" x="5295900" y="5562600"/>
          <p14:tracePt t="82182" x="5321300" y="5499100"/>
          <p14:tracePt t="82198" x="5359400" y="5340350"/>
          <p14:tracePt t="82215" x="5391150" y="5168900"/>
          <p14:tracePt t="82233" x="5391150" y="4978400"/>
          <p14:tracePt t="82248" x="5384800" y="4876800"/>
          <p14:tracePt t="82265" x="5314950" y="4654550"/>
          <p14:tracePt t="82282" x="5200650" y="4457700"/>
          <p14:tracePt t="82298" x="5137150" y="4362450"/>
          <p14:tracePt t="82315" x="5073650" y="4254500"/>
          <p14:tracePt t="82331" x="4851400" y="3968750"/>
          <p14:tracePt t="82347" x="4787900" y="3886200"/>
          <p14:tracePt t="82365" x="4667250" y="3759200"/>
          <p14:tracePt t="82381" x="4622800" y="3708400"/>
          <p14:tracePt t="82398" x="4552950" y="3657600"/>
          <p14:tracePt t="82415" x="4533900" y="3651250"/>
          <p14:tracePt t="82431" x="4527550" y="3651250"/>
          <p14:tracePt t="82466" x="4521200" y="3651250"/>
          <p14:tracePt t="82506" x="4521200" y="3657600"/>
          <p14:tracePt t="82513" x="4521200" y="3663950"/>
          <p14:tracePt t="82541" x="4521200" y="3670300"/>
          <p14:tracePt t="82562" x="4521200" y="3676650"/>
          <p14:tracePt t="82576" x="4514850" y="3683000"/>
          <p14:tracePt t="82583" x="4508500" y="3689350"/>
          <p14:tracePt t="82600" x="4502150" y="3708400"/>
          <p14:tracePt t="82613" x="4495800" y="3721100"/>
          <p14:tracePt t="82630" x="4489450" y="3727450"/>
          <p14:tracePt t="82647" x="4489450" y="3740150"/>
          <p14:tracePt t="82663" x="4483100" y="3746500"/>
          <p14:tracePt t="82682" x="4476750" y="3752850"/>
          <p14:tracePt t="82697" x="4470400" y="3759200"/>
          <p14:tracePt t="82713" x="4457700" y="3759200"/>
          <p14:tracePt t="82730" x="4425950" y="3771900"/>
          <p14:tracePt t="82746" x="4375150" y="3784600"/>
          <p14:tracePt t="82763" x="4343400" y="3797300"/>
          <p14:tracePt t="82780" x="4267200" y="3822700"/>
          <p14:tracePt t="82797" x="4216400" y="3841750"/>
          <p14:tracePt t="82813" x="4197350" y="3848100"/>
          <p14:tracePt t="82830" x="4171950" y="3860800"/>
          <p14:tracePt t="82846" x="4159250" y="3867150"/>
          <p14:tracePt t="82864" x="4152900" y="3905250"/>
          <p14:tracePt t="82879" x="4152900" y="3930650"/>
          <p14:tracePt t="82897" x="4159250" y="4044950"/>
          <p14:tracePt t="82914" x="4184650" y="4203700"/>
          <p14:tracePt t="82930" x="4197350" y="4254500"/>
          <p14:tracePt t="82946" x="4216400" y="4311650"/>
          <p14:tracePt t="82963" x="4248150" y="4362450"/>
          <p14:tracePt t="82979" x="4254500" y="4368800"/>
          <p14:tracePt t="82998" x="4267200" y="4368800"/>
          <p14:tracePt t="83029" x="4279900" y="4349750"/>
          <p14:tracePt t="83046" x="4286250" y="4298950"/>
          <p14:tracePt t="83062" x="4286250" y="4260850"/>
          <p14:tracePt t="83078" x="4273550" y="4146550"/>
          <p14:tracePt t="83096" x="4241800" y="4025900"/>
          <p14:tracePt t="83112" x="4235450" y="3968750"/>
          <p14:tracePt t="83129" x="4197350" y="3886200"/>
          <p14:tracePt t="83145" x="4178300" y="3848100"/>
          <p14:tracePt t="83162" x="4171950" y="3835400"/>
          <p14:tracePt t="83179" x="4165600" y="3829050"/>
          <p14:tracePt t="83474" x="4165600" y="3822700"/>
          <p14:tracePt t="83488" x="4165600" y="3816350"/>
          <p14:tracePt t="83497" x="4159250" y="3816350"/>
          <p14:tracePt t="83511" x="4159250" y="3803650"/>
          <p14:tracePt t="83527" x="4159250" y="3784600"/>
          <p14:tracePt t="83544" x="4133850" y="3759200"/>
          <p14:tracePt t="83561" x="4121150" y="3746500"/>
          <p14:tracePt t="83577" x="4114800" y="3727450"/>
          <p14:tracePt t="83594" x="4083050" y="3689350"/>
          <p14:tracePt t="83610" x="4076700" y="3663950"/>
          <p14:tracePt t="83627" x="4070350" y="3657600"/>
          <p14:tracePt t="83643" x="4057650" y="3651250"/>
          <p14:tracePt t="83660" x="4051300" y="3644900"/>
          <p14:tracePt t="83699" x="4051300" y="3638550"/>
          <p14:tracePt t="84155" x="4057650" y="3638550"/>
          <p14:tracePt t="84595" x="4057650" y="3644900"/>
          <p14:tracePt t="84609" x="4064000" y="3651250"/>
          <p14:tracePt t="84616" x="4070350" y="3651250"/>
          <p14:tracePt t="84631" x="4089400" y="3657600"/>
          <p14:tracePt t="84639" x="4102100" y="3663950"/>
          <p14:tracePt t="84657" x="4121150" y="3683000"/>
          <p14:tracePt t="84673" x="4165600" y="3695700"/>
          <p14:tracePt t="84690" x="4222750" y="3695700"/>
          <p14:tracePt t="84707" x="4273550" y="3676650"/>
          <p14:tracePt t="84723" x="4292600" y="3663950"/>
          <p14:tracePt t="84740" x="4318000" y="3638550"/>
          <p14:tracePt t="84757" x="4343400" y="3600450"/>
          <p14:tracePt t="84773" x="4343400" y="3581400"/>
          <p14:tracePt t="84790" x="4343400" y="3562350"/>
          <p14:tracePt t="84806" x="4343400" y="3498850"/>
          <p14:tracePt t="84823" x="4343400" y="3479800"/>
          <p14:tracePt t="84839" x="4330700" y="3460750"/>
          <p14:tracePt t="84856" x="4305300" y="3416300"/>
          <p14:tracePt t="84873" x="4254500" y="3359150"/>
          <p14:tracePt t="84890" x="4184650" y="3270250"/>
          <p14:tracePt t="84906" x="4140200" y="3232150"/>
          <p14:tracePt t="84922" x="4057650" y="3162300"/>
          <p14:tracePt t="84939" x="3987800" y="3105150"/>
          <p14:tracePt t="84956" x="3956050" y="3079750"/>
          <p14:tracePt t="84972" x="3879850" y="3016250"/>
          <p14:tracePt t="84989" x="3797300" y="2946400"/>
          <p14:tracePt t="85005" x="3765550" y="2908300"/>
          <p14:tracePt t="85022" x="3676650" y="2819400"/>
          <p14:tracePt t="85038" x="3613150" y="2749550"/>
          <p14:tracePt t="85055" x="3587750" y="2724150"/>
          <p14:tracePt t="85073" x="3549650" y="2673350"/>
          <p14:tracePt t="85088" x="3511550" y="2635250"/>
          <p14:tracePt t="85105" x="3505200" y="2622550"/>
          <p14:tracePt t="85122" x="3492500" y="2603500"/>
          <p14:tracePt t="85138" x="3486150" y="2597150"/>
          <p14:tracePt t="85155" x="3479800" y="2597150"/>
          <p14:tracePt t="85172" x="3479800" y="2590800"/>
          <p14:tracePt t="85192" x="3473450" y="2590800"/>
          <p14:tracePt t="85241" x="3467100" y="2590800"/>
          <p14:tracePt t="85318" x="3467100" y="2584450"/>
          <p14:tracePt t="85332" x="3460750" y="2578100"/>
          <p14:tracePt t="85341" x="3460750" y="2571750"/>
          <p14:tracePt t="85355" x="3460750" y="2559050"/>
          <p14:tracePt t="85371" x="3460750" y="2546350"/>
          <p14:tracePt t="85388" x="3454400" y="2501900"/>
          <p14:tracePt t="85404" x="3448050" y="2482850"/>
          <p14:tracePt t="85421" x="3448050" y="2463800"/>
          <p14:tracePt t="85438" x="3441700" y="2413000"/>
          <p14:tracePt t="85470" x="3441700" y="2406650"/>
          <p14:tracePt t="85487" x="3435350" y="2413000"/>
          <p14:tracePt t="85504" x="3429000" y="2470150"/>
          <p14:tracePt t="85521" x="3429000" y="2622550"/>
          <p14:tracePt t="85537" x="3429000" y="2736850"/>
          <p14:tracePt t="85554" x="3416300" y="2965450"/>
          <p14:tracePt t="85571" x="3416300" y="3206750"/>
          <p14:tracePt t="85587" x="3422650" y="3295650"/>
          <p14:tracePt t="85604" x="3422650" y="3422650"/>
          <p14:tracePt t="85620" x="3429000" y="3505200"/>
          <p14:tracePt t="85636" x="3429000" y="3524250"/>
          <p14:tracePt t="85653" x="3429000" y="3556000"/>
          <p14:tracePt t="85670" x="3409950" y="3581400"/>
          <p14:tracePt t="85686" x="3403600" y="3587750"/>
          <p14:tracePt t="85704" x="3384550" y="3606800"/>
          <p14:tracePt t="85720" x="3365500" y="3613150"/>
          <p14:tracePt t="85736" x="3359150" y="3613150"/>
          <p14:tracePt t="85753" x="3352800" y="3619500"/>
          <p14:tracePt t="85786" x="3340100" y="3625850"/>
          <p14:tracePt t="85803" x="3321050" y="3632200"/>
          <p14:tracePt t="85819" x="3308350" y="3632200"/>
          <p14:tracePt t="85836" x="3295650" y="3638550"/>
          <p14:tracePt t="85852" x="3270250" y="3644900"/>
          <p14:tracePt t="85869" x="3263900" y="3644900"/>
          <p14:tracePt t="85886" x="3244850" y="3644900"/>
          <p14:tracePt t="85902" x="3232150" y="3651250"/>
          <p14:tracePt t="85935" x="3232150" y="3657600"/>
          <p14:tracePt t="85952" x="3225800" y="3657600"/>
          <p14:tracePt t="86012" x="3219450" y="3657600"/>
          <p14:tracePt t="86139" x="3232150" y="3663950"/>
          <p14:tracePt t="86153" x="3244850" y="3670300"/>
          <p14:tracePt t="86160" x="3257550" y="3676650"/>
          <p14:tracePt t="86174" x="3289300" y="3695700"/>
          <p14:tracePt t="86184" x="3340100" y="3702050"/>
          <p14:tracePt t="86202" x="3486150" y="3727450"/>
          <p14:tracePt t="86218" x="3600450" y="3740150"/>
          <p14:tracePt t="86234" x="3829050" y="3752850"/>
          <p14:tracePt t="86251" x="4057650" y="3733800"/>
          <p14:tracePt t="86268" x="4159250" y="3727450"/>
          <p14:tracePt t="86284" x="4279900" y="3702050"/>
          <p14:tracePt t="86301" x="4337050" y="3702050"/>
          <p14:tracePt t="86318" x="4362450" y="3695700"/>
          <p14:tracePt t="86335" x="4375150" y="3695700"/>
          <p14:tracePt t="86351" x="4375150" y="3689350"/>
          <p14:tracePt t="86405" x="4381500" y="3689350"/>
          <p14:tracePt t="86602" x="4381500" y="3683000"/>
          <p14:tracePt t="86616" x="4375150" y="3676650"/>
          <p14:tracePt t="86623" x="4368800" y="3670300"/>
          <p14:tracePt t="86633" x="4356100" y="3651250"/>
          <p14:tracePt t="86651" x="4286250" y="3581400"/>
          <p14:tracePt t="86667" x="4248150" y="3511550"/>
          <p14:tracePt t="86683" x="4171950" y="3416300"/>
          <p14:tracePt t="86700" x="3848100" y="2952750"/>
          <p14:tracePt t="86716" x="3740150" y="2774950"/>
          <p14:tracePt t="86732" x="3651250" y="2622550"/>
          <p14:tracePt t="86749" x="3517900" y="2400300"/>
          <p14:tracePt t="86766" x="3441700" y="2260600"/>
          <p14:tracePt t="86783" x="3422650" y="2241550"/>
          <p14:tracePt t="86799" x="3403600" y="2197100"/>
          <p14:tracePt t="86816" x="3397250" y="2190750"/>
          <p14:tracePt t="86835" x="3390900" y="2184400"/>
          <p14:tracePt t="86910" x="3397250" y="2178050"/>
          <p14:tracePt t="86924" x="3403600" y="2178050"/>
          <p14:tracePt t="86932" x="3416300" y="2171700"/>
          <p14:tracePt t="86946" x="3422650" y="2171700"/>
          <p14:tracePt t="86952" x="3441700" y="2165350"/>
          <p14:tracePt t="86968" x="3460750" y="2152650"/>
          <p14:tracePt t="86982" x="3511550" y="2139950"/>
          <p14:tracePt t="86999" x="3530600" y="2133600"/>
          <p14:tracePt t="87016" x="3568700" y="2120900"/>
          <p14:tracePt t="87032" x="3581400" y="2114550"/>
          <p14:tracePt t="87048" x="3587750" y="2108200"/>
          <p14:tracePt t="87065" x="3600450" y="2108200"/>
          <p14:tracePt t="87098" x="3594100" y="2114550"/>
          <p14:tracePt t="87114" x="3581400" y="2139950"/>
          <p14:tracePt t="87131" x="3575050" y="2152650"/>
          <p14:tracePt t="87149" x="3556000" y="2190750"/>
          <p14:tracePt t="87165" x="3536950" y="2235200"/>
          <p14:tracePt t="87182" x="3524250" y="2260600"/>
          <p14:tracePt t="87199" x="3517900" y="2286000"/>
          <p14:tracePt t="87215" x="3517900" y="2292350"/>
          <p14:tracePt t="87231" x="3517900" y="2298700"/>
          <p14:tracePt t="87275" x="3524250" y="2292350"/>
          <p14:tracePt t="87284" x="3530600" y="2292350"/>
          <p14:tracePt t="87297" x="3536950" y="2292350"/>
          <p14:tracePt t="87314" x="3543300" y="2286000"/>
          <p14:tracePt t="87331" x="3562350" y="2266950"/>
          <p14:tracePt t="87347" x="3568700" y="2266950"/>
          <p14:tracePt t="87364" x="3568700" y="2260600"/>
          <p14:tracePt t="87381" x="3575050" y="2254250"/>
          <p14:tracePt t="87417" x="3581400" y="2254250"/>
          <p14:tracePt t="87444" x="3581400" y="2260600"/>
          <p14:tracePt t="87472" x="3581400" y="2266950"/>
          <p14:tracePt t="87493" x="3581400" y="2273300"/>
          <p14:tracePt t="87515" x="3581400" y="2279650"/>
          <p14:tracePt t="87562" x="3587750" y="2279650"/>
          <p14:tracePt t="87577" x="3587750" y="2273300"/>
          <p14:tracePt t="87584" x="3594100" y="2273300"/>
          <p14:tracePt t="87600" x="3594100" y="2266950"/>
          <p14:tracePt t="87633" x="3600450" y="2260600"/>
          <p14:tracePt t="87654" x="3600450" y="2254250"/>
          <p14:tracePt t="87675" x="3606800" y="2254250"/>
          <p14:tracePt t="87697" x="3613150" y="2260600"/>
          <p14:tracePt t="87703" x="3613150" y="2273300"/>
          <p14:tracePt t="87716" x="3613150" y="2279650"/>
          <p14:tracePt t="87729" x="3613150" y="2292350"/>
          <p14:tracePt t="87746" x="3606800" y="2311400"/>
          <p14:tracePt t="87762" x="3606800" y="2317750"/>
          <p14:tracePt t="87780" x="3606800" y="2324100"/>
          <p14:tracePt t="87796" x="3606800" y="2330450"/>
          <p14:tracePt t="87886" x="3606800" y="2317750"/>
          <p14:tracePt t="87934" x="3613150" y="2311400"/>
          <p14:tracePt t="87963" x="3613150" y="2305050"/>
          <p14:tracePt t="87998" x="3613150" y="2298700"/>
          <p14:tracePt t="88005" x="3619500" y="2298700"/>
          <p14:tracePt t="88026" x="3619500" y="2292350"/>
          <p14:tracePt t="88032" x="3625850" y="2286000"/>
          <p14:tracePt t="88068" x="3625850" y="2279650"/>
          <p14:tracePt t="88096" x="3632200" y="2273300"/>
          <p14:tracePt t="88124" x="3638550" y="2266950"/>
          <p14:tracePt t="88138" x="3638550" y="2260600"/>
          <p14:tracePt t="88147" x="3644900" y="2254250"/>
          <p14:tracePt t="88166" x="3644900" y="2247900"/>
          <p14:tracePt t="88196" x="3651250" y="2241550"/>
          <p14:tracePt t="88215" x="3657600" y="2241550"/>
          <p14:tracePt t="88244" x="3657600" y="2235200"/>
          <p14:tracePt t="88264" x="3663950" y="2228850"/>
          <p14:tracePt t="88299" x="3663950" y="2222500"/>
          <p14:tracePt t="88313" x="3670300" y="2222500"/>
          <p14:tracePt t="88370" x="3670300" y="2228850"/>
          <p14:tracePt t="88377" x="3670300" y="2241550"/>
          <p14:tracePt t="88384" x="3670300" y="2260600"/>
          <p14:tracePt t="88398" x="3663950" y="2298700"/>
          <p14:tracePt t="88410" x="3663950" y="2349500"/>
          <p14:tracePt t="88427" x="3632200" y="2508250"/>
          <p14:tracePt t="88443" x="3625850" y="2622550"/>
          <p14:tracePt t="88447" x="3613150" y="2736850"/>
          <p14:tracePt t="88461" x="3600450" y="2863850"/>
          <p14:tracePt t="88477" x="3568700" y="3117850"/>
          <p14:tracePt t="88493" x="3562350" y="3232150"/>
          <p14:tracePt t="88510" x="3562350" y="3460750"/>
          <p14:tracePt t="88527" x="3575050" y="3651250"/>
          <p14:tracePt t="88543" x="3594100" y="3733800"/>
          <p14:tracePt t="88560" x="3619500" y="3867150"/>
          <p14:tracePt t="88576" x="3651250" y="3917950"/>
          <p14:tracePt t="88593" x="3670300" y="3975100"/>
          <p14:tracePt t="88609" x="3721100" y="4064000"/>
          <p14:tracePt t="88626" x="3778250" y="4152900"/>
          <p14:tracePt t="88643" x="3835400" y="4222750"/>
          <p14:tracePt t="88659" x="3867150" y="4286250"/>
          <p14:tracePt t="88676" x="3886200" y="4324350"/>
          <p14:tracePt t="88693" x="3917950" y="4425950"/>
          <p14:tracePt t="88709" x="3987800" y="4572000"/>
          <p14:tracePt t="88726" x="4019550" y="4641850"/>
          <p14:tracePt t="88742" x="4064000" y="4787900"/>
          <p14:tracePt t="88759" x="4133850" y="4953000"/>
          <p14:tracePt t="88776" x="4197350" y="5073650"/>
          <p14:tracePt t="88793" x="4210050" y="5130800"/>
          <p14:tracePt t="88809" x="4254500" y="5226050"/>
          <p14:tracePt t="88826" x="4292600" y="5302250"/>
          <p14:tracePt t="88842" x="4305300" y="5346700"/>
          <p14:tracePt t="88859" x="4318000" y="5365750"/>
          <p14:tracePt t="88875" x="4362450" y="5422900"/>
          <p14:tracePt t="88892" x="4375150" y="5429250"/>
          <p14:tracePt t="88909" x="4400550" y="5467350"/>
          <p14:tracePt t="88925" x="4406900" y="5480050"/>
          <p14:tracePt t="88942" x="4438650" y="5511800"/>
          <p14:tracePt t="88959" x="4457700" y="5549900"/>
          <p14:tracePt t="88975" x="4464050" y="5568950"/>
          <p14:tracePt t="88992" x="4476750" y="5600700"/>
          <p14:tracePt t="89008" x="4495800" y="5645150"/>
          <p14:tracePt t="89025" x="4502150" y="5664200"/>
          <p14:tracePt t="89042" x="4514850" y="5715000"/>
          <p14:tracePt t="89058" x="4521200" y="5772150"/>
          <p14:tracePt t="89074" x="4527550" y="5791200"/>
          <p14:tracePt t="89092" x="4527550" y="5848350"/>
          <p14:tracePt t="89108" x="4527550" y="5911850"/>
          <p14:tracePt t="89124" x="4521200" y="5930900"/>
          <p14:tracePt t="89142" x="4508500" y="5962650"/>
          <p14:tracePt t="89158" x="4502150" y="5981700"/>
          <p14:tracePt t="89174" x="4489450" y="5988050"/>
          <p14:tracePt t="89191" x="4470400" y="5994400"/>
          <p14:tracePt t="89208" x="4451350" y="5975350"/>
          <p14:tracePt t="89226" x="4451350" y="5969000"/>
          <p14:tracePt t="89486" x="4413250" y="5962650"/>
          <p14:tracePt t="89500" x="4330700" y="5930900"/>
          <p14:tracePt t="89509" x="4267200" y="5911850"/>
          <p14:tracePt t="89522" x="4184650" y="5886450"/>
          <p14:tracePt t="89540" x="4114800" y="5867400"/>
          <p14:tracePt t="89556" x="3943350" y="5816600"/>
          <p14:tracePt t="89573" x="3905250" y="5816600"/>
          <p14:tracePt t="89590" x="3848100" y="5810250"/>
          <p14:tracePt t="89606" x="3790950" y="5810250"/>
          <p14:tracePt t="89623" x="3733800" y="5810250"/>
          <p14:tracePt t="89640" x="3683000" y="5810250"/>
          <p14:tracePt t="89656" x="3676650" y="5810250"/>
          <p14:tracePt t="89672" x="3657600" y="5810250"/>
          <p14:tracePt t="89689" x="3644900" y="5816600"/>
          <p14:tracePt t="89706" x="3638550" y="5816600"/>
          <p14:tracePt t="89722" x="3625850" y="5822950"/>
          <p14:tracePt t="89781" x="3619500" y="5822950"/>
          <p14:tracePt t="89858" x="3619500" y="5829300"/>
          <p14:tracePt t="89873" x="3619500" y="5835650"/>
          <p14:tracePt t="89879" x="3625850" y="5842000"/>
          <p14:tracePt t="89893" x="3632200" y="5842000"/>
          <p14:tracePt t="89905" x="3638550" y="5842000"/>
          <p14:tracePt t="89922" x="3676650" y="5854700"/>
          <p14:tracePt t="89938" x="3721100" y="5880100"/>
          <p14:tracePt t="89955" x="3816350" y="5911850"/>
          <p14:tracePt t="89971" x="3949700" y="5937250"/>
          <p14:tracePt t="89988" x="4000500" y="5943600"/>
          <p14:tracePt t="90005" x="4083050" y="5962650"/>
          <p14:tracePt t="90022" x="4133850" y="5975350"/>
          <p14:tracePt t="90038" x="4146550" y="5975350"/>
          <p14:tracePt t="90055" x="4165600" y="5975350"/>
          <p14:tracePt t="90071" x="4171950" y="5981700"/>
          <p14:tracePt t="90133" x="4171950" y="5988050"/>
          <p14:tracePt t="90197" x="4178300" y="5988050"/>
          <p14:tracePt t="90203" x="4184650" y="5988050"/>
          <p14:tracePt t="90218" x="4191000" y="5988050"/>
          <p14:tracePt t="90224" x="4197350" y="5988050"/>
          <p14:tracePt t="90240" x="4203700" y="5988050"/>
          <p14:tracePt t="90254" x="4210050" y="5988050"/>
          <p14:tracePt t="90270" x="4241800" y="5988050"/>
          <p14:tracePt t="90288" x="4298950" y="5988050"/>
          <p14:tracePt t="90304" x="4337050" y="5988050"/>
          <p14:tracePt t="90320" x="4445000" y="5975350"/>
          <p14:tracePt t="90337" x="4559300" y="5962650"/>
          <p14:tracePt t="90353" x="4629150" y="5949950"/>
          <p14:tracePt t="90370" x="4730750" y="5943600"/>
          <p14:tracePt t="90387" x="4813300" y="5943600"/>
          <p14:tracePt t="90404" x="4838700" y="5937250"/>
          <p14:tracePt t="90421" x="4883150" y="5930900"/>
          <p14:tracePt t="90436" x="4895850" y="5930900"/>
          <p14:tracePt t="90470" x="4902200" y="5930900"/>
          <p14:tracePt t="90486" x="4908550" y="5930900"/>
          <p14:tracePt t="90575" x="4914900" y="5930900"/>
          <p14:tracePt t="90638" x="4921250" y="5930900"/>
          <p14:tracePt t="90645" x="4927600" y="5930900"/>
          <p14:tracePt t="90667" x="4933950" y="5924550"/>
          <p14:tracePt t="90681" x="4940300" y="5924550"/>
          <p14:tracePt t="90695" x="4946650" y="5924550"/>
          <p14:tracePt t="90703" x="4959350" y="5918200"/>
          <p14:tracePt t="90718" x="4972050" y="5918200"/>
          <p14:tracePt t="90736" x="5029200" y="5918200"/>
          <p14:tracePt t="90752" x="5060950" y="5918200"/>
          <p14:tracePt t="90769" x="5162550" y="5905500"/>
          <p14:tracePt t="90786" x="5264150" y="5899150"/>
          <p14:tracePt t="90802" x="5314950" y="5899150"/>
          <p14:tracePt t="90819" x="5346700" y="5892800"/>
          <p14:tracePt t="90835" x="5416550" y="5886450"/>
          <p14:tracePt t="90852" x="5429250" y="5886450"/>
          <p14:tracePt t="90869" x="5441950" y="5880100"/>
          <p14:tracePt t="90885" x="5448300" y="5880100"/>
          <p14:tracePt t="90940" x="5454650" y="5880100"/>
          <p14:tracePt t="91045" x="5454650" y="5886450"/>
          <p14:tracePt t="91289" x="5422900" y="5765800"/>
          <p14:tracePt t="91304" x="5302250" y="5537200"/>
          <p14:tracePt t="91311" x="5130800" y="5238750"/>
          <p14:tracePt t="91325" x="4965700" y="4933950"/>
          <p14:tracePt t="91333" x="4756150" y="4622800"/>
          <p14:tracePt t="91350" x="4610100" y="4324350"/>
          <p14:tracePt t="91367" x="4286250" y="3790950"/>
          <p14:tracePt t="91383" x="4013200" y="3416300"/>
          <p14:tracePt t="91400" x="3924300" y="3263900"/>
          <p14:tracePt t="91417" x="3752850" y="3022600"/>
          <p14:tracePt t="91433" x="3638550" y="2844800"/>
          <p14:tracePt t="91451" x="3587750" y="2768600"/>
          <p14:tracePt t="91466" x="3524250" y="2673350"/>
          <p14:tracePt t="91483" x="3505200" y="2647950"/>
          <p14:tracePt t="91500" x="3505200" y="2641600"/>
          <p14:tracePt t="91516" x="3498850" y="2635250"/>
          <p14:tracePt t="91662" x="3498850" y="2641600"/>
          <p14:tracePt t="91697" x="3498850" y="2647950"/>
          <p14:tracePt t="91718" x="3511550" y="2647950"/>
          <p14:tracePt t="91733" x="3517900" y="2654300"/>
          <p14:tracePt t="91739" x="3530600" y="2654300"/>
          <p14:tracePt t="91752" x="3549650" y="2660650"/>
          <p14:tracePt t="91765" x="3568700" y="2660650"/>
          <p14:tracePt t="91782" x="3619500" y="2673350"/>
          <p14:tracePt t="91799" x="3651250" y="2692400"/>
          <p14:tracePt t="91816" x="3746500" y="2724150"/>
          <p14:tracePt t="91832" x="3835400" y="2749550"/>
          <p14:tracePt t="91848" x="3867150" y="2768600"/>
          <p14:tracePt t="91865" x="3930650" y="2794000"/>
          <p14:tracePt t="91881" x="3968750" y="2806700"/>
          <p14:tracePt t="91898" x="3981450" y="2813050"/>
          <p14:tracePt t="91915" x="3994150" y="2813050"/>
          <p14:tracePt t="91932" x="4000500" y="2813050"/>
          <p14:tracePt t="91978" x="4006850" y="2813050"/>
          <p14:tracePt t="92188" x="4000500" y="2819400"/>
          <p14:tracePt t="92202" x="3987800" y="2825750"/>
          <p14:tracePt t="92223" x="3975100" y="2825750"/>
          <p14:tracePt t="92231" x="3962400" y="2832100"/>
          <p14:tracePt t="92244" x="3949700" y="2844800"/>
          <p14:tracePt t="92258" x="3930650" y="2851150"/>
          <p14:tracePt t="92267" x="3905250" y="2863850"/>
          <p14:tracePt t="92281" x="3886200" y="2889250"/>
          <p14:tracePt t="92297" x="3829050" y="2952750"/>
          <p14:tracePt t="92314" x="3771900" y="3067050"/>
          <p14:tracePt t="92330" x="3752850" y="3149600"/>
          <p14:tracePt t="92346" x="3721100" y="3352800"/>
          <p14:tracePt t="92364" x="3721100" y="3581400"/>
          <p14:tracePt t="92380" x="3721100" y="3708400"/>
          <p14:tracePt t="92396" x="3765550" y="3994150"/>
          <p14:tracePt t="92413" x="3816350" y="4337050"/>
          <p14:tracePt t="92430" x="3835400" y="4483100"/>
          <p14:tracePt t="92447" x="3879850" y="4711700"/>
          <p14:tracePt t="92463" x="3911600" y="4870450"/>
          <p14:tracePt t="92480" x="3917950" y="4921250"/>
          <p14:tracePt t="92497" x="3924300" y="4978400"/>
          <p14:tracePt t="92513" x="3924300" y="5010150"/>
          <p14:tracePt t="92530" x="3924300" y="5029200"/>
          <p14:tracePt t="92534" x="3917950" y="5041900"/>
          <p14:tracePt t="92546" x="3905250" y="5067300"/>
          <p14:tracePt t="92563" x="3873500" y="5092700"/>
          <p14:tracePt t="92579" x="3848100" y="5118100"/>
          <p14:tracePt t="92596" x="3810000" y="5149850"/>
          <p14:tracePt t="92612" x="3778250" y="5187950"/>
          <p14:tracePt t="92629" x="3740150" y="5219700"/>
          <p14:tracePt t="92646" x="3727450" y="5245100"/>
          <p14:tracePt t="92662" x="3714750" y="5264150"/>
          <p14:tracePt t="92679" x="3670300" y="5340350"/>
          <p14:tracePt t="92695" x="3651250" y="5372100"/>
          <p14:tracePt t="92712" x="3644900" y="5391150"/>
          <p14:tracePt t="92729" x="3638550" y="5448300"/>
          <p14:tracePt t="92745" x="3632200" y="5518150"/>
          <p14:tracePt t="92763" x="3644900" y="5575300"/>
          <p14:tracePt t="92778" x="3657600" y="5670550"/>
          <p14:tracePt t="92795" x="3695700" y="5765800"/>
          <p14:tracePt t="92812" x="3714750" y="5816600"/>
          <p14:tracePt t="92828" x="3721100" y="5835650"/>
          <p14:tracePt t="92845" x="3740150" y="5854700"/>
          <p14:tracePt t="92862" x="3746500" y="5867400"/>
          <p14:tracePt t="92895" x="3746500" y="5873750"/>
          <p14:tracePt t="92946" x="3746500" y="5880100"/>
          <p14:tracePt t="92995" x="3746500" y="5886450"/>
          <p14:tracePt t="93016" x="3740150" y="5899150"/>
          <p14:tracePt t="93023" x="3733800" y="5905500"/>
          <p14:tracePt t="93032" x="3727450" y="5905500"/>
          <p14:tracePt t="93046" x="3721100" y="5918200"/>
          <p14:tracePt t="93062" x="3702050" y="5937250"/>
          <p14:tracePt t="93077" x="3644900" y="5975350"/>
          <p14:tracePt t="93094" x="3549650" y="6026150"/>
          <p14:tracePt t="93111" x="3492500" y="6064250"/>
          <p14:tracePt t="93128" x="3365500" y="6134100"/>
          <p14:tracePt t="93144" x="3225800" y="6203950"/>
          <p14:tracePt t="93161" x="3168650" y="6229350"/>
          <p14:tracePt t="93177" x="3086100" y="6261100"/>
          <p14:tracePt t="93194" x="3028950" y="6292850"/>
          <p14:tracePt t="93210" x="3016250" y="6311900"/>
          <p14:tracePt t="93227" x="3009900" y="6318250"/>
          <p14:tracePt t="93835" x="3016250" y="6311900"/>
          <p14:tracePt t="93843" x="3041650" y="6280150"/>
          <p14:tracePt t="93856" x="3067050" y="6248400"/>
          <p14:tracePt t="93863" x="3092450" y="6203950"/>
          <p14:tracePt t="93878" x="3117850" y="6159500"/>
          <p14:tracePt t="93892" x="3149600" y="6083300"/>
          <p14:tracePt t="93908" x="3232150" y="5918200"/>
          <p14:tracePt t="93925" x="3282950" y="5822950"/>
          <p14:tracePt t="93941" x="3378200" y="5626100"/>
          <p14:tracePt t="93958" x="3486150" y="5403850"/>
          <p14:tracePt t="93975" x="3556000" y="5156200"/>
          <p14:tracePt t="93991" x="3600450" y="5041900"/>
          <p14:tracePt t="94008" x="3663950" y="4762500"/>
          <p14:tracePt t="94025" x="3695700" y="4533900"/>
          <p14:tracePt t="94041" x="3721100" y="4419600"/>
          <p14:tracePt t="94044" x="3727450" y="4324350"/>
          <p14:tracePt t="94075" x="3740150" y="4197350"/>
          <p14:tracePt t="94091" x="3740150" y="4171950"/>
          <p14:tracePt t="94108" x="3740150" y="4146550"/>
          <p14:tracePt t="94123" x="3740150" y="4089400"/>
          <p14:tracePt t="94141" x="3733800" y="4057650"/>
          <p14:tracePt t="94158" x="3714750" y="3987800"/>
          <p14:tracePt t="94174" x="3714750" y="3956050"/>
          <p14:tracePt t="94190" x="3708400" y="3898900"/>
          <p14:tracePt t="94207" x="3702050" y="3860800"/>
          <p14:tracePt t="94224" x="3702050" y="3841750"/>
          <p14:tracePt t="94241" x="3702050" y="3810000"/>
          <p14:tracePt t="94257" x="3695700" y="3759200"/>
          <p14:tracePt t="94273" x="3695700" y="3740150"/>
          <p14:tracePt t="94291" x="3695700" y="3689350"/>
          <p14:tracePt t="94307" x="3695700" y="3644900"/>
          <p14:tracePt t="94323" x="3689350" y="3625850"/>
          <p14:tracePt t="94340" x="3683000" y="3600450"/>
          <p14:tracePt t="94356" x="3670300" y="3581400"/>
          <p14:tracePt t="94373" x="3663950" y="3562350"/>
          <p14:tracePt t="94389" x="3657600" y="3543300"/>
          <p14:tracePt t="94804" x="3657600" y="3524250"/>
          <p14:tracePt t="94818" x="3657600" y="3492500"/>
          <p14:tracePt t="94825" x="3663950" y="3467100"/>
          <p14:tracePt t="94841" x="3676650" y="3435350"/>
          <p14:tracePt t="94855" x="3689350" y="3390900"/>
          <p14:tracePt t="94871" x="3714750" y="3308350"/>
          <p14:tracePt t="94888" x="3714750" y="3251200"/>
          <p14:tracePt t="94904" x="3714750" y="3219450"/>
          <p14:tracePt t="94921" x="3714750" y="3175000"/>
          <p14:tracePt t="94938" x="3683000" y="3117850"/>
          <p14:tracePt t="94954" x="3670300" y="3098800"/>
          <p14:tracePt t="94972" x="3632200" y="3060700"/>
          <p14:tracePt t="94987" x="3600450" y="3028950"/>
          <p14:tracePt t="95004" x="3575050" y="3022600"/>
          <p14:tracePt t="95021" x="3543300" y="3009900"/>
          <p14:tracePt t="95037" x="3492500" y="2984500"/>
          <p14:tracePt t="95054" x="3460750" y="2984500"/>
          <p14:tracePt t="95057" x="3441700" y="2978150"/>
          <p14:tracePt t="95073" x="3403600" y="2971800"/>
          <p14:tracePt t="95087" x="3346450" y="2965450"/>
          <p14:tracePt t="95104" x="3314700" y="2959100"/>
          <p14:tracePt t="95120" x="3263900" y="2952750"/>
          <p14:tracePt t="95138" x="3238500" y="2952750"/>
          <p14:tracePt t="95156" x="3162300" y="2933700"/>
          <p14:tracePt t="95171" x="3130550" y="2927350"/>
          <p14:tracePt t="95187" x="3111500" y="2927350"/>
          <p14:tracePt t="95204" x="3041650" y="2908300"/>
          <p14:tracePt t="95220" x="3009900" y="2908300"/>
          <p14:tracePt t="95237" x="2990850" y="2908300"/>
          <p14:tracePt t="95253" x="2946400" y="2901950"/>
          <p14:tracePt t="95270" x="2933700" y="2901950"/>
          <p14:tracePt t="95676" x="2908300" y="2901950"/>
          <p14:tracePt t="95690" x="2870200" y="2901950"/>
          <p14:tracePt t="95697" x="2832100" y="2901950"/>
          <p14:tracePt t="95711" x="2794000" y="2901950"/>
          <p14:tracePt t="95719" x="2762250" y="2901950"/>
          <p14:tracePt t="95735" x="2736850" y="2908300"/>
          <p14:tracePt t="95752" x="2673350" y="2921000"/>
          <p14:tracePt t="95768" x="2654300" y="2933700"/>
          <p14:tracePt t="95785" x="2609850" y="2959100"/>
          <p14:tracePt t="95802" x="2584450" y="2997200"/>
          <p14:tracePt t="95818" x="2578100" y="3009900"/>
          <p14:tracePt t="95835" x="2565400" y="3041650"/>
          <p14:tracePt t="95851" x="2565400" y="3073400"/>
          <p14:tracePt t="95868" x="2565400" y="3086100"/>
          <p14:tracePt t="95885" x="2565400" y="3124200"/>
          <p14:tracePt t="95901" x="2578100" y="3187700"/>
          <p14:tracePt t="95917" x="2590800" y="3225800"/>
          <p14:tracePt t="95935" x="2628900" y="3302000"/>
          <p14:tracePt t="95951" x="2692400" y="3397250"/>
          <p14:tracePt t="95968" x="2730500" y="3429000"/>
          <p14:tracePt t="95984" x="2806700" y="3498850"/>
          <p14:tracePt t="96001" x="2889250" y="3562350"/>
          <p14:tracePt t="96017" x="2921000" y="3575050"/>
          <p14:tracePt t="96034" x="2952750" y="3594100"/>
          <p14:tracePt t="96051" x="2971800" y="3594100"/>
          <p14:tracePt t="96067" x="2978150" y="3594100"/>
          <p14:tracePt t="96089" x="2984500" y="3594100"/>
          <p14:tracePt t="96118" x="2990850" y="3594100"/>
          <p14:tracePt t="96132" x="2990850" y="3587750"/>
          <p14:tracePt t="96139" x="2997200" y="3581400"/>
          <p14:tracePt t="96154" x="2997200" y="3575050"/>
          <p14:tracePt t="96167" x="2997200" y="3562350"/>
          <p14:tracePt t="96183" x="2997200" y="3556000"/>
          <p14:tracePt t="96200" x="2997200" y="3549650"/>
          <p14:tracePt t="96217" x="2984500" y="3524250"/>
          <p14:tracePt t="96233" x="2971800" y="3486150"/>
          <p14:tracePt t="96250" x="2959100" y="3467100"/>
          <p14:tracePt t="96266" x="2921000" y="3416300"/>
          <p14:tracePt t="96283" x="2882900" y="3371850"/>
          <p14:tracePt t="96300" x="2825750" y="3314700"/>
          <p14:tracePt t="96316" x="2806700" y="3295650"/>
          <p14:tracePt t="96333" x="2768600" y="3251200"/>
          <p14:tracePt t="96350" x="2743200" y="3200400"/>
          <p14:tracePt t="96366" x="2717800" y="3187700"/>
          <p14:tracePt t="96383" x="2692400" y="3155950"/>
          <p14:tracePt t="96399" x="2673350" y="3149600"/>
          <p14:tracePt t="96416" x="2667000" y="3149600"/>
          <p14:tracePt t="96461" x="2660650" y="3149600"/>
          <p14:tracePt t="96484" x="2660650" y="3155950"/>
          <p14:tracePt t="96489" x="2660650" y="3168650"/>
          <p14:tracePt t="96503" x="2660650" y="3181350"/>
          <p14:tracePt t="96516" x="2667000" y="3200400"/>
          <p14:tracePt t="96532" x="2686050" y="3263900"/>
          <p14:tracePt t="96549" x="2705100" y="3321050"/>
          <p14:tracePt t="96566" x="2743200" y="3429000"/>
          <p14:tracePt t="96582" x="2794000" y="3562350"/>
          <p14:tracePt t="96599" x="2825750" y="3644900"/>
          <p14:tracePt t="96616" x="2882900" y="3816350"/>
          <p14:tracePt t="96632" x="2933700" y="3987800"/>
          <p14:tracePt t="96648" x="2952750" y="4064000"/>
          <p14:tracePt t="96665" x="2990850" y="4210050"/>
          <p14:tracePt t="96682" x="3028950" y="4318000"/>
          <p14:tracePt t="96698" x="3041650" y="4349750"/>
          <p14:tracePt t="96715" x="3060700" y="4425950"/>
          <p14:tracePt t="96732" x="3060700" y="4464050"/>
          <p14:tracePt t="96749" x="3067050" y="4495800"/>
          <p14:tracePt t="96765" x="3067050" y="4514850"/>
          <p14:tracePt t="96781" x="3067050" y="4540250"/>
          <p14:tracePt t="96798" x="3073400" y="4552950"/>
          <p14:tracePt t="96814" x="3073400" y="4559300"/>
          <p14:tracePt t="97130" x="3073400" y="4616450"/>
          <p14:tracePt t="97145" x="3092450" y="4705350"/>
          <p14:tracePt t="97151" x="3111500" y="4813300"/>
          <p14:tracePt t="97163" x="3143250" y="4902200"/>
          <p14:tracePt t="97180" x="3206750" y="5073650"/>
          <p14:tracePt t="97197" x="3238500" y="5168900"/>
          <p14:tracePt t="97213" x="3276600" y="5257800"/>
          <p14:tracePt t="97230" x="3403600" y="5454650"/>
          <p14:tracePt t="97246" x="3441700" y="5499100"/>
          <p14:tracePt t="97264" x="3517900" y="5607050"/>
          <p14:tracePt t="97280" x="3549650" y="5638800"/>
          <p14:tracePt t="97296" x="3600450" y="5708650"/>
          <p14:tracePt t="97313" x="3663950" y="5740400"/>
          <p14:tracePt t="97329" x="3683000" y="5753100"/>
          <p14:tracePt t="97346" x="3746500" y="5772150"/>
          <p14:tracePt t="97363" x="3810000" y="5784850"/>
          <p14:tracePt t="97379" x="3841750" y="5784850"/>
          <p14:tracePt t="97397" x="3917950" y="5784850"/>
          <p14:tracePt t="97413" x="3987800" y="5791200"/>
          <p14:tracePt t="97429" x="4013200" y="5791200"/>
          <p14:tracePt t="97446" x="4064000" y="5803900"/>
          <p14:tracePt t="97462" x="4102100" y="5816600"/>
          <p14:tracePt t="97479" x="4114800" y="5822950"/>
          <p14:tracePt t="97496" x="4133850" y="5829300"/>
          <p14:tracePt t="97552" x="4140200" y="5835650"/>
          <p14:tracePt t="97650" x="4127500" y="5835650"/>
          <p14:tracePt t="97664" x="4121150" y="5829300"/>
          <p14:tracePt t="97671" x="4108450" y="5829300"/>
          <p14:tracePt t="97685" x="4089400" y="5829300"/>
          <p14:tracePt t="97694" x="4070350" y="5822950"/>
          <p14:tracePt t="97712" x="4038600" y="5822950"/>
          <p14:tracePt t="97728" x="3962400" y="5816600"/>
          <p14:tracePt t="97745" x="3854450" y="5822950"/>
          <p14:tracePt t="97763" x="3771900" y="5829300"/>
          <p14:tracePt t="97778" x="3746500" y="5829300"/>
          <p14:tracePt t="97795" x="3702050" y="5835650"/>
          <p14:tracePt t="97812" x="3676650" y="5842000"/>
          <p14:tracePt t="97848" x="3676650" y="5848350"/>
          <p14:tracePt t="97862" x="3689350" y="5854700"/>
          <p14:tracePt t="97878" x="3714750" y="5861050"/>
          <p14:tracePt t="97895" x="3727450" y="5867400"/>
          <p14:tracePt t="97911" x="3797300" y="5880100"/>
          <p14:tracePt t="97928" x="3898900" y="5880100"/>
          <p14:tracePt t="97945" x="4013200" y="5880100"/>
          <p14:tracePt t="97961" x="4064000" y="5880100"/>
          <p14:tracePt t="97977" x="4146550" y="5880100"/>
          <p14:tracePt t="97994" x="4178300" y="5880100"/>
          <p14:tracePt t="98010" x="4184650" y="5886450"/>
          <p14:tracePt t="98027" x="4191000" y="5886450"/>
          <p14:tracePt t="98085" x="4171950" y="5892800"/>
          <p14:tracePt t="98092" x="4159250" y="5892800"/>
          <p14:tracePt t="98106" x="4146550" y="5892800"/>
          <p14:tracePt t="98113" x="4127500" y="5892800"/>
          <p14:tracePt t="98129" x="4102100" y="5899150"/>
          <p14:tracePt t="98143" x="4057650" y="5905500"/>
          <p14:tracePt t="98160" x="4025900" y="5905500"/>
          <p14:tracePt t="98177" x="3975100" y="5924550"/>
          <p14:tracePt t="98193" x="3956050" y="5924550"/>
          <p14:tracePt t="98210" x="3930650" y="5930900"/>
          <p14:tracePt t="98226" x="3917950" y="5930900"/>
          <p14:tracePt t="98243" x="3911600" y="5930900"/>
          <p14:tracePt t="98323" x="3917950" y="5930900"/>
          <p14:tracePt t="98337" x="3924300" y="5930900"/>
          <p14:tracePt t="98346" x="3937000" y="5930900"/>
          <p14:tracePt t="98359" x="3943350" y="5924550"/>
          <p14:tracePt t="98376" x="3975100" y="5918200"/>
          <p14:tracePt t="98393" x="4013200" y="5918200"/>
          <p14:tracePt t="98408" x="4038600" y="5911850"/>
          <p14:tracePt t="98426" x="4070350" y="5905500"/>
          <p14:tracePt t="98443" x="4095750" y="5892800"/>
          <p14:tracePt t="98459" x="4108450" y="5892800"/>
          <p14:tracePt t="98475" x="4114800" y="5892800"/>
          <p14:tracePt t="98492" x="4121150" y="5892800"/>
          <p14:tracePt t="98534" x="4127500" y="5892800"/>
          <p14:tracePt t="98653" x="4121150" y="5886450"/>
          <p14:tracePt t="98667" x="4114800" y="5886450"/>
          <p14:tracePt t="98695" x="4102100" y="5886450"/>
          <p14:tracePt t="98724" x="4102100" y="5880100"/>
          <p14:tracePt t="98744" x="4095750" y="5880100"/>
          <p14:tracePt t="98765" x="4089400" y="5873750"/>
          <p14:tracePt t="98772" x="4083050" y="5873750"/>
          <p14:tracePt t="98794" x="4083050" y="5867400"/>
          <p14:tracePt t="98809" x="4076700" y="5867400"/>
          <p14:tracePt t="98814" x="4070350" y="5861050"/>
          <p14:tracePt t="98828" x="4057650" y="5861050"/>
          <p14:tracePt t="98841" x="4044950" y="5861050"/>
          <p14:tracePt t="98858" x="4013200" y="5854700"/>
          <p14:tracePt t="98874" x="3994150" y="5848350"/>
          <p14:tracePt t="98891" x="3949700" y="5842000"/>
          <p14:tracePt t="98907" x="3911600" y="5842000"/>
          <p14:tracePt t="98924" x="3886200" y="5835650"/>
          <p14:tracePt t="98941" x="3867150" y="5835650"/>
          <p14:tracePt t="98957" x="3848100" y="5835650"/>
          <p14:tracePt t="98974" x="3841750" y="5835650"/>
          <p14:tracePt t="98990" x="3835400" y="5835650"/>
          <p14:tracePt t="99007" x="3822700" y="5835650"/>
          <p14:tracePt t="99108" x="3822700" y="5842000"/>
          <p14:tracePt t="99138" x="3829050" y="5842000"/>
          <p14:tracePt t="99144" x="3835400" y="5842000"/>
          <p14:tracePt t="99165" x="3841750" y="5842000"/>
          <p14:tracePt t="99180" x="3848100" y="5842000"/>
          <p14:tracePt t="99193" x="3854450" y="5842000"/>
          <p14:tracePt t="99209" x="3867150" y="5842000"/>
          <p14:tracePt t="99223" x="3886200" y="5842000"/>
          <p14:tracePt t="99239" x="3917950" y="5842000"/>
          <p14:tracePt t="99257" x="3962400" y="5842000"/>
          <p14:tracePt t="99273" x="3981450" y="5842000"/>
          <p14:tracePt t="99289" x="4006850" y="5835650"/>
          <p14:tracePt t="99306" x="4032250" y="5835650"/>
          <p14:tracePt t="99322" x="4032250" y="5829300"/>
          <p14:tracePt t="99339" x="4044950" y="5829300"/>
          <p14:tracePt t="99467" x="4038600" y="5829300"/>
          <p14:tracePt t="99474" x="4032250" y="5829300"/>
          <p14:tracePt t="99488" x="4025900" y="5829300"/>
          <p14:tracePt t="99494" x="4013200" y="5829300"/>
          <p14:tracePt t="99509" x="4006850" y="5829300"/>
          <p14:tracePt t="99521" x="3981450" y="5829300"/>
          <p14:tracePt t="99538" x="3937000" y="5829300"/>
          <p14:tracePt t="99555" x="3905250" y="5829300"/>
          <p14:tracePt t="99572" x="3854450" y="5829300"/>
          <p14:tracePt t="99588" x="3816350" y="5835650"/>
          <p14:tracePt t="99605" x="3797300" y="5835650"/>
          <p14:tracePt t="99622" x="3771900" y="5842000"/>
          <p14:tracePt t="99638" x="3752850" y="5842000"/>
          <p14:tracePt t="99655" x="3752850" y="5848350"/>
          <p14:tracePt t="99671" x="3746500" y="5848350"/>
          <p14:tracePt t="99688" x="3759200" y="5848350"/>
          <p14:tracePt t="99706" x="3790950" y="5854700"/>
          <p14:tracePt t="99721" x="3810000" y="5854700"/>
          <p14:tracePt t="99738" x="3848100" y="5854700"/>
          <p14:tracePt t="99755" x="3981450" y="5842000"/>
          <p14:tracePt t="99771" x="4032250" y="5842000"/>
          <p14:tracePt t="99787" x="4083050" y="5842000"/>
          <p14:tracePt t="99804" x="4146550" y="5835650"/>
          <p14:tracePt t="99821" x="4184650" y="5835650"/>
          <p14:tracePt t="99838" x="4191000" y="5835650"/>
          <p14:tracePt t="99854" x="4203700" y="5835650"/>
          <p14:tracePt t="100459" x="4203700" y="5797550"/>
          <p14:tracePt t="100466" x="4203700" y="5721350"/>
          <p14:tracePt t="100480" x="4203700" y="5657850"/>
          <p14:tracePt t="100488" x="4203700" y="5594350"/>
          <p14:tracePt t="100502" x="4203700" y="5518150"/>
          <p14:tracePt t="100519" x="4203700" y="5441950"/>
          <p14:tracePt t="100535" x="4152900" y="5295900"/>
          <p14:tracePt t="100552" x="4095750" y="5143500"/>
          <p14:tracePt t="100568" x="4064000" y="5086350"/>
          <p14:tracePt t="100586" x="4006850" y="4978400"/>
          <p14:tracePt t="100601" x="3962400" y="4864100"/>
          <p14:tracePt t="100618" x="3930650" y="4800600"/>
          <p14:tracePt t="100635" x="3886200" y="4686300"/>
          <p14:tracePt t="100651" x="3841750" y="4565650"/>
          <p14:tracePt t="100668" x="3810000" y="4495800"/>
          <p14:tracePt t="100685" x="3733800" y="4368800"/>
          <p14:tracePt t="100701" x="3676650" y="4267200"/>
          <p14:tracePt t="100719" x="3632200" y="4203700"/>
          <p14:tracePt t="100734" x="3606800" y="4165600"/>
          <p14:tracePt t="100751" x="3549650" y="4108450"/>
          <p14:tracePt t="100768" x="3498850" y="4064000"/>
          <p14:tracePt t="100784" x="3479800" y="4051300"/>
          <p14:tracePt t="100801" x="3460750" y="4025900"/>
          <p14:tracePt t="100818" x="3416300" y="4000500"/>
          <p14:tracePt t="100834" x="3365500" y="3968750"/>
          <p14:tracePt t="100851" x="3340100" y="3949700"/>
          <p14:tracePt t="100867" x="3270250" y="3905250"/>
          <p14:tracePt t="100884" x="3244850" y="3879850"/>
          <p14:tracePt t="100901" x="3213100" y="3829050"/>
          <p14:tracePt t="101403" x="3206750" y="3790950"/>
          <p14:tracePt t="101410" x="3187700" y="3708400"/>
          <p14:tracePt t="101424" x="3168650" y="3644900"/>
          <p14:tracePt t="101433" x="3136900" y="3549650"/>
          <p14:tracePt t="101448" x="3105150" y="3460750"/>
          <p14:tracePt t="101466" x="3048000" y="3263900"/>
          <p14:tracePt t="101482" x="2971800" y="3067050"/>
          <p14:tracePt t="101499" x="2933700" y="2971800"/>
          <p14:tracePt t="101516" x="2851150" y="2813050"/>
          <p14:tracePt t="101532" x="2768600" y="2660650"/>
          <p14:tracePt t="101548" x="2743200" y="2590800"/>
          <p14:tracePt t="101565" x="2686050" y="2495550"/>
          <p14:tracePt t="101582" x="2654300" y="2438400"/>
          <p14:tracePt t="101598" x="2647950" y="2419350"/>
          <p14:tracePt t="101615" x="2635250" y="2393950"/>
          <p14:tracePt t="101631" x="2635250" y="2381250"/>
          <p14:tracePt t="101649" x="2616200" y="2349500"/>
          <p14:tracePt t="101664" x="2609850" y="2343150"/>
          <p14:tracePt t="101681" x="2609850" y="2330450"/>
          <p14:tracePt t="101698" x="2584450" y="2298700"/>
          <p14:tracePt t="101714" x="2546350" y="2247900"/>
          <p14:tracePt t="101731" x="2533650" y="2222500"/>
          <p14:tracePt t="101747" x="2489200" y="2171700"/>
          <p14:tracePt t="101764" x="2444750" y="2133600"/>
          <p14:tracePt t="101782" x="2393950" y="2114550"/>
          <p14:tracePt t="101797" x="2381250" y="2101850"/>
          <p14:tracePt t="101814" x="2336800" y="2095500"/>
          <p14:tracePt t="101831" x="2317750" y="2095500"/>
          <p14:tracePt t="101847" x="2311400" y="2095500"/>
          <p14:tracePt t="101864" x="2298700" y="2095500"/>
          <p14:tracePt t="101881" x="2292350" y="2095500"/>
          <p14:tracePt t="101931" x="2286000" y="2101850"/>
          <p14:tracePt t="101965" x="2286000" y="2108200"/>
          <p14:tracePt t="101993" x="2286000" y="2114550"/>
          <p14:tracePt t="101999" x="2286000" y="2120900"/>
          <p14:tracePt t="102016" x="2286000" y="2127250"/>
          <p14:tracePt t="102030" x="2286000" y="2133600"/>
          <p14:tracePt t="102047" x="2305050" y="2165350"/>
          <p14:tracePt t="102063" x="2355850" y="2241550"/>
          <p14:tracePt t="102080" x="2406650" y="2298700"/>
          <p14:tracePt t="102097" x="2457450" y="2368550"/>
          <p14:tracePt t="102113" x="2578100" y="2533650"/>
          <p14:tracePt t="102130" x="2743200" y="2736850"/>
          <p14:tracePt t="102147" x="2889250" y="2927350"/>
          <p14:tracePt t="102163" x="3003550" y="3092450"/>
          <p14:tracePt t="102179" x="3041650" y="3175000"/>
          <p14:tracePt t="102196" x="3111500" y="3308350"/>
          <p14:tracePt t="102212" x="3149600" y="3429000"/>
          <p14:tracePt t="102229" x="3168650" y="3486150"/>
          <p14:tracePt t="102246" x="3175000" y="3568700"/>
          <p14:tracePt t="102262" x="3187700" y="3606800"/>
          <p14:tracePt t="102280" x="3194050" y="3676650"/>
          <p14:tracePt t="102295" x="3206750" y="3759200"/>
          <p14:tracePt t="102312" x="3219450" y="3803650"/>
          <p14:tracePt t="102329" x="3251200" y="3867150"/>
          <p14:tracePt t="102345" x="3270250" y="3917950"/>
          <p14:tracePt t="102362" x="3276600" y="3943350"/>
          <p14:tracePt t="102379" x="3314700" y="3981450"/>
          <p14:tracePt t="102395" x="3340100" y="4013200"/>
          <p14:tracePt t="102412" x="3359150" y="4025900"/>
          <p14:tracePt t="102428" x="3409950" y="4032250"/>
          <p14:tracePt t="102445" x="3467100" y="4032250"/>
          <p14:tracePt t="102463" x="3549650" y="4025900"/>
          <p14:tracePt t="102478" x="3575050" y="4025900"/>
          <p14:tracePt t="102495" x="3657600" y="4000500"/>
          <p14:tracePt t="102512" x="3708400" y="3975100"/>
          <p14:tracePt t="102528" x="3733800" y="3968750"/>
          <p14:tracePt t="102545" x="3746500" y="3962400"/>
          <p14:tracePt t="102562" x="3765550" y="3949700"/>
          <p14:tracePt t="102578" x="3771900" y="3943350"/>
          <p14:tracePt t="102630" x="3771900" y="3949700"/>
          <p14:tracePt t="102666" x="3771900" y="3962400"/>
          <p14:tracePt t="102673" x="3771900" y="3975100"/>
          <p14:tracePt t="102687" x="3759200" y="3987800"/>
          <p14:tracePt t="102697" x="3746500" y="4013200"/>
          <p14:tracePt t="102711" x="3740150" y="4038600"/>
          <p14:tracePt t="102727" x="3708400" y="4140200"/>
          <p14:tracePt t="102744" x="3663950" y="4273550"/>
          <p14:tracePt t="102761" x="3644900" y="4349750"/>
          <p14:tracePt t="102778" x="3606800" y="4521200"/>
          <p14:tracePt t="102794" x="3575050" y="4699000"/>
          <p14:tracePt t="102810" x="3568700" y="4794250"/>
          <p14:tracePt t="102828" x="3536950" y="4997450"/>
          <p14:tracePt t="102844" x="3524250" y="5099050"/>
          <p14:tracePt t="102860" x="3524250" y="5289550"/>
          <p14:tracePt t="102877" x="3530600" y="5422900"/>
          <p14:tracePt t="102893" x="3536950" y="5461000"/>
          <p14:tracePt t="102911" x="3536950" y="5499100"/>
          <p14:tracePt t="102927" x="3549650" y="5537200"/>
          <p14:tracePt t="102943" x="3549650" y="5549900"/>
          <p14:tracePt t="102960" x="3562350" y="5581650"/>
          <p14:tracePt t="102976" x="3581400" y="5613400"/>
          <p14:tracePt t="102993" x="3594100" y="5638800"/>
          <p14:tracePt t="103010" x="3606800" y="5670550"/>
          <p14:tracePt t="103026" x="3632200" y="5708650"/>
          <p14:tracePt t="103043" x="3644900" y="5727700"/>
          <p14:tracePt t="103059" x="3676650" y="5759450"/>
          <p14:tracePt t="103076" x="3702050" y="5797550"/>
          <p14:tracePt t="103094" x="3714750" y="5816600"/>
          <p14:tracePt t="103109" x="3759200" y="5854700"/>
          <p14:tracePt t="103126" x="3771900" y="5867400"/>
          <p14:tracePt t="103143" x="3797300" y="5886450"/>
          <p14:tracePt t="103159" x="3810000" y="5892800"/>
          <p14:tracePt t="103192" x="3816350" y="5892800"/>
          <p14:tracePt t="103209" x="3822700" y="5899150"/>
          <p14:tracePt t="103290" x="3829050" y="5899150"/>
          <p14:tracePt t="103361" x="3835400" y="5899150"/>
          <p14:tracePt t="103778" x="3841750" y="5899150"/>
          <p14:tracePt t="103785" x="3848100" y="5905500"/>
          <p14:tracePt t="103799" x="3854450" y="5911850"/>
          <p14:tracePt t="103807" x="3867150" y="5911850"/>
          <p14:tracePt t="103824" x="3879850" y="5918200"/>
          <p14:tracePt t="103841" x="3917950" y="5930900"/>
          <p14:tracePt t="103857" x="3956050" y="5943600"/>
          <p14:tracePt t="103873" x="3987800" y="5949950"/>
          <p14:tracePt t="103890" x="4025900" y="5962650"/>
          <p14:tracePt t="103907" x="4070350" y="5962650"/>
          <p14:tracePt t="103923" x="4083050" y="5962650"/>
          <p14:tracePt t="103940" x="4108450" y="5956300"/>
          <p14:tracePt t="103957" x="4121150" y="5937250"/>
          <p14:tracePt t="103974" x="4140200" y="5911850"/>
          <p14:tracePt t="103990" x="4140200" y="5905500"/>
          <p14:tracePt t="104006" x="4140200" y="5892800"/>
          <p14:tracePt t="104023" x="4114800" y="5842000"/>
          <p14:tracePt t="104039" x="4083050" y="5791200"/>
          <p14:tracePt t="104056" x="4057650" y="5765800"/>
          <p14:tracePt t="104073" x="4006850" y="5740400"/>
          <p14:tracePt t="104089" x="3956050" y="5702300"/>
          <p14:tracePt t="104107" x="3924300" y="5689600"/>
          <p14:tracePt t="104122" x="3854450" y="5683250"/>
          <p14:tracePt t="104139" x="3803650" y="5683250"/>
          <p14:tracePt t="104157" x="3778250" y="5689600"/>
          <p14:tracePt t="104172" x="3765550" y="5695950"/>
          <p14:tracePt t="104189" x="3759200" y="5708650"/>
          <p14:tracePt t="104206" x="3752850" y="5721350"/>
          <p14:tracePt t="104222" x="3752850" y="5727700"/>
          <p14:tracePt t="104239" x="3752850" y="5740400"/>
          <p14:tracePt t="104256" x="3778250" y="5772150"/>
          <p14:tracePt t="104272" x="3790950" y="5797550"/>
          <p14:tracePt t="104289" x="3829050" y="5848350"/>
          <p14:tracePt t="104305" x="3860800" y="5886450"/>
          <p14:tracePt t="104322" x="3917950" y="5918200"/>
          <p14:tracePt t="104339" x="3975100" y="5943600"/>
          <p14:tracePt t="104355" x="4019550" y="5949950"/>
          <p14:tracePt t="104371" x="4064000" y="5949950"/>
          <p14:tracePt t="104389" x="4108450" y="5937250"/>
          <p14:tracePt t="104405" x="4140200" y="5924550"/>
          <p14:tracePt t="104422" x="4165600" y="5892800"/>
          <p14:tracePt t="104438" x="4191000" y="5873750"/>
          <p14:tracePt t="104455" x="4197350" y="5861050"/>
          <p14:tracePt t="104472" x="4203700" y="5854700"/>
          <p14:tracePt t="104488" x="4210050" y="5854700"/>
          <p14:tracePt t="104524" x="4216400" y="5848350"/>
          <p14:tracePt t="105127" x="4222750" y="5842000"/>
          <p14:tracePt t="105142" x="4229100" y="5829300"/>
          <p14:tracePt t="105149" x="4248150" y="5810250"/>
          <p14:tracePt t="105163" x="4260850" y="5791200"/>
          <p14:tracePt t="105172" x="4279900" y="5778500"/>
          <p14:tracePt t="105186" x="4298950" y="5765800"/>
          <p14:tracePt t="105202" x="4343400" y="5740400"/>
          <p14:tracePt t="105219" x="4394200" y="5721350"/>
          <p14:tracePt t="105236" x="4419600" y="5715000"/>
          <p14:tracePt t="105253" x="4476750" y="5689600"/>
          <p14:tracePt t="105269" x="4521200" y="5676900"/>
          <p14:tracePt t="105285" x="4540250" y="5664200"/>
          <p14:tracePt t="105303" x="4552950" y="5657850"/>
          <p14:tracePt t="105319" x="4559300" y="5651500"/>
          <p14:tracePt t="105355" x="4559300" y="5645150"/>
          <p14:tracePt t="105368" x="4546600" y="5638800"/>
          <p14:tracePt t="105385" x="4521200" y="5632450"/>
          <p14:tracePt t="105402" x="4483100" y="5626100"/>
          <p14:tracePt t="105418" x="4445000" y="5626100"/>
          <p14:tracePt t="105435" x="4375150" y="5626100"/>
          <p14:tracePt t="105451" x="4305300" y="5632450"/>
          <p14:tracePt t="105468" x="4279900" y="5645150"/>
          <p14:tracePt t="105485" x="4229100" y="5657850"/>
          <p14:tracePt t="105501" x="4191000" y="5683250"/>
          <p14:tracePt t="105518" x="4178300" y="5695950"/>
          <p14:tracePt t="105534" x="4165600" y="5727700"/>
          <p14:tracePt t="105551" x="4159250" y="5746750"/>
          <p14:tracePt t="105568" x="4159250" y="5778500"/>
          <p14:tracePt t="105584" x="4159250" y="5810250"/>
          <p14:tracePt t="105601" x="4165600" y="5842000"/>
          <p14:tracePt t="105618" x="4171950" y="5854700"/>
          <p14:tracePt t="105634" x="4210050" y="5880100"/>
          <p14:tracePt t="105651" x="4222750" y="5886450"/>
          <p14:tracePt t="105668" x="4305300" y="5899150"/>
          <p14:tracePt t="105684" x="4349750" y="5905500"/>
          <p14:tracePt t="105687" x="4387850" y="5905500"/>
          <p14:tracePt t="105717" x="4470400" y="5905500"/>
          <p14:tracePt t="105734" x="4508500" y="5899150"/>
          <p14:tracePt t="105752" x="4521200" y="5892800"/>
          <p14:tracePt t="105767" x="4540250" y="5892800"/>
          <p14:tracePt t="105784" x="4546600" y="5892800"/>
          <p14:tracePt t="105801" x="4546600" y="5886450"/>
          <p14:tracePt t="105817" x="4540250" y="5880100"/>
          <p14:tracePt t="105833" x="4514850" y="5873750"/>
          <p14:tracePt t="105850" x="4483100" y="5867400"/>
          <p14:tracePt t="105866" x="4464050" y="5867400"/>
          <p14:tracePt t="105883" x="4406900" y="5873750"/>
          <p14:tracePt t="105900" x="4356100" y="5892800"/>
          <p14:tracePt t="105916" x="4324350" y="5892800"/>
          <p14:tracePt t="105934" x="4305300" y="5905500"/>
          <p14:tracePt t="105949" x="4254500" y="5911850"/>
          <p14:tracePt t="105966" x="4248150" y="5918200"/>
          <p14:tracePt t="105983" x="4241800" y="5918200"/>
          <p14:tracePt t="105999" x="4241800" y="5924550"/>
          <p14:tracePt t="106016" x="4229100" y="5924550"/>
          <p14:tracePt t="106033" x="4203700" y="5930900"/>
          <p14:tracePt t="106049" x="4191000" y="5930900"/>
          <p14:tracePt t="106066" x="4159250" y="5930900"/>
          <p14:tracePt t="106082" x="4102100" y="5930900"/>
          <p14:tracePt t="106099" x="4064000" y="5924550"/>
          <p14:tracePt t="106116" x="3981450" y="5911850"/>
          <p14:tracePt t="106132" x="3886200" y="5892800"/>
          <p14:tracePt t="106149" x="3854450" y="5886450"/>
          <p14:tracePt t="106166" x="3797300" y="5880100"/>
          <p14:tracePt t="106182" x="3765550" y="5880100"/>
          <p14:tracePt t="106199" x="3759200" y="5880100"/>
          <p14:tracePt t="106202" x="3759200" y="5873750"/>
          <p14:tracePt t="106218" x="3752850" y="5873750"/>
          <p14:tracePt t="106232" x="3746500" y="5873750"/>
          <p14:tracePt t="106299" x="3746500" y="5867400"/>
          <p14:tracePt t="107032" x="3733800" y="5861050"/>
          <p14:tracePt t="107047" x="3702050" y="5848350"/>
          <p14:tracePt t="107054" x="3683000" y="5829300"/>
          <p14:tracePt t="107063" x="3657600" y="5816600"/>
          <p14:tracePt t="107079" x="3632200" y="5803900"/>
          <p14:tracePt t="107096" x="3587750" y="5772150"/>
          <p14:tracePt t="107113" x="3568700" y="5759450"/>
          <p14:tracePt t="107129" x="3530600" y="5746750"/>
          <p14:tracePt t="107145" x="3511550" y="5734050"/>
          <p14:tracePt t="107161" x="3505200" y="5727700"/>
          <p14:tracePt t="107180" x="3498850" y="5727700"/>
          <p14:tracePt t="107264" x="3498850" y="572135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</a:t>
            </a:r>
            <a:r>
              <a:rPr lang="en-US" altLang="zh-TW" sz="3400" dirty="0" smtClean="0"/>
              <a:t>parameters:</a:t>
            </a:r>
            <a:endParaRPr lang="en-US" altLang="zh-TW" sz="3400" dirty="0"/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200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Person: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age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>
                <a:solidFill>
                  <a:srgbClr val="FF0000"/>
                </a:solidFill>
                <a:latin typeface="Lucida Fax" panose="02060602050505020204" pitchFamily="18" charset="0"/>
              </a:rPr>
              <a:t>I have to give an argument: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5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2000" spc="-150" dirty="0">
                <a:solidFill>
                  <a:srgbClr val="FF9797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() missing 1 required positional argument:</a:t>
            </a:r>
            <a:r>
              <a:rPr lang="en-US" altLang="en-US" sz="20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z="2400" spc="-40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  <a:r>
              <a:rPr lang="en-US" altLang="en-US" sz="2400" spc="-150" dirty="0" err="1">
                <a:solidFill>
                  <a:srgbClr val="FF0000"/>
                </a:solidFill>
                <a:latin typeface="Lucida Fax" panose="02060602050505020204" pitchFamily="18" charset="0"/>
              </a:rPr>
              <a:t>cl</a:t>
            </a:r>
            <a:r>
              <a:rPr lang="en-US" altLang="en-US" sz="2400" spc="-300" dirty="0" err="1">
                <a:solidFill>
                  <a:srgbClr val="FF0000"/>
                </a:solidFill>
                <a:latin typeface="Lucida Fax" panose="02060602050505020204" pitchFamily="18" charset="0"/>
              </a:rPr>
              <a:t>s</a:t>
            </a:r>
            <a:r>
              <a:rPr lang="en-US" altLang="en-US" sz="2400" spc="-150" dirty="0">
                <a:solidFill>
                  <a:srgbClr val="FF0000"/>
                </a:solidFill>
                <a:latin typeface="Lucida Fax" panose="02060602050505020204" pitchFamily="18" charset="0"/>
              </a:rPr>
              <a:t>'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#Why doesn’t it crash, this time?</a:t>
            </a:r>
            <a:endParaRPr lang="en-US" altLang="en-US" sz="240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46984"/>
      </p:ext>
    </p:extLst>
  </p:cSld>
  <p:clrMapOvr>
    <a:masterClrMapping/>
  </p:clrMapOvr>
  <p:transition spd="med" advTm="115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19" x="2444750" y="977900"/>
          <p14:tracePt t="533" x="2438400" y="984250"/>
          <p14:tracePt t="540" x="2438400" y="996950"/>
          <p14:tracePt t="554" x="2432050" y="1009650"/>
          <p14:tracePt t="568" x="2425700" y="1016000"/>
          <p14:tracePt t="585" x="2419350" y="1022350"/>
          <p14:tracePt t="624" x="2413000" y="1035050"/>
          <p14:tracePt t="631" x="2413000" y="1041400"/>
          <p14:tracePt t="638" x="2406650" y="1054100"/>
          <p14:tracePt t="654" x="2406650" y="1066800"/>
          <p14:tracePt t="668" x="2406650" y="1073150"/>
          <p14:tracePt t="685" x="2400300" y="1098550"/>
          <p14:tracePt t="702" x="2393950" y="1104900"/>
          <p14:tracePt t="718" x="2387600" y="1130300"/>
          <p14:tracePt t="734" x="2374900" y="1162050"/>
          <p14:tracePt t="751" x="2368550" y="1174750"/>
          <p14:tracePt t="767" x="2368550" y="1181100"/>
          <p14:tracePt t="784" x="2368550" y="1193800"/>
          <p14:tracePt t="801" x="2362200" y="1200150"/>
          <p14:tracePt t="836" x="2362200" y="1206500"/>
          <p14:tracePt t="890" x="2355850" y="1206500"/>
          <p14:tracePt t="982" x="2355850" y="1212850"/>
          <p14:tracePt t="996" x="2355850" y="1219200"/>
          <p14:tracePt t="1003" x="2355850" y="1225550"/>
          <p14:tracePt t="1018" x="2349500" y="1244600"/>
          <p14:tracePt t="1033" x="2343150" y="1314450"/>
          <p14:tracePt t="1050" x="2343150" y="1390650"/>
          <p14:tracePt t="1067" x="2343150" y="1612900"/>
          <p14:tracePt t="1083" x="2349500" y="2025650"/>
          <p14:tracePt t="1100" x="2368550" y="2317750"/>
          <p14:tracePt t="1116" x="2413000" y="3054350"/>
          <p14:tracePt t="1133" x="2501900" y="3848100"/>
          <p14:tracePt t="1149" x="2552700" y="4222750"/>
          <p14:tracePt t="1166" x="2616200" y="4889500"/>
          <p14:tracePt t="1183" x="2635250" y="5130800"/>
          <p14:tracePt t="1200" x="2679700" y="5480050"/>
          <p14:tracePt t="1216" x="2686050" y="5524500"/>
          <p14:tracePt t="1233" x="2692400" y="5543550"/>
          <p14:tracePt t="1266" x="2679700" y="5505450"/>
          <p14:tracePt t="1282" x="2660650" y="5467350"/>
          <p14:tracePt t="1299" x="2616200" y="5378450"/>
          <p14:tracePt t="1316" x="2552700" y="5289550"/>
          <p14:tracePt t="1333" x="2482850" y="5181600"/>
          <p14:tracePt t="1348" x="2451100" y="5124450"/>
          <p14:tracePt t="1366" x="2362200" y="5054600"/>
          <p14:tracePt t="1382" x="2273300" y="5003800"/>
          <p14:tracePt t="1398" x="2235200" y="4965700"/>
          <p14:tracePt t="1415" x="2159000" y="4902200"/>
          <p14:tracePt t="1432" x="2089150" y="4826000"/>
          <p14:tracePt t="1449" x="2044700" y="4756150"/>
          <p14:tracePt t="1466" x="1962150" y="4572000"/>
          <p14:tracePt t="1482" x="1898650" y="4324350"/>
          <p14:tracePt t="1498" x="1879600" y="4184650"/>
          <p14:tracePt t="1515" x="1879600" y="4000500"/>
          <p14:tracePt t="1531" x="1898650" y="3670300"/>
          <p14:tracePt t="1548" x="1930400" y="3403600"/>
          <p14:tracePt t="1565" x="1968500" y="3206750"/>
          <p14:tracePt t="1581" x="1981200" y="3143250"/>
          <p14:tracePt t="1598" x="2025650" y="3028950"/>
          <p14:tracePt t="1615" x="2095500" y="2952750"/>
          <p14:tracePt t="1631" x="2139950" y="2914650"/>
          <p14:tracePt t="1648" x="2222500" y="2844800"/>
          <p14:tracePt t="1664" x="2305050" y="2768600"/>
          <p14:tracePt t="1681" x="2349500" y="2711450"/>
          <p14:tracePt t="1698" x="2470150" y="2584450"/>
          <p14:tracePt t="1714" x="2559050" y="2444750"/>
          <p14:tracePt t="1731" x="2590800" y="2387600"/>
          <p14:tracePt t="1747" x="2622550" y="2311400"/>
          <p14:tracePt t="1764" x="2635250" y="2279650"/>
          <p14:tracePt t="1797" x="2635250" y="2273300"/>
          <p14:tracePt t="1817" x="2628900" y="2273300"/>
          <p14:tracePt t="1831" x="2603500" y="2286000"/>
          <p14:tracePt t="1847" x="2584450" y="2305050"/>
          <p14:tracePt t="1864" x="2552700" y="2336800"/>
          <p14:tracePt t="1880" x="2476500" y="2451100"/>
          <p14:tracePt t="1897" x="2381250" y="2635250"/>
          <p14:tracePt t="1914" x="2349500" y="2730500"/>
          <p14:tracePt t="1930" x="2298700" y="2901950"/>
          <p14:tracePt t="1947" x="2292350" y="2959100"/>
          <p14:tracePt t="1964" x="2292350" y="2971800"/>
          <p14:tracePt t="1980" x="2298700" y="2971800"/>
          <p14:tracePt t="1996" x="2311400" y="2965450"/>
          <p14:tracePt t="2014" x="2387600" y="2844800"/>
          <p14:tracePt t="2030" x="2419350" y="2787650"/>
          <p14:tracePt t="2046" x="2476500" y="2628900"/>
          <p14:tracePt t="2063" x="2533650" y="2470150"/>
          <p14:tracePt t="2080" x="2552700" y="2400300"/>
          <p14:tracePt t="2096" x="2565400" y="2349500"/>
          <p14:tracePt t="2113" x="2578100" y="2298700"/>
          <p14:tracePt t="2182" x="2584450" y="2311400"/>
          <p14:tracePt t="2197" x="2590800" y="2324100"/>
          <p14:tracePt t="2203" x="2597150" y="2349500"/>
          <p14:tracePt t="2217" x="2603500" y="2368550"/>
          <p14:tracePt t="2230" x="2616200" y="2387600"/>
          <p14:tracePt t="2246" x="2635250" y="2406650"/>
          <p14:tracePt t="2263" x="2641600" y="2413000"/>
          <p14:tracePt t="2279" x="2667000" y="2413000"/>
          <p14:tracePt t="2296" x="2698750" y="2393950"/>
          <p14:tracePt t="2312" x="2711450" y="2362200"/>
          <p14:tracePt t="2329" x="2736850" y="2311400"/>
          <p14:tracePt t="2345" x="2736850" y="2279650"/>
          <p14:tracePt t="2363" x="2736850" y="2266950"/>
          <p14:tracePt t="2379" x="2717800" y="2260600"/>
          <p14:tracePt t="2395" x="2686050" y="2266950"/>
          <p14:tracePt t="2413" x="2654300" y="2279650"/>
          <p14:tracePt t="2429" x="2584450" y="2343150"/>
          <p14:tracePt t="2446" x="2533650" y="2400300"/>
          <p14:tracePt t="2462" x="2400300" y="2565400"/>
          <p14:tracePt t="2479" x="2247900" y="2838450"/>
          <p14:tracePt t="2495" x="2146300" y="3035300"/>
          <p14:tracePt t="2512" x="2025650" y="3429000"/>
          <p14:tracePt t="2529" x="1962150" y="3803650"/>
          <p14:tracePt t="2545" x="1962150" y="4006850"/>
          <p14:tracePt t="2549" x="1968500" y="4273550"/>
          <p14:tracePt t="2561" x="2012950" y="4527550"/>
          <p14:tracePt t="2579" x="2120900" y="4889500"/>
          <p14:tracePt t="2595" x="2241550" y="5194300"/>
          <p14:tracePt t="2612" x="2305050" y="5302250"/>
          <p14:tracePt t="2628" x="2393950" y="5448300"/>
          <p14:tracePt t="2646" x="2463800" y="5524500"/>
          <p14:tracePt t="2661" x="2489200" y="5537200"/>
          <p14:tracePt t="2677" x="2501900" y="5549900"/>
          <p14:tracePt t="2695" x="2514600" y="5549900"/>
          <p14:tracePt t="2711" x="2520950" y="5549900"/>
          <p14:tracePt t="2745" x="2520950" y="5543550"/>
          <p14:tracePt t="2764" x="2527300" y="5537200"/>
          <p14:tracePt t="2781" x="2527300" y="5530850"/>
          <p14:tracePt t="2794" x="2527300" y="5518150"/>
          <p14:tracePt t="2810" x="2533650" y="5480050"/>
          <p14:tracePt t="2827" x="2533650" y="5467350"/>
          <p14:tracePt t="2844" x="2533650" y="5397500"/>
          <p14:tracePt t="2860" x="2527300" y="5295900"/>
          <p14:tracePt t="2877" x="2508250" y="5105400"/>
          <p14:tracePt t="2894" x="2501900" y="4991100"/>
          <p14:tracePt t="2911" x="2476500" y="4724400"/>
          <p14:tracePt t="2927" x="2457450" y="4483100"/>
          <p14:tracePt t="2943" x="2457450" y="4381500"/>
          <p14:tracePt t="2961" x="2489200" y="4248150"/>
          <p14:tracePt t="2976" x="2508250" y="4197350"/>
          <p14:tracePt t="2994" x="2527300" y="4171950"/>
          <p14:tracePt t="3010" x="2527300" y="4165600"/>
          <p14:tracePt t="3026" x="2540000" y="4165600"/>
          <p14:tracePt t="3042" x="2546350" y="4159250"/>
          <p14:tracePt t="3060" x="2552700" y="4159250"/>
          <p14:tracePt t="3076" x="2559050" y="4159250"/>
          <p14:tracePt t="3178" x="2552700" y="4159250"/>
          <p14:tracePt t="3919" x="2546350" y="4178300"/>
          <p14:tracePt t="3926" x="2533650" y="4222750"/>
          <p14:tracePt t="3942" x="2520950" y="4273550"/>
          <p14:tracePt t="3957" x="2514600" y="4318000"/>
          <p14:tracePt t="3973" x="2482850" y="4470400"/>
          <p14:tracePt t="3990" x="2444750" y="4641850"/>
          <p14:tracePt t="4006" x="2413000" y="4724400"/>
          <p14:tracePt t="4024" x="2362200" y="4883150"/>
          <p14:tracePt t="4039" x="2292350" y="5092700"/>
          <p14:tracePt t="4056" x="2260600" y="5194300"/>
          <p14:tracePt t="4073" x="2209800" y="5378450"/>
          <p14:tracePt t="4089" x="2184400" y="5499100"/>
          <p14:tracePt t="4106" x="2171700" y="5549900"/>
          <p14:tracePt t="4123" x="2165350" y="5632450"/>
          <p14:tracePt t="4139" x="2165350" y="5676900"/>
          <p14:tracePt t="4156" x="2165350" y="5689600"/>
          <p14:tracePt t="4172" x="2165350" y="5695950"/>
          <p14:tracePt t="4208" x="2171700" y="5695950"/>
          <p14:tracePt t="4222" x="2178050" y="5695950"/>
          <p14:tracePt t="4239" x="2184400" y="5702300"/>
          <p14:tracePt t="4256" x="2216150" y="5708650"/>
          <p14:tracePt t="4272" x="2260600" y="5721350"/>
          <p14:tracePt t="4289" x="2279650" y="5721350"/>
          <p14:tracePt t="4305" x="2336800" y="5740400"/>
          <p14:tracePt t="4322" x="2387600" y="5746750"/>
          <p14:tracePt t="4339" x="2425700" y="5746750"/>
          <p14:tracePt t="4355" x="2495550" y="5746750"/>
          <p14:tracePt t="4371" x="2590800" y="5715000"/>
          <p14:tracePt t="4389" x="2705100" y="5651500"/>
          <p14:tracePt t="4405" x="2762250" y="5600700"/>
          <p14:tracePt t="4422" x="2844800" y="5518150"/>
          <p14:tracePt t="4438" x="2901950" y="5441950"/>
          <p14:tracePt t="4455" x="2921000" y="5410200"/>
          <p14:tracePt t="4471" x="2940050" y="5365750"/>
          <p14:tracePt t="4488" x="2946400" y="5289550"/>
          <p14:tracePt t="4505" x="2946400" y="5251450"/>
          <p14:tracePt t="4522" x="2946400" y="5194300"/>
          <p14:tracePt t="4538" x="2946400" y="5168900"/>
          <p14:tracePt t="4554" x="2940050" y="5137150"/>
          <p14:tracePt t="4571" x="2933700" y="5130800"/>
          <p14:tracePt t="4588" x="2927350" y="5130800"/>
          <p14:tracePt t="4605" x="2921000" y="5130800"/>
          <p14:tracePt t="4621" x="2895600" y="5156200"/>
          <p14:tracePt t="4637" x="2882900" y="5181600"/>
          <p14:tracePt t="4654" x="2851150" y="5251450"/>
          <p14:tracePt t="4671" x="2813050" y="5365750"/>
          <p14:tracePt t="4687" x="2800350" y="5416550"/>
          <p14:tracePt t="4705" x="2794000" y="5530850"/>
          <p14:tracePt t="4720" x="2794000" y="5638800"/>
          <p14:tracePt t="4737" x="2794000" y="5676900"/>
          <p14:tracePt t="4754" x="2819400" y="5727700"/>
          <p14:tracePt t="4770" x="2825750" y="5759450"/>
          <p14:tracePt t="4787" x="2838450" y="5765800"/>
          <p14:tracePt t="4804" x="2851150" y="5772150"/>
          <p14:tracePt t="4820" x="2863850" y="5772150"/>
          <p14:tracePt t="4837" x="2978150" y="5670550"/>
          <p14:tracePt t="4853" x="3028950" y="5600700"/>
          <p14:tracePt t="4870" x="3105150" y="5518150"/>
          <p14:tracePt t="4887" x="3263900" y="5327650"/>
          <p14:tracePt t="4903" x="3397250" y="5149850"/>
          <p14:tracePt t="4920" x="3448050" y="5080000"/>
          <p14:tracePt t="4936" x="3530600" y="4978400"/>
          <p14:tracePt t="4953" x="3568700" y="4921250"/>
          <p14:tracePt t="4970" x="3575050" y="4908550"/>
          <p14:tracePt t="4986" x="3581400" y="4902200"/>
          <p14:tracePt t="5069" x="3581400" y="4908550"/>
          <p14:tracePt t="5083" x="3575050" y="4914900"/>
          <p14:tracePt t="5090" x="3575050" y="4921250"/>
          <p14:tracePt t="5106" x="3568700" y="4927600"/>
          <p14:tracePt t="5120" x="3562350" y="4933950"/>
          <p14:tracePt t="5136" x="3562350" y="4940300"/>
          <p14:tracePt t="5154" x="3549650" y="4965700"/>
          <p14:tracePt t="5169" x="3536950" y="4984750"/>
          <p14:tracePt t="5185" x="3511550" y="5035550"/>
          <p14:tracePt t="5203" x="3479800" y="5111750"/>
          <p14:tracePt t="5219" x="3473450" y="5156200"/>
          <p14:tracePt t="5236" x="3448050" y="5238750"/>
          <p14:tracePt t="5252" x="3422650" y="5321300"/>
          <p14:tracePt t="5268" x="3422650" y="5353050"/>
          <p14:tracePt t="5285" x="3416300" y="5410200"/>
          <p14:tracePt t="5302" x="3422650" y="5448300"/>
          <p14:tracePt t="5318" x="3435350" y="5461000"/>
          <p14:tracePt t="5336" x="3467100" y="5486400"/>
          <p14:tracePt t="5352" x="3498850" y="5499100"/>
          <p14:tracePt t="5368" x="3530600" y="5505450"/>
          <p14:tracePt t="5385" x="3702050" y="5556250"/>
          <p14:tracePt t="5401" x="3784600" y="5575300"/>
          <p14:tracePt t="5418" x="3956050" y="5626100"/>
          <p14:tracePt t="5435" x="4019550" y="5645150"/>
          <p14:tracePt t="5451" x="4152900" y="5689600"/>
          <p14:tracePt t="5469" x="4210050" y="5708650"/>
          <p14:tracePt t="5485" x="4267200" y="5727700"/>
          <p14:tracePt t="5501" x="4330700" y="5759450"/>
          <p14:tracePt t="5518" x="4343400" y="5765800"/>
          <p14:tracePt t="5534" x="4349750" y="5765800"/>
          <p14:tracePt t="5644" x="4343400" y="5765800"/>
          <p14:tracePt t="5652" x="4337050" y="5759450"/>
          <p14:tracePt t="5658" x="4318000" y="5746750"/>
          <p14:tracePt t="5667" x="4305300" y="5734050"/>
          <p14:tracePt t="5684" x="4286250" y="5708650"/>
          <p14:tracePt t="5701" x="4216400" y="5638800"/>
          <p14:tracePt t="5717" x="4108450" y="5524500"/>
          <p14:tracePt t="5734" x="4044950" y="5441950"/>
          <p14:tracePt t="5750" x="3930650" y="5264150"/>
          <p14:tracePt t="5767" x="3879850" y="5143500"/>
          <p14:tracePt t="5784" x="3835400" y="5029200"/>
          <p14:tracePt t="5800" x="3752850" y="4832350"/>
          <p14:tracePt t="5817" x="3733800" y="4762500"/>
          <p14:tracePt t="5834" x="3714750" y="4686300"/>
          <p14:tracePt t="5850" x="3714750" y="4673600"/>
          <p14:tracePt t="5867" x="3708400" y="4667250"/>
          <p14:tracePt t="5900" x="3708400" y="4660900"/>
          <p14:tracePt t="5988" x="3702050" y="4660900"/>
          <p14:tracePt t="6394" x="3714750" y="4629150"/>
          <p14:tracePt t="6401" x="3727450" y="4584700"/>
          <p14:tracePt t="6417" x="3746500" y="4533900"/>
          <p14:tracePt t="6431" x="3765550" y="4464050"/>
          <p14:tracePt t="6448" x="3816350" y="4279900"/>
          <p14:tracePt t="6465" x="3848100" y="4089400"/>
          <p14:tracePt t="6481" x="3848100" y="3987800"/>
          <p14:tracePt t="6498" x="3835400" y="3797300"/>
          <p14:tracePt t="6514" x="3784600" y="3600450"/>
          <p14:tracePt t="6531" x="3752850" y="3486150"/>
          <p14:tracePt t="6548" x="3689350" y="3302000"/>
          <p14:tracePt t="6564" x="3625850" y="3175000"/>
          <p14:tracePt t="6581" x="3594100" y="3130550"/>
          <p14:tracePt t="6598" x="3536950" y="3060700"/>
          <p14:tracePt t="6614" x="3479800" y="3003550"/>
          <p14:tracePt t="6631" x="3467100" y="2990850"/>
          <p14:tracePt t="6648" x="3429000" y="2959100"/>
          <p14:tracePt t="6664" x="3416300" y="2946400"/>
          <p14:tracePt t="6681" x="3384550" y="2908300"/>
          <p14:tracePt t="6697" x="3371850" y="2895600"/>
          <p14:tracePt t="6714" x="3359150" y="2882900"/>
          <p14:tracePt t="6731" x="3327400" y="2838450"/>
          <p14:tracePt t="6747" x="3289300" y="2813050"/>
          <p14:tracePt t="6763" x="3263900" y="2800350"/>
          <p14:tracePt t="6780" x="3213100" y="2768600"/>
          <p14:tracePt t="6797" x="3162300" y="2730500"/>
          <p14:tracePt t="6813" x="3136900" y="2724150"/>
          <p14:tracePt t="6829" x="3079750" y="2698750"/>
          <p14:tracePt t="6846" x="3009900" y="2686050"/>
          <p14:tracePt t="6864" x="2940050" y="2679700"/>
          <p14:tracePt t="6880" x="2908300" y="2679700"/>
          <p14:tracePt t="6896" x="2844800" y="2667000"/>
          <p14:tracePt t="6913" x="2762250" y="2660650"/>
          <p14:tracePt t="6930" x="2724150" y="2660650"/>
          <p14:tracePt t="6946" x="2654300" y="2660650"/>
          <p14:tracePt t="6963" x="2597150" y="2660650"/>
          <p14:tracePt t="6979" x="2571750" y="2660650"/>
          <p14:tracePt t="6997" x="2514600" y="2660650"/>
          <p14:tracePt t="7012" x="2457450" y="2660650"/>
          <p14:tracePt t="7029" x="2425700" y="2660650"/>
          <p14:tracePt t="7046" x="2368550" y="2660650"/>
          <p14:tracePt t="7062" x="2343150" y="2660650"/>
          <p14:tracePt t="7079" x="2273300" y="2667000"/>
          <p14:tracePt t="7096" x="2216150" y="2686050"/>
          <p14:tracePt t="7112" x="2184400" y="2692400"/>
          <p14:tracePt t="7129" x="2133600" y="2705100"/>
          <p14:tracePt t="7146" x="2101850" y="2724150"/>
          <p14:tracePt t="7163" x="2089150" y="2736850"/>
          <p14:tracePt t="7179" x="2070100" y="2749550"/>
          <p14:tracePt t="7195" x="2051050" y="2749550"/>
          <p14:tracePt t="7236" x="2044700" y="2755900"/>
          <p14:tracePt t="7245" x="2038350" y="2755900"/>
          <p14:tracePt t="7278" x="2025650" y="2755900"/>
          <p14:tracePt t="7285" x="2019300" y="2755900"/>
          <p14:tracePt t="7299" x="2006600" y="2755900"/>
          <p14:tracePt t="7311" x="2000250" y="2755900"/>
          <p14:tracePt t="7328" x="1974850" y="2743200"/>
          <p14:tracePt t="7345" x="1968500" y="2736850"/>
          <p14:tracePt t="7362" x="1936750" y="2724150"/>
          <p14:tracePt t="7378" x="1911350" y="2711450"/>
          <p14:tracePt t="7395" x="1898650" y="2705100"/>
          <p14:tracePt t="7412" x="1873250" y="2686050"/>
          <p14:tracePt t="7428" x="1854200" y="2667000"/>
          <p14:tracePt t="7445" x="1847850" y="2647950"/>
          <p14:tracePt t="7461" x="1835150" y="2616200"/>
          <p14:tracePt t="7478" x="1835150" y="2590800"/>
          <p14:tracePt t="7494" x="1828800" y="2578100"/>
          <p14:tracePt t="7511" x="1828800" y="2559050"/>
          <p14:tracePt t="7527" x="1828800" y="2546350"/>
          <p14:tracePt t="7586" x="1828800" y="2540000"/>
          <p14:tracePt t="7663" x="1835150" y="2533650"/>
          <p14:tracePt t="7685" x="1841500" y="2527300"/>
          <p14:tracePt t="7699" x="1847850" y="2527300"/>
          <p14:tracePt t="7705" x="1854200" y="2527300"/>
          <p14:tracePt t="7728" x="1866900" y="2527300"/>
          <p14:tracePt t="7733" x="1879600" y="2520950"/>
          <p14:tracePt t="7747" x="1892300" y="2520950"/>
          <p14:tracePt t="7761" x="1911350" y="2514600"/>
          <p14:tracePt t="7777" x="1949450" y="2508250"/>
          <p14:tracePt t="7793" x="1974850" y="2508250"/>
          <p14:tracePt t="7811" x="2006600" y="2501900"/>
          <p14:tracePt t="7826" x="2032000" y="2501900"/>
          <p14:tracePt t="7843" x="2044700" y="2495550"/>
          <p14:tracePt t="7860" x="2051050" y="2495550"/>
          <p14:tracePt t="7892" x="2044700" y="2495550"/>
          <p14:tracePt t="7910" x="2019300" y="2495550"/>
          <p14:tracePt t="7926" x="2006600" y="2495550"/>
          <p14:tracePt t="7943" x="1974850" y="2495550"/>
          <p14:tracePt t="7959" x="1943100" y="2495550"/>
          <p14:tracePt t="7976" x="1924050" y="2495550"/>
          <p14:tracePt t="7993" x="1898650" y="2495550"/>
          <p14:tracePt t="8009" x="1879600" y="2495550"/>
          <p14:tracePt t="8042" x="1873250" y="2495550"/>
          <p14:tracePt t="8071" x="1879600" y="2495550"/>
          <p14:tracePt t="8079" x="1885950" y="2495550"/>
          <p14:tracePt t="8092" x="1892300" y="2495550"/>
          <p14:tracePt t="8109" x="1911350" y="2495550"/>
          <p14:tracePt t="8126" x="1924050" y="2495550"/>
          <p14:tracePt t="8142" x="1968500" y="2495550"/>
          <p14:tracePt t="8159" x="2006600" y="2508250"/>
          <p14:tracePt t="8176" x="2038350" y="2508250"/>
          <p14:tracePt t="8192" x="2051050" y="2508250"/>
          <p14:tracePt t="8209" x="2057400" y="2508250"/>
          <p14:tracePt t="8226" x="2076450" y="2508250"/>
          <p14:tracePt t="8261" x="2082800" y="2508250"/>
          <p14:tracePt t="9230" x="2120900" y="2508250"/>
          <p14:tracePt t="9236" x="2159000" y="2508250"/>
          <p14:tracePt t="9251" x="2197100" y="2508250"/>
          <p14:tracePt t="9258" x="2247900" y="2508250"/>
          <p14:tracePt t="9275" x="2311400" y="2508250"/>
          <p14:tracePt t="9288" x="2374900" y="2508250"/>
          <p14:tracePt t="9305" x="2508250" y="2508250"/>
          <p14:tracePt t="9322" x="2660650" y="2495550"/>
          <p14:tracePt t="9338" x="2724150" y="2495550"/>
          <p14:tracePt t="9355" x="2806700" y="2495550"/>
          <p14:tracePt t="9371" x="2832100" y="2495550"/>
          <p14:tracePt t="9405" x="2838450" y="2495550"/>
          <p14:tracePt t="9553" x="2832100" y="2501900"/>
          <p14:tracePt t="9559" x="2832100" y="2514600"/>
          <p14:tracePt t="9574" x="2825750" y="2533650"/>
          <p14:tracePt t="9588" x="2806700" y="2578100"/>
          <p14:tracePt t="9604" x="2768600" y="2743200"/>
          <p14:tracePt t="9620" x="2743200" y="2857500"/>
          <p14:tracePt t="9637" x="2698750" y="3200400"/>
          <p14:tracePt t="9653" x="2660650" y="3606800"/>
          <p14:tracePt t="9670" x="2660650" y="3841750"/>
          <p14:tracePt t="9687" x="2692400" y="4305300"/>
          <p14:tracePt t="9703" x="2768600" y="4775200"/>
          <p14:tracePt t="9720" x="2825750" y="5003800"/>
          <p14:tracePt t="9736" x="2952750" y="5448300"/>
          <p14:tracePt t="9753" x="3111500" y="5810250"/>
          <p14:tracePt t="9770" x="3181350" y="5930900"/>
          <p14:tracePt t="9786" x="3321050" y="6146800"/>
          <p14:tracePt t="9803" x="3441700" y="6299200"/>
          <p14:tracePt t="9820" x="3549650" y="6394450"/>
          <p14:tracePt t="9837" x="3594100" y="6438900"/>
          <p14:tracePt t="9853" x="3638550" y="6464300"/>
          <p14:tracePt t="9870" x="3727450" y="6527800"/>
          <p14:tracePt t="9886" x="3740150" y="6553200"/>
          <p14:tracePt t="9903" x="3778250" y="6578600"/>
          <p14:tracePt t="9919" x="3797300" y="6584950"/>
          <p14:tracePt t="9936" x="3816350" y="6604000"/>
          <p14:tracePt t="9953" x="3835400" y="6616700"/>
          <p14:tracePt t="9969" x="3848100" y="6623050"/>
          <p14:tracePt t="9986" x="3860800" y="6635750"/>
          <p14:tracePt t="10002" x="3879850" y="6642100"/>
          <p14:tracePt t="10019" x="3879850" y="6648450"/>
          <p14:tracePt t="10036" x="3898900" y="6648450"/>
          <p14:tracePt t="10052" x="3905250" y="6648450"/>
          <p14:tracePt t="10069" x="3917950" y="6642100"/>
          <p14:tracePt t="10086" x="3924300" y="6635750"/>
          <p14:tracePt t="10102" x="3924300" y="6623050"/>
          <p14:tracePt t="10118" x="3924300" y="6578600"/>
          <p14:tracePt t="10136" x="3917950" y="6521450"/>
          <p14:tracePt t="10152" x="3892550" y="6419850"/>
          <p14:tracePt t="10168" x="3879850" y="6381750"/>
          <p14:tracePt t="10172" x="3860800" y="6337300"/>
          <p14:tracePt t="10185" x="3835400" y="6305550"/>
          <p14:tracePt t="10202" x="3816350" y="6273800"/>
          <p14:tracePt t="10220" x="3771900" y="6216650"/>
          <p14:tracePt t="10235" x="3752850" y="6191250"/>
          <p14:tracePt t="10251" x="3740150" y="6178550"/>
          <p14:tracePt t="10268" x="3714750" y="6153150"/>
          <p14:tracePt t="10284" x="3689350" y="6127750"/>
          <p14:tracePt t="10301" x="3683000" y="6115050"/>
          <p14:tracePt t="10318" x="3651250" y="6096000"/>
          <p14:tracePt t="10335" x="3632200" y="6076950"/>
          <p14:tracePt t="10368" x="3625850" y="6076950"/>
          <p14:tracePt t="10384" x="3619500" y="6076950"/>
          <p14:tracePt t="10415" x="3613150" y="6076950"/>
          <p14:tracePt t="10493" x="3625850" y="6076950"/>
          <p14:tracePt t="10501" x="3632200" y="6076950"/>
          <p14:tracePt t="10514" x="3638550" y="6076950"/>
          <p14:tracePt t="10521" x="3663950" y="6064250"/>
          <p14:tracePt t="10537" x="3689350" y="6064250"/>
          <p14:tracePt t="10550" x="3727450" y="6057900"/>
          <p14:tracePt t="10567" x="3860800" y="6051550"/>
          <p14:tracePt t="10585" x="4038600" y="6032500"/>
          <p14:tracePt t="10600" x="4127500" y="6032500"/>
          <p14:tracePt t="10617" x="4318000" y="6007100"/>
          <p14:tracePt t="10633" x="4406900" y="6007100"/>
          <p14:tracePt t="10650" x="4578350" y="5988050"/>
          <p14:tracePt t="10667" x="4641850" y="5981700"/>
          <p14:tracePt t="10683" x="4705350" y="5969000"/>
          <p14:tracePt t="10700" x="4775200" y="5969000"/>
          <p14:tracePt t="10717" x="4794250" y="5962650"/>
          <p14:tracePt t="10733" x="4813300" y="5962650"/>
          <p14:tracePt t="10750" x="4819650" y="5962650"/>
          <p14:tracePt t="10766" x="4826000" y="5962650"/>
          <p14:tracePt t="11069" x="4813300" y="5943600"/>
          <p14:tracePt t="11077" x="4775200" y="5899150"/>
          <p14:tracePt t="11085" x="4730750" y="5854700"/>
          <p14:tracePt t="11101" x="4679950" y="5784850"/>
          <p14:tracePt t="11115" x="4508500" y="5588000"/>
          <p14:tracePt t="11132" x="4394200" y="5448300"/>
          <p14:tracePt t="11148" x="4165600" y="5168900"/>
          <p14:tracePt t="11165" x="3937000" y="4895850"/>
          <p14:tracePt t="11182" x="3752850" y="4648200"/>
          <p14:tracePt t="11198" x="3689350" y="4540250"/>
          <p14:tracePt t="11215" x="3575050" y="4362450"/>
          <p14:tracePt t="11232" x="3505200" y="4241800"/>
          <p14:tracePt t="11248" x="3486150" y="4197350"/>
          <p14:tracePt t="11265" x="3473450" y="4165600"/>
          <p14:tracePt t="11281" x="3467100" y="4152900"/>
          <p14:tracePt t="11315" x="3467100" y="4146550"/>
          <p14:tracePt t="11331" x="3467100" y="4133850"/>
          <p14:tracePt t="11347" x="3467100" y="4127500"/>
          <p14:tracePt t="11365" x="3460750" y="4114800"/>
          <p14:tracePt t="11381" x="3454400" y="4102100"/>
          <p14:tracePt t="11398" x="3454400" y="4095750"/>
          <p14:tracePt t="11414" x="3441700" y="4064000"/>
          <p14:tracePt t="11430" x="3435350" y="4051300"/>
          <p14:tracePt t="11447" x="3429000" y="4038600"/>
          <p14:tracePt t="11464" x="3416300" y="4025900"/>
          <p14:tracePt t="11481" x="3416300" y="4019550"/>
          <p14:tracePt t="11498" x="3403600" y="4006850"/>
          <p14:tracePt t="11514" x="3403600" y="3994150"/>
          <p14:tracePt t="11547" x="3397250" y="3975100"/>
          <p14:tracePt t="11563" x="3384550" y="394970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</a:t>
            </a:r>
            <a:r>
              <a:rPr lang="en-US" altLang="zh-TW" sz="3400" dirty="0" smtClean="0"/>
              <a:t>parameters:</a:t>
            </a:r>
            <a:endParaRPr lang="en-US" altLang="zh-TW" sz="3400" dirty="0"/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200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Person: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age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OK now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#Don’t declare it twice</a:t>
            </a:r>
            <a:endParaRPr lang="en-US" altLang="en-US" sz="240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7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70" dirty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400" spc="-170" dirty="0" err="1">
                <a:solidFill>
                  <a:srgbClr val="FF9797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70" dirty="0">
                <a:solidFill>
                  <a:srgbClr val="FF9797"/>
                </a:solidFill>
                <a:latin typeface="Lucida Fax" panose="02060602050505020204" pitchFamily="18" charset="0"/>
              </a:rPr>
              <a:t>() takes 1 positional argument but 2 were given</a:t>
            </a: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35146"/>
      </p:ext>
    </p:extLst>
  </p:cSld>
  <p:clrMapOvr>
    <a:masterClrMapping/>
  </p:clrMapOvr>
  <p:transition spd="med" advTm="1150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8" x="3340100" y="3860800"/>
          <p14:tracePt t="50" x="3333750" y="3848100"/>
          <p14:tracePt t="78" x="3314700" y="3803650"/>
          <p14:tracePt t="100" x="3302000" y="3784600"/>
          <p14:tracePt t="115" x="3302000" y="3778250"/>
          <p14:tracePt t="132" x="3289300" y="3759200"/>
          <p14:tracePt t="149" x="3270250" y="3740150"/>
          <p14:tracePt t="165" x="3257550" y="3721100"/>
          <p14:tracePt t="182" x="3238500" y="3702050"/>
          <p14:tracePt t="199" x="3187700" y="3644900"/>
          <p14:tracePt t="215" x="3168650" y="3613150"/>
          <p14:tracePt t="233" x="3130550" y="3568700"/>
          <p14:tracePt t="248" x="3111500" y="3549650"/>
          <p14:tracePt t="265" x="3079750" y="3505200"/>
          <p14:tracePt t="282" x="3060700" y="3486150"/>
          <p14:tracePt t="298" x="3035300" y="3448050"/>
          <p14:tracePt t="315" x="3003550" y="3403600"/>
          <p14:tracePt t="332" x="2965450" y="3371850"/>
          <p14:tracePt t="348" x="2952750" y="3359150"/>
          <p14:tracePt t="365" x="2914650" y="3314700"/>
          <p14:tracePt t="381" x="2876550" y="3270250"/>
          <p14:tracePt t="398" x="2857500" y="3238500"/>
          <p14:tracePt t="415" x="2813050" y="3194050"/>
          <p14:tracePt t="431" x="2755900" y="3136900"/>
          <p14:tracePt t="447" x="2730500" y="3111500"/>
          <p14:tracePt t="465" x="2686050" y="3060700"/>
          <p14:tracePt t="480" x="2641600" y="3022600"/>
          <p14:tracePt t="497" x="2628900" y="3009900"/>
          <p14:tracePt t="514" x="2590800" y="2978150"/>
          <p14:tracePt t="531" x="2571750" y="2965450"/>
          <p14:tracePt t="547" x="2552700" y="2940050"/>
          <p14:tracePt t="564" x="2533650" y="2921000"/>
          <p14:tracePt t="580" x="2527300" y="2914650"/>
          <p14:tracePt t="597" x="2514600" y="2908300"/>
          <p14:tracePt t="613" x="2514600" y="2901950"/>
          <p14:tracePt t="682" x="2508250" y="2901950"/>
          <p14:tracePt t="963" x="2501900" y="2889250"/>
          <p14:tracePt t="969" x="2501900" y="2882900"/>
          <p14:tracePt t="983" x="2495550" y="2870200"/>
          <p14:tracePt t="995" x="2489200" y="2863850"/>
          <p14:tracePt t="1012" x="2470150" y="2838450"/>
          <p14:tracePt t="1029" x="2457450" y="2825750"/>
          <p14:tracePt t="1047" x="2419350" y="2781300"/>
          <p14:tracePt t="1062" x="2381250" y="2749550"/>
          <p14:tracePt t="1079" x="2368550" y="2724150"/>
          <p14:tracePt t="1096" x="2349500" y="2698750"/>
          <p14:tracePt t="1111" x="2324100" y="2673350"/>
          <p14:tracePt t="1129" x="2311400" y="2667000"/>
          <p14:tracePt t="1132" x="2305050" y="2660650"/>
          <p14:tracePt t="1148" x="2298700" y="2660650"/>
          <p14:tracePt t="1162" x="2292350" y="2654300"/>
          <p14:tracePt t="1178" x="2286000" y="2654300"/>
          <p14:tracePt t="1195" x="2286000" y="2647950"/>
          <p14:tracePt t="1211" x="2279650" y="2647950"/>
          <p14:tracePt t="1230" x="2273300" y="2641600"/>
          <p14:tracePt t="1245" x="2254250" y="2635250"/>
          <p14:tracePt t="1262" x="2247900" y="2635250"/>
          <p14:tracePt t="1278" x="2241550" y="2628900"/>
          <p14:tracePt t="1295" x="2228850" y="2628900"/>
          <p14:tracePt t="1311" x="2222500" y="2622550"/>
          <p14:tracePt t="1328" x="2216150" y="2622550"/>
          <p14:tracePt t="1344" x="2209800" y="2616200"/>
          <p14:tracePt t="1378" x="2203450" y="2616200"/>
          <p14:tracePt t="1404" x="2197100" y="2616200"/>
          <p14:tracePt t="1414" x="2190750" y="2616200"/>
          <p14:tracePt t="1428" x="2184400" y="2609850"/>
          <p14:tracePt t="1444" x="2171700" y="2609850"/>
          <p14:tracePt t="1461" x="2120900" y="2597150"/>
          <p14:tracePt t="1477" x="2095500" y="2597150"/>
          <p14:tracePt t="1494" x="2070100" y="2597150"/>
          <p14:tracePt t="1510" x="2019300" y="2584450"/>
          <p14:tracePt t="1527" x="1987550" y="2578100"/>
          <p14:tracePt t="1545" x="1955800" y="2565400"/>
          <p14:tracePt t="1560" x="1936750" y="2559050"/>
          <p14:tracePt t="1577" x="1924050" y="2546350"/>
          <p14:tracePt t="1594" x="1911350" y="2540000"/>
          <p14:tracePt t="1636" x="1905000" y="2533650"/>
          <p14:tracePt t="1664" x="1898650" y="2533650"/>
          <p14:tracePt t="1685" x="1892300" y="2533650"/>
          <p14:tracePt t="1692" x="1885950" y="2533650"/>
          <p14:tracePt t="1734" x="1873250" y="2533650"/>
          <p14:tracePt t="1741" x="1866900" y="2533650"/>
          <p14:tracePt t="1762" x="1860550" y="2533650"/>
          <p14:tracePt t="1778" x="1854200" y="2533650"/>
          <p14:tracePt t="1783" x="1841500" y="2533650"/>
          <p14:tracePt t="1797" x="1828800" y="2533650"/>
          <p14:tracePt t="1809" x="1809750" y="2540000"/>
          <p14:tracePt t="1826" x="1778000" y="2559050"/>
          <p14:tracePt t="1843" x="1771650" y="2565400"/>
          <p14:tracePt t="2235" x="1752600" y="2565400"/>
          <p14:tracePt t="2243" x="1714500" y="2559050"/>
          <p14:tracePt t="2256" x="1682750" y="2552700"/>
          <p14:tracePt t="2263" x="1651000" y="2533650"/>
          <p14:tracePt t="2278" x="1625600" y="2527300"/>
          <p14:tracePt t="2292" x="1593850" y="2514600"/>
          <p14:tracePt t="2308" x="1549400" y="2489200"/>
          <p14:tracePt t="2325" x="1536700" y="2482850"/>
          <p14:tracePt t="2341" x="1511300" y="2476500"/>
          <p14:tracePt t="2357" x="1498600" y="2470150"/>
          <p14:tracePt t="2375" x="1492250" y="2470150"/>
          <p14:tracePt t="2391" x="1485900" y="2470150"/>
          <p14:tracePt t="2418" x="1479550" y="2470150"/>
          <p14:tracePt t="2628" x="1485900" y="2470150"/>
          <p14:tracePt t="2642" x="1504950" y="2463800"/>
          <p14:tracePt t="2657" x="1530350" y="2463800"/>
          <p14:tracePt t="2663" x="1555750" y="2457450"/>
          <p14:tracePt t="2677" x="1587500" y="2451100"/>
          <p14:tracePt t="2693" x="1625600" y="2451100"/>
          <p14:tracePt t="2706" x="1657350" y="2444750"/>
          <p14:tracePt t="2723" x="1695450" y="2444750"/>
          <p14:tracePt t="2740" x="1752600" y="2432050"/>
          <p14:tracePt t="2756" x="1765300" y="2425700"/>
          <p14:tracePt t="2772" x="1784350" y="2425700"/>
          <p14:tracePt t="2790" x="1803400" y="2425700"/>
          <p14:tracePt t="2806" x="1809750" y="2425700"/>
          <p14:tracePt t="2823" x="1816100" y="2425700"/>
          <p14:tracePt t="2855" x="1822450" y="2425700"/>
          <p14:tracePt t="2958" x="1816100" y="2425700"/>
          <p14:tracePt t="2965" x="1809750" y="2425700"/>
          <p14:tracePt t="2979" x="1797050" y="2425700"/>
          <p14:tracePt t="2989" x="1790700" y="2425700"/>
          <p14:tracePt t="3005" x="1771650" y="2425700"/>
          <p14:tracePt t="3022" x="1720850" y="2432050"/>
          <p14:tracePt t="3039" x="1695450" y="2438400"/>
          <p14:tracePt t="3056" x="1625600" y="2451100"/>
          <p14:tracePt t="3072" x="1606550" y="2457450"/>
          <p14:tracePt t="3088" x="1581150" y="2463800"/>
          <p14:tracePt t="3105" x="1568450" y="2470150"/>
          <p14:tracePt t="3121" x="1562100" y="2470150"/>
          <p14:tracePt t="3197" x="1568450" y="2470150"/>
          <p14:tracePt t="3211" x="1574800" y="2470150"/>
          <p14:tracePt t="3217" x="1587500" y="2470150"/>
          <p14:tracePt t="3225" x="1600200" y="2476500"/>
          <p14:tracePt t="3241" x="1612900" y="2476500"/>
          <p14:tracePt t="3254" x="1625600" y="2476500"/>
          <p14:tracePt t="3271" x="1670050" y="2476500"/>
          <p14:tracePt t="3288" x="1714500" y="2476500"/>
          <p14:tracePt t="3304" x="1739900" y="2476500"/>
          <p14:tracePt t="3321" x="1784350" y="2482850"/>
          <p14:tracePt t="3338" x="1822450" y="2482850"/>
          <p14:tracePt t="3354" x="1835150" y="2482850"/>
          <p14:tracePt t="3371" x="1854200" y="2482850"/>
          <p14:tracePt t="3387" x="1866900" y="2482850"/>
          <p14:tracePt t="3435" x="1860550" y="2482850"/>
          <p14:tracePt t="3449" x="1854200" y="2482850"/>
          <p14:tracePt t="3457" x="1841500" y="2489200"/>
          <p14:tracePt t="3472" x="1828800" y="2489200"/>
          <p14:tracePt t="3487" x="1816100" y="2489200"/>
          <p14:tracePt t="3504" x="1778000" y="2489200"/>
          <p14:tracePt t="3521" x="1720850" y="2489200"/>
          <p14:tracePt t="3537" x="1695450" y="2489200"/>
          <p14:tracePt t="3554" x="1651000" y="2489200"/>
          <p14:tracePt t="3571" x="1606550" y="2489200"/>
          <p14:tracePt t="3586" x="1600200" y="2489200"/>
          <p14:tracePt t="3604" x="1587500" y="2489200"/>
          <p14:tracePt t="3620" x="1593850" y="2489200"/>
          <p14:tracePt t="3637" x="1606550" y="2489200"/>
          <p14:tracePt t="3640" x="1625600" y="2489200"/>
          <p14:tracePt t="3653" x="1651000" y="2495550"/>
          <p14:tracePt t="3670" x="1771650" y="2514600"/>
          <p14:tracePt t="3687" x="1943100" y="2533650"/>
          <p14:tracePt t="3703" x="2057400" y="2546350"/>
          <p14:tracePt t="3719" x="2260600" y="2552700"/>
          <p14:tracePt t="3737" x="2463800" y="2552700"/>
          <p14:tracePt t="3753" x="2552700" y="2565400"/>
          <p14:tracePt t="3769" x="2641600" y="2565400"/>
          <p14:tracePt t="3786" x="2819400" y="2565400"/>
          <p14:tracePt t="3802" x="2870200" y="2565400"/>
          <p14:tracePt t="3820" x="2901950" y="2565400"/>
          <p14:tracePt t="3836" x="2933700" y="2565400"/>
          <p14:tracePt t="3852" x="2940050" y="2571750"/>
          <p14:tracePt t="3989" x="2940050" y="2565400"/>
          <p14:tracePt t="4482" x="2959100" y="2628900"/>
          <p14:tracePt t="4489" x="2997200" y="2730500"/>
          <p14:tracePt t="4504" x="3041650" y="2825750"/>
          <p14:tracePt t="4517" x="3105150" y="3009900"/>
          <p14:tracePt t="4533" x="3143250" y="3130550"/>
          <p14:tracePt t="4550" x="3200400" y="3263900"/>
          <p14:tracePt t="4567" x="3308350" y="3486150"/>
          <p14:tracePt t="4584" x="3403600" y="3695700"/>
          <p14:tracePt t="4600" x="3454400" y="3778250"/>
          <p14:tracePt t="4616" x="3536950" y="3975100"/>
          <p14:tracePt t="4633" x="3606800" y="4140200"/>
          <p14:tracePt t="4650" x="3689350" y="4286250"/>
          <p14:tracePt t="4666" x="3708400" y="4356100"/>
          <p14:tracePt t="4683" x="3765550" y="4476750"/>
          <p14:tracePt t="4700" x="3822700" y="4591050"/>
          <p14:tracePt t="4716" x="3835400" y="4635500"/>
          <p14:tracePt t="4733" x="3867150" y="4699000"/>
          <p14:tracePt t="4750" x="3898900" y="4724400"/>
          <p14:tracePt t="4766" x="3898900" y="4737100"/>
          <p14:tracePt t="4783" x="3898900" y="4743450"/>
          <p14:tracePt t="4799" x="3905250" y="4749800"/>
          <p14:tracePt t="4834" x="3905250" y="4756150"/>
          <p14:tracePt t="4840" x="3905250" y="4762500"/>
          <p14:tracePt t="4882" x="3905250" y="4781550"/>
          <p14:tracePt t="4889" x="3917950" y="4794250"/>
          <p14:tracePt t="4903" x="3924300" y="4806950"/>
          <p14:tracePt t="4915" x="3930650" y="4819650"/>
          <p14:tracePt t="4932" x="3943350" y="4857750"/>
          <p14:tracePt t="4949" x="3949700" y="4876800"/>
          <p14:tracePt t="4966" x="3956050" y="4902200"/>
          <p14:tracePt t="4982" x="3968750" y="4921250"/>
          <p14:tracePt t="4999" x="3975100" y="4927600"/>
          <p14:tracePt t="5015" x="3975100" y="4940300"/>
          <p14:tracePt t="5032" x="3981450" y="4940300"/>
          <p14:tracePt t="5072" x="3987800" y="4940300"/>
          <p14:tracePt t="5100" x="4000500" y="4940300"/>
          <p14:tracePt t="5121" x="4000500" y="4933950"/>
          <p14:tracePt t="5142" x="4006850" y="4933950"/>
          <p14:tracePt t="5150" x="4013200" y="4927600"/>
          <p14:tracePt t="5170" x="4019550" y="4921250"/>
          <p14:tracePt t="5184" x="4019550" y="4914900"/>
          <p14:tracePt t="5212" x="4019550" y="4902200"/>
          <p14:tracePt t="5219" x="4013200" y="4902200"/>
          <p14:tracePt t="5234" x="4000500" y="4895850"/>
          <p14:tracePt t="5249" x="3987800" y="4889500"/>
          <p14:tracePt t="5264" x="3943350" y="4883150"/>
          <p14:tracePt t="5281" x="3905250" y="4876800"/>
          <p14:tracePt t="5297" x="3816350" y="4876800"/>
          <p14:tracePt t="5314" x="3708400" y="4889500"/>
          <p14:tracePt t="5331" x="3575050" y="4908550"/>
          <p14:tracePt t="5347" x="3511550" y="4927600"/>
          <p14:tracePt t="5364" x="3378200" y="4946650"/>
          <p14:tracePt t="5381" x="3257550" y="4972050"/>
          <p14:tracePt t="5397" x="3194050" y="4984750"/>
          <p14:tracePt t="5414" x="3130550" y="4984750"/>
          <p14:tracePt t="5430" x="2990850" y="4997450"/>
          <p14:tracePt t="5447" x="2946400" y="4997450"/>
          <p14:tracePt t="5465" x="2876550" y="4997450"/>
          <p14:tracePt t="5480" x="2838450" y="5010150"/>
          <p14:tracePt t="5496" x="2800350" y="5016500"/>
          <p14:tracePt t="5514" x="2781300" y="5022850"/>
          <p14:tracePt t="5530" x="2774950" y="5022850"/>
          <p14:tracePt t="5546" x="2768600" y="5022850"/>
          <p14:tracePt t="5590" x="2774950" y="5022850"/>
          <p14:tracePt t="5604" x="2781300" y="5022850"/>
          <p14:tracePt t="5611" x="2794000" y="5022850"/>
          <p14:tracePt t="5625" x="2819400" y="5022850"/>
          <p14:tracePt t="5633" x="2825750" y="5022850"/>
          <p14:tracePt t="5647" x="2851150" y="5022850"/>
          <p14:tracePt t="5663" x="2921000" y="5010150"/>
          <p14:tracePt t="5679" x="2959100" y="5003800"/>
          <p14:tracePt t="5683" x="2997200" y="5003800"/>
          <p14:tracePt t="5699" x="3041650" y="4997450"/>
          <p14:tracePt t="5713" x="3136900" y="4978400"/>
          <p14:tracePt t="5729" x="3168650" y="4972050"/>
          <p14:tracePt t="5746" x="3200400" y="4965700"/>
          <p14:tracePt t="5762" x="3213100" y="4959350"/>
          <p14:tracePt t="5780" x="3225800" y="4959350"/>
          <p14:tracePt t="5816" x="3213100" y="4959350"/>
          <p14:tracePt t="5829" x="3200400" y="4959350"/>
          <p14:tracePt t="5845" x="3149600" y="4959350"/>
          <p14:tracePt t="5862" x="3124200" y="4959350"/>
          <p14:tracePt t="5879" x="3041650" y="4959350"/>
          <p14:tracePt t="5895" x="2965450" y="4965700"/>
          <p14:tracePt t="5913" x="2927350" y="4978400"/>
          <p14:tracePt t="5928" x="2838450" y="5003800"/>
          <p14:tracePt t="5945" x="2781300" y="5016500"/>
          <p14:tracePt t="5962" x="2755900" y="5029200"/>
          <p14:tracePt t="5978" x="2749550" y="5029200"/>
          <p14:tracePt t="5995" x="2743200" y="5035550"/>
          <p14:tracePt t="6012" x="2749550" y="5035550"/>
          <p14:tracePt t="6028" x="2762250" y="5035550"/>
          <p14:tracePt t="6045" x="2787650" y="5035550"/>
          <p14:tracePt t="6061" x="2889250" y="5010150"/>
          <p14:tracePt t="6078" x="2940050" y="5003800"/>
          <p14:tracePt t="6095" x="3060700" y="4984750"/>
          <p14:tracePt t="6111" x="3149600" y="4972050"/>
          <p14:tracePt t="6128" x="3308350" y="4933950"/>
          <p14:tracePt t="6145" x="3378200" y="4914900"/>
          <p14:tracePt t="6161" x="3511550" y="4864100"/>
          <p14:tracePt t="6178" x="3575050" y="4845050"/>
          <p14:tracePt t="6195" x="3613150" y="4826000"/>
          <p14:tracePt t="6211" x="3625850" y="4819650"/>
          <p14:tracePt t="6552" x="3625850" y="4826000"/>
          <p14:tracePt t="6566" x="3619500" y="4832350"/>
          <p14:tracePt t="6573" x="3613150" y="4838700"/>
          <p14:tracePt t="6587" x="3606800" y="4838700"/>
          <p14:tracePt t="6596" x="3606800" y="4845050"/>
          <p14:tracePt t="6609" x="3600450" y="4845050"/>
          <p14:tracePt t="6626" x="3594100" y="4851400"/>
          <p14:tracePt t="6643" x="3594100" y="4864100"/>
          <p14:tracePt t="6660" x="3587750" y="4870450"/>
          <p14:tracePt t="6677" x="3581400" y="4870450"/>
          <p14:tracePt t="6680" x="3581400" y="4876800"/>
          <p14:tracePt t="6693" x="3575050" y="4876800"/>
          <p14:tracePt t="6713" x="3568700" y="4883150"/>
          <p14:tracePt t="6734" x="3562350" y="4883150"/>
          <p14:tracePt t="6762" x="3556000" y="4889500"/>
          <p14:tracePt t="6783" x="3556000" y="4895850"/>
          <p14:tracePt t="6825" x="3549650" y="4902200"/>
          <p14:tracePt t="6832" x="3549650" y="4908550"/>
          <p14:tracePt t="6853" x="3543300" y="4914900"/>
          <p14:tracePt t="6895" x="3536950" y="4921250"/>
          <p14:tracePt t="7193" x="3524250" y="4959350"/>
          <p14:tracePt t="7208" x="3505200" y="5003800"/>
          <p14:tracePt t="7214" x="3486150" y="5054600"/>
          <p14:tracePt t="7228" x="3479800" y="5111750"/>
          <p14:tracePt t="7241" x="3467100" y="5162550"/>
          <p14:tracePt t="7257" x="3467100" y="5219700"/>
          <p14:tracePt t="7274" x="3467100" y="5238750"/>
          <p14:tracePt t="7291" x="3486150" y="5276850"/>
          <p14:tracePt t="7307" x="3511550" y="5302250"/>
          <p14:tracePt t="7324" x="3524250" y="5314950"/>
          <p14:tracePt t="7340" x="3568700" y="5353050"/>
          <p14:tracePt t="7357" x="3632200" y="5391150"/>
          <p14:tracePt t="7374" x="3670300" y="5410200"/>
          <p14:tracePt t="7390" x="3733800" y="5422900"/>
          <p14:tracePt t="7407" x="3803650" y="5429250"/>
          <p14:tracePt t="7424" x="3873500" y="5422900"/>
          <p14:tracePt t="7440" x="3898900" y="5416550"/>
          <p14:tracePt t="7457" x="3930650" y="5410200"/>
          <p14:tracePt t="7474" x="3968750" y="5378450"/>
          <p14:tracePt t="7506" x="3975100" y="5378450"/>
          <p14:tracePt t="7523" x="3981450" y="5372100"/>
          <p14:tracePt t="7540" x="3987800" y="5365750"/>
          <p14:tracePt t="7586" x="3981450" y="5365750"/>
          <p14:tracePt t="7600" x="3975100" y="5365750"/>
          <p14:tracePt t="7609" x="3962400" y="5365750"/>
          <p14:tracePt t="7623" x="3956050" y="5365750"/>
          <p14:tracePt t="7640" x="3937000" y="5365750"/>
          <p14:tracePt t="7656" x="3892550" y="5372100"/>
          <p14:tracePt t="7673" x="3873500" y="5378450"/>
          <p14:tracePt t="7689" x="3829050" y="5391150"/>
          <p14:tracePt t="7706" x="3803650" y="5403850"/>
          <p14:tracePt t="7723" x="3797300" y="5403850"/>
          <p14:tracePt t="7756" x="3829050" y="5416550"/>
          <p14:tracePt t="7773" x="3867150" y="5416550"/>
          <p14:tracePt t="7789" x="3994150" y="5416550"/>
          <p14:tracePt t="7806" x="4083050" y="5416550"/>
          <p14:tracePt t="7822" x="4305300" y="5384800"/>
          <p14:tracePt t="7839" x="4559300" y="5353050"/>
          <p14:tracePt t="7855" x="4699000" y="5340350"/>
          <p14:tracePt t="7872" x="4838700" y="5321300"/>
          <p14:tracePt t="7888" x="5270500" y="5251450"/>
          <p14:tracePt t="7905" x="5365750" y="5219700"/>
          <p14:tracePt t="7922" x="5492750" y="5200650"/>
          <p14:tracePt t="7938" x="5568950" y="5187950"/>
          <p14:tracePt t="7955" x="5581650" y="5187950"/>
          <p14:tracePt t="7972" x="5594350" y="5187950"/>
          <p14:tracePt t="8119" x="5588000" y="5187950"/>
          <p14:tracePt t="8126" x="5562600" y="5187950"/>
          <p14:tracePt t="8141" x="5543550" y="5194300"/>
          <p14:tracePt t="8154" x="5499100" y="5194300"/>
          <p14:tracePt t="8171" x="5327650" y="5219700"/>
          <p14:tracePt t="8187" x="5213350" y="5245100"/>
          <p14:tracePt t="8204" x="4978400" y="5283200"/>
          <p14:tracePt t="8221" x="4737100" y="5327650"/>
          <p14:tracePt t="8238" x="4565650" y="5365750"/>
          <p14:tracePt t="8254" x="4489450" y="5384800"/>
          <p14:tracePt t="8270" x="4419600" y="5397500"/>
          <p14:tracePt t="8288" x="4387850" y="5410200"/>
          <p14:tracePt t="8304" x="4381500" y="5410200"/>
          <p14:tracePt t="8321" x="4381500" y="5416550"/>
          <p14:tracePt t="8337" x="4419600" y="5429250"/>
          <p14:tracePt t="8354" x="4464050" y="5435600"/>
          <p14:tracePt t="8370" x="4527550" y="5441950"/>
          <p14:tracePt t="8387" x="4705350" y="5454650"/>
          <p14:tracePt t="8404" x="4832350" y="5467350"/>
          <p14:tracePt t="8421" x="5251450" y="5505450"/>
          <p14:tracePt t="8437" x="5378450" y="5518150"/>
          <p14:tracePt t="8453" x="5581650" y="5518150"/>
          <p14:tracePt t="8471" x="5721350" y="5518150"/>
          <p14:tracePt t="8487" x="5765800" y="5518150"/>
          <p14:tracePt t="8504" x="5803900" y="5511800"/>
          <p14:tracePt t="8520" x="5810250" y="5511800"/>
          <p14:tracePt t="8537" x="5816600" y="5511800"/>
          <p14:tracePt t="8570" x="5816600" y="5505450"/>
          <p14:tracePt t="8586" x="5803900" y="5505450"/>
          <p14:tracePt t="8603" x="5746750" y="5505450"/>
          <p14:tracePt t="8620" x="5645150" y="5499100"/>
          <p14:tracePt t="8636" x="5588000" y="5499100"/>
          <p14:tracePt t="8653" x="5435600" y="5499100"/>
          <p14:tracePt t="8669" x="5346700" y="5499100"/>
          <p14:tracePt t="8686" x="5181600" y="5499100"/>
          <p14:tracePt t="8702" x="5029200" y="5499100"/>
          <p14:tracePt t="8719" x="4991100" y="5505450"/>
          <p14:tracePt t="8723" x="4959350" y="5505450"/>
          <p14:tracePt t="8736" x="4946650" y="5505450"/>
          <p14:tracePt t="8752" x="4927600" y="5505450"/>
          <p14:tracePt t="8793" x="4927600" y="5511800"/>
          <p14:tracePt t="8802" x="4927600" y="5518150"/>
          <p14:tracePt t="8819" x="4921250" y="5518150"/>
          <p14:tracePt t="8842" x="4921250" y="5524500"/>
          <p14:tracePt t="8891" x="4914900" y="5537200"/>
          <p14:tracePt t="8898" x="4908550" y="5543550"/>
          <p14:tracePt t="8912" x="4902200" y="5549900"/>
          <p14:tracePt t="8921" x="4895850" y="5556250"/>
          <p14:tracePt t="8935" x="4883150" y="5581650"/>
          <p14:tracePt t="8951" x="4864100" y="5613400"/>
          <p14:tracePt t="8968" x="4819650" y="5676900"/>
          <p14:tracePt t="8984" x="4800600" y="5708650"/>
          <p14:tracePt t="9001" x="4768850" y="5753100"/>
          <p14:tracePt t="9018" x="4699000" y="5886450"/>
          <p14:tracePt t="9034" x="4673600" y="5930900"/>
          <p14:tracePt t="9052" x="4629150" y="6007100"/>
          <p14:tracePt t="9067" x="4622800" y="6026150"/>
          <p14:tracePt t="9084" x="4597400" y="6070600"/>
          <p14:tracePt t="9101" x="4584700" y="6115050"/>
          <p14:tracePt t="9118" x="4572000" y="6134100"/>
          <p14:tracePt t="9134" x="4565650" y="6153150"/>
          <p14:tracePt t="9151" x="4565650" y="6159500"/>
          <p14:tracePt t="9167" x="4565650" y="6165850"/>
          <p14:tracePt t="9200" x="4565650" y="6153150"/>
          <p14:tracePt t="9217" x="4572000" y="6140450"/>
          <p14:tracePt t="9234" x="4591050" y="6089650"/>
          <p14:tracePt t="9250" x="4629150" y="5988050"/>
          <p14:tracePt t="9267" x="4654550" y="5924550"/>
          <p14:tracePt t="9284" x="4711700" y="5784850"/>
          <p14:tracePt t="9300" x="4768850" y="5670550"/>
          <p14:tracePt t="9317" x="4787900" y="5645150"/>
          <p14:tracePt t="9334" x="4806950" y="5600700"/>
          <p14:tracePt t="9350" x="4813300" y="5594350"/>
          <p14:tracePt t="9368" x="4813300" y="5588000"/>
          <p14:tracePt t="9410" x="4800600" y="5594350"/>
          <p14:tracePt t="9424" x="4794250" y="5607050"/>
          <p14:tracePt t="9433" x="4781550" y="5619750"/>
          <p14:tracePt t="9450" x="4768850" y="5638800"/>
          <p14:tracePt t="9466" x="4724400" y="5695950"/>
          <p14:tracePt t="9483" x="4667250" y="5772150"/>
          <p14:tracePt t="9500" x="4635500" y="5810250"/>
          <p14:tracePt t="9516" x="4584700" y="5873750"/>
          <p14:tracePt t="9533" x="4552950" y="5911850"/>
          <p14:tracePt t="9551" x="4540250" y="5918200"/>
          <p14:tracePt t="9566" x="4533900" y="5924550"/>
          <p14:tracePt t="9583" x="4527550" y="5924550"/>
          <p14:tracePt t="9615" x="4527550" y="5918200"/>
          <p14:tracePt t="9632" x="4533900" y="5911850"/>
          <p14:tracePt t="9650" x="4552950" y="5835650"/>
          <p14:tracePt t="9665" x="4572000" y="5797550"/>
          <p14:tracePt t="9683" x="4597400" y="5753100"/>
          <p14:tracePt t="9699" x="4641850" y="5664200"/>
          <p14:tracePt t="9716" x="4692650" y="5594350"/>
          <p14:tracePt t="9720" x="4705350" y="5575300"/>
          <p14:tracePt t="9735" x="4711700" y="5562600"/>
          <p14:tracePt t="9749" x="4724400" y="5549900"/>
          <p14:tracePt t="9765" x="4730750" y="5543550"/>
          <p14:tracePt t="9802" x="4730750" y="5549900"/>
          <p14:tracePt t="9809" x="4730750" y="5556250"/>
          <p14:tracePt t="9823" x="4718050" y="5575300"/>
          <p14:tracePt t="9832" x="4692650" y="5588000"/>
          <p14:tracePt t="9848" x="4667250" y="5619750"/>
          <p14:tracePt t="9866" x="4610100" y="5689600"/>
          <p14:tracePt t="9882" x="4527550" y="5765800"/>
          <p14:tracePt t="9898" x="4489450" y="5829300"/>
          <p14:tracePt t="9915" x="4419600" y="5892800"/>
          <p14:tracePt t="9931" x="4375150" y="5924550"/>
          <p14:tracePt t="9948" x="4368800" y="5937250"/>
          <p14:tracePt t="9965" x="4362450" y="5943600"/>
          <p14:tracePt t="10014" x="4362450" y="5937250"/>
          <p14:tracePt t="10020" x="4362450" y="5924550"/>
          <p14:tracePt t="10034" x="4375150" y="5905500"/>
          <p14:tracePt t="10048" x="4387850" y="5886450"/>
          <p14:tracePt t="10064" x="4413250" y="5835650"/>
          <p14:tracePt t="10081" x="4432300" y="5791200"/>
          <p14:tracePt t="10098" x="4476750" y="5702300"/>
          <p14:tracePt t="10114" x="4533900" y="5600700"/>
          <p14:tracePt t="10131" x="4559300" y="5556250"/>
          <p14:tracePt t="10147" x="4591050" y="5461000"/>
          <p14:tracePt t="10164" x="4629150" y="5372100"/>
          <p14:tracePt t="10181" x="4635500" y="5340350"/>
          <p14:tracePt t="10197" x="4648200" y="5302250"/>
          <p14:tracePt t="10214" x="4648200" y="5283200"/>
          <p14:tracePt t="10273" x="4654550" y="528320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pPr marL="95250" indent="0" algn="ctr" eaLnBrk="1">
              <a:lnSpc>
                <a:spcPct val="83000"/>
              </a:lnSpc>
              <a:spcBef>
                <a:spcPts val="1200"/>
              </a:spcBef>
              <a:spcAft>
                <a:spcPts val="0"/>
              </a:spcAft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r>
              <a:rPr lang="en-US" altLang="en-US" sz="4000" dirty="0">
                <a:solidFill>
                  <a:srgbClr val="2D2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altLang="en-US" sz="40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(</a:t>
            </a:r>
            <a:r>
              <a:rPr lang="en-US" altLang="en-US" sz="1100" b="1" dirty="0">
                <a:solidFill>
                  <a:srgbClr val="2D2DB9"/>
                </a:solidFill>
                <a:latin typeface="MS PGothic" panose="020B0600070205080204" pitchFamily="34" charset="-128"/>
              </a:rPr>
              <a:t> </a:t>
            </a:r>
            <a:r>
              <a:rPr lang="en-US" altLang="en-US" sz="4000" b="1" dirty="0">
                <a:solidFill>
                  <a:srgbClr val="2D2DB9"/>
                </a:solidFill>
                <a:latin typeface="MS PGothic" panose="020B0600070205080204" pitchFamily="34" charset="-128"/>
              </a:rPr>
              <a:t>)</a:t>
            </a:r>
            <a:endParaRPr lang="en-GB" altLang="en-US" sz="360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lvl="1">
              <a:lnSpc>
                <a:spcPct val="75000"/>
              </a:lnSpc>
              <a:spcBef>
                <a:spcPts val="0"/>
              </a:spcBef>
            </a:pPr>
            <a:r>
              <a:rPr lang="en-US" altLang="zh-TW" sz="3400" dirty="0"/>
              <a:t>Static methods know nothing about the class and just deal with the </a:t>
            </a:r>
            <a:r>
              <a:rPr lang="en-US" altLang="zh-TW" sz="3400" dirty="0" smtClean="0"/>
              <a:t>parameters:</a:t>
            </a:r>
            <a:endParaRPr lang="en-US" altLang="zh-TW" sz="3400" dirty="0"/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200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class Person: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age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</a:t>
            </a:r>
            <a:endParaRPr lang="en-US" altLang="en-US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print('The age is:',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cls.age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95250" lvl="0" indent="0" eaLnBrk="1">
              <a:lnSpc>
                <a:spcPct val="75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z="2400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OK now</a:t>
            </a:r>
            <a:endParaRPr lang="en-US" altLang="en-US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The age is: 20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400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Person.printAge</a:t>
            </a:r>
            <a:r>
              <a:rPr lang="en-US" altLang="en-US" sz="2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#Don’t declare it twice</a:t>
            </a:r>
            <a:endParaRPr lang="en-US" altLang="en-US" sz="240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Traceback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(most recent call last):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  File "&lt;</a:t>
            </a:r>
            <a:r>
              <a:rPr lang="en-US" altLang="en-US" sz="2400" spc="-100" dirty="0" err="1">
                <a:solidFill>
                  <a:srgbClr val="FF9797"/>
                </a:solidFill>
                <a:latin typeface="Lucida Fax" panose="02060602050505020204" pitchFamily="18" charset="0"/>
              </a:rPr>
              <a:t>stdin</a:t>
            </a:r>
            <a:r>
              <a:rPr lang="en-US" altLang="en-US" sz="2400" spc="-100" dirty="0">
                <a:solidFill>
                  <a:srgbClr val="FF9797"/>
                </a:solidFill>
                <a:latin typeface="Lucida Fax" panose="02060602050505020204" pitchFamily="18" charset="0"/>
              </a:rPr>
              <a:t>&gt;", line 1, in &lt;module&gt;</a:t>
            </a:r>
          </a:p>
          <a:p>
            <a:pPr marL="95250" lvl="0" indent="0" eaLnBrk="1">
              <a:lnSpc>
                <a:spcPct val="8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70" dirty="0" err="1">
                <a:solidFill>
                  <a:srgbClr val="FF9797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sz="2400" spc="-170" dirty="0">
                <a:solidFill>
                  <a:srgbClr val="FF9797"/>
                </a:solidFill>
                <a:latin typeface="Lucida Fax" panose="02060602050505020204" pitchFamily="18" charset="0"/>
              </a:rPr>
              <a:t>: </a:t>
            </a:r>
            <a:r>
              <a:rPr lang="en-US" altLang="en-US" sz="2400" spc="-170" dirty="0" err="1">
                <a:solidFill>
                  <a:srgbClr val="FF9797"/>
                </a:solidFill>
                <a:latin typeface="Lucida Fax" panose="02060602050505020204" pitchFamily="18" charset="0"/>
              </a:rPr>
              <a:t>printAge</a:t>
            </a:r>
            <a:r>
              <a:rPr lang="en-US" altLang="en-US" sz="2400" spc="-170" dirty="0">
                <a:solidFill>
                  <a:srgbClr val="FF9797"/>
                </a:solidFill>
                <a:latin typeface="Lucida Fax" panose="02060602050505020204" pitchFamily="18" charset="0"/>
              </a:rPr>
              <a:t>() takes 1 positional argument but 2 were given</a:t>
            </a:r>
          </a:p>
          <a:p>
            <a:pPr marL="95250" lvl="0" indent="0" eaLnBrk="1">
              <a:lnSpc>
                <a:spcPct val="60000"/>
              </a:lnSpc>
              <a:spcBef>
                <a:spcPts val="0"/>
              </a:spcBef>
              <a:buClr>
                <a:srgbClr val="006600"/>
              </a:buClr>
              <a:buSzPct val="5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59181"/>
      </p:ext>
    </p:extLst>
  </p:cSld>
  <p:clrMapOvr>
    <a:masterClrMapping/>
  </p:clrMapOvr>
  <p:transition spd="med" advTm="144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15" x="4629150" y="5257800"/>
          <p14:tracePt t="922" x="4584700" y="5219700"/>
          <p14:tracePt t="939" x="4546600" y="5181600"/>
          <p14:tracePt t="952" x="4464050" y="5105400"/>
          <p14:tracePt t="969" x="4419600" y="5067300"/>
          <p14:tracePt t="986" x="4298950" y="4933950"/>
          <p14:tracePt t="1002" x="4229100" y="4864100"/>
          <p14:tracePt t="1019" x="4083050" y="4686300"/>
          <p14:tracePt t="1036" x="3930650" y="4483100"/>
          <p14:tracePt t="1052" x="3867150" y="4387850"/>
          <p14:tracePt t="1068" x="3746500" y="4222750"/>
          <p14:tracePt t="1085" x="3644900" y="4095750"/>
          <p14:tracePt t="1101" x="3606800" y="4025900"/>
          <p14:tracePt t="1118" x="3530600" y="3911600"/>
          <p14:tracePt t="1135" x="3486150" y="3797300"/>
          <p14:tracePt t="1151" x="3454400" y="3733800"/>
          <p14:tracePt t="1168" x="3403600" y="3638550"/>
          <p14:tracePt t="1185" x="3371850" y="3587750"/>
          <p14:tracePt t="1201" x="3333750" y="3511550"/>
          <p14:tracePt t="1218" x="3282950" y="3441700"/>
          <p14:tracePt t="1234" x="3232150" y="3365500"/>
          <p14:tracePt t="1251" x="3175000" y="3276600"/>
          <p14:tracePt t="1267" x="3149600" y="3232150"/>
          <p14:tracePt t="1284" x="3124200" y="3187700"/>
          <p14:tracePt t="1288" x="3098800" y="3143250"/>
          <p14:tracePt t="1301" x="3048000" y="3067050"/>
          <p14:tracePt t="1317" x="3028950" y="3035300"/>
          <p14:tracePt t="1334" x="3016250" y="3003550"/>
          <p14:tracePt t="1351" x="2978150" y="2965450"/>
          <p14:tracePt t="1367" x="2946400" y="2921000"/>
          <p14:tracePt t="1384" x="2940050" y="2908300"/>
          <p14:tracePt t="1400" x="2914650" y="2876550"/>
          <p14:tracePt t="1417" x="2895600" y="2838450"/>
          <p14:tracePt t="1434" x="2889250" y="2825750"/>
          <p14:tracePt t="1451" x="2870200" y="2794000"/>
          <p14:tracePt t="1467" x="2838450" y="2768600"/>
          <p14:tracePt t="1484" x="2813050" y="2730500"/>
          <p14:tracePt t="1500" x="2800350" y="2717800"/>
          <p14:tracePt t="1517" x="2781300" y="2698750"/>
          <p14:tracePt t="1533" x="2768600" y="2679700"/>
          <p14:tracePt t="1550" x="2755900" y="2673350"/>
          <p14:tracePt t="1568" x="2743200" y="2660650"/>
          <p14:tracePt t="1583" x="2730500" y="2660650"/>
          <p14:tracePt t="1600" x="2711450" y="2654300"/>
          <p14:tracePt t="1984" x="2692400" y="2654300"/>
          <p14:tracePt t="1999" x="2673350" y="2654300"/>
          <p14:tracePt t="2005" x="2641600" y="2660650"/>
          <p14:tracePt t="2019" x="2597150" y="2667000"/>
          <p14:tracePt t="2031" x="2559050" y="2673350"/>
          <p14:tracePt t="2048" x="2508250" y="2698750"/>
          <p14:tracePt t="2065" x="2482850" y="2711450"/>
          <p14:tracePt t="2082" x="2457450" y="2724150"/>
          <p14:tracePt t="2098" x="2432050" y="2736850"/>
          <p14:tracePt t="2132" x="2419350" y="2743200"/>
          <p14:tracePt t="2148" x="2419350" y="2749550"/>
          <p14:tracePt t="2215" x="2413000" y="2749550"/>
          <p14:tracePt t="2236" x="2406650" y="2749550"/>
          <p14:tracePt t="2243" x="2400300" y="2743200"/>
          <p14:tracePt t="2257" x="2393950" y="2743200"/>
          <p14:tracePt t="2267" x="2387600" y="2736850"/>
          <p14:tracePt t="2281" x="2381250" y="2730500"/>
          <p14:tracePt t="2297" x="2368550" y="2724150"/>
          <p14:tracePt t="2315" x="2330450" y="2698750"/>
          <p14:tracePt t="2330" x="2317750" y="2686050"/>
          <p14:tracePt t="2348" x="2298700" y="2673350"/>
          <p14:tracePt t="2363" x="2254250" y="2654300"/>
          <p14:tracePt t="2380" x="2209800" y="2616200"/>
          <p14:tracePt t="2398" x="2178050" y="2597150"/>
          <p14:tracePt t="2414" x="2165350" y="2584450"/>
          <p14:tracePt t="2430" x="2133600" y="2559050"/>
          <p14:tracePt t="2447" x="2114550" y="2540000"/>
          <p14:tracePt t="2463" x="2101850" y="2533650"/>
          <p14:tracePt t="2480" x="2095500" y="2527300"/>
          <p14:tracePt t="2497" x="2082800" y="2520950"/>
          <p14:tracePt t="2514" x="2082800" y="2514600"/>
          <p14:tracePt t="2531" x="2076450" y="2514600"/>
          <p14:tracePt t="2559" x="2070100" y="2508250"/>
          <p14:tracePt t="2664" x="2063750" y="2508250"/>
          <p14:tracePt t="2755" x="2057400" y="2508250"/>
          <p14:tracePt t="2776" x="2057400" y="2514600"/>
          <p14:tracePt t="2783" x="2057400" y="2527300"/>
          <p14:tracePt t="2805" x="2057400" y="2540000"/>
          <p14:tracePt t="2818" x="2057400" y="2546350"/>
          <p14:tracePt t="2829" x="2063750" y="2565400"/>
          <p14:tracePt t="2847" x="2076450" y="2597150"/>
          <p14:tracePt t="2862" x="2101850" y="2641600"/>
          <p14:tracePt t="2878" x="2152650" y="2717800"/>
          <p14:tracePt t="2896" x="2241550" y="2825750"/>
          <p14:tracePt t="2912" x="2298700" y="2895600"/>
          <p14:tracePt t="2929" x="2349500" y="2952750"/>
          <p14:tracePt t="2945" x="2514600" y="3117850"/>
          <p14:tracePt t="2961" x="2571750" y="3155950"/>
          <p14:tracePt t="2979" x="2616200" y="3194050"/>
          <p14:tracePt t="2995" x="2705100" y="3244850"/>
          <p14:tracePt t="3012" x="2749550" y="3270250"/>
          <p14:tracePt t="3029" x="2768600" y="3270250"/>
          <p14:tracePt t="3045" x="2774950" y="3270250"/>
          <p14:tracePt t="3061" x="2781300" y="3270250"/>
          <p14:tracePt t="3106" x="2781300" y="3257550"/>
          <p14:tracePt t="3128" x="2768600" y="3251200"/>
          <p14:tracePt t="3141" x="2762250" y="3238500"/>
          <p14:tracePt t="3148" x="2736850" y="3225800"/>
          <p14:tracePt t="3162" x="2724150" y="3206750"/>
          <p14:tracePt t="3178" x="2660650" y="3149600"/>
          <p14:tracePt t="3194" x="2609850" y="3105150"/>
          <p14:tracePt t="3212" x="2508250" y="2997200"/>
          <p14:tracePt t="3227" x="2400300" y="2882900"/>
          <p14:tracePt t="3244" x="2349500" y="2825750"/>
          <p14:tracePt t="3261" x="2254250" y="2730500"/>
          <p14:tracePt t="3277" x="2197100" y="2647950"/>
          <p14:tracePt t="3294" x="2171700" y="2616200"/>
          <p14:tracePt t="3311" x="2139950" y="2571750"/>
          <p14:tracePt t="3327" x="2133600" y="2559050"/>
          <p14:tracePt t="3344" x="2120900" y="2540000"/>
          <p14:tracePt t="3360" x="2120900" y="2533650"/>
          <p14:tracePt t="3401" x="2120900" y="2527300"/>
          <p14:tracePt t="3731" x="2114550" y="2540000"/>
          <p14:tracePt t="3752" x="2114550" y="2552700"/>
          <p14:tracePt t="3766" x="2114550" y="2559050"/>
          <p14:tracePt t="3780" x="2114550" y="2571750"/>
          <p14:tracePt t="3787" x="2114550" y="2590800"/>
          <p14:tracePt t="3801" x="2114550" y="2616200"/>
          <p14:tracePt t="3809" x="2120900" y="2654300"/>
          <p14:tracePt t="3825" x="2127250" y="2679700"/>
          <p14:tracePt t="3843" x="2171700" y="2819400"/>
          <p14:tracePt t="3860" x="2247900" y="3003550"/>
          <p14:tracePt t="3876" x="2286000" y="3079750"/>
          <p14:tracePt t="3892" x="2400300" y="3238500"/>
          <p14:tracePt t="3908" x="2444750" y="3295650"/>
          <p14:tracePt t="3925" x="2540000" y="3378200"/>
          <p14:tracePt t="3942" x="2584450" y="3422650"/>
          <p14:tracePt t="3958" x="2603500" y="3429000"/>
          <p14:tracePt t="3975" x="2622550" y="3435350"/>
          <p14:tracePt t="3991" x="2628900" y="3435350"/>
          <p14:tracePt t="4008" x="2635250" y="3435350"/>
          <p14:tracePt t="4067" x="2635250" y="3429000"/>
          <p14:tracePt t="4081" x="2628900" y="3429000"/>
          <p14:tracePt t="4088" x="2622550" y="3422650"/>
          <p14:tracePt t="4102" x="2622550" y="3416300"/>
          <p14:tracePt t="4111" x="2609850" y="3403600"/>
          <p14:tracePt t="4125" x="2584450" y="3384550"/>
          <p14:tracePt t="4141" x="2527300" y="3333750"/>
          <p14:tracePt t="4158" x="2451100" y="3263900"/>
          <p14:tracePt t="4174" x="2393950" y="3206750"/>
          <p14:tracePt t="4191" x="2292350" y="3098800"/>
          <p14:tracePt t="4208" x="2209800" y="2997200"/>
          <p14:tracePt t="4224" x="2159000" y="2933700"/>
          <p14:tracePt t="4241" x="2095500" y="2832100"/>
          <p14:tracePt t="4258" x="2070100" y="2787650"/>
          <p14:tracePt t="4275" x="2032000" y="2724150"/>
          <p14:tracePt t="4292" x="1987550" y="2647950"/>
          <p14:tracePt t="4307" x="1981200" y="2622550"/>
          <p14:tracePt t="4324" x="1955800" y="2578100"/>
          <p14:tracePt t="4341" x="1949450" y="2559050"/>
          <p14:tracePt t="4357" x="1949450" y="2552700"/>
          <p14:tracePt t="4374" x="1943100" y="2546350"/>
          <p14:tracePt t="4453" x="1936750" y="2540000"/>
          <p14:tracePt t="4671" x="1930400" y="2533650"/>
          <p14:tracePt t="4685" x="1917700" y="2533650"/>
          <p14:tracePt t="4692" x="1905000" y="2533650"/>
          <p14:tracePt t="4706" x="1885950" y="2527300"/>
          <p14:tracePt t="4722" x="1841500" y="2514600"/>
          <p14:tracePt t="4739" x="1822450" y="2501900"/>
          <p14:tracePt t="4756" x="1778000" y="2489200"/>
          <p14:tracePt t="4773" x="1746250" y="2476500"/>
          <p14:tracePt t="4789" x="1727200" y="2463800"/>
          <p14:tracePt t="4832" x="1733550" y="2463800"/>
          <p14:tracePt t="4842" x="1746250" y="2463800"/>
          <p14:tracePt t="4855" x="1758950" y="2470150"/>
          <p14:tracePt t="4872" x="1790700" y="2476500"/>
          <p14:tracePt t="4888" x="1936750" y="2501900"/>
          <p14:tracePt t="4905" x="2000250" y="2501900"/>
          <p14:tracePt t="4922" x="2070100" y="2514600"/>
          <p14:tracePt t="4938" x="2159000" y="2514600"/>
          <p14:tracePt t="4955" x="2209800" y="2514600"/>
          <p14:tracePt t="4972" x="2235200" y="2514600"/>
          <p14:tracePt t="5023" x="2222500" y="2514600"/>
          <p14:tracePt t="5035" x="2209800" y="2514600"/>
          <p14:tracePt t="5042" x="2197100" y="2520950"/>
          <p14:tracePt t="5054" x="2178050" y="2520950"/>
          <p14:tracePt t="5071" x="2120900" y="2533650"/>
          <p14:tracePt t="5088" x="2076450" y="2533650"/>
          <p14:tracePt t="5105" x="1993900" y="2552700"/>
          <p14:tracePt t="5121" x="1905000" y="2552700"/>
          <p14:tracePt t="5138" x="1866900" y="2552700"/>
          <p14:tracePt t="5155" x="1809750" y="2540000"/>
          <p14:tracePt t="5171" x="1784350" y="2533650"/>
          <p14:tracePt t="5187" x="1752600" y="2527300"/>
          <p14:tracePt t="5204" x="1733550" y="2514600"/>
          <p14:tracePt t="5221" x="1727200" y="2514600"/>
          <p14:tracePt t="5281" x="1720850" y="2514600"/>
          <p14:tracePt t="5365" x="1727200" y="2514600"/>
          <p14:tracePt t="5372" x="1733550" y="2514600"/>
          <p14:tracePt t="5393" x="1739900" y="2514600"/>
          <p14:tracePt t="5435" x="1746250" y="2514600"/>
          <p14:tracePt t="5442" x="1752600" y="2514600"/>
          <p14:tracePt t="5512" x="1746250" y="2514600"/>
          <p14:tracePt t="5526" x="1739900" y="2514600"/>
          <p14:tracePt t="5534" x="1733550" y="2508250"/>
          <p14:tracePt t="5540" x="1727200" y="2508250"/>
          <p14:tracePt t="5556" x="1714500" y="2508250"/>
          <p14:tracePt t="5575" x="1695450" y="2508250"/>
          <p14:tracePt t="5587" x="1682750" y="2508250"/>
          <p14:tracePt t="5604" x="1657350" y="2508250"/>
          <p14:tracePt t="5619" x="1644650" y="2508250"/>
          <p14:tracePt t="5636" x="1619250" y="2508250"/>
          <p14:tracePt t="5653" x="1606550" y="2514600"/>
          <p14:tracePt t="5723" x="1606550" y="2508250"/>
          <p14:tracePt t="5750" x="1612900" y="2508250"/>
          <p14:tracePt t="5772" x="1619250" y="2501900"/>
          <p14:tracePt t="5793" x="1619250" y="2495550"/>
          <p14:tracePt t="5814" x="1619250" y="2489200"/>
          <p14:tracePt t="5836" x="1612900" y="2482850"/>
          <p14:tracePt t="5856" x="1606550" y="2482850"/>
          <p14:tracePt t="5878" x="1600200" y="2482850"/>
          <p14:tracePt t="5885" x="1593850" y="2476500"/>
          <p14:tracePt t="5891" x="1587500" y="2476500"/>
          <p14:tracePt t="5905" x="1574800" y="2476500"/>
          <p14:tracePt t="5919" x="1562100" y="2476500"/>
          <p14:tracePt t="5935" x="1555750" y="2476500"/>
          <p14:tracePt t="5952" x="1549400" y="2482850"/>
          <p14:tracePt t="5968" x="1543050" y="2495550"/>
          <p14:tracePt t="5984" x="1549400" y="2508250"/>
          <p14:tracePt t="6002" x="1549400" y="2520950"/>
          <p14:tracePt t="6018" x="1568450" y="2520950"/>
          <p14:tracePt t="6034" x="1593850" y="2527300"/>
          <p14:tracePt t="6050" x="1600200" y="2533650"/>
          <p14:tracePt t="6068" x="1612900" y="2533650"/>
          <p14:tracePt t="6085" x="1625600" y="2540000"/>
          <p14:tracePt t="6101" x="1631950" y="2540000"/>
          <p14:tracePt t="6118" x="1631950" y="2546350"/>
          <p14:tracePt t="6134" x="1638300" y="2546350"/>
          <p14:tracePt t="6172" x="1644650" y="2546350"/>
          <p14:tracePt t="6193" x="1651000" y="2546350"/>
          <p14:tracePt t="6228" x="1657350" y="2552700"/>
          <p14:tracePt t="6242" x="1657350" y="2565400"/>
          <p14:tracePt t="6256" x="1663700" y="2565400"/>
          <p14:tracePt t="6263" x="1670050" y="2571750"/>
          <p14:tracePt t="6277" x="1676400" y="2578100"/>
          <p14:tracePt t="6287" x="1689100" y="2597150"/>
          <p14:tracePt t="6300" x="1714500" y="2628900"/>
          <p14:tracePt t="6317" x="1797050" y="2724150"/>
          <p14:tracePt t="6333" x="1924050" y="2832100"/>
          <p14:tracePt t="6350" x="1981200" y="2889250"/>
          <p14:tracePt t="6366" x="2139950" y="3016250"/>
          <p14:tracePt t="6383" x="2254250" y="3111500"/>
          <p14:tracePt t="6400" x="2311400" y="3149600"/>
          <p14:tracePt t="6417" x="2400300" y="3194050"/>
          <p14:tracePt t="6433" x="2419350" y="3206750"/>
          <p14:tracePt t="6450" x="2457450" y="3219450"/>
          <p14:tracePt t="6467" x="2482850" y="3225800"/>
          <p14:tracePt t="6483" x="2495550" y="3225800"/>
          <p14:tracePt t="6500" x="2508250" y="3232150"/>
          <p14:tracePt t="6516" x="2527300" y="3232150"/>
          <p14:tracePt t="6533" x="2540000" y="3232150"/>
          <p14:tracePt t="6550" x="2559050" y="3238500"/>
          <p14:tracePt t="6566" x="2565400" y="3238500"/>
          <p14:tracePt t="6583" x="2571750" y="3238500"/>
          <p14:tracePt t="6600" x="2584450" y="3238500"/>
          <p14:tracePt t="6616" x="2590800" y="3238500"/>
          <p14:tracePt t="6649" x="2597150" y="3238500"/>
          <p14:tracePt t="6676" x="2597150" y="3244850"/>
          <p14:tracePt t="6747" x="2603500" y="3244850"/>
          <p14:tracePt t="6775" x="2603500" y="3251200"/>
          <p14:tracePt t="6817" x="2603500" y="3257550"/>
          <p14:tracePt t="6824" x="2609850" y="3257550"/>
          <p14:tracePt t="6845" x="2616200" y="3270250"/>
          <p14:tracePt t="6859" x="2622550" y="3270250"/>
          <p14:tracePt t="6868" x="2628900" y="3270250"/>
          <p14:tracePt t="6881" x="2635250" y="3276600"/>
          <p14:tracePt t="6898" x="2641600" y="3282950"/>
          <p14:tracePt t="6915" x="2641600" y="3289300"/>
          <p14:tracePt t="6931" x="2641600" y="3295650"/>
          <p14:tracePt t="6948" x="2647950" y="3302000"/>
          <p14:tracePt t="6981" x="2654300" y="3308350"/>
          <p14:tracePt t="6997" x="2660650" y="3308350"/>
          <p14:tracePt t="7478" x="2705100" y="3321050"/>
          <p14:tracePt t="7492" x="2730500" y="3327400"/>
          <p14:tracePt t="7499" x="2774950" y="3333750"/>
          <p14:tracePt t="7515" x="2813050" y="3340100"/>
          <p14:tracePt t="7529" x="2933700" y="3352800"/>
          <p14:tracePt t="7546" x="2997200" y="3352800"/>
          <p14:tracePt t="7562" x="3136900" y="3359150"/>
          <p14:tracePt t="7579" x="3213100" y="3359150"/>
          <p14:tracePt t="7596" x="3384550" y="3359150"/>
          <p14:tracePt t="7612" x="3549650" y="3346450"/>
          <p14:tracePt t="7629" x="3638550" y="3340100"/>
          <p14:tracePt t="7646" x="3803650" y="3340100"/>
          <p14:tracePt t="7662" x="3956050" y="3327400"/>
          <p14:tracePt t="7679" x="4025900" y="3321050"/>
          <p14:tracePt t="7696" x="4152900" y="3308350"/>
          <p14:tracePt t="7712" x="4203700" y="3302000"/>
          <p14:tracePt t="7729" x="4248150" y="3295650"/>
          <p14:tracePt t="7745" x="4337050" y="3295650"/>
          <p14:tracePt t="7762" x="4387850" y="3295650"/>
          <p14:tracePt t="7779" x="4419600" y="3295650"/>
          <p14:tracePt t="7795" x="4476750" y="3302000"/>
          <p14:tracePt t="7812" x="4508500" y="3302000"/>
          <p14:tracePt t="7829" x="4521200" y="3302000"/>
          <p14:tracePt t="7845" x="4533900" y="3302000"/>
          <p14:tracePt t="7861" x="4552950" y="3308350"/>
          <p14:tracePt t="7878" x="4565650" y="3314700"/>
          <p14:tracePt t="7895" x="4584700" y="3321050"/>
          <p14:tracePt t="7911" x="4597400" y="3321050"/>
          <p14:tracePt t="7928" x="4610100" y="3327400"/>
          <p14:tracePt t="7945" x="4635500" y="3333750"/>
          <p14:tracePt t="7962" x="4673600" y="3340100"/>
          <p14:tracePt t="7978" x="4679950" y="3340100"/>
          <p14:tracePt t="7994" x="4699000" y="3346450"/>
          <p14:tracePt t="8011" x="4724400" y="3346450"/>
          <p14:tracePt t="8027" x="4743450" y="3346450"/>
          <p14:tracePt t="8044" x="4781550" y="3352800"/>
          <p14:tracePt t="8061" x="4819650" y="3352800"/>
          <p14:tracePt t="8077" x="4851400" y="3352800"/>
          <p14:tracePt t="8094" x="4889500" y="3365500"/>
          <p14:tracePt t="8110" x="4940300" y="3365500"/>
          <p14:tracePt t="8127" x="4953000" y="3365500"/>
          <p14:tracePt t="8145" x="4978400" y="3371850"/>
          <p14:tracePt t="8160" x="4991100" y="3371850"/>
          <p14:tracePt t="8194" x="4997450" y="3371850"/>
          <p14:tracePt t="8210" x="5003800" y="3371850"/>
          <p14:tracePt t="8292" x="4997450" y="3371850"/>
          <p14:tracePt t="8306" x="4984750" y="3371850"/>
          <p14:tracePt t="8313" x="4972050" y="3371850"/>
          <p14:tracePt t="8327" x="4940300" y="3378200"/>
          <p14:tracePt t="8344" x="4851400" y="3384550"/>
          <p14:tracePt t="8360" x="4775200" y="3384550"/>
          <p14:tracePt t="8377" x="4559300" y="3397250"/>
          <p14:tracePt t="8393" x="4432300" y="3403600"/>
          <p14:tracePt t="8410" x="3981450" y="3416300"/>
          <p14:tracePt t="8427" x="3822700" y="3429000"/>
          <p14:tracePt t="8443" x="3695700" y="3429000"/>
          <p14:tracePt t="8460" x="3352800" y="3460750"/>
          <p14:tracePt t="8476" x="3251200" y="3473450"/>
          <p14:tracePt t="8492" x="3175000" y="3479800"/>
          <p14:tracePt t="8510" x="2990850" y="3498850"/>
          <p14:tracePt t="8526" x="2933700" y="3505200"/>
          <p14:tracePt t="8543" x="2882900" y="3517900"/>
          <p14:tracePt t="8559" x="2787650" y="3536950"/>
          <p14:tracePt t="8576" x="2679700" y="3549650"/>
          <p14:tracePt t="8593" x="2641600" y="3549650"/>
          <p14:tracePt t="8609" x="2559050" y="3549650"/>
          <p14:tracePt t="8625" x="2482850" y="3549650"/>
          <p14:tracePt t="8643" x="2451100" y="3543300"/>
          <p14:tracePt t="8659" x="2387600" y="3536950"/>
          <p14:tracePt t="8675" x="2330450" y="3536950"/>
          <p14:tracePt t="8692" x="2279650" y="3530600"/>
          <p14:tracePt t="8708" x="2247900" y="3530600"/>
          <p14:tracePt t="8725" x="2209800" y="3524250"/>
          <p14:tracePt t="8742" x="2165350" y="3505200"/>
          <p14:tracePt t="8758" x="2152650" y="3498850"/>
          <p14:tracePt t="8776" x="2139950" y="3498850"/>
          <p14:tracePt t="8792" x="2120900" y="3486150"/>
          <p14:tracePt t="8825" x="2114550" y="3479800"/>
          <p14:tracePt t="8860" x="2108200" y="3473450"/>
          <p14:tracePt t="8951" x="2101850" y="3473450"/>
          <p14:tracePt t="8965" x="2095500" y="3473450"/>
          <p14:tracePt t="8972" x="2089150" y="3467100"/>
          <p14:tracePt t="8994" x="2082800" y="3467100"/>
          <p14:tracePt t="9001" x="2076450" y="3467100"/>
          <p14:tracePt t="9015" x="2063750" y="3467100"/>
          <p14:tracePt t="9024" x="2051050" y="3460750"/>
          <p14:tracePt t="9040" x="2038350" y="3460750"/>
          <p14:tracePt t="9058" x="2012950" y="3454400"/>
          <p14:tracePt t="9074" x="1981200" y="3448050"/>
          <p14:tracePt t="9091" x="1949450" y="3441700"/>
          <p14:tracePt t="9108" x="1936750" y="3435350"/>
          <p14:tracePt t="9124" x="1924050" y="3435350"/>
          <p14:tracePt t="9141" x="1892300" y="3429000"/>
          <p14:tracePt t="9157" x="1879600" y="3422650"/>
          <p14:tracePt t="9174" x="1866900" y="3422650"/>
          <p14:tracePt t="9190" x="1854200" y="3422650"/>
          <p14:tracePt t="9207" x="1841500" y="3416300"/>
          <p14:tracePt t="9240" x="1835150" y="3416300"/>
          <p14:tracePt t="9257" x="1828800" y="3416300"/>
          <p14:tracePt t="9344" x="1835150" y="3416300"/>
          <p14:tracePt t="9351" x="1847850" y="3416300"/>
          <p14:tracePt t="9365" x="1866900" y="3416300"/>
          <p14:tracePt t="9374" x="1885950" y="3416300"/>
          <p14:tracePt t="9389" x="1917700" y="3416300"/>
          <p14:tracePt t="9407" x="2012950" y="3416300"/>
          <p14:tracePt t="9423" x="2178050" y="3416300"/>
          <p14:tracePt t="9439" x="2279650" y="3422650"/>
          <p14:tracePt t="9457" x="2520950" y="3422650"/>
          <p14:tracePt t="9472" x="2647950" y="3435350"/>
          <p14:tracePt t="9489" x="2959100" y="3435350"/>
          <p14:tracePt t="9507" x="3282950" y="3429000"/>
          <p14:tracePt t="9523" x="3441700" y="3429000"/>
          <p14:tracePt t="9539" x="3752850" y="3429000"/>
          <p14:tracePt t="9557" x="4006850" y="3441700"/>
          <p14:tracePt t="9572" x="4108450" y="3460750"/>
          <p14:tracePt t="9590" x="4311650" y="3473450"/>
          <p14:tracePt t="9605" x="4400550" y="3473450"/>
          <p14:tracePt t="9622" x="4483100" y="3479800"/>
          <p14:tracePt t="9639" x="4610100" y="3479800"/>
          <p14:tracePt t="9655" x="4660900" y="3479800"/>
          <p14:tracePt t="9672" x="4743450" y="3473450"/>
          <p14:tracePt t="9689" x="4794250" y="3473450"/>
          <p14:tracePt t="9705" x="4806950" y="3473450"/>
          <p14:tracePt t="9723" x="4838700" y="3473450"/>
          <p14:tracePt t="9738" x="4870450" y="3473450"/>
          <p14:tracePt t="9755" x="4889500" y="3473450"/>
          <p14:tracePt t="9772" x="4921250" y="3467100"/>
          <p14:tracePt t="9788" x="4940300" y="3467100"/>
          <p14:tracePt t="9805" x="4946650" y="3467100"/>
          <p14:tracePt t="9822" x="4953000" y="3467100"/>
          <p14:tracePt t="9858" x="4959350" y="3460750"/>
          <p14:tracePt t="9877" x="4953000" y="3460750"/>
          <p14:tracePt t="9887" x="4940300" y="3460750"/>
          <p14:tracePt t="9905" x="4921250" y="3460750"/>
          <p14:tracePt t="9921" x="4851400" y="3460750"/>
          <p14:tracePt t="9938" x="4775200" y="3473450"/>
          <p14:tracePt t="9955" x="4546600" y="3492500"/>
          <p14:tracePt t="9971" x="4248150" y="3511550"/>
          <p14:tracePt t="9988" x="4057650" y="3524250"/>
          <p14:tracePt t="10004" x="3467100" y="3562350"/>
          <p14:tracePt t="10021" x="3276600" y="3575050"/>
          <p14:tracePt t="10038" x="3111500" y="3587750"/>
          <p14:tracePt t="10054" x="2686050" y="3600450"/>
          <p14:tracePt t="10071" x="2565400" y="3613150"/>
          <p14:tracePt t="10088" x="2470150" y="3613150"/>
          <p14:tracePt t="10104" x="2311400" y="3619500"/>
          <p14:tracePt t="10120" x="2209800" y="3619500"/>
          <p14:tracePt t="10138" x="2139950" y="3619500"/>
          <p14:tracePt t="10153" x="2120900" y="3613150"/>
          <p14:tracePt t="10170" x="2089150" y="3613150"/>
          <p14:tracePt t="10187" x="2070100" y="3606800"/>
          <p14:tracePt t="10203" x="2057400" y="3606800"/>
          <p14:tracePt t="10221" x="2038350" y="3606800"/>
          <p14:tracePt t="10237" x="2032000" y="3606800"/>
          <p14:tracePt t="10253" x="2025650" y="3606800"/>
          <p14:tracePt t="10270" x="2019300" y="3606800"/>
          <p14:tracePt t="11035" x="2012950" y="3600450"/>
          <p14:tracePt t="11049" x="2006600" y="3600450"/>
          <p14:tracePt t="11056" x="2000250" y="3594100"/>
          <p14:tracePt t="11070" x="1993900" y="3594100"/>
          <p14:tracePt t="11084" x="1993900" y="3587750"/>
          <p14:tracePt t="11100" x="1968500" y="3575050"/>
          <p14:tracePt t="11117" x="1955800" y="3568700"/>
          <p14:tracePt t="11134" x="1917700" y="3549650"/>
          <p14:tracePt t="11150" x="1892300" y="3536950"/>
          <p14:tracePt t="11167" x="1879600" y="3536950"/>
          <p14:tracePt t="11183" x="1860550" y="3524250"/>
          <p14:tracePt t="11200" x="1854200" y="3517900"/>
          <p14:tracePt t="11238" x="1847850" y="3511550"/>
          <p14:tracePt t="11330" x="1841500" y="3511550"/>
          <p14:tracePt t="11428" x="1835150" y="3511550"/>
          <p14:tracePt t="11799" x="1828800" y="3530600"/>
          <p14:tracePt t="11812" x="1822450" y="3556000"/>
          <p14:tracePt t="11820" x="1822450" y="3587750"/>
          <p14:tracePt t="11830" x="1822450" y="3613150"/>
          <p14:tracePt t="11848" x="1822450" y="3689350"/>
          <p14:tracePt t="11864" x="1822450" y="3721100"/>
          <p14:tracePt t="11881" x="1828800" y="3759200"/>
          <p14:tracePt t="11898" x="1866900" y="3854450"/>
          <p14:tracePt t="11914" x="1885950" y="3898900"/>
          <p14:tracePt t="11931" x="1905000" y="3930650"/>
          <p14:tracePt t="11934" x="1917700" y="3968750"/>
          <p14:tracePt t="11948" x="1930400" y="4013200"/>
          <p14:tracePt t="11964" x="1949450" y="4070350"/>
          <p14:tracePt t="11981" x="1974850" y="4146550"/>
          <p14:tracePt t="11997" x="1993900" y="4191000"/>
          <p14:tracePt t="12013" x="2006600" y="4235450"/>
          <p14:tracePt t="12031" x="2019300" y="4298950"/>
          <p14:tracePt t="12047" x="2038350" y="4318000"/>
          <p14:tracePt t="12064" x="2057400" y="4387850"/>
          <p14:tracePt t="12080" x="2089150" y="4464050"/>
          <p14:tracePt t="12097" x="2101850" y="4508500"/>
          <p14:tracePt t="12114" x="2133600" y="4591050"/>
          <p14:tracePt t="12129" x="2146300" y="4641850"/>
          <p14:tracePt t="12147" x="2152650" y="4654550"/>
          <p14:tracePt t="12164" x="2159000" y="4667250"/>
          <p14:tracePt t="12180" x="2159000" y="4673600"/>
          <p14:tracePt t="12216" x="2165350" y="4673600"/>
          <p14:tracePt t="12230" x="2171700" y="4667250"/>
          <p14:tracePt t="12246" x="2171700" y="4654550"/>
          <p14:tracePt t="12264" x="2178050" y="4629150"/>
          <p14:tracePt t="12280" x="2178050" y="4610100"/>
          <p14:tracePt t="12297" x="2184400" y="4521200"/>
          <p14:tracePt t="12313" x="2171700" y="4362450"/>
          <p14:tracePt t="12330" x="2165350" y="4273550"/>
          <p14:tracePt t="12346" x="2133600" y="4070350"/>
          <p14:tracePt t="12363" x="2089150" y="3873500"/>
          <p14:tracePt t="12379" x="2070100" y="3771900"/>
          <p14:tracePt t="12396" x="2032000" y="3600450"/>
          <p14:tracePt t="12412" x="2012950" y="3422650"/>
          <p14:tracePt t="12430" x="2012950" y="3257550"/>
          <p14:tracePt t="12446" x="2012950" y="3219450"/>
          <p14:tracePt t="12463" x="2012950" y="3136900"/>
          <p14:tracePt t="12480" x="2019300" y="3098800"/>
          <p14:tracePt t="12495" x="2025650" y="3086100"/>
          <p14:tracePt t="12512" x="2025650" y="3079750"/>
          <p14:tracePt t="12529" x="2032000" y="3073400"/>
          <p14:tracePt t="12545" x="2032000" y="3048000"/>
          <p14:tracePt t="12562" x="2025650" y="3035300"/>
          <p14:tracePt t="12578" x="2012950" y="3003550"/>
          <p14:tracePt t="12595" x="2006600" y="2978150"/>
          <p14:tracePt t="12612" x="1987550" y="2940050"/>
          <p14:tracePt t="12628" x="1987550" y="2927350"/>
          <p14:tracePt t="12645" x="1962150" y="2901950"/>
          <p14:tracePt t="12663" x="1930400" y="2857500"/>
          <p14:tracePt t="12678" x="1917700" y="2844800"/>
          <p14:tracePt t="12695" x="1885950" y="2813050"/>
          <p14:tracePt t="12712" x="1841500" y="2774950"/>
          <p14:tracePt t="12728" x="1822450" y="2768600"/>
          <p14:tracePt t="12744" x="1790700" y="2749550"/>
          <p14:tracePt t="12761" x="1746250" y="2724150"/>
          <p14:tracePt t="12778" x="1714500" y="2717800"/>
          <p14:tracePt t="12795" x="1682750" y="2698750"/>
          <p14:tracePt t="12811" x="1651000" y="2692400"/>
          <p14:tracePt t="12828" x="1644650" y="2686050"/>
          <p14:tracePt t="12845" x="1631950" y="2679700"/>
          <p14:tracePt t="12861" x="1625600" y="2679700"/>
          <p14:tracePt t="12877" x="1619250" y="2673350"/>
          <p14:tracePt t="12922" x="1612900" y="2673350"/>
          <p14:tracePt t="12985" x="1612900" y="2667000"/>
          <p14:tracePt t="12991" x="1612900" y="2660650"/>
          <p14:tracePt t="13013" x="1612900" y="2654300"/>
          <p14:tracePt t="13020" x="1612900" y="2647950"/>
          <p14:tracePt t="13034" x="1612900" y="2635250"/>
          <p14:tracePt t="13043" x="1612900" y="2628900"/>
          <p14:tracePt t="13060" x="1612900" y="2616200"/>
          <p14:tracePt t="13077" x="1612900" y="2584450"/>
          <p14:tracePt t="13095" x="1600200" y="2546350"/>
          <p14:tracePt t="13110" x="1593850" y="2527300"/>
          <p14:tracePt t="13127" x="1574800" y="2501900"/>
          <p14:tracePt t="13143" x="1562100" y="2482850"/>
          <p14:tracePt t="13161" x="1536700" y="2470150"/>
          <p14:tracePt t="13176" x="1511300" y="2463800"/>
          <p14:tracePt t="13193" x="1485900" y="2457450"/>
          <p14:tracePt t="13210" x="1460500" y="2457450"/>
          <p14:tracePt t="13227" x="1441450" y="2463800"/>
          <p14:tracePt t="13244" x="1422400" y="2476500"/>
          <p14:tracePt t="13260" x="1409700" y="2489200"/>
          <p14:tracePt t="13276" x="1397000" y="2501900"/>
          <p14:tracePt t="13294" x="1390650" y="2508250"/>
          <p14:tracePt t="13310" x="1390650" y="2514600"/>
          <p14:tracePt t="13326" x="1397000" y="2533650"/>
          <p14:tracePt t="13343" x="1416050" y="2546350"/>
          <p14:tracePt t="13359" x="1428750" y="2552700"/>
          <p14:tracePt t="13376" x="1466850" y="2565400"/>
          <p14:tracePt t="13392" x="1517650" y="2571750"/>
          <p14:tracePt t="13409" x="1549400" y="2571750"/>
          <p14:tracePt t="13426" x="1568450" y="2571750"/>
          <p14:tracePt t="13442" x="1631950" y="2546350"/>
          <p14:tracePt t="13458" x="1651000" y="2527300"/>
          <p14:tracePt t="13477" x="1676400" y="2508250"/>
          <p14:tracePt t="13492" x="1695450" y="2495550"/>
          <p14:tracePt t="13509" x="1695450" y="2489200"/>
          <p14:tracePt t="13525" x="1701800" y="2482850"/>
          <p14:tracePt t="13567" x="1708150" y="2482850"/>
          <p14:tracePt t="13644" x="1714500" y="2482850"/>
          <p14:tracePt t="13651" x="1720850" y="2482850"/>
          <p14:tracePt t="13665" x="1727200" y="2482850"/>
          <p14:tracePt t="13674" x="1727200" y="2489200"/>
          <p14:tracePt t="13691" x="1733550" y="2489200"/>
          <p14:tracePt t="13708" x="1746250" y="2495550"/>
          <p14:tracePt t="13725" x="1771650" y="2501900"/>
          <p14:tracePt t="13743" x="1809750" y="2508250"/>
          <p14:tracePt t="13758" x="1822450" y="2508250"/>
          <p14:tracePt t="13774" x="1835150" y="2514600"/>
          <p14:tracePt t="13792" x="1885950" y="2520950"/>
          <p14:tracePt t="13807" x="1892300" y="2520950"/>
          <p14:tracePt t="13824" x="1905000" y="2520950"/>
          <p14:tracePt t="13841" x="1924050" y="2527300"/>
          <p14:tracePt t="13857" x="1949450" y="2540000"/>
          <p14:tracePt t="13874" x="1968500" y="2546350"/>
          <p14:tracePt t="13890" x="2051050" y="2578100"/>
          <p14:tracePt t="13907" x="2190750" y="2635250"/>
          <p14:tracePt t="13924" x="2336800" y="2698750"/>
          <p14:tracePt t="13940" x="2406650" y="2749550"/>
          <p14:tracePt t="13957" x="2559050" y="2838450"/>
          <p14:tracePt t="13974" x="2679700" y="2895600"/>
          <p14:tracePt t="13990" x="2730500" y="2895600"/>
          <p14:tracePt t="14007" x="2755900" y="289560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5968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bg1"/>
                </a:solidFill>
                <a:ea typeface="source sans pro"/>
              </a:rPr>
              <a:t>	This is used to customize getters and setters for class attributes. </a:t>
            </a: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8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6"/>
    </mc:Choice>
    <mc:Fallback>
      <p:transition spd="slow" advTm="39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31" x="3505200" y="3016250"/>
          <p14:tracePt t="650" x="3397250" y="3067050"/>
          <p14:tracePt t="681" x="2990850" y="3206750"/>
          <p14:tracePt t="700" x="2889250" y="3238500"/>
          <p14:tracePt t="731" x="2603500" y="3276600"/>
          <p14:tracePt t="764" x="2425700" y="3333750"/>
          <p14:tracePt t="786" x="2343150" y="3371850"/>
          <p14:tracePt t="816" x="2305050" y="3384550"/>
          <p14:tracePt t="850" x="2266950" y="3397250"/>
          <p14:tracePt t="882" x="2228850" y="3403600"/>
          <p14:tracePt t="914" x="2203450" y="3403600"/>
          <p14:tracePt t="964" x="2197100" y="3403600"/>
          <p14:tracePt t="1013" x="2184400" y="3422650"/>
          <p14:tracePt t="1047" x="2171700" y="3454400"/>
          <p14:tracePt t="1080" x="2171700" y="3473450"/>
          <p14:tracePt t="1116" x="2197100" y="3498850"/>
          <p14:tracePt t="1163" x="2254250" y="3505200"/>
          <p14:tracePt t="1229" x="2495550" y="3517900"/>
          <p14:tracePt t="1295" x="2584450" y="3517900"/>
          <p14:tracePt t="2658" x="2578100" y="3530600"/>
          <p14:tracePt t="2679" x="2552700" y="3543300"/>
          <p14:tracePt t="2710" x="2463800" y="3625850"/>
          <p14:tracePt t="2741" x="2374900" y="3733800"/>
          <p14:tracePt t="2774" x="2266950" y="3873500"/>
          <p14:tracePt t="2824" x="2089150" y="4114800"/>
          <p14:tracePt t="2857" x="1987550" y="4267200"/>
          <p14:tracePt t="2890" x="1949450" y="4318000"/>
          <p14:tracePt t="2923" x="1905000" y="4375150"/>
          <p14:tracePt t="2957" x="1873250" y="4413250"/>
          <p14:tracePt t="3023" x="1746250" y="4489450"/>
          <p14:tracePt t="3057" x="1720850" y="4495800"/>
          <p14:tracePt t="3106" x="1714500" y="4502150"/>
          <p14:tracePt t="3276" x="1701800" y="4502150"/>
          <p14:tracePt t="3355" x="1682750" y="451485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5968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FF0000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1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33"/>
    </mc:Choice>
    <mc:Fallback>
      <p:transition spd="slow" advTm="140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29" x="1358900" y="4527550"/>
          <p14:tracePt t="851" x="1358900" y="4565650"/>
          <p14:tracePt t="912" x="1339850" y="4660900"/>
          <p14:tracePt t="945" x="1339850" y="4686300"/>
          <p14:tracePt t="981" x="1327150" y="4711700"/>
          <p14:tracePt t="996" x="1327150" y="4718050"/>
          <p14:tracePt t="1028" x="1320800" y="4730750"/>
          <p14:tracePt t="1061" x="1314450" y="4737100"/>
          <p14:tracePt t="1095" x="1314450" y="4743450"/>
          <p14:tracePt t="1164" x="1308100" y="4749800"/>
          <p14:tracePt t="1228" x="1301750" y="4749800"/>
          <p14:tracePt t="1294" x="1295400" y="4756150"/>
          <p14:tracePt t="1327" x="1295400" y="4768850"/>
          <p14:tracePt t="1378" x="1295400" y="4787900"/>
          <p14:tracePt t="1413" x="1295400" y="4794250"/>
          <p14:tracePt t="1477" x="1295400" y="4806950"/>
          <p14:tracePt t="1511" x="1301750" y="4813300"/>
          <p14:tracePt t="1560" x="1333500" y="4832350"/>
          <p14:tracePt t="1593" x="1377950" y="4857750"/>
          <p14:tracePt t="1626" x="1460500" y="4876800"/>
          <p14:tracePt t="1647" x="1517650" y="4889500"/>
          <p14:tracePt t="1709" x="1631950" y="4895850"/>
          <p14:tracePt t="1759" x="1663700" y="4895850"/>
          <p14:tracePt t="1793" x="1682750" y="4902200"/>
          <p14:tracePt t="1825" x="1708150" y="4908550"/>
          <p14:tracePt t="1859" x="1733550" y="4921250"/>
          <p14:tracePt t="1892" x="1803400" y="4953000"/>
          <p14:tracePt t="1914" x="1860550" y="4959350"/>
          <p14:tracePt t="1946" x="1962150" y="4978400"/>
          <p14:tracePt t="1977" x="2051050" y="5003800"/>
          <p14:tracePt t="2009" x="2159000" y="5016500"/>
          <p14:tracePt t="2042" x="2190750" y="5016500"/>
          <p14:tracePt t="2075" x="2228850" y="5029200"/>
          <p14:tracePt t="2108" x="2247900" y="5035550"/>
          <p14:tracePt t="2141" x="2254250" y="5041900"/>
          <p14:tracePt t="2689" x="2228850" y="5054600"/>
          <p14:tracePt t="2722" x="2171700" y="5086350"/>
          <p14:tracePt t="2789" x="2063750" y="5137150"/>
          <p14:tracePt t="2855" x="2006600" y="5143500"/>
          <p14:tracePt t="2922" x="1974850" y="5143500"/>
          <p14:tracePt t="2955" x="1962150" y="5143500"/>
          <p14:tracePt t="3022" x="1949450" y="5143500"/>
          <p14:tracePt t="3071" x="1936750" y="5143500"/>
          <p14:tracePt t="3138" x="1924050" y="5143500"/>
          <p14:tracePt t="3204" x="1905000" y="5162550"/>
          <p14:tracePt t="3254" x="1885950" y="5181600"/>
          <p14:tracePt t="3321" x="1879600" y="5187950"/>
          <p14:tracePt t="3387" x="1866900" y="5207000"/>
          <p14:tracePt t="3453" x="1854200" y="5219700"/>
          <p14:tracePt t="3475" x="1847850" y="5226050"/>
          <p14:tracePt t="3509" x="1841500" y="5226050"/>
          <p14:tracePt t="3556" x="1841500" y="5238750"/>
          <p14:tracePt t="3589" x="1841500" y="5257800"/>
          <p14:tracePt t="3624" x="1847850" y="5264150"/>
          <p14:tracePt t="3655" x="1905000" y="5283200"/>
          <p14:tracePt t="3689" x="1987550" y="5289550"/>
          <p14:tracePt t="3725" x="2108200" y="5289550"/>
          <p14:tracePt t="3760" x="2178050" y="5289550"/>
          <p14:tracePt t="3792" x="2216150" y="5283200"/>
          <p14:tracePt t="3835" x="2235200" y="5283200"/>
          <p14:tracePt t="3902" x="2235200" y="5276850"/>
          <p14:tracePt t="3952" x="2241550" y="5276850"/>
          <p14:tracePt t="4400" x="2209800" y="5251450"/>
          <p14:tracePt t="4433" x="2152650" y="5207000"/>
          <p14:tracePt t="4466" x="2108200" y="5175250"/>
          <p14:tracePt t="4500" x="2070100" y="5143500"/>
          <p14:tracePt t="4533" x="2057400" y="5130800"/>
          <p14:tracePt t="4585" x="2051050" y="5124450"/>
          <p14:tracePt t="4633" x="2044700" y="5118100"/>
          <p14:tracePt t="4665" x="2032000" y="5111750"/>
          <p14:tracePt t="4699" x="2019300" y="5105400"/>
          <p14:tracePt t="4732" x="2006600" y="5105400"/>
          <p14:tracePt t="5232" x="1943100" y="5073650"/>
          <p14:tracePt t="5266" x="1860550" y="5016500"/>
          <p14:tracePt t="5297" x="1784350" y="4959350"/>
          <p14:tracePt t="5318" x="1739900" y="4921250"/>
          <p14:tracePt t="5352" x="1676400" y="4870450"/>
          <p14:tracePt t="5414" x="1657350" y="4826000"/>
          <p14:tracePt t="5446" x="1651000" y="4819650"/>
          <p14:tracePt t="5513" x="1651000" y="4813300"/>
          <p14:tracePt t="5546" x="1651000" y="4800600"/>
          <p14:tracePt t="5579" x="1651000" y="4794250"/>
          <p14:tracePt t="5601" x="1651000" y="4787900"/>
          <p14:tracePt t="5662" x="1644650" y="4762500"/>
          <p14:tracePt t="5712" x="1638300" y="4756150"/>
          <p14:tracePt t="5762" x="1638300" y="4749800"/>
          <p14:tracePt t="5828" x="1625600" y="4724400"/>
          <p14:tracePt t="5862" x="1619250" y="4718050"/>
          <p14:tracePt t="5898" x="1612900" y="4711700"/>
          <p14:tracePt t="5948" x="1612900" y="4692650"/>
          <p14:tracePt t="5983" x="1631950" y="4673600"/>
          <p14:tracePt t="6016" x="1663700" y="4641850"/>
          <p14:tracePt t="6049" x="1720850" y="4610100"/>
          <p14:tracePt t="6082" x="1803400" y="4578350"/>
          <p14:tracePt t="6115" x="1866900" y="4572000"/>
          <p14:tracePt t="6164" x="1962150" y="4572000"/>
          <p14:tracePt t="6196" x="2025650" y="4565650"/>
          <p14:tracePt t="6227" x="2063750" y="4565650"/>
          <p14:tracePt t="6260" x="2070100" y="4565650"/>
          <p14:tracePt t="6310" x="2076450" y="4565650"/>
          <p14:tracePt t="6858" x="1981200" y="4565650"/>
          <p14:tracePt t="6891" x="1860550" y="4565650"/>
          <p14:tracePt t="6925" x="1739900" y="4597400"/>
          <p14:tracePt t="6961" x="1676400" y="4603750"/>
          <p14:tracePt t="7024" x="1644650" y="4610100"/>
          <p14:tracePt t="7157" x="1657350" y="4597400"/>
          <p14:tracePt t="7190" x="1676400" y="4597400"/>
          <p14:tracePt t="7227" x="1701800" y="4597400"/>
          <p14:tracePt t="7290" x="1809750" y="4565650"/>
          <p14:tracePt t="7324" x="1879600" y="4552950"/>
          <p14:tracePt t="7356" x="1949450" y="4546600"/>
          <p14:tracePt t="7390" x="2019300" y="4514850"/>
          <p14:tracePt t="7423" x="2038350" y="4445000"/>
          <p14:tracePt t="7445" x="2038350" y="4419600"/>
          <p14:tracePt t="7506" x="1968500" y="4375150"/>
          <p14:tracePt t="7572" x="1765300" y="4368800"/>
          <p14:tracePt t="7639" x="1682750" y="4432300"/>
          <p14:tracePt t="7705" x="1765300" y="4584700"/>
          <p14:tracePt t="7743" x="1860550" y="4629150"/>
          <p14:tracePt t="7774" x="1949450" y="4629150"/>
          <p14:tracePt t="7821" x="2051050" y="4572000"/>
          <p14:tracePt t="7855" x="2051050" y="4495800"/>
          <p14:tracePt t="7888" x="1987550" y="4381500"/>
          <p14:tracePt t="7923" x="1885950" y="4324350"/>
          <p14:tracePt t="7954" x="1809750" y="4311650"/>
          <p14:tracePt t="7988" x="1720850" y="4311650"/>
          <p14:tracePt t="8024" x="1670050" y="4337050"/>
          <p14:tracePt t="8071" x="1631950" y="4432300"/>
          <p14:tracePt t="8105" x="1638300" y="4533900"/>
          <p14:tracePt t="8137" x="1720850" y="4635500"/>
          <p14:tracePt t="8170" x="1936750" y="4743450"/>
          <p14:tracePt t="8204" x="2133600" y="4749800"/>
          <p14:tracePt t="8225" x="2203450" y="4724400"/>
          <p14:tracePt t="8270" x="2317750" y="4610100"/>
          <p14:tracePt t="8292" x="2324100" y="4565650"/>
          <p14:tracePt t="8337" x="2292350" y="4457700"/>
          <p14:tracePt t="8370" x="2247900" y="4413250"/>
          <p14:tracePt t="8436" x="2051050" y="4394200"/>
          <p14:tracePt t="8469" x="1962150" y="4438650"/>
          <p14:tracePt t="8502" x="1917700" y="4514850"/>
          <p14:tracePt t="8539" x="1905000" y="4603750"/>
          <p14:tracePt t="8557" x="1911350" y="4616450"/>
          <p14:tracePt t="8571" x="1936750" y="4660900"/>
          <p14:tracePt t="8603" x="1974850" y="4686300"/>
          <p14:tracePt t="8669" x="2159000" y="4660900"/>
          <p14:tracePt t="8735" x="2298700" y="4432300"/>
          <p14:tracePt t="8768" x="2273300" y="4343400"/>
          <p14:tracePt t="8801" x="2120900" y="4260850"/>
          <p14:tracePt t="8868" x="1841500" y="4286250"/>
          <p14:tracePt t="8901" x="1758950" y="4337050"/>
          <p14:tracePt t="8936" x="1739900" y="4362450"/>
          <p14:tracePt t="8968" x="1727200" y="4394200"/>
          <p14:tracePt t="9001" x="1733550" y="4394200"/>
          <p14:tracePt t="9303" x="1695450" y="4406900"/>
          <p14:tracePt t="9366" x="1403350" y="4476750"/>
          <p14:tracePt t="9416" x="1295400" y="4514850"/>
          <p14:tracePt t="9450" x="1263650" y="4533900"/>
          <p14:tracePt t="9499" x="1238250" y="4565650"/>
          <p14:tracePt t="9532" x="1206500" y="4603750"/>
          <p14:tracePt t="9566" x="1187450" y="4635500"/>
          <p14:tracePt t="9599" x="1162050" y="4667250"/>
          <p14:tracePt t="9666" x="1123950" y="4679950"/>
          <p14:tracePt t="9731" x="1104900" y="4679950"/>
          <p14:tracePt t="9781" x="1098550" y="4679950"/>
          <p14:tracePt t="9803" x="1092200" y="4679950"/>
          <p14:tracePt t="9836" x="1085850" y="4679950"/>
          <p14:tracePt t="9898" x="1079500" y="4679950"/>
          <p14:tracePt t="9964" x="1073150" y="4679950"/>
          <p14:tracePt t="10399" x="1079500" y="4699000"/>
          <p14:tracePt t="10462" x="1136650" y="4768850"/>
          <p14:tracePt t="10496" x="1219200" y="4857750"/>
          <p14:tracePt t="10529" x="1276350" y="4908550"/>
          <p14:tracePt t="10562" x="1327150" y="4953000"/>
          <p14:tracePt t="10595" x="1371600" y="4984750"/>
          <p14:tracePt t="10628" x="1409700" y="5016500"/>
          <p14:tracePt t="10695" x="1473200" y="5086350"/>
          <p14:tracePt t="10761" x="1587500" y="5162550"/>
          <p14:tracePt t="10795" x="1638300" y="5207000"/>
          <p14:tracePt t="10828" x="1689100" y="5232400"/>
          <p14:tracePt t="10861" x="1727200" y="5245100"/>
          <p14:tracePt t="10894" x="1752600" y="5245100"/>
          <p14:tracePt t="10930" x="1809750" y="5245100"/>
          <p14:tracePt t="10994" x="1828800" y="52451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 next item from the iterator. </a:t>
            </a:r>
            <a:b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given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2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iterator</a:t>
            </a:r>
            <a:r>
              <a:rPr lang="en-US" altLang="zh-TW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s</a:t>
            </a:r>
            <a:r>
              <a:rPr lang="en-US" altLang="zh-TW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260" dirty="0">
                <a:solidFill>
                  <a:srgbClr val="A6A6A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6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spc="-94" dirty="0" smtClean="0">
                <a:solidFill>
                  <a:srgbClr val="B8CE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5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Class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419600" y="2743200"/>
            <a:ext cx="3352800" cy="1600200"/>
          </a:xfrm>
          <a:prstGeom prst="wedgeRoundRectCallout">
            <a:avLst>
              <a:gd name="adj1" fmla="val 43306"/>
              <a:gd name="adj2" fmla="val 152450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This relates to setting</a:t>
            </a:r>
            <a:r>
              <a:rPr lang="en-US" sz="2800" dirty="0" smtClean="0">
                <a:solidFill>
                  <a:srgbClr val="2D2DB9"/>
                </a:solidFill>
                <a:latin typeface="Times New Roman" charset="0"/>
              </a:rPr>
              <a:t> 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and</a:t>
            </a:r>
            <a:r>
              <a:rPr lang="en-US" sz="2800" dirty="0" smtClean="0">
                <a:solidFill>
                  <a:srgbClr val="2D2DB9"/>
                </a:solidFill>
                <a:latin typeface="Times New Roman" charset="0"/>
              </a:rPr>
              <a:t> 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getting attributes, as we will now see…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1" name="Trapezoid 10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1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29100">
        <p14:ripple/>
      </p:transition>
    </mc:Choice>
    <mc:Fallback xmlns="">
      <p:transition spd="slow" advTm="29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13" x="5016500" y="2552700"/>
          <p14:tracePt t="1530" x="5048250" y="2616200"/>
          <p14:tracePt t="1545" x="5073650" y="2660650"/>
          <p14:tracePt t="1562" x="5092700" y="2705100"/>
          <p14:tracePt t="1580" x="5130800" y="2774950"/>
          <p14:tracePt t="1595" x="5168900" y="2832100"/>
          <p14:tracePt t="1612" x="5219700" y="2895600"/>
          <p14:tracePt t="1628" x="5276850" y="3016250"/>
          <p14:tracePt t="1645" x="5321300" y="3092450"/>
          <p14:tracePt t="1662" x="5359400" y="3168650"/>
          <p14:tracePt t="1678" x="5416550" y="3263900"/>
          <p14:tracePt t="1695" x="5448300" y="3314700"/>
          <p14:tracePt t="1713" x="5499100" y="3378200"/>
          <p14:tracePt t="1728" x="5518150" y="3416300"/>
          <p14:tracePt t="1744" x="5537200" y="3448050"/>
          <p14:tracePt t="1761" x="5575300" y="3498850"/>
          <p14:tracePt t="1778" x="5588000" y="3511550"/>
          <p14:tracePt t="1795" x="5613400" y="3536950"/>
          <p14:tracePt t="1811" x="5638800" y="3562350"/>
          <p14:tracePt t="1827" x="5676900" y="3587750"/>
          <p14:tracePt t="1846" x="5753100" y="3651250"/>
          <p14:tracePt t="1862" x="5797550" y="3708400"/>
          <p14:tracePt t="1877" x="5861050" y="3784600"/>
          <p14:tracePt t="1895" x="5981700" y="3924300"/>
          <p14:tracePt t="1910" x="6051550" y="4025900"/>
          <p14:tracePt t="1927" x="6165850" y="4171950"/>
          <p14:tracePt t="1944" x="6324600" y="4343400"/>
          <p14:tracePt t="1962" x="6400800" y="4483100"/>
          <p14:tracePt t="1978" x="6527800" y="4667250"/>
          <p14:tracePt t="1994" x="6591300" y="4749800"/>
          <p14:tracePt t="2011" x="6635750" y="4800600"/>
          <p14:tracePt t="2029" x="6711950" y="4908550"/>
          <p14:tracePt t="2043" x="6756400" y="4953000"/>
          <p14:tracePt t="2060" x="6851650" y="5035550"/>
          <p14:tracePt t="2077" x="6889750" y="5092700"/>
          <p14:tracePt t="2093" x="6959600" y="5194300"/>
          <p14:tracePt t="2111" x="7042150" y="5308600"/>
          <p14:tracePt t="2127" x="7112000" y="5391150"/>
          <p14:tracePt t="2143" x="7137400" y="5422900"/>
          <p14:tracePt t="2160" x="7181850" y="5480050"/>
          <p14:tracePt t="2176" x="7219950" y="5524500"/>
          <p14:tracePt t="2193" x="7239000" y="5537200"/>
          <p14:tracePt t="2211" x="7277100" y="5562600"/>
          <p14:tracePt t="2226" x="7308850" y="5594350"/>
          <p14:tracePt t="2243" x="7327900" y="5607050"/>
          <p14:tracePt t="2259" x="7366000" y="5632450"/>
          <p14:tracePt t="2276" x="7378700" y="5645150"/>
          <p14:tracePt t="2293" x="7435850" y="5683250"/>
          <p14:tracePt t="2310" x="7448550" y="5689600"/>
          <p14:tracePt t="2326" x="7467600" y="5702300"/>
          <p14:tracePt t="2343" x="7512050" y="5727700"/>
          <p14:tracePt t="2359" x="7562850" y="5753100"/>
          <p14:tracePt t="2376" x="7594600" y="5759450"/>
          <p14:tracePt t="2392" x="7651750" y="5778500"/>
          <p14:tracePt t="2409" x="7721600" y="5791200"/>
          <p14:tracePt t="2426" x="7816850" y="5791200"/>
          <p14:tracePt t="2442" x="7880350" y="5791200"/>
          <p14:tracePt t="2459" x="8013700" y="5772150"/>
          <p14:tracePt t="2476" x="8153400" y="5753100"/>
          <p14:tracePt t="2492" x="8216900" y="5753100"/>
          <p14:tracePt t="2509" x="8312150" y="5753100"/>
          <p14:tracePt t="2526" x="8369300" y="5753100"/>
          <p14:tracePt t="2542" x="8382000" y="5753100"/>
          <p14:tracePt t="2559" x="8394700" y="5753100"/>
          <p14:tracePt t="2610" x="8375650" y="5753100"/>
          <p14:tracePt t="2625" x="8356600" y="5759450"/>
          <p14:tracePt t="2641" x="8267700" y="5778500"/>
          <p14:tracePt t="2658" x="8096250" y="5784850"/>
          <p14:tracePt t="2674" x="7994650" y="5810250"/>
          <p14:tracePt t="2691" x="7766050" y="5816600"/>
          <p14:tracePt t="2708" x="7550150" y="5842000"/>
          <p14:tracePt t="2724" x="7461250" y="5842000"/>
          <p14:tracePt t="2741" x="7321550" y="5848350"/>
          <p14:tracePt t="2757" x="7239000" y="5867400"/>
          <p14:tracePt t="2774" x="7213600" y="5873750"/>
          <p14:tracePt t="2791" x="7200900" y="5880100"/>
          <p14:tracePt t="2807" x="7194550" y="5886450"/>
          <p14:tracePt t="2857" x="7226300" y="5886450"/>
          <p14:tracePt t="2874" x="7258050" y="5886450"/>
          <p14:tracePt t="2890" x="7334250" y="5880100"/>
          <p14:tracePt t="2907" x="7404100" y="5873750"/>
          <p14:tracePt t="2925" x="7651750" y="5810250"/>
          <p14:tracePt t="2940" x="7727950" y="5784850"/>
          <p14:tracePt t="2957" x="7797800" y="5753100"/>
          <p14:tracePt t="2974" x="7899400" y="5708650"/>
          <p14:tracePt t="2990" x="7950200" y="5689600"/>
          <p14:tracePt t="3008" x="7969250" y="5683250"/>
          <p14:tracePt t="3024" x="7969250" y="5676900"/>
          <p14:tracePt t="3058" x="7962900" y="5670550"/>
          <p14:tracePt t="3073" x="7943850" y="5676900"/>
          <p14:tracePt t="3090" x="7874000" y="5689600"/>
          <p14:tracePt t="3108" x="7759700" y="5721350"/>
          <p14:tracePt t="3123" x="7683500" y="5740400"/>
          <p14:tracePt t="3143" x="7512050" y="5765800"/>
          <p14:tracePt t="3156" x="7359650" y="5797550"/>
          <p14:tracePt t="3173" x="7302500" y="5803900"/>
          <p14:tracePt t="3190" x="7219950" y="5816600"/>
          <p14:tracePt t="3206" x="7200900" y="5816600"/>
          <p14:tracePt t="3223" x="7200900" y="5822950"/>
          <p14:tracePt t="3241" x="7194550" y="5822950"/>
          <p14:tracePt t="3256" x="7200900" y="5822950"/>
          <p14:tracePt t="3273" x="7232650" y="5822950"/>
          <p14:tracePt t="3289" x="7315200" y="5810250"/>
          <p14:tracePt t="3306" x="7391400" y="5803900"/>
          <p14:tracePt t="3322" x="7569200" y="5772150"/>
          <p14:tracePt t="3339" x="7740650" y="5727700"/>
          <p14:tracePt t="3355" x="7823200" y="5702300"/>
          <p14:tracePt t="3372" x="7943850" y="5651500"/>
          <p14:tracePt t="3389" x="8020050" y="5613400"/>
          <p14:tracePt t="3405" x="8039100" y="5600700"/>
          <p14:tracePt t="3422" x="8039100" y="5588000"/>
          <p14:tracePt t="3438" x="8039100" y="5581650"/>
          <p14:tracePt t="3472" x="8013700" y="5575300"/>
          <p14:tracePt t="3488" x="7937500" y="5562600"/>
          <p14:tracePt t="3505" x="7829550" y="5530850"/>
          <p14:tracePt t="3522" x="7778750" y="5524500"/>
          <p14:tracePt t="3538" x="7727950" y="5524500"/>
          <p14:tracePt t="3541" x="7664450" y="5511800"/>
          <p14:tracePt t="3555" x="7556500" y="5505450"/>
          <p14:tracePt t="3572" x="7524750" y="5505450"/>
          <p14:tracePt t="3588" x="7499350" y="5505450"/>
          <p14:tracePt t="3606" x="7473950" y="5505450"/>
          <p14:tracePt t="3621" x="7467600" y="5499100"/>
          <p14:tracePt t="3689" x="7480300" y="5505450"/>
          <p14:tracePt t="3705" x="7486650" y="5511800"/>
          <p14:tracePt t="4053" x="7531100" y="5454650"/>
          <p14:tracePt t="4070" x="7727950" y="5168900"/>
          <p14:tracePt t="4088" x="7969250" y="4787900"/>
          <p14:tracePt t="4103" x="8077200" y="4565650"/>
          <p14:tracePt t="4120" x="8166100" y="4324350"/>
          <p14:tracePt t="4138" x="8331200" y="3822700"/>
          <p14:tracePt t="4153" x="8432800" y="3346450"/>
          <p14:tracePt t="4170" x="8445500" y="3105150"/>
          <p14:tracePt t="4186" x="8470900" y="2724150"/>
          <p14:tracePt t="4203" x="8496300" y="2552700"/>
          <p14:tracePt t="4221" x="8515350" y="2298700"/>
          <p14:tracePt t="4236" x="8547100" y="2082800"/>
          <p14:tracePt t="4253" x="8559800" y="2006600"/>
          <p14:tracePt t="4269" x="8566150" y="1898650"/>
          <p14:tracePt t="4286" x="8585200" y="1797050"/>
          <p14:tracePt t="4302" x="8591550" y="1765300"/>
          <p14:tracePt t="4319" x="8616950" y="1695450"/>
          <p14:tracePt t="4335" x="8629650" y="1644650"/>
          <p14:tracePt t="4352" x="8642350" y="1612900"/>
          <p14:tracePt t="4369" x="8648700" y="1581150"/>
          <p14:tracePt t="4385" x="8648700" y="1568450"/>
          <p14:tracePt t="4403" x="8648700" y="1536700"/>
          <p14:tracePt t="4418" x="8648700" y="1492250"/>
          <p14:tracePt t="4435" x="8648700" y="1460500"/>
          <p14:tracePt t="4452" x="8610600" y="1352550"/>
          <p14:tracePt t="4468" x="8597900" y="1295400"/>
          <p14:tracePt t="4486" x="8534400" y="1060450"/>
          <p14:tracePt t="4503" x="8515350" y="965200"/>
          <p14:tracePt t="4518" x="8496300" y="901700"/>
          <p14:tracePt t="4536" x="8477250" y="768350"/>
          <p14:tracePt t="4551" x="8470900" y="692150"/>
          <p14:tracePt t="4568" x="8470900" y="666750"/>
          <p14:tracePt t="4571" x="8470900" y="654050"/>
          <p14:tracePt t="4585" x="8470900" y="641350"/>
          <p14:tracePt t="4602" x="8470900" y="635000"/>
          <p14:tracePt t="4618" x="8483600" y="635000"/>
          <p14:tracePt t="4634" x="8483600" y="641350"/>
          <p14:tracePt t="4651" x="8483600" y="654050"/>
          <p14:tracePt t="4669" x="8489950" y="666750"/>
          <p14:tracePt t="4701" x="8502650" y="685800"/>
          <p14:tracePt t="4719" x="8521700" y="704850"/>
          <p14:tracePt t="4734" x="8534400" y="723900"/>
          <p14:tracePt t="4751" x="8547100" y="736600"/>
          <p14:tracePt t="4768" x="8597900" y="800100"/>
          <p14:tracePt t="4784" x="8623300" y="825500"/>
          <p14:tracePt t="4801" x="8636000" y="844550"/>
          <p14:tracePt t="4817" x="8667750" y="876300"/>
          <p14:tracePt t="4834" x="8680450" y="882650"/>
          <p14:tracePt t="4852" x="8686800" y="895350"/>
          <p14:tracePt t="4951" x="8680450" y="895350"/>
          <p14:tracePt t="5000" x="8680450" y="901700"/>
          <p14:tracePt t="5084" x="8674100" y="908050"/>
          <p14:tracePt t="5316" x="8616950" y="990600"/>
          <p14:tracePt t="5332" x="8509000" y="1130300"/>
          <p14:tracePt t="5349" x="8356600" y="1333500"/>
          <p14:tracePt t="5365" x="8267700" y="1460500"/>
          <p14:tracePt t="5383" x="8039100" y="1739900"/>
          <p14:tracePt t="5399" x="7874000" y="1930400"/>
          <p14:tracePt t="5415" x="7600950" y="2260600"/>
          <p14:tracePt t="5433" x="7315200" y="2635250"/>
          <p14:tracePt t="5448" x="7175500" y="2800350"/>
          <p14:tracePt t="5465" x="6959600" y="3092450"/>
          <p14:tracePt t="5482" x="6807200" y="3282950"/>
          <p14:tracePt t="5498" x="6756400" y="3365500"/>
          <p14:tracePt t="5515" x="6667500" y="3505200"/>
          <p14:tracePt t="5532" x="6623050" y="3606800"/>
          <p14:tracePt t="5548" x="6616700" y="3644900"/>
          <p14:tracePt t="5565" x="6597650" y="3765550"/>
          <p14:tracePt t="5581" x="6597650" y="3886200"/>
          <p14:tracePt t="5598" x="6610350" y="3949700"/>
          <p14:tracePt t="5615" x="6616700" y="4019550"/>
          <p14:tracePt t="5632" x="6623050" y="4057650"/>
          <p14:tracePt t="5648" x="6629400" y="4076700"/>
          <p14:tracePt t="5665" x="6642100" y="4121150"/>
          <p14:tracePt t="5681" x="6667500" y="4203700"/>
          <p14:tracePt t="5698" x="6680200" y="4273550"/>
          <p14:tracePt t="5714" x="6686550" y="4400550"/>
          <p14:tracePt t="5731" x="6705600" y="4546600"/>
          <p14:tracePt t="5749" x="6711950" y="4660900"/>
          <p14:tracePt t="5764" x="6711950" y="4711700"/>
          <p14:tracePt t="5780" x="6724650" y="4756150"/>
          <p14:tracePt t="5797" x="6731000" y="4832350"/>
          <p14:tracePt t="5814" x="6737350" y="4902200"/>
          <p14:tracePt t="5830" x="6756400" y="4933950"/>
          <p14:tracePt t="5848" x="6769100" y="5003800"/>
          <p14:tracePt t="5863" x="6781800" y="5048250"/>
          <p14:tracePt t="5881" x="6807200" y="5073650"/>
          <p14:tracePt t="5897" x="6819900" y="5086350"/>
          <p14:tracePt t="5913" x="6851650" y="5118100"/>
          <p14:tracePt t="5932" x="6915150" y="5137150"/>
          <p14:tracePt t="5947" x="6946900" y="5156200"/>
          <p14:tracePt t="5963" x="6997700" y="5181600"/>
          <p14:tracePt t="5980" x="7029450" y="5219700"/>
          <p14:tracePt t="5997" x="7048500" y="5232400"/>
          <p14:tracePt t="6014" x="7061200" y="5245100"/>
          <p14:tracePt t="6030" x="7067550" y="5257800"/>
          <p14:tracePt t="6079" x="7067550" y="5264150"/>
          <p14:tracePt t="6113" x="7067550" y="5270500"/>
          <p14:tracePt t="6129" x="7061200" y="5283200"/>
          <p14:tracePt t="6146" x="7054850" y="5283200"/>
          <p14:tracePt t="6163" x="7054850" y="5289550"/>
          <p14:tracePt t="6180" x="7048500" y="5289550"/>
          <p14:tracePt t="6196" x="7042150" y="5289550"/>
          <p14:tracePt t="6212" x="7029450" y="5289550"/>
          <p14:tracePt t="6245" x="7016750" y="5276850"/>
          <p14:tracePt t="6262" x="6959600" y="5226050"/>
          <p14:tracePt t="6279" x="6870700" y="5099050"/>
          <p14:tracePt t="6295" x="6807200" y="5003800"/>
          <p14:tracePt t="6312" x="6661150" y="4737100"/>
          <p14:tracePt t="6329" x="6489700" y="4394200"/>
          <p14:tracePt t="6345" x="6394450" y="4216400"/>
          <p14:tracePt t="6363" x="6242050" y="3905250"/>
          <p14:tracePt t="6378" x="6121400" y="3689350"/>
          <p14:tracePt t="6395" x="6083300" y="3594100"/>
          <p14:tracePt t="6412" x="6026150" y="3460750"/>
          <p14:tracePt t="6428" x="6000750" y="3384550"/>
          <p14:tracePt t="6445" x="5994400" y="3365500"/>
          <p14:tracePt t="6463" x="5988050" y="3340100"/>
          <p14:tracePt t="6478" x="5988050" y="3327400"/>
          <p14:tracePt t="6528" x="5994400" y="3327400"/>
          <p14:tracePt t="6545" x="6045200" y="3365500"/>
          <p14:tracePt t="6561" x="6076950" y="3384550"/>
          <p14:tracePt t="6578" x="6134100" y="3409950"/>
          <p14:tracePt t="6594" x="6267450" y="3460750"/>
          <p14:tracePt t="6611" x="6464300" y="3492500"/>
          <p14:tracePt t="6628" x="6572250" y="3492500"/>
          <p14:tracePt t="6644" x="6775450" y="3486150"/>
          <p14:tracePt t="6661" x="6946900" y="3448050"/>
          <p14:tracePt t="6679" x="7023100" y="3409950"/>
          <p14:tracePt t="6694" x="7048500" y="3397250"/>
          <p14:tracePt t="6711" x="7048500" y="3378200"/>
          <p14:tracePt t="6728" x="6991350" y="3346450"/>
          <p14:tracePt t="6744" x="6915150" y="3321050"/>
          <p14:tracePt t="6760" x="6718300" y="3257550"/>
          <p14:tracePt t="6777" x="6438900" y="3251200"/>
          <p14:tracePt t="6794" x="6311900" y="3270250"/>
          <p14:tracePt t="6811" x="6045200" y="3359150"/>
          <p14:tracePt t="6827" x="5842000" y="3498850"/>
          <p14:tracePt t="6843" x="5759450" y="3549650"/>
          <p14:tracePt t="6861" x="5670550" y="3619500"/>
          <p14:tracePt t="6877" x="5657850" y="3644900"/>
          <p14:tracePt t="6893" x="5657850" y="3727450"/>
          <p14:tracePt t="6910" x="5715000" y="3829050"/>
          <p14:tracePt t="6926" x="5759450" y="3873500"/>
          <p14:tracePt t="6944" x="5969000" y="3981450"/>
          <p14:tracePt t="6960" x="6280150" y="4013200"/>
          <p14:tracePt t="6976" x="6470650" y="4006850"/>
          <p14:tracePt t="6994" x="6877050" y="3968750"/>
          <p14:tracePt t="7009" x="7137400" y="3905250"/>
          <p14:tracePt t="7026" x="7226300" y="3848100"/>
          <p14:tracePt t="7043" x="7321550" y="3778250"/>
          <p14:tracePt t="7059" x="7340600" y="3714750"/>
          <p14:tracePt t="7076" x="7334250" y="3695700"/>
          <p14:tracePt t="7093" x="7251700" y="3625850"/>
          <p14:tracePt t="7109" x="7092950" y="3568700"/>
          <p14:tracePt t="7126" x="6838950" y="3562350"/>
          <p14:tracePt t="7142" x="6692900" y="3594100"/>
          <p14:tracePt t="7159" x="6559550" y="3638550"/>
          <p14:tracePt t="7176" x="6280150" y="3803650"/>
          <p14:tracePt t="7192" x="6216650" y="3873500"/>
          <p14:tracePt t="7209" x="6178550" y="3956050"/>
          <p14:tracePt t="7226" x="6146800" y="4076700"/>
          <p14:tracePt t="7243" x="6159500" y="4146550"/>
          <p14:tracePt t="7259" x="6248400" y="4210050"/>
          <p14:tracePt t="7275" x="6324600" y="4222750"/>
          <p14:tracePt t="7292" x="6559550" y="4248150"/>
          <p14:tracePt t="7310" x="6851650" y="4235450"/>
          <p14:tracePt t="7325" x="6997700" y="4203700"/>
          <p14:tracePt t="7342" x="7207250" y="4140200"/>
          <p14:tracePt t="7359" x="7289800" y="4064000"/>
          <p14:tracePt t="7375" x="7315200" y="4032250"/>
          <p14:tracePt t="7393" x="7321550" y="3930650"/>
          <p14:tracePt t="7409" x="7302500" y="3822700"/>
          <p14:tracePt t="7425" x="7264400" y="3771900"/>
          <p14:tracePt t="7442" x="7226300" y="3708400"/>
          <p14:tracePt t="7458" x="7086600" y="3575050"/>
          <p14:tracePt t="7475" x="7073900" y="3556000"/>
          <p14:tracePt t="7492" x="7067550" y="3530600"/>
          <p14:tracePt t="7508" x="7073900" y="3505200"/>
          <p14:tracePt t="7524" x="7131050" y="3397250"/>
          <p14:tracePt t="7541" x="7232650" y="3232150"/>
          <p14:tracePt t="7558" x="7321550" y="3124200"/>
          <p14:tracePt t="7575" x="7531100" y="2851150"/>
          <p14:tracePt t="7591" x="7734300" y="2559050"/>
          <p14:tracePt t="7607" x="7867650" y="2393950"/>
          <p14:tracePt t="7626" x="8115300" y="2051050"/>
          <p14:tracePt t="7641" x="8242300" y="1866900"/>
          <p14:tracePt t="7657" x="8439150" y="1562100"/>
          <p14:tracePt t="7674" x="8559800" y="1384300"/>
          <p14:tracePt t="7691" x="8623300" y="1289050"/>
          <p14:tracePt t="7707" x="8674100" y="1206500"/>
          <p14:tracePt t="7724" x="8794750" y="1060450"/>
          <p14:tracePt t="7741" x="8832850" y="1035050"/>
          <p14:tracePt t="7759" x="8877300" y="990600"/>
          <p14:tracePt t="7774" x="8902700" y="952500"/>
          <p14:tracePt t="7790" x="8915400" y="933450"/>
          <p14:tracePt t="7807" x="8934450" y="908050"/>
          <p14:tracePt t="7823" x="8953500" y="889000"/>
          <p14:tracePt t="7840" x="8953500" y="882650"/>
          <p14:tracePt t="7857" x="8966200" y="869950"/>
          <p14:tracePt t="7874" x="8966200" y="863600"/>
          <p14:tracePt t="7956" x="8959850" y="876300"/>
          <p14:tracePt t="7973" x="8934450" y="889000"/>
          <p14:tracePt t="7990" x="8883650" y="927100"/>
          <p14:tracePt t="8006" x="8826500" y="965200"/>
          <p14:tracePt t="8023" x="8699500" y="1085850"/>
          <p14:tracePt t="8039" x="8553450" y="1238250"/>
          <p14:tracePt t="8056" x="8458200" y="1327150"/>
          <p14:tracePt t="8073" x="8293100" y="1530350"/>
          <p14:tracePt t="8089" x="8223250" y="1625600"/>
          <p14:tracePt t="8106" x="8134350" y="1733550"/>
          <p14:tracePt t="8123" x="7912100" y="1981200"/>
          <p14:tracePt t="8139" x="7854950" y="2057400"/>
          <p14:tracePt t="8156" x="7797800" y="2114550"/>
          <p14:tracePt t="8172" x="7797800" y="2120900"/>
          <p14:tracePt t="8189" x="7797800" y="2127250"/>
          <p14:tracePt t="8206" x="7797800" y="2133600"/>
          <p14:tracePt t="8222" x="7797800" y="2139950"/>
          <p14:tracePt t="8272" x="7804150" y="2165350"/>
          <p14:tracePt t="8288" x="7810500" y="2197100"/>
          <p14:tracePt t="8305" x="7810500" y="2286000"/>
          <p14:tracePt t="8322" x="7810500" y="2432050"/>
          <p14:tracePt t="8339" x="7759700" y="2622550"/>
          <p14:tracePt t="8355" x="7715250" y="2755900"/>
          <p14:tracePt t="8372" x="7562850" y="3136900"/>
          <p14:tracePt t="8389" x="7340600" y="3606800"/>
          <p14:tracePt t="8405" x="7245350" y="3848100"/>
          <p14:tracePt t="8422" x="7156450" y="4089400"/>
          <p14:tracePt t="8438" x="6908800" y="4667250"/>
          <p14:tracePt t="8455" x="6851650" y="4806950"/>
          <p14:tracePt t="8472" x="6788150" y="5035550"/>
          <p14:tracePt t="8488" x="6775450" y="5200650"/>
          <p14:tracePt t="8504" x="6775450" y="5257800"/>
          <p14:tracePt t="8523" x="6794500" y="5340350"/>
          <p14:tracePt t="8538" x="6813550" y="5384800"/>
          <p14:tracePt t="8554" x="6858000" y="5461000"/>
          <p14:tracePt t="8572" x="6927850" y="5549900"/>
          <p14:tracePt t="8587" x="6953250" y="5594350"/>
          <p14:tracePt t="8604" x="7016750" y="5664200"/>
          <p14:tracePt t="8621" x="7061200" y="5708650"/>
          <p14:tracePt t="8637" x="7092950" y="5715000"/>
          <p14:tracePt t="8654" x="7124700" y="5740400"/>
          <p14:tracePt t="8670" x="7169150" y="5753100"/>
          <p14:tracePt t="8687" x="7175500" y="5753100"/>
          <p14:tracePt t="8704" x="7207250" y="5765800"/>
          <p14:tracePt t="8720" x="7239000" y="5772150"/>
          <p14:tracePt t="8737" x="7258050" y="5778500"/>
          <p14:tracePt t="8754" x="7289800" y="5784850"/>
          <p14:tracePt t="8770" x="7308850" y="5784850"/>
          <p14:tracePt t="8838" x="7289800" y="5784850"/>
          <p14:tracePt t="8853" x="7283450" y="5784850"/>
          <p14:tracePt t="8872" x="7258050" y="5784850"/>
          <p14:tracePt t="8887" x="7181850" y="5784850"/>
          <p14:tracePt t="8903" x="7156450" y="5784850"/>
          <p14:tracePt t="8919" x="7124700" y="5784850"/>
          <p14:tracePt t="8936" x="7073900" y="5797550"/>
          <p14:tracePt t="8953" x="7067550" y="5803900"/>
          <p14:tracePt t="8971" x="7054850" y="5803900"/>
          <p14:tracePt t="9003" x="7080250" y="5816600"/>
          <p14:tracePt t="9020" x="7150100" y="5816600"/>
          <p14:tracePt t="9036" x="7226300" y="5816600"/>
          <p14:tracePt t="9053" x="7429500" y="5772150"/>
          <p14:tracePt t="9069" x="7664450" y="5676900"/>
          <p14:tracePt t="9086" x="7791450" y="5613400"/>
          <p14:tracePt t="9102" x="7893050" y="5549900"/>
          <p14:tracePt t="9120" x="8064500" y="5441950"/>
          <p14:tracePt t="9135" x="8077200" y="5435600"/>
          <p14:tracePt t="9153" x="8083550" y="5429250"/>
          <p14:tracePt t="9185" x="8045450" y="5435600"/>
          <p14:tracePt t="9202" x="7962900" y="5441950"/>
          <p14:tracePt t="9219" x="7912100" y="5461000"/>
          <p14:tracePt t="9236" x="7753350" y="5486400"/>
          <p14:tracePt t="9253" x="7588250" y="5511800"/>
          <p14:tracePt t="9268" x="7505700" y="5530850"/>
          <p14:tracePt t="9287" x="7359650" y="5568950"/>
          <p14:tracePt t="9302" x="7289800" y="5581650"/>
          <p14:tracePt t="9318" x="7270750" y="5588000"/>
          <p14:tracePt t="9335" x="7264400" y="5594350"/>
          <p14:tracePt t="9369" x="7270750" y="5594350"/>
          <p14:tracePt t="9385" x="7321550" y="5594350"/>
          <p14:tracePt t="9401" x="7435850" y="5575300"/>
          <p14:tracePt t="9419" x="7620000" y="5543550"/>
          <p14:tracePt t="9434" x="7708900" y="5518150"/>
          <p14:tracePt t="9451" x="7816850" y="5486400"/>
          <p14:tracePt t="9468" x="8026400" y="5429250"/>
          <p14:tracePt t="9484" x="8058150" y="5429250"/>
          <p14:tracePt t="9501" x="8077200" y="5416550"/>
          <p14:tracePt t="9518" x="8083550" y="5416550"/>
          <p14:tracePt t="9551" x="8077200" y="5416550"/>
          <p14:tracePt t="9567" x="8020050" y="5422900"/>
          <p14:tracePt t="9584" x="7874000" y="5473700"/>
          <p14:tracePt t="9601" x="7677150" y="5530850"/>
          <p14:tracePt t="9617" x="7562850" y="5575300"/>
          <p14:tracePt t="9634" x="7353300" y="5638800"/>
          <p14:tracePt t="9651" x="7245350" y="5676900"/>
          <p14:tracePt t="9667" x="7213600" y="5683250"/>
          <p14:tracePt t="9670" x="7200900" y="5689600"/>
          <p14:tracePt t="9684" x="7194550" y="5695950"/>
          <p14:tracePt t="9701" x="7207250" y="5695950"/>
          <p14:tracePt t="9717" x="7232650" y="5695950"/>
          <p14:tracePt t="9735" x="7340600" y="5664200"/>
          <p14:tracePt t="9750" x="7537450" y="5626100"/>
          <p14:tracePt t="9767" x="7651750" y="5607050"/>
          <p14:tracePt t="9784" x="7867650" y="5543550"/>
          <p14:tracePt t="9800" x="7975600" y="5530850"/>
          <p14:tracePt t="9818" x="8102600" y="5511800"/>
          <p14:tracePt t="9834" x="8140700" y="5511800"/>
          <p14:tracePt t="9850" x="8153400" y="5511800"/>
          <p14:tracePt t="9901" x="8147050" y="5518150"/>
          <p14:tracePt t="9917" x="8102600" y="5537200"/>
          <p14:tracePt t="9933" x="8026400" y="5581650"/>
          <p14:tracePt t="9950" x="7969250" y="5607050"/>
          <p14:tracePt t="9966" x="7842250" y="5689600"/>
          <p14:tracePt t="9983" x="7740650" y="5740400"/>
          <p14:tracePt t="10000" x="7696200" y="5772150"/>
          <p14:tracePt t="10016" x="7683500" y="5784850"/>
          <p14:tracePt t="10032" x="7677150" y="5784850"/>
          <p14:tracePt t="10051" x="7677150" y="5791200"/>
          <p14:tracePt t="10082" x="7689850" y="5791200"/>
          <p14:tracePt t="10099" x="7778750" y="5772150"/>
          <p14:tracePt t="10115" x="7835900" y="5746750"/>
          <p14:tracePt t="10132" x="7931150" y="5721350"/>
          <p14:tracePt t="10149" x="7975600" y="5702300"/>
          <p14:tracePt t="10165" x="8020050" y="5689600"/>
          <p14:tracePt t="10183" x="8039100" y="5683250"/>
          <p14:tracePt t="10233" x="8032750" y="5676900"/>
          <p14:tracePt t="10248" x="8026400" y="5676900"/>
          <p14:tracePt t="10265" x="7969250" y="5683250"/>
          <p14:tracePt t="10282" x="7861300" y="5708650"/>
          <p14:tracePt t="10298" x="7810500" y="5721350"/>
          <p14:tracePt t="10315" x="7664450" y="5740400"/>
          <p14:tracePt t="10332" x="7550150" y="5746750"/>
          <p14:tracePt t="10348" x="7518400" y="5746750"/>
          <p14:tracePt t="10366" x="7486650" y="5746750"/>
          <p14:tracePt t="10381" x="7480300" y="5746750"/>
          <p14:tracePt t="10416" x="7505700" y="5740400"/>
          <p14:tracePt t="10431" x="7531100" y="5734050"/>
          <p14:tracePt t="10448" x="7632700" y="5683250"/>
          <p14:tracePt t="10464" x="7772400" y="5600700"/>
          <p14:tracePt t="10481" x="7842250" y="5543550"/>
          <p14:tracePt t="10498" x="7950200" y="5448300"/>
          <p14:tracePt t="10514" x="8001000" y="5365750"/>
          <p14:tracePt t="10531" x="8007350" y="5346700"/>
          <p14:tracePt t="10548" x="8013700" y="5334000"/>
          <p14:tracePt t="10565" x="7988300" y="5308600"/>
          <p14:tracePt t="10581" x="7924800" y="5276850"/>
          <p14:tracePt t="10598" x="7880350" y="5264150"/>
          <p14:tracePt t="10614" x="7785100" y="5226050"/>
          <p14:tracePt t="10632" x="7677150" y="5219700"/>
          <p14:tracePt t="10647" x="7613650" y="5219700"/>
          <p14:tracePt t="10664" x="7499350" y="5219700"/>
          <p14:tracePt t="10681" x="7366000" y="5238750"/>
          <p14:tracePt t="10697" x="7302500" y="5257800"/>
          <p14:tracePt t="10713" x="7245350" y="5276850"/>
          <p14:tracePt t="10730" x="7035800" y="5321300"/>
          <p14:tracePt t="10747" x="6965950" y="5353050"/>
          <p14:tracePt t="10764" x="6781800" y="5384800"/>
          <p14:tracePt t="10780" x="6616700" y="5403850"/>
          <p14:tracePt t="10796" x="6565900" y="5403850"/>
          <p14:tracePt t="10815" x="6445250" y="5384800"/>
          <p14:tracePt t="10830" x="6388100" y="5365750"/>
          <p14:tracePt t="10848" x="6305550" y="5340350"/>
          <p14:tracePt t="10863" x="6242050" y="5308600"/>
          <p14:tracePt t="10880" x="6210300" y="5289550"/>
          <p14:tracePt t="10896" x="6197600" y="5257800"/>
          <p14:tracePt t="11113" x="6121400" y="5162550"/>
          <p14:tracePt t="11129" x="5873750" y="4914900"/>
          <p14:tracePt t="11145" x="5683250" y="4756150"/>
          <p14:tracePt t="11162" x="5207000" y="4406900"/>
          <p14:tracePt t="11179" x="4686300" y="4032250"/>
          <p14:tracePt t="11195" x="4171950" y="3600450"/>
          <p14:tracePt t="11212" x="3727450" y="3092450"/>
          <p14:tracePt t="11228" x="3498850" y="2774950"/>
          <p14:tracePt t="11245" x="3270250" y="2438400"/>
          <p14:tracePt t="11263" x="2895600" y="1689100"/>
          <p14:tracePt t="11278" x="2730500" y="1263650"/>
          <p14:tracePt t="11295" x="2559050" y="717550"/>
          <p14:tracePt t="11312" x="2489200" y="457200"/>
          <p14:tracePt t="11328" x="2489200" y="330200"/>
          <p14:tracePt t="11345" x="2527300" y="273050"/>
          <p14:tracePt t="11361" x="2565400" y="241300"/>
          <p14:tracePt t="11378" x="2667000" y="184150"/>
          <p14:tracePt t="11396" x="2787650" y="120650"/>
          <p14:tracePt t="11411" x="2857500" y="88900"/>
          <p14:tracePt t="11428" x="2978150" y="50800"/>
          <p14:tracePt t="11445" x="3086100" y="12700"/>
          <p14:tracePt t="11461" x="3130550" y="0"/>
          <p14:tracePt t="11477" x="3168650" y="0"/>
          <p14:tracePt t="11495" x="3187700" y="0"/>
          <p14:tracePt t="11511" x="3194050" y="0"/>
          <p14:tracePt t="11595" x="3213100" y="0"/>
          <p14:tracePt t="11611" x="3244850" y="0"/>
          <p14:tracePt t="11627" x="3378200" y="0"/>
          <p14:tracePt t="11643" x="3467100" y="19050"/>
          <p14:tracePt t="11662" x="3886200" y="114300"/>
          <p14:tracePt t="11677" x="4038600" y="146050"/>
          <p14:tracePt t="11693" x="4171950" y="190500"/>
          <p14:tracePt t="11696" x="4298950" y="222250"/>
          <p14:tracePt t="11711" x="4413250" y="254000"/>
          <p14:tracePt t="11726" x="4635500" y="298450"/>
          <p14:tracePt t="11743" x="4711700" y="323850"/>
          <p14:tracePt t="11760" x="4845050" y="349250"/>
          <p14:tracePt t="11776" x="4946650" y="349250"/>
          <p14:tracePt t="11794" x="5029200" y="361950"/>
          <p14:tracePt t="11810" x="5073650" y="361950"/>
          <p14:tracePt t="11826" x="5111750" y="368300"/>
          <p14:tracePt t="11844" x="5219700" y="387350"/>
          <p14:tracePt t="11859" x="5295900" y="387350"/>
          <p14:tracePt t="11876" x="5461000" y="419100"/>
          <p14:tracePt t="11893" x="5619750" y="450850"/>
          <p14:tracePt t="11909" x="5753100" y="469900"/>
          <p14:tracePt t="11926" x="5791200" y="476250"/>
          <p14:tracePt t="11943" x="5886450" y="501650"/>
          <p14:tracePt t="11959" x="5911850" y="508000"/>
          <p14:tracePt t="11976" x="5924550" y="514350"/>
          <p14:tracePt t="11992" x="5930900" y="514350"/>
          <p14:tracePt t="12026" x="5924550" y="514350"/>
          <p14:tracePt t="12042" x="5880100" y="552450"/>
          <p14:tracePt t="12059" x="5835650" y="577850"/>
          <p14:tracePt t="12075" x="5708650" y="666750"/>
          <p14:tracePt t="12092" x="5543550" y="755650"/>
          <p14:tracePt t="12109" x="5461000" y="800100"/>
          <p14:tracePt t="12125" x="5308600" y="889000"/>
          <p14:tracePt t="12144" x="5245100" y="927100"/>
          <p14:tracePt t="12159" x="5092700" y="1022350"/>
          <p14:tracePt t="12175" x="4997450" y="1092200"/>
          <p14:tracePt t="12191" x="4984750" y="1136650"/>
          <p14:tracePt t="12209" x="4965700" y="1219200"/>
          <p14:tracePt t="12226" x="4978400" y="1276350"/>
          <p14:tracePt t="12241" x="5003800" y="1339850"/>
          <p14:tracePt t="12258" x="5137150" y="1473200"/>
          <p14:tracePt t="12275" x="5327650" y="1600200"/>
          <p14:tracePt t="12294" x="5524500" y="1695450"/>
          <p14:tracePt t="12308" x="5619750" y="1720850"/>
          <p14:tracePt t="12324" x="5753100" y="1752600"/>
          <p14:tracePt t="12342" x="5810250" y="1752600"/>
          <p14:tracePt t="12358" x="5816600" y="1752600"/>
          <p14:tracePt t="12374" x="5822950" y="1739900"/>
          <p14:tracePt t="12391" x="5816600" y="1733550"/>
          <p14:tracePt t="12407" x="5803900" y="1733550"/>
          <p14:tracePt t="12424" x="5664200" y="1701800"/>
          <p14:tracePt t="12442" x="5588000" y="1695450"/>
          <p14:tracePt t="12457" x="5499100" y="1676400"/>
          <p14:tracePt t="12475" x="5289550" y="1631950"/>
          <p14:tracePt t="12491" x="5022850" y="1587500"/>
          <p14:tracePt t="12507" x="4889500" y="1568450"/>
          <p14:tracePt t="12525" x="4527550" y="1549400"/>
          <p14:tracePt t="12540" x="4413250" y="1549400"/>
          <p14:tracePt t="12558" x="4311650" y="1549400"/>
          <p14:tracePt t="12574" x="3949700" y="1612900"/>
          <p14:tracePt t="12590" x="3848100" y="1644650"/>
          <p14:tracePt t="12607" x="3765550" y="1695450"/>
          <p14:tracePt t="12623" x="3600450" y="1809750"/>
          <p14:tracePt t="12640" x="3454400" y="1955800"/>
          <p14:tracePt t="12658" x="3346450" y="2095500"/>
          <p14:tracePt t="12673" x="3282950" y="2203450"/>
          <p14:tracePt t="12690" x="3181350" y="2470150"/>
          <p14:tracePt t="12707" x="3086100" y="2787650"/>
          <p14:tracePt t="12724" x="3048000" y="2914650"/>
          <p14:tracePt t="12740" x="3016250" y="3244850"/>
          <p14:tracePt t="12756" x="3003550" y="3505200"/>
          <p14:tracePt t="12773" x="3009900" y="3632200"/>
          <p14:tracePt t="12790" x="3060700" y="3854450"/>
          <p14:tracePt t="12806" x="3206750" y="4089400"/>
          <p14:tracePt t="12823" x="3346450" y="4197350"/>
          <p14:tracePt t="12840" x="3638550" y="4400550"/>
          <p14:tracePt t="12856" x="4057650" y="4622800"/>
          <p14:tracePt t="12874" x="4565650" y="4819650"/>
          <p14:tracePt t="12889" x="4800600" y="4876800"/>
          <p14:tracePt t="12906" x="5321300" y="4953000"/>
          <p14:tracePt t="12924" x="5835650" y="5010150"/>
          <p14:tracePt t="12939" x="6070600" y="5010150"/>
          <p14:tracePt t="12956" x="6305550" y="5003800"/>
          <p14:tracePt t="12974" x="6845300" y="4978400"/>
          <p14:tracePt t="12989" x="6972300" y="4972050"/>
          <p14:tracePt t="13006" x="7099300" y="4972050"/>
          <p14:tracePt t="13022" x="7296150" y="4972050"/>
          <p14:tracePt t="13039" x="7467600" y="4984750"/>
          <p14:tracePt t="13057" x="7632700" y="4991100"/>
          <p14:tracePt t="13072" x="7696200" y="5003800"/>
          <p14:tracePt t="13089" x="7842250" y="5010150"/>
          <p14:tracePt t="13106" x="7950200" y="5029200"/>
          <p14:tracePt t="13122" x="7975600" y="5035550"/>
          <p14:tracePt t="13138" x="8020050" y="5048250"/>
          <p14:tracePt t="13155" x="8032750" y="5054600"/>
          <p14:tracePt t="13188" x="8032750" y="5067300"/>
          <p14:tracePt t="13205" x="8013700" y="5080000"/>
          <p14:tracePt t="13221" x="7994650" y="5099050"/>
          <p14:tracePt t="13238" x="7937500" y="5168900"/>
          <p14:tracePt t="13254" x="7880350" y="5232400"/>
          <p14:tracePt t="13271" x="7835900" y="5270500"/>
          <p14:tracePt t="13288" x="7759700" y="5314950"/>
          <p14:tracePt t="13304" x="7689850" y="5365750"/>
          <p14:tracePt t="13322" x="7639050" y="5397500"/>
          <p14:tracePt t="13338" x="7626350" y="5410200"/>
          <p14:tracePt t="13354" x="7588250" y="5454650"/>
          <p14:tracePt t="13371" x="7556500" y="5505450"/>
          <p14:tracePt t="13388" x="7556500" y="5518150"/>
          <p14:tracePt t="13404" x="7550150" y="5530850"/>
          <p14:tracePt t="13423" x="7562850" y="5543550"/>
          <p14:tracePt t="13438" x="7575550" y="5543550"/>
          <p14:tracePt t="13454" x="7594600" y="5543550"/>
          <p14:tracePt t="13471" x="7670800" y="5543550"/>
          <p14:tracePt t="13487" x="7835900" y="5543550"/>
          <p14:tracePt t="13505" x="8026400" y="5543550"/>
          <p14:tracePt t="13520" x="8096250" y="5543550"/>
          <p14:tracePt t="13537" x="8185150" y="5543550"/>
          <p14:tracePt t="13555" x="8235950" y="5537200"/>
          <p14:tracePt t="13571" x="8242300" y="5537200"/>
          <p14:tracePt t="13587" x="8242300" y="5530850"/>
          <p14:tracePt t="13604" x="8242300" y="5537200"/>
          <p14:tracePt t="19932" x="8191500" y="5607050"/>
          <p14:tracePt t="19948" x="8051800" y="5810250"/>
          <p14:tracePt t="19965" x="7912100" y="6007100"/>
          <p14:tracePt t="19982" x="7842250" y="6115050"/>
          <p14:tracePt t="20000" x="7626350" y="6388100"/>
          <p14:tracePt t="20015" x="7543800" y="6483350"/>
          <p14:tracePt t="20032" x="7486650" y="6553200"/>
          <p14:tracePt t="20048" x="7378700" y="6661150"/>
          <p14:tracePt t="20065" x="7251700" y="6737350"/>
          <p14:tracePt t="20081" x="7181850" y="6769100"/>
          <p14:tracePt t="20098" x="7080250" y="6832600"/>
          <p14:tracePt t="20114" x="7042150" y="6838950"/>
          <p14:tracePt t="20131" x="7023100" y="6838950"/>
          <p14:tracePt t="20147" x="7016750" y="6838950"/>
          <p14:tracePt t="20247" x="7023100" y="6838950"/>
          <p14:tracePt t="20280" x="7048500" y="6832600"/>
          <p14:tracePt t="20297" x="7061200" y="6832600"/>
          <p14:tracePt t="20315" x="7099300" y="6813550"/>
          <p14:tracePt t="20331" x="7118350" y="6800850"/>
          <p14:tracePt t="20347" x="7175500" y="6769100"/>
          <p14:tracePt t="20364" x="7251700" y="6731000"/>
          <p14:tracePt t="20380" x="7283450" y="6692900"/>
          <p14:tracePt t="20397" x="7366000" y="6623050"/>
          <p14:tracePt t="20414" x="7429500" y="6565900"/>
          <p14:tracePt t="20430" x="7486650" y="6546850"/>
          <p14:tracePt t="20448" x="7537450" y="6515100"/>
          <p14:tracePt t="20463" x="7569200" y="6496050"/>
          <p14:tracePt t="20480" x="7575550" y="6496050"/>
          <p14:tracePt t="20497" x="7581900" y="6483350"/>
          <p14:tracePt t="20597" x="7581900" y="6477000"/>
          <p14:tracePt t="20631" x="7556500" y="6470650"/>
          <p14:tracePt t="20646" x="7543800" y="6464300"/>
          <p14:tracePt t="20663" x="7531100" y="6457950"/>
          <p14:tracePt t="20679" x="7473950" y="6432550"/>
          <p14:tracePt t="20695" x="7454900" y="6426200"/>
          <p14:tracePt t="20712" x="7435850" y="6419850"/>
          <p14:tracePt t="20729" x="7410450" y="6413500"/>
          <p14:tracePt t="20745" x="7397750" y="6407150"/>
          <p14:tracePt t="20764" x="7397750" y="6400800"/>
          <p14:tracePt t="20813" x="7416800" y="6400800"/>
          <p14:tracePt t="20828" x="7429500" y="6400800"/>
          <p14:tracePt t="20831" x="7454900" y="6400800"/>
          <p14:tracePt t="20845" x="7493000" y="6400800"/>
          <p14:tracePt t="20862" x="7607300" y="6400800"/>
          <p14:tracePt t="20878" x="7670800" y="6400800"/>
          <p14:tracePt t="20895" x="7759700" y="6400800"/>
          <p14:tracePt t="20911" x="8007350" y="6400800"/>
          <p14:tracePt t="20928" x="8070850" y="6400800"/>
          <p14:tracePt t="20946" x="8140700" y="6407150"/>
          <p14:tracePt t="20961" x="8159750" y="6407150"/>
          <p14:tracePt t="20978" x="8185150" y="6407150"/>
          <p14:tracePt t="20995" x="8191500" y="6407150"/>
          <p14:tracePt t="21028" x="8172450" y="6413500"/>
          <p14:tracePt t="21045" x="8128000" y="6419850"/>
          <p14:tracePt t="21061" x="8077200" y="6432550"/>
          <p14:tracePt t="21078" x="7918450" y="6464300"/>
          <p14:tracePt t="21094" x="7740650" y="6483350"/>
          <p14:tracePt t="21111" x="7639050" y="6483350"/>
          <p14:tracePt t="21127" x="7467600" y="6502400"/>
          <p14:tracePt t="21144" x="7366000" y="6502400"/>
          <p14:tracePt t="21162" x="7315200" y="6502400"/>
          <p14:tracePt t="21177" x="7308850" y="6502400"/>
          <p14:tracePt t="21244" x="7315200" y="6502400"/>
          <p14:tracePt t="21261" x="7391400" y="6483350"/>
          <p14:tracePt t="21278" x="7442200" y="6477000"/>
          <p14:tracePt t="21294" x="7499350" y="6464300"/>
          <p14:tracePt t="21311" x="7651750" y="6438900"/>
          <p14:tracePt t="21327" x="7810500" y="6407150"/>
          <p14:tracePt t="21343" x="7905750" y="6400800"/>
          <p14:tracePt t="21360" x="7931150" y="6394450"/>
          <p14:tracePt t="21377" x="7975600" y="6381750"/>
          <p14:tracePt t="21394" x="7981950" y="6381750"/>
          <p14:tracePt t="21477" x="7956550" y="6381750"/>
          <p14:tracePt t="21493" x="7899400" y="6381750"/>
          <p14:tracePt t="21509" x="7861300" y="6381750"/>
          <p14:tracePt t="21527" x="7740650" y="6400800"/>
          <p14:tracePt t="21543" x="7594600" y="6407150"/>
          <p14:tracePt t="21559" x="7543800" y="6426200"/>
          <p14:tracePt t="21576" x="7448550" y="6432550"/>
          <p14:tracePt t="21593" x="7416800" y="6438900"/>
          <p14:tracePt t="21610" x="7404100" y="6445250"/>
          <p14:tracePt t="21677" x="7416800" y="6445250"/>
          <p14:tracePt t="21692" x="7429500" y="6445250"/>
          <p14:tracePt t="21709" x="7486650" y="6438900"/>
          <p14:tracePt t="21725" x="7581900" y="6432550"/>
          <p14:tracePt t="21742" x="7645400" y="6419850"/>
          <p14:tracePt t="21759" x="7766050" y="6400800"/>
          <p14:tracePt t="21775" x="7848600" y="6388100"/>
          <p14:tracePt t="21793" x="7886700" y="6375400"/>
          <p14:tracePt t="21808" x="7899400" y="6369050"/>
          <p14:tracePt t="21825" x="7912100" y="6369050"/>
          <p14:tracePt t="21926" x="7905750" y="6375400"/>
          <p14:tracePt t="21941" x="7899400" y="637540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Controlling Attribute Access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Instead of </a:t>
            </a:r>
            <a:r>
              <a:rPr lang="en-US" altLang="en-US" sz="3200" dirty="0">
                <a:solidFill>
                  <a:srgbClr val="FF0000"/>
                </a:solidFill>
              </a:rPr>
              <a:t>denying access</a:t>
            </a:r>
            <a:r>
              <a:rPr lang="en-US" altLang="en-US" sz="3200" dirty="0"/>
              <a:t> to an attribute, </a:t>
            </a:r>
            <a:r>
              <a:rPr lang="en-US" altLang="en-US" sz="3200" dirty="0" smtClean="0"/>
              <a:t>you can chose to </a:t>
            </a:r>
            <a:r>
              <a:rPr lang="en-US" altLang="en-US" sz="3200" dirty="0" smtClean="0">
                <a:solidFill>
                  <a:srgbClr val="00B0F0"/>
                </a:solidFill>
              </a:rPr>
              <a:t>limit </a:t>
            </a:r>
            <a:r>
              <a:rPr lang="en-US" altLang="en-US" sz="3200" dirty="0">
                <a:solidFill>
                  <a:srgbClr val="00B0F0"/>
                </a:solidFill>
              </a:rPr>
              <a:t>access</a:t>
            </a:r>
            <a:r>
              <a:rPr lang="en-US" altLang="en-US" sz="3200" dirty="0"/>
              <a:t> to </a:t>
            </a:r>
            <a:r>
              <a:rPr lang="en-US" altLang="en-US" sz="3200" dirty="0" smtClean="0"/>
              <a:t>it.</a:t>
            </a:r>
            <a:endParaRPr lang="en-US" altLang="en-US" sz="3200" dirty="0"/>
          </a:p>
          <a:p>
            <a:pPr lvl="1" eaLnBrk="1" hangingPunct="1"/>
            <a:r>
              <a:rPr lang="en-US" altLang="en-US" sz="3000" dirty="0" smtClean="0"/>
              <a:t>For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example,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you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might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allow</a:t>
            </a:r>
            <a:r>
              <a:rPr lang="en-US" altLang="en-US" sz="2800" dirty="0" smtClean="0"/>
              <a:t> </a:t>
            </a:r>
            <a:r>
              <a:rPr lang="en-US" altLang="en-US" sz="3000" dirty="0"/>
              <a:t>client</a:t>
            </a:r>
            <a:r>
              <a:rPr lang="en-US" altLang="en-US" sz="2800" dirty="0"/>
              <a:t> </a:t>
            </a:r>
            <a:r>
              <a:rPr lang="en-US" altLang="en-US" sz="3000" dirty="0"/>
              <a:t>code</a:t>
            </a:r>
            <a:r>
              <a:rPr lang="en-US" altLang="en-US" sz="2800" dirty="0"/>
              <a:t> </a:t>
            </a:r>
            <a:r>
              <a:rPr lang="en-US" altLang="en-US" sz="3000" dirty="0" smtClean="0"/>
              <a:t>to</a:t>
            </a:r>
            <a:r>
              <a:rPr lang="en-US" altLang="en-US" sz="2800" dirty="0" smtClean="0"/>
              <a:t> </a:t>
            </a:r>
            <a:r>
              <a:rPr lang="en-US" altLang="en-US" sz="3000" dirty="0" smtClean="0"/>
              <a:t>be able to </a:t>
            </a:r>
            <a:r>
              <a:rPr lang="en-US" altLang="en-US" sz="3000" dirty="0"/>
              <a:t>read, but not </a:t>
            </a:r>
            <a:r>
              <a:rPr lang="en-US" altLang="en-US" sz="3000" dirty="0" smtClean="0"/>
              <a:t>to change, an attribute.</a:t>
            </a:r>
            <a:endParaRPr lang="en-US" altLang="en-US" sz="3000" dirty="0"/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Python lets you define specific programmable rules for any attribute.</a:t>
            </a:r>
          </a:p>
          <a:p>
            <a:pPr lvl="1" eaLnBrk="1" hangingPunct="1"/>
            <a:r>
              <a:rPr lang="en-US" altLang="en-US" sz="3000" dirty="0" smtClean="0">
                <a:solidFill>
                  <a:schemeClr val="accent2"/>
                </a:solidFill>
              </a:rPr>
              <a:t>This is done by programming methods for:</a:t>
            </a:r>
          </a:p>
          <a:p>
            <a:pPr lvl="2" eaLnBrk="1" hangingPunct="1"/>
            <a:r>
              <a:rPr lang="en-US" altLang="en-US" sz="2800" dirty="0">
                <a:solidFill>
                  <a:schemeClr val="accent2"/>
                </a:solidFill>
              </a:rPr>
              <a:t>Getting 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Setting </a:t>
            </a:r>
            <a:r>
              <a:rPr lang="en-US" altLang="en-US" sz="2800" dirty="0">
                <a:solidFill>
                  <a:schemeClr val="accent2"/>
                </a:solidFill>
              </a:rPr>
              <a:t>an attribute’s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value </a:t>
            </a:r>
            <a:r>
              <a:rPr lang="en-US" altLang="en-US" sz="2800" dirty="0">
                <a:solidFill>
                  <a:schemeClr val="tx1"/>
                </a:solidFill>
              </a:rPr>
              <a:t>and/or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2"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Deleting an attribute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81000" y="990600"/>
            <a:ext cx="8686800" cy="21336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#10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0" name="Trapezoid 9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23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50"/>
    </mc:Choice>
    <mc:Fallback xmlns="">
      <p:transition spd="slow" advTm="8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886" x="7791450" y="6127750"/>
          <p14:tracePt t="2920" x="7473950" y="5937250"/>
          <p14:tracePt t="2953" x="6858000" y="5607050"/>
          <p14:tracePt t="2986" x="6203950" y="5334000"/>
          <p14:tracePt t="3019" x="5403850" y="5016500"/>
          <p14:tracePt t="3053" x="4349750" y="4559300"/>
          <p14:tracePt t="3086" x="3733800" y="4260850"/>
          <p14:tracePt t="3123" x="3124200" y="4019550"/>
          <p14:tracePt t="3154" x="2927350" y="3911600"/>
          <p14:tracePt t="3186" x="2603500" y="3803650"/>
          <p14:tracePt t="3222" x="2419350" y="3765550"/>
          <p14:tracePt t="3254" x="2311400" y="3733800"/>
          <p14:tracePt t="3271" x="2298700" y="3727450"/>
          <p14:tracePt t="3291" x="2254250" y="3727450"/>
          <p14:tracePt t="3320" x="2209800" y="3708400"/>
          <p14:tracePt t="3352" x="2165350" y="3708400"/>
          <p14:tracePt t="3384" x="2120900" y="3714750"/>
          <p14:tracePt t="3422" x="2082800" y="3727450"/>
          <p14:tracePt t="3454" x="2019300" y="3810000"/>
          <p14:tracePt t="3485" x="2006600" y="3867150"/>
          <p14:tracePt t="3521" x="2006600" y="4171950"/>
          <p14:tracePt t="3553" x="2082800" y="4368800"/>
          <p14:tracePt t="3586" x="2292350" y="4800600"/>
          <p14:tracePt t="3622" x="2501900" y="5041900"/>
          <p14:tracePt t="3653" x="2724150" y="5226050"/>
          <p14:tracePt t="3684" x="3117850" y="5283200"/>
          <p14:tracePt t="3721" x="3536950" y="5048250"/>
          <p14:tracePt t="3753" x="4279900" y="3994150"/>
          <p14:tracePt t="3784" x="4451350" y="3232150"/>
          <p14:tracePt t="3806" x="4527550" y="1892300"/>
          <p14:tracePt t="3839" x="4400550" y="895350"/>
          <p14:tracePt t="3868" x="4260850" y="520700"/>
          <p14:tracePt t="3916" x="4152900" y="323850"/>
          <p14:tracePt t="3938" x="4140200" y="323850"/>
          <p14:tracePt t="3968" x="4057650" y="336550"/>
          <p14:tracePt t="3990" x="3924300" y="387350"/>
          <p14:tracePt t="4022" x="3632200" y="520700"/>
          <p14:tracePt t="4055" x="3117850" y="990600"/>
          <p14:tracePt t="4084" x="2857500" y="1422400"/>
          <p14:tracePt t="4132" x="2787650" y="2051050"/>
          <p14:tracePt t="4154" x="2851150" y="2616200"/>
          <p14:tracePt t="4184" x="2927350" y="2914650"/>
          <p14:tracePt t="4232" x="3181350" y="3594100"/>
          <p14:tracePt t="4254" x="3289300" y="3759200"/>
          <p14:tracePt t="4287" x="3435350" y="3943350"/>
          <p14:tracePt t="4317" x="3505200" y="4038600"/>
          <p14:tracePt t="4348" x="3568700" y="4076700"/>
          <p14:tracePt t="4370" x="3600450" y="4019550"/>
          <p14:tracePt t="4780" x="3524250" y="4184650"/>
          <p14:tracePt t="4813" x="3422650" y="4387850"/>
          <p14:tracePt t="4846" x="3270250" y="4711700"/>
          <p14:tracePt t="4880" x="3181350" y="4870450"/>
          <p14:tracePt t="4913" x="3143250" y="4953000"/>
          <p14:tracePt t="4946" x="3124200" y="4972050"/>
          <p14:tracePt t="4979" x="3124200" y="4978400"/>
          <p14:tracePt t="5029" x="3117850" y="4978400"/>
          <p14:tracePt t="5062" x="3105150" y="4978400"/>
          <p14:tracePt t="5096" x="3079750" y="4965700"/>
          <p14:tracePt t="5129" x="2978150" y="4953000"/>
          <p14:tracePt t="5162" x="2819400" y="4927600"/>
          <p14:tracePt t="5195" x="2540000" y="4870450"/>
          <p14:tracePt t="5228" x="2406650" y="4851400"/>
          <p14:tracePt t="5262" x="2355850" y="4851400"/>
          <p14:tracePt t="5295" x="2343150" y="4851400"/>
          <p14:tracePt t="5328" x="2349500" y="4870450"/>
          <p14:tracePt t="5361" x="2387600" y="4927600"/>
          <p14:tracePt t="5395" x="2463800" y="5035550"/>
          <p14:tracePt t="5428" x="2527300" y="5207000"/>
          <p14:tracePt t="5461" x="2527300" y="5302250"/>
          <p14:tracePt t="5494" x="2463800" y="5410200"/>
          <p14:tracePt t="5528" x="2343150" y="5568950"/>
          <p14:tracePt t="5561" x="2260600" y="5740400"/>
          <p14:tracePt t="5594" x="2190750" y="5892800"/>
          <p14:tracePt t="5612" x="2190750" y="5911850"/>
          <p14:tracePt t="5645" x="2184400" y="5949950"/>
          <p14:tracePt t="5677" x="2184400" y="5969000"/>
          <p14:tracePt t="5710" x="2197100" y="6000750"/>
          <p14:tracePt t="5744" x="2209800" y="6013450"/>
          <p14:tracePt t="5777" x="2247900" y="6038850"/>
          <p14:tracePt t="5795" x="2254250" y="6045200"/>
          <p14:tracePt t="5827" x="2324100" y="6102350"/>
          <p14:tracePt t="5860" x="2387600" y="6146800"/>
          <p14:tracePt t="5893" x="2578100" y="6178550"/>
          <p14:tracePt t="5926" x="2717800" y="6178550"/>
          <p14:tracePt t="5960" x="2819400" y="6165850"/>
          <p14:tracePt t="5992" x="2870200" y="6134100"/>
          <p14:tracePt t="6011" x="2882900" y="6108700"/>
          <p14:tracePt t="6042" x="2895600" y="6038850"/>
          <p14:tracePt t="6076" x="2895600" y="5956300"/>
          <p14:tracePt t="6112" x="2774950" y="5765800"/>
          <p14:tracePt t="6126" x="2730500" y="5702300"/>
          <p14:tracePt t="6159" x="2540000" y="5505450"/>
          <p14:tracePt t="6192" x="2482850" y="5454650"/>
          <p14:tracePt t="6229" x="2476500" y="5448300"/>
          <p14:tracePt t="6275" x="2514600" y="5473700"/>
          <p14:tracePt t="6313" x="2749550" y="5568950"/>
          <p14:tracePt t="6343" x="3111500" y="5683250"/>
          <p14:tracePt t="6375" x="3448050" y="5746750"/>
          <p14:tracePt t="6411" x="3702050" y="5746750"/>
          <p14:tracePt t="6443" x="3816350" y="5715000"/>
          <p14:tracePt t="6474" x="3937000" y="5670550"/>
          <p14:tracePt t="6496" x="4032250" y="5638800"/>
          <p14:tracePt t="6526" x="4191000" y="5562600"/>
          <p14:tracePt t="6557" x="4375150" y="5505450"/>
          <p14:tracePt t="6591" x="4552950" y="5473700"/>
          <p14:tracePt t="6627" x="4629150" y="5473700"/>
          <p14:tracePt t="6647" x="4718050" y="5473700"/>
          <p14:tracePt t="6690" x="4876800" y="5480050"/>
          <p14:tracePt t="6713" x="4965700" y="5486400"/>
          <p14:tracePt t="6742" x="5143500" y="5518150"/>
          <p14:tracePt t="6773" x="5353050" y="5556250"/>
          <p14:tracePt t="6823" x="5683250" y="5613400"/>
          <p14:tracePt t="6860" x="5772150" y="5619750"/>
          <p14:tracePt t="6891" x="5803900" y="5638800"/>
          <p14:tracePt t="6939" x="5816600" y="5645150"/>
          <p14:tracePt t="7587" x="6146800" y="5715000"/>
          <p14:tracePt t="7620" x="6457950" y="5778500"/>
          <p14:tracePt t="7653" x="6724650" y="5784850"/>
          <p14:tracePt t="7672" x="6775450" y="5784850"/>
          <p14:tracePt t="7692" x="6826250" y="5784850"/>
          <p14:tracePt t="7722" x="6908800" y="5765800"/>
          <p14:tracePt t="7753" x="6921500" y="575945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Get Methods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90600"/>
            <a:ext cx="871728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 smtClean="0">
                <a:latin typeface="Lucida Console" panose="020B0609040504020204" pitchFamily="49" charset="0"/>
              </a:rPr>
              <a:t>crit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print (</a:t>
            </a: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4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 smtClean="0">
                <a:solidFill>
                  <a:schemeClr val="accent2"/>
                </a:solidFill>
              </a:rPr>
              <a:t>Programming a get method:</a:t>
            </a:r>
          </a:p>
          <a:p>
            <a:pPr lvl="1" indent="-396875" eaLnBrk="1" hangingPunct="1"/>
            <a:r>
              <a:rPr lang="en-US" altLang="en-US" sz="2600" dirty="0" smtClean="0"/>
              <a:t>This is a method to get </a:t>
            </a:r>
            <a:r>
              <a:rPr lang="en-US" altLang="en-US" sz="2600" dirty="0"/>
              <a:t>the value of </a:t>
            </a:r>
            <a:r>
              <a:rPr lang="en-US" altLang="en-US" sz="2600" dirty="0" smtClean="0"/>
              <a:t>a (typically private) attribute.</a:t>
            </a:r>
          </a:p>
          <a:p>
            <a:pPr lvl="1" indent="-396875" eaLnBrk="1" hangingPunct="1"/>
            <a:r>
              <a:rPr lang="en-US" altLang="en-US" sz="2600" dirty="0"/>
              <a:t>B</a:t>
            </a:r>
            <a:r>
              <a:rPr lang="en-US" altLang="en-US" sz="2600" dirty="0" smtClean="0"/>
              <a:t>y </a:t>
            </a:r>
            <a:r>
              <a:rPr lang="en-US" altLang="en-US" sz="2600" dirty="0"/>
              <a:t>convention, name starts with </a:t>
            </a:r>
            <a:r>
              <a:rPr lang="ja-JP" altLang="en-US" sz="2600" dirty="0"/>
              <a:t>“</a:t>
            </a:r>
            <a:r>
              <a:rPr lang="en-US" altLang="ja-JP" sz="2600" dirty="0">
                <a:solidFill>
                  <a:srgbClr val="00B0F0"/>
                </a:solidFill>
              </a:rPr>
              <a:t>get</a:t>
            </a:r>
            <a:r>
              <a:rPr lang="ja-JP" altLang="en-US" sz="2600" dirty="0" smtClean="0"/>
              <a:t>”</a:t>
            </a:r>
            <a:endParaRPr lang="en-US" altLang="ja-JP" sz="2600" dirty="0"/>
          </a:p>
          <a:p>
            <a:pPr lvl="1" indent="-396875" eaLnBrk="1" hangingPunct="1">
              <a:buClr>
                <a:schemeClr val="tx1"/>
              </a:buClr>
            </a:pPr>
            <a:r>
              <a:rPr lang="en-US" altLang="en-US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dirty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r>
              <a:rPr lang="en-US" altLang="en-US" sz="2600" dirty="0"/>
              <a:t> provides indirect access to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600" dirty="0"/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#11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62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78"/>
    </mc:Choice>
    <mc:Fallback xmlns="">
      <p:transition spd="slow" advTm="20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479" x="6559550" y="5480050"/>
          <p14:tracePt t="1515" x="6019800" y="5105400"/>
          <p14:tracePt t="1547" x="5607050" y="4819650"/>
          <p14:tracePt t="1582" x="5099050" y="4508500"/>
          <p14:tracePt t="1613" x="4552950" y="4216400"/>
          <p14:tracePt t="1645" x="4324350" y="4095750"/>
          <p14:tracePt t="1667" x="4121150" y="3968750"/>
          <p14:tracePt t="1700" x="3657600" y="3702050"/>
          <p14:tracePt t="1730" x="3378200" y="3505200"/>
          <p14:tracePt t="1777" x="2876550" y="3175000"/>
          <p14:tracePt t="1800" x="2711450" y="3041650"/>
          <p14:tracePt t="1829" x="2495550" y="2825750"/>
          <p14:tracePt t="1861" x="2311400" y="2679700"/>
          <p14:tracePt t="1883" x="2254250" y="2609850"/>
          <p14:tracePt t="1916" x="2216150" y="2565400"/>
          <p14:tracePt t="1945" x="2216150" y="2552700"/>
          <p14:tracePt t="1993" x="2216150" y="2533650"/>
          <p14:tracePt t="2015" x="2216150" y="2514600"/>
          <p14:tracePt t="2045" x="2216150" y="2501900"/>
          <p14:tracePt t="2077" x="2216150" y="2463800"/>
          <p14:tracePt t="2126" x="2209800" y="2406650"/>
          <p14:tracePt t="2176" x="2184400" y="2317750"/>
          <p14:tracePt t="2196" x="2171700" y="2279650"/>
          <p14:tracePt t="2231" x="2152650" y="2247900"/>
          <p14:tracePt t="2261" x="2139950" y="2228850"/>
          <p14:tracePt t="2293" x="2133600" y="2216150"/>
          <p14:tracePt t="2326" x="2127250" y="2209800"/>
          <p14:tracePt t="2348" x="2120900" y="2209800"/>
          <p14:tracePt t="2392" x="2114550" y="2197100"/>
          <p14:tracePt t="2426" x="2101850" y="2190750"/>
          <p14:tracePt t="2444" x="2095500" y="2184400"/>
          <p14:tracePt t="2475" x="2089150" y="2165350"/>
          <p14:tracePt t="2508" x="2089150" y="2159000"/>
          <p14:tracePt t="2541" x="2082800" y="2146300"/>
          <p14:tracePt t="2575" x="2076450" y="2146300"/>
          <p14:tracePt t="2608" x="2063750" y="2146300"/>
          <p14:tracePt t="2658" x="2057400" y="2159000"/>
          <p14:tracePt t="2692" x="2057400" y="2165350"/>
          <p14:tracePt t="2724" x="2057400" y="2171700"/>
          <p14:tracePt t="2757" x="2057400" y="2178050"/>
          <p14:tracePt t="2807" x="2038350" y="2190750"/>
          <p14:tracePt t="2841" x="1987550" y="2209800"/>
          <p14:tracePt t="2873" x="1873250" y="2241550"/>
          <p14:tracePt t="2907" x="1733550" y="2279650"/>
          <p14:tracePt t="2940" x="1638300" y="2298700"/>
          <p14:tracePt t="2974" x="1606550" y="2305050"/>
          <p14:tracePt t="3007" x="1606550" y="2317750"/>
          <p14:tracePt t="3040" x="1612900" y="2324100"/>
          <p14:tracePt t="3073" x="1631950" y="2324100"/>
          <p14:tracePt t="3106" x="1663700" y="2330450"/>
          <p14:tracePt t="3139" x="1695450" y="2336800"/>
          <p14:tracePt t="3173" x="1784350" y="2343150"/>
          <p14:tracePt t="3206" x="1905000" y="2362200"/>
          <p14:tracePt t="3241" x="2038350" y="2387600"/>
          <p14:tracePt t="3272" x="2095500" y="2400300"/>
          <p14:tracePt t="3306" x="2108200" y="2400300"/>
          <p14:tracePt t="3405" x="2095500" y="2400300"/>
          <p14:tracePt t="3438" x="2082800" y="2400300"/>
          <p14:tracePt t="3472" x="2076450" y="2400300"/>
          <p14:tracePt t="3505" x="2070100" y="2400300"/>
          <p14:tracePt t="3539" x="2051050" y="2406650"/>
          <p14:tracePt t="3575" x="2000250" y="2432050"/>
          <p14:tracePt t="3606" x="1949450" y="2457450"/>
          <p14:tracePt t="3638" x="1885950" y="2476500"/>
          <p14:tracePt t="3674" x="1841500" y="2489200"/>
          <p14:tracePt t="3706" x="1828800" y="2489200"/>
          <p14:tracePt t="3738" x="1822450" y="2489200"/>
          <p14:tracePt t="3804" x="1822450" y="2482850"/>
          <p14:tracePt t="3853" x="1822450" y="2470150"/>
          <p14:tracePt t="3891" x="1822450" y="2457450"/>
          <p14:tracePt t="3922" x="1822450" y="2438400"/>
          <p14:tracePt t="3957" x="1816100" y="2413000"/>
          <p14:tracePt t="3988" x="1816100" y="2374900"/>
          <p14:tracePt t="4020" x="1803400" y="2324100"/>
          <p14:tracePt t="4053" x="1803400" y="2305050"/>
          <p14:tracePt t="4153" x="1809750" y="2292350"/>
          <p14:tracePt t="4189" x="1809750" y="2286000"/>
          <p14:tracePt t="4209" x="1816100" y="2273300"/>
          <p14:tracePt t="4269" x="1822450" y="2273300"/>
          <p14:tracePt t="4291" x="1828800" y="2273300"/>
          <p14:tracePt t="4321" x="1835150" y="2292350"/>
          <p14:tracePt t="4385" x="1841500" y="2298700"/>
          <p14:tracePt t="4422" x="1854200" y="2305050"/>
          <p14:tracePt t="4457" x="1860550" y="2311400"/>
          <p14:tracePt t="4490" x="1873250" y="2311400"/>
          <p14:tracePt t="4539" x="1873250" y="2317750"/>
          <p14:tracePt t="4573" x="1885950" y="2317750"/>
          <p14:tracePt t="4606" x="1885950" y="2324100"/>
          <p14:tracePt t="4636" x="1898650" y="2324100"/>
          <p14:tracePt t="4701" x="1911350" y="2336800"/>
          <p14:tracePt t="4738" x="1917700" y="2336800"/>
          <p14:tracePt t="4769" x="1930400" y="2343150"/>
          <p14:tracePt t="4821" x="1936750" y="2343150"/>
          <p14:tracePt t="4852" x="1943100" y="2343150"/>
          <p14:tracePt t="4900" x="1949450" y="2343150"/>
          <p14:tracePt t="4922" x="1955800" y="2343150"/>
          <p14:tracePt t="4955" x="1974850" y="2343150"/>
          <p14:tracePt t="5000" x="1987550" y="2343150"/>
          <p14:tracePt t="5050" x="2006600" y="2343150"/>
          <p14:tracePt t="5099" x="2057400" y="2362200"/>
          <p14:tracePt t="5121" x="2108200" y="2374900"/>
          <p14:tracePt t="5154" x="2178050" y="2393950"/>
          <p14:tracePt t="5184" x="2222500" y="2393950"/>
          <p14:tracePt t="5215" x="2254250" y="2393950"/>
          <p14:tracePt t="5238" x="2266950" y="2387600"/>
          <p14:tracePt t="5282" x="2273300" y="2387600"/>
          <p14:tracePt t="5382" x="2260600" y="2387600"/>
          <p14:tracePt t="5448" x="2247900" y="2387600"/>
          <p14:tracePt t="6129" x="2235200" y="2387600"/>
          <p14:tracePt t="6179" x="2216150" y="2387600"/>
          <p14:tracePt t="6212" x="2184400" y="2381250"/>
          <p14:tracePt t="6246" x="2171700" y="2374900"/>
          <p14:tracePt t="6280" x="2152650" y="2362200"/>
          <p14:tracePt t="6329" x="2133600" y="2355850"/>
          <p14:tracePt t="6362" x="2120900" y="2355850"/>
          <p14:tracePt t="6395" x="2101850" y="2349500"/>
          <p14:tracePt t="6428" x="2095500" y="2349500"/>
          <p14:tracePt t="6461" x="2076450" y="2343150"/>
          <p14:tracePt t="6495" x="2063750" y="2343150"/>
          <p14:tracePt t="6528" x="2057400" y="2343150"/>
          <p14:tracePt t="6561" x="2044700" y="2336800"/>
          <p14:tracePt t="6644" x="2032000" y="2336800"/>
          <p14:tracePt t="6677" x="2025650" y="2349500"/>
          <p14:tracePt t="6711" x="2019300" y="2349500"/>
          <p14:tracePt t="7010" x="2019300" y="2355850"/>
          <p14:tracePt t="7059" x="2019300" y="2362200"/>
          <p14:tracePt t="7109" x="2025650" y="2368550"/>
          <p14:tracePt t="7192" x="2032000" y="2381250"/>
          <p14:tracePt t="7242" x="2038350" y="2381250"/>
          <p14:tracePt t="7262" x="2038350" y="2387600"/>
          <p14:tracePt t="7325" x="2044700" y="2387600"/>
          <p14:tracePt t="7408" x="2051050" y="2387600"/>
          <p14:tracePt t="7508" x="2051050" y="2374900"/>
          <p14:tracePt t="7558" x="2038350" y="2362200"/>
          <p14:tracePt t="7594" x="2032000" y="2355850"/>
          <p14:tracePt t="7626" x="2019300" y="2349500"/>
          <p14:tracePt t="7657" x="2000250" y="2343150"/>
          <p14:tracePt t="7694" x="1962150" y="2324100"/>
          <p14:tracePt t="7725" x="1905000" y="2292350"/>
          <p14:tracePt t="7757" x="1847850" y="2273300"/>
          <p14:tracePt t="7780" x="1822450" y="2254250"/>
          <p14:tracePt t="7809" x="1797050" y="2247900"/>
          <p14:tracePt t="7840" x="1771650" y="2241550"/>
          <p14:tracePt t="7862" x="1752600" y="2241550"/>
          <p14:tracePt t="7895" x="1714500" y="2241550"/>
          <p14:tracePt t="7925" x="1701800" y="2241550"/>
          <p14:tracePt t="7956" x="1663700" y="2241550"/>
          <p14:tracePt t="8006" x="1638300" y="2241550"/>
          <p14:tracePt t="8105" x="1631950" y="2247900"/>
          <p14:tracePt t="8142" x="1631950" y="2260600"/>
          <p14:tracePt t="8174" x="1644650" y="2266950"/>
          <p14:tracePt t="8222" x="1657350" y="2273300"/>
          <p14:tracePt t="8259" x="1689100" y="2279650"/>
          <p14:tracePt t="8291" x="1727200" y="2279650"/>
          <p14:tracePt t="8327" x="1784350" y="2266950"/>
          <p14:tracePt t="8357" x="1816100" y="2260600"/>
          <p14:tracePt t="8388" x="1828800" y="2254250"/>
          <p14:tracePt t="8410" x="1835150" y="2247900"/>
          <p14:tracePt t="8488" x="1841500" y="2241550"/>
          <p14:tracePt t="8521" x="1835150" y="2228850"/>
          <p14:tracePt t="8544" x="1822450" y="2222500"/>
          <p14:tracePt t="8604" x="1809750" y="2216150"/>
          <p14:tracePt t="8637" x="1797050" y="2209800"/>
          <p14:tracePt t="8659" x="1790700" y="2203450"/>
          <p14:tracePt t="8704" x="1778000" y="2203450"/>
          <p14:tracePt t="8728" x="1758950" y="2197100"/>
          <p14:tracePt t="8759" x="1752600" y="2197100"/>
          <p14:tracePt t="8803" x="1727200" y="2197100"/>
          <p14:tracePt t="8836" x="1714500" y="2197100"/>
          <p14:tracePt t="8858" x="1714500" y="2203450"/>
          <p14:tracePt t="8888" x="1701800" y="2209800"/>
          <p14:tracePt t="8919" x="1689100" y="2216150"/>
          <p14:tracePt t="8953" x="1676400" y="2222500"/>
          <p14:tracePt t="8986" x="1670050" y="2228850"/>
          <p14:tracePt t="9036" x="1670050" y="2241550"/>
          <p14:tracePt t="9086" x="1670050" y="2254250"/>
          <p14:tracePt t="9152" x="1695450" y="2254250"/>
          <p14:tracePt t="9185" x="1733550" y="2266950"/>
          <p14:tracePt t="9219" x="1803400" y="2273300"/>
          <p14:tracePt t="9252" x="1860550" y="2273300"/>
          <p14:tracePt t="9285" x="1885950" y="2273300"/>
          <p14:tracePt t="9318" x="1898650" y="2273300"/>
          <p14:tracePt t="9418" x="1892300" y="2273300"/>
          <p14:tracePt t="9440" x="1873250" y="2273300"/>
          <p14:tracePt t="9473" x="1847850" y="2273300"/>
          <p14:tracePt t="9503" x="1797050" y="2273300"/>
          <p14:tracePt t="9534" x="1727200" y="2273300"/>
          <p14:tracePt t="9568" x="1638300" y="2273300"/>
          <p14:tracePt t="9586" x="1612900" y="2273300"/>
          <p14:tracePt t="9617" x="1536700" y="2273300"/>
          <p14:tracePt t="9650" x="1498600" y="2273300"/>
          <p14:tracePt t="9683" x="1485900" y="2273300"/>
          <p14:tracePt t="9755" x="1479550" y="2273300"/>
          <p14:tracePt t="9886" x="1492250" y="2273300"/>
          <p14:tracePt t="9919" x="1524000" y="2279650"/>
          <p14:tracePt t="9949" x="1581150" y="2279650"/>
          <p14:tracePt t="9986" x="1663700" y="2279650"/>
          <p14:tracePt t="10018" x="1765300" y="2292350"/>
          <p14:tracePt t="10049" x="1809750" y="2292350"/>
          <p14:tracePt t="10071" x="1860550" y="2292350"/>
          <p14:tracePt t="10101" x="1892300" y="2292350"/>
          <p14:tracePt t="10132" x="1911350" y="2292350"/>
          <p14:tracePt t="10166" x="1924050" y="2292350"/>
          <p14:tracePt t="10202" x="1930400" y="2292350"/>
          <p14:tracePt t="10233" x="1936750" y="2292350"/>
          <p14:tracePt t="10564" x="1924050" y="2292350"/>
          <p14:tracePt t="10664" x="1917700" y="2292350"/>
          <p14:tracePt t="10700" x="1911350" y="2292350"/>
          <p14:tracePt t="10732" x="1911350" y="2298700"/>
          <p14:tracePt t="10779" x="1911350" y="2305050"/>
          <p14:tracePt t="10817" x="1905000" y="2311400"/>
          <p14:tracePt t="10896" x="1892300" y="2324100"/>
          <p14:tracePt t="10918" x="1892300" y="2330450"/>
          <p14:tracePt t="10966" x="1885950" y="2330450"/>
          <p14:tracePt t="11001" x="1885950" y="2355850"/>
          <p14:tracePt t="11049" x="1885950" y="2368550"/>
          <p14:tracePt t="11080" x="1885950" y="2381250"/>
          <p14:tracePt t="11112" x="1911350" y="2419350"/>
          <p14:tracePt t="11134" x="1949450" y="2451100"/>
          <p14:tracePt t="11168" x="2032000" y="2514600"/>
          <p14:tracePt t="11212" x="2209800" y="2597150"/>
          <p14:tracePt t="11234" x="2273300" y="2609850"/>
          <p14:tracePt t="11267" x="2343150" y="2609850"/>
          <p14:tracePt t="11296" x="2374900" y="2590800"/>
          <p14:tracePt t="11328" x="2381250" y="2552700"/>
          <p14:tracePt t="11347" x="2381250" y="2546350"/>
          <p14:tracePt t="11366" x="2381250" y="2527300"/>
          <p14:tracePt t="11411" x="2362200" y="2489200"/>
          <p14:tracePt t="11444" x="2336800" y="2451100"/>
          <p14:tracePt t="11466" x="2317750" y="2438400"/>
          <p14:tracePt t="11496" x="2305050" y="2419350"/>
          <p14:tracePt t="11527" x="2292350" y="2387600"/>
          <p14:tracePt t="11560" x="2292350" y="2368550"/>
          <p14:tracePt t="11627" x="2292350" y="2362200"/>
          <p14:tracePt t="11942" x="2311400" y="2362200"/>
          <p14:tracePt t="11976" x="2362200" y="2368550"/>
          <p14:tracePt t="12009" x="2425700" y="2374900"/>
          <p14:tracePt t="12042" x="2489200" y="2374900"/>
          <p14:tracePt t="12075" x="2552700" y="2381250"/>
          <p14:tracePt t="12108" x="2565400" y="2381250"/>
          <p14:tracePt t="12142" x="2584450" y="2381250"/>
          <p14:tracePt t="12192" x="2590800" y="2374900"/>
          <p14:tracePt t="12258" x="2597150" y="2368550"/>
          <p14:tracePt t="12291" x="2603500" y="2368550"/>
          <p14:tracePt t="12341" x="2609850" y="2368550"/>
          <p14:tracePt t="12557" x="2622550" y="2368550"/>
          <p14:tracePt t="12607" x="2628900" y="2362200"/>
          <p14:tracePt t="12657" x="2641600" y="2355850"/>
          <p14:tracePt t="12706" x="2654300" y="2355850"/>
          <p14:tracePt t="12740" x="2660650" y="2349500"/>
          <p14:tracePt t="12773" x="2673350" y="2336800"/>
          <p14:tracePt t="12823" x="2686050" y="2324100"/>
          <p14:tracePt t="12856" x="2698750" y="2317750"/>
          <p14:tracePt t="12875" x="2705100" y="2317750"/>
          <p14:tracePt t="12906" x="2724150" y="2317750"/>
          <p14:tracePt t="12939" x="2768600" y="2330450"/>
          <p14:tracePt t="12972" x="2889250" y="2413000"/>
          <p14:tracePt t="13005" x="3206750" y="2603500"/>
          <p14:tracePt t="13038" x="3473450" y="2749550"/>
          <p14:tracePt t="13071" x="3663950" y="2844800"/>
          <p14:tracePt t="13108" x="3797300" y="2876550"/>
          <p14:tracePt t="13140" x="3835400" y="2876550"/>
          <p14:tracePt t="13172" x="3867150" y="2863850"/>
          <p14:tracePt t="13208" x="3886200" y="2832100"/>
          <p14:tracePt t="13240" x="3905250" y="2800350"/>
          <p14:tracePt t="13272" x="3930650" y="2762250"/>
          <p14:tracePt t="13308" x="3968750" y="2692400"/>
          <p14:tracePt t="13339" x="3987800" y="2660650"/>
          <p14:tracePt t="13371" x="4000500" y="2641600"/>
          <p14:tracePt t="13406" x="4013200" y="2628900"/>
          <p14:tracePt t="13454" x="4019550" y="2622550"/>
          <p14:tracePt t="13541" x="4013200" y="2622550"/>
          <p14:tracePt t="13572" x="3994150" y="2622550"/>
          <p14:tracePt t="13607" x="3968750" y="2622550"/>
          <p14:tracePt t="13625" x="3905250" y="2622550"/>
          <p14:tracePt t="13655" x="3784600" y="2628900"/>
          <p14:tracePt t="13675" x="3695700" y="2641600"/>
          <p14:tracePt t="13708" x="3562350" y="2654300"/>
          <p14:tracePt t="13738" x="3530600" y="2660650"/>
          <p14:tracePt t="13769" x="3524250" y="2667000"/>
          <p14:tracePt t="13819" x="3549650" y="2673350"/>
          <p14:tracePt t="13856" x="3581400" y="2673350"/>
          <p14:tracePt t="13902" x="3600450" y="2673350"/>
          <p14:tracePt t="13924" x="3606800" y="2673350"/>
          <p14:tracePt t="13973" x="3613150" y="2667000"/>
          <p14:tracePt t="14004" x="3613150" y="2660650"/>
          <p14:tracePt t="14024" x="3606800" y="2654300"/>
          <p14:tracePt t="14057" x="3594100" y="2647950"/>
          <p14:tracePt t="14101" x="3581400" y="2635250"/>
          <p14:tracePt t="14155" x="3562350" y="2622550"/>
          <p14:tracePt t="14201" x="3562350" y="2616200"/>
          <p14:tracePt t="14234" x="3568700" y="2609850"/>
          <p14:tracePt t="14256" x="3575050" y="2609850"/>
          <p14:tracePt t="14301" x="3613150" y="2609850"/>
          <p14:tracePt t="14334" x="3676650" y="2609850"/>
          <p14:tracePt t="14356" x="3733800" y="2609850"/>
          <p14:tracePt t="14386" x="3860800" y="2603500"/>
          <p14:tracePt t="14404" x="3886200" y="2597150"/>
          <p14:tracePt t="14435" x="3962400" y="2590800"/>
          <p14:tracePt t="14456" x="3975100" y="2584450"/>
          <p14:tracePt t="14517" x="3981450" y="2565400"/>
          <p14:tracePt t="14567" x="3975100" y="2565400"/>
          <p14:tracePt t="14600" x="3962400" y="2552700"/>
          <p14:tracePt t="14666" x="3956050" y="2540000"/>
          <p14:tracePt t="14716" x="3943350" y="2527300"/>
          <p14:tracePt t="14766" x="3930650" y="2527300"/>
          <p14:tracePt t="14816" x="3924300" y="2514600"/>
          <p14:tracePt t="14849" x="3917950" y="2508250"/>
          <p14:tracePt t="14882" x="3905250" y="2508250"/>
          <p14:tracePt t="14915" x="3892550" y="2508250"/>
          <p14:tracePt t="14949" x="3873500" y="2508250"/>
          <p14:tracePt t="14982" x="3822700" y="2508250"/>
          <p14:tracePt t="15015" x="3752850" y="2501900"/>
          <p14:tracePt t="15048" x="3670300" y="2501900"/>
          <p14:tracePt t="15081" x="3638550" y="2508250"/>
          <p14:tracePt t="15115" x="3625850" y="2520950"/>
          <p14:tracePt t="15148" x="3619500" y="2533650"/>
          <p14:tracePt t="15181" x="3619500" y="2546350"/>
          <p14:tracePt t="15231" x="3619500" y="2552700"/>
          <p14:tracePt t="15264" x="3619500" y="2559050"/>
          <p14:tracePt t="15298" x="3606800" y="2578100"/>
          <p14:tracePt t="16213" x="3460750" y="2578100"/>
          <p14:tracePt t="16244" x="3289300" y="2578100"/>
          <p14:tracePt t="16278" x="3060700" y="2552700"/>
          <p14:tracePt t="16314" x="2698750" y="2533650"/>
          <p14:tracePt t="16346" x="2470150" y="2508250"/>
          <p14:tracePt t="16377" x="2235200" y="2476500"/>
          <p14:tracePt t="16399" x="2101850" y="2438400"/>
          <p14:tracePt t="16429" x="1898650" y="2393950"/>
          <p14:tracePt t="16460" x="1822450" y="2362200"/>
          <p14:tracePt t="16497" x="1733550" y="2336800"/>
          <p14:tracePt t="16529" x="1676400" y="2336800"/>
          <p14:tracePt t="16560" x="1644650" y="2324100"/>
          <p14:tracePt t="16582" x="1638300" y="2324100"/>
          <p14:tracePt t="16615" x="1631950" y="2317750"/>
          <p14:tracePt t="16659" x="1631950" y="2305050"/>
          <p14:tracePt t="16713" x="1644650" y="2298700"/>
          <p14:tracePt t="16745" x="1663700" y="2292350"/>
          <p14:tracePt t="16761" x="1676400" y="2286000"/>
          <p14:tracePt t="16809" x="1708150" y="2279650"/>
          <p14:tracePt t="16846" x="1758950" y="2241550"/>
          <p14:tracePt t="16877" x="1803400" y="2209800"/>
          <p14:tracePt t="16925" x="1828800" y="2184400"/>
          <p14:tracePt t="16962" x="1847850" y="2178050"/>
          <p14:tracePt t="17041" x="1860550" y="2171700"/>
          <p14:tracePt t="17079" x="1873250" y="2171700"/>
          <p14:tracePt t="17098" x="1885950" y="2171700"/>
          <p14:tracePt t="17130" x="1905000" y="2171700"/>
          <p14:tracePt t="17146" x="1917700" y="2165350"/>
          <p14:tracePt t="17176" x="1955800" y="2165350"/>
          <p14:tracePt t="17224" x="1987550" y="2165350"/>
          <p14:tracePt t="17324" x="1987550" y="2171700"/>
          <p14:tracePt t="17789" x="1987550" y="2311400"/>
          <p14:tracePt t="17822" x="2006600" y="2425700"/>
          <p14:tracePt t="17855" x="2063750" y="2571750"/>
          <p14:tracePt t="17888" x="2108200" y="2654300"/>
          <p14:tracePt t="17922" x="2171700" y="2698750"/>
          <p14:tracePt t="17955" x="2311400" y="2711450"/>
          <p14:tracePt t="17988" x="2514600" y="2698750"/>
          <p14:tracePt t="18008" x="2686050" y="2647950"/>
          <p14:tracePt t="18040" x="2914650" y="2571750"/>
          <p14:tracePt t="18071" x="3073400" y="2470150"/>
          <p14:tracePt t="18105" x="3130550" y="2374900"/>
          <p14:tracePt t="18138" x="3098800" y="2260600"/>
          <p14:tracePt t="18171" x="3009900" y="2171700"/>
          <p14:tracePt t="18204" x="2857500" y="2032000"/>
          <p14:tracePt t="18237" x="2463800" y="1746250"/>
          <p14:tracePt t="18271" x="2159000" y="1574800"/>
          <p14:tracePt t="18304" x="1841500" y="1441450"/>
          <p14:tracePt t="18337" x="1727200" y="1435100"/>
          <p14:tracePt t="18370" x="1682750" y="1447800"/>
          <p14:tracePt t="18403" x="1651000" y="1485900"/>
          <p14:tracePt t="18437" x="1638300" y="1543050"/>
          <p14:tracePt t="18455" x="1631950" y="1574800"/>
          <p14:tracePt t="18486" x="1625600" y="1784350"/>
          <p14:tracePt t="18506" x="1625600" y="1835150"/>
          <p14:tracePt t="18537" x="1758950" y="2178050"/>
          <p14:tracePt t="18569" x="1955800" y="2463800"/>
          <p14:tracePt t="18603" x="2203450" y="2660650"/>
          <p14:tracePt t="18636" x="2546350" y="2730500"/>
          <p14:tracePt t="18669" x="2863850" y="2698750"/>
          <p14:tracePt t="18702" x="3111500" y="2647950"/>
          <p14:tracePt t="18736" x="3295650" y="2559050"/>
          <p14:tracePt t="18769" x="3390900" y="2457450"/>
          <p14:tracePt t="18806" x="3390900" y="2368550"/>
          <p14:tracePt t="18837" x="3302000" y="2260600"/>
          <p14:tracePt t="18868" x="3225800" y="2209800"/>
          <p14:tracePt t="18905" x="3162300" y="2178050"/>
          <p14:tracePt t="18937" x="3092450" y="2165350"/>
          <p14:tracePt t="18968" x="3028950" y="2165350"/>
          <p14:tracePt t="19005" x="2838450" y="2222500"/>
          <p14:tracePt t="19052" x="2559050" y="2400300"/>
          <p14:tracePt t="19084" x="2432050" y="2565400"/>
          <p14:tracePt t="19118" x="2400300" y="2800350"/>
          <p14:tracePt t="19151" x="2457450" y="3003550"/>
          <p14:tracePt t="19184" x="2597150" y="3200400"/>
          <p14:tracePt t="19221" x="2908300" y="3340100"/>
          <p14:tracePt t="19252" x="3079750" y="3384550"/>
          <p14:tracePt t="19284" x="3136900" y="3384550"/>
          <p14:tracePt t="19302" x="3149600" y="3384550"/>
          <p14:tracePt t="19334" x="3162300" y="3384550"/>
          <p14:tracePt t="19367" x="3232150" y="3359150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Set Methods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987552"/>
            <a:ext cx="8717280" cy="58704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(self,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if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r>
              <a:rPr lang="en-US" altLang="en-US" sz="2400" dirty="0">
                <a:latin typeface="Lucida Console" panose="020B0609040504020204" pitchFamily="49" charset="0"/>
              </a:rPr>
              <a:t> == "":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</a:rPr>
              <a:t>Critter's name can't be empty.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else: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400" dirty="0">
                <a:latin typeface="Lucida Console" panose="020B0609040504020204" pitchFamily="49" charset="0"/>
              </a:rPr>
              <a:t> 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new_name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</a:t>
            </a:r>
            <a:r>
              <a:rPr lang="en-US" altLang="en-US" sz="2400" dirty="0">
                <a:latin typeface="Lucida Console" panose="020B0609040504020204" pitchFamily="49" charset="0"/>
              </a:rPr>
              <a:t> = Critter("</a:t>
            </a:r>
            <a:r>
              <a:rPr lang="en-US" altLang="en-US" sz="2400" dirty="0" err="1">
                <a:latin typeface="Lucida Console" panose="020B0609040504020204" pitchFamily="49" charset="0"/>
              </a:rPr>
              <a:t>Poochie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err="1">
                <a:latin typeface="Lucida Console" panose="020B0609040504020204" pitchFamily="49" charset="0"/>
              </a:rPr>
              <a:t>crit.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"Randolph"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>
                <a:solidFill>
                  <a:schemeClr val="accent2"/>
                </a:solidFill>
              </a:rPr>
              <a:t>Programming a </a:t>
            </a:r>
            <a:r>
              <a:rPr lang="en-US" altLang="en-US" sz="2800" dirty="0" smtClean="0">
                <a:solidFill>
                  <a:schemeClr val="accent2"/>
                </a:solidFill>
              </a:rPr>
              <a:t>set </a:t>
            </a:r>
            <a:r>
              <a:rPr lang="en-US" altLang="en-US" sz="2800" dirty="0">
                <a:solidFill>
                  <a:schemeClr val="accent2"/>
                </a:solidFill>
              </a:rPr>
              <a:t>method:</a:t>
            </a:r>
          </a:p>
          <a:p>
            <a:pPr lvl="1" indent="-396875" eaLnBrk="1" hangingPunct="1"/>
            <a:r>
              <a:rPr lang="en-US" altLang="en-US" sz="2600" dirty="0" smtClean="0"/>
              <a:t>Its analogous to programming a get method.</a:t>
            </a:r>
            <a:endParaRPr lang="en-US" altLang="ja-JP" sz="2000" dirty="0"/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-621908" y="168133"/>
            <a:ext cx="2367952" cy="783857"/>
            <a:chOff x="-621908" y="168133"/>
            <a:chExt cx="2367952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21908" y="168133"/>
              <a:ext cx="2367952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endParaRPr kumimoji="1" lang="en-US" sz="2800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405685" y="185345"/>
              <a:ext cx="1944820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#12</a:t>
              </a:r>
              <a:endParaRPr kumimoji="1" lang="en-US" altLang="zh-TW" sz="2400" dirty="0">
                <a:solidFill>
                  <a:srgbClr val="00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12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49"/>
    </mc:Choice>
    <mc:Fallback xmlns="">
      <p:transition spd="slow" advTm="15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117" x="3244850" y="3346450"/>
          <p14:tracePt t="1148" x="3257550" y="3314700"/>
          <p14:tracePt t="1180" x="3257550" y="3251200"/>
          <p14:tracePt t="1213" x="3219450" y="3035300"/>
          <p14:tracePt t="1246" x="3111500" y="2794000"/>
          <p14:tracePt t="1279" x="2933700" y="2527300"/>
          <p14:tracePt t="1313" x="2749550" y="2292350"/>
          <p14:tracePt t="1348" x="2571750" y="2133600"/>
          <p14:tracePt t="1379" x="2438400" y="2051050"/>
          <p14:tracePt t="1412" x="2387600" y="2032000"/>
          <p14:tracePt t="1431" x="2362200" y="2032000"/>
          <p14:tracePt t="1462" x="2343150" y="2044700"/>
          <p14:tracePt t="1496" x="2305050" y="2063750"/>
          <p14:tracePt t="1532" x="2266950" y="2076450"/>
          <p14:tracePt t="1564" x="2216150" y="2101850"/>
          <p14:tracePt t="1595" x="2159000" y="2127250"/>
          <p14:tracePt t="1632" x="2076450" y="2171700"/>
          <p14:tracePt t="1663" x="1968500" y="2260600"/>
          <p14:tracePt t="1695" x="1936750" y="2311400"/>
          <p14:tracePt t="1717" x="1917700" y="2343150"/>
          <p14:tracePt t="1747" x="1911350" y="2387600"/>
          <p14:tracePt t="1795" x="1911350" y="2413000"/>
          <p14:tracePt t="1831" x="1917700" y="2425700"/>
          <p14:tracePt t="1894" x="1917700" y="2438400"/>
          <p14:tracePt t="1944" x="1924050" y="2451100"/>
          <p14:tracePt t="2010" x="1930400" y="2470150"/>
          <p14:tracePt t="2080" x="1936750" y="2476500"/>
          <p14:tracePt t="2641" x="1987550" y="2476500"/>
          <p14:tracePt t="2675" x="2120900" y="2444750"/>
          <p14:tracePt t="2697" x="2178050" y="2432050"/>
          <p14:tracePt t="2741" x="2266950" y="2393950"/>
          <p14:tracePt t="2774" x="2298700" y="2381250"/>
          <p14:tracePt t="2796" x="2305050" y="2381250"/>
          <p14:tracePt t="2924" x="2305050" y="2387600"/>
          <p14:tracePt t="2957" x="2305050" y="2393950"/>
          <p14:tracePt t="2990" x="2324100" y="2400300"/>
          <p14:tracePt t="3023" x="2336800" y="2406650"/>
          <p14:tracePt t="3073" x="2381250" y="2438400"/>
          <p14:tracePt t="3106" x="2451100" y="2489200"/>
          <p14:tracePt t="3140" x="2552700" y="2571750"/>
          <p14:tracePt t="3173" x="2616200" y="2647950"/>
          <p14:tracePt t="3206" x="2647950" y="2724150"/>
          <p14:tracePt t="3224" x="2647950" y="2736850"/>
          <p14:tracePt t="3256" x="2647950" y="2755900"/>
          <p14:tracePt t="3306" x="2641600" y="2755900"/>
          <p14:tracePt t="3721" x="2641600" y="2774950"/>
          <p14:tracePt t="3755" x="2641600" y="2781300"/>
          <p14:tracePt t="3804" x="2641600" y="2762250"/>
          <p14:tracePt t="3838" x="2628900" y="2717800"/>
          <p14:tracePt t="3870" x="2603500" y="2667000"/>
          <p14:tracePt t="3904" x="2578100" y="2616200"/>
          <p14:tracePt t="3937" x="2520950" y="2508250"/>
          <p14:tracePt t="3971" x="2470150" y="2444750"/>
          <p14:tracePt t="4003" x="2400300" y="2374900"/>
          <p14:tracePt t="4037" x="2343150" y="2317750"/>
          <p14:tracePt t="4070" x="2279650" y="2266950"/>
          <p14:tracePt t="4103" x="2241550" y="2254250"/>
          <p14:tracePt t="4136" x="2216150" y="2247900"/>
          <p14:tracePt t="4170" x="2184400" y="2247900"/>
          <p14:tracePt t="4203" x="2159000" y="2235200"/>
          <p14:tracePt t="4240" x="2114550" y="2216150"/>
          <p14:tracePt t="4271" x="2057400" y="2203450"/>
          <p14:tracePt t="4302" x="2012950" y="2184400"/>
          <p14:tracePt t="4339" x="1981200" y="2184400"/>
          <p14:tracePt t="4371" x="1974850" y="2184400"/>
          <p14:tracePt t="4621" x="1987550" y="2197100"/>
          <p14:tracePt t="4653" x="1993900" y="2197100"/>
          <p14:tracePt t="4684" x="2000250" y="2203450"/>
          <p14:tracePt t="4717" x="2006600" y="2209800"/>
          <p14:tracePt t="4767" x="2012950" y="2216150"/>
          <p14:tracePt t="4819" x="2019300" y="2216150"/>
          <p14:tracePt t="4901" x="2006600" y="2216150"/>
          <p14:tracePt t="4937" x="1987550" y="2216150"/>
          <p14:tracePt t="4970" x="1936750" y="2216150"/>
          <p14:tracePt t="5001" x="1898650" y="2209800"/>
          <p14:tracePt t="5022" x="1828800" y="2203450"/>
          <p14:tracePt t="5039" x="1784350" y="2190750"/>
          <p14:tracePt t="5069" x="1752600" y="2184400"/>
          <p14:tracePt t="5100" x="1714500" y="2178050"/>
          <p14:tracePt t="5154" x="1701800" y="2178050"/>
          <p14:tracePt t="5185" x="1695450" y="2171700"/>
          <p14:tracePt t="5250" x="1682750" y="2171700"/>
          <p14:tracePt t="5303" x="1676400" y="2171700"/>
          <p14:tracePt t="5369" x="1670050" y="2171700"/>
          <p14:tracePt t="5401" x="1663700" y="2171700"/>
          <p14:tracePt t="5465" x="1657350" y="2165350"/>
          <p14:tracePt t="5518" x="1657350" y="2159000"/>
          <p14:tracePt t="5550" x="1670050" y="2146300"/>
          <p14:tracePt t="5585" x="1670050" y="2139950"/>
          <p14:tracePt t="5617" x="1676400" y="2139950"/>
          <p14:tracePt t="5665" x="1701800" y="2133600"/>
          <p14:tracePt t="5686" x="1708150" y="2127250"/>
          <p14:tracePt t="5717" x="1720850" y="2120900"/>
          <p14:tracePt t="5764" x="1778000" y="2108200"/>
          <p14:tracePt t="5786" x="1809750" y="2101850"/>
          <p14:tracePt t="5820" x="1854200" y="2101850"/>
          <p14:tracePt t="5839" x="1873250" y="2114550"/>
          <p14:tracePt t="5881" x="1885950" y="2127250"/>
          <p14:tracePt t="5964" x="1873250" y="2139950"/>
          <p14:tracePt t="5997" x="1866900" y="2146300"/>
          <p14:tracePt t="6019" x="1854200" y="2152650"/>
          <p14:tracePt t="6063" x="1809750" y="2165350"/>
          <p14:tracePt t="6097" x="1727200" y="2178050"/>
          <p14:tracePt t="6119" x="1657350" y="2178050"/>
          <p14:tracePt t="6163" x="1517650" y="2171700"/>
          <p14:tracePt t="6196" x="1460500" y="2159000"/>
          <p14:tracePt t="6218" x="1441450" y="2146300"/>
          <p14:tracePt t="6248" x="1428750" y="2127250"/>
          <p14:tracePt t="6279" x="1428750" y="2114550"/>
          <p14:tracePt t="6313" x="1435100" y="2095500"/>
          <p14:tracePt t="6346" x="1454150" y="2082800"/>
          <p14:tracePt t="6379" x="1473200" y="2076450"/>
          <p14:tracePt t="6412" x="1530350" y="2063750"/>
          <p14:tracePt t="6447" x="1600200" y="2063750"/>
          <p14:tracePt t="6479" x="1676400" y="2063750"/>
          <p14:tracePt t="6512" x="1778000" y="2082800"/>
          <p14:tracePt t="6545" x="1835150" y="2101850"/>
          <p14:tracePt t="6578" x="1854200" y="2120900"/>
          <p14:tracePt t="6611" x="1873250" y="2133600"/>
          <p14:tracePt t="6645" x="1879600" y="2139950"/>
          <p14:tracePt t="6694" x="1873250" y="2152650"/>
          <p14:tracePt t="6728" x="1866900" y="2159000"/>
          <p14:tracePt t="6762" x="1860550" y="2165350"/>
          <p14:tracePt t="6811" x="1835150" y="2178050"/>
          <p14:tracePt t="6845" x="1816100" y="2184400"/>
          <p14:tracePt t="6877" x="1758950" y="2203450"/>
          <p14:tracePt t="6910" x="1708150" y="2209800"/>
          <p14:tracePt t="6930" x="1651000" y="2203450"/>
          <p14:tracePt t="6945" x="1638300" y="2197100"/>
          <p14:tracePt t="6978" x="1606550" y="2165350"/>
          <p14:tracePt t="7010" x="1593850" y="2139950"/>
          <p14:tracePt t="7044" x="1593850" y="2120900"/>
          <p14:tracePt t="7093" x="1606550" y="2101850"/>
          <p14:tracePt t="7160" x="1612900" y="2101850"/>
          <p14:tracePt t="7193" x="1631950" y="2101850"/>
          <p14:tracePt t="7226" x="1644650" y="2101850"/>
          <p14:tracePt t="7260" x="1657350" y="2101850"/>
          <p14:tracePt t="7292" x="1676400" y="2101850"/>
          <p14:tracePt t="7326" x="1727200" y="2114550"/>
          <p14:tracePt t="7359" x="1752600" y="2133600"/>
          <p14:tracePt t="7392" x="1778000" y="2146300"/>
          <p14:tracePt t="7411" x="1784350" y="2146300"/>
          <p14:tracePt t="7428" x="1790700" y="2152650"/>
          <p14:tracePt t="7460" x="1797050" y="2152650"/>
          <p14:tracePt t="7575" x="1797050" y="2159000"/>
          <p14:tracePt t="7974" x="2127250" y="2228850"/>
          <p14:tracePt t="8007" x="2368550" y="2273300"/>
          <p14:tracePt t="8029" x="2806700" y="2336800"/>
          <p14:tracePt t="8059" x="3219450" y="2406650"/>
          <p14:tracePt t="8090" x="3587750" y="2438400"/>
          <p14:tracePt t="8123" x="3841750" y="2444750"/>
          <p14:tracePt t="8160" x="4152900" y="2406650"/>
          <p14:tracePt t="8191" x="4279900" y="2381250"/>
          <p14:tracePt t="8222" x="4362450" y="2355850"/>
          <p14:tracePt t="8245" x="4400550" y="2343150"/>
          <p14:tracePt t="8278" x="4470400" y="2298700"/>
          <p14:tracePt t="8308" x="4508500" y="2273300"/>
          <p14:tracePt t="8355" x="4552950" y="2260600"/>
          <p14:tracePt t="8377" x="4578350" y="2254250"/>
          <p14:tracePt t="8408" x="4597400" y="2247900"/>
          <p14:tracePt t="8438" x="4629150" y="2241550"/>
          <p14:tracePt t="8458" x="4635500" y="2235200"/>
          <p14:tracePt t="8493" x="4660900" y="2228850"/>
          <p14:tracePt t="8523" x="4679950" y="2222500"/>
          <p14:tracePt t="8571" x="4679950" y="2216150"/>
          <p14:tracePt t="8624" x="4686300" y="2209800"/>
          <p14:tracePt t="8708" x="4686300" y="2203450"/>
          <p14:tracePt t="8804" x="4686300" y="2197100"/>
          <p14:tracePt t="8871" x="4686300" y="2190750"/>
          <p14:tracePt t="8970" x="4686300" y="2184400"/>
          <p14:tracePt t="9020" x="4699000" y="2184400"/>
          <p14:tracePt t="9086" x="4705350" y="2184400"/>
          <p14:tracePt t="9119" x="4711700" y="2184400"/>
          <p14:tracePt t="9186" x="4724400" y="2178050"/>
          <p14:tracePt t="9252" x="4737100" y="2171700"/>
          <p14:tracePt t="9287" x="4749800" y="2171700"/>
          <p14:tracePt t="9352" x="4768850" y="2171700"/>
          <p14:tracePt t="9385" x="4781550" y="2171700"/>
          <p14:tracePt t="9435" x="4787900" y="2165350"/>
          <p14:tracePt t="9468" x="4794250" y="2165350"/>
          <p14:tracePt t="9535" x="4800600" y="2159000"/>
          <p14:tracePt t="9568" x="4806950" y="2159000"/>
          <p14:tracePt t="9651" x="4794250" y="2178050"/>
          <p14:tracePt t="9684" x="4768850" y="2254250"/>
          <p14:tracePt t="9717" x="4692650" y="2419350"/>
          <p14:tracePt t="9751" x="4533900" y="2743200"/>
          <p14:tracePt t="9784" x="4413250" y="2971800"/>
          <p14:tracePt t="9817" x="4254500" y="3225800"/>
          <p14:tracePt t="9835" x="4216400" y="3282950"/>
          <p14:tracePt t="9867" x="4133850" y="3435350"/>
          <p14:tracePt t="9901" x="4102100" y="3479800"/>
          <p14:tracePt t="9934" x="4064000" y="3524250"/>
          <p14:tracePt t="9968" x="4025900" y="3562350"/>
          <p14:tracePt t="9986" x="3949700" y="3632200"/>
          <p14:tracePt t="10016" x="3879850" y="3683000"/>
          <p14:tracePt t="10050" x="3702050" y="3810000"/>
          <p14:tracePt t="10083" x="3530600" y="3905250"/>
          <p14:tracePt t="10116" x="3365500" y="3968750"/>
          <p14:tracePt t="10150" x="3219450" y="3987800"/>
          <p14:tracePt t="10183" x="3168650" y="3987800"/>
          <p14:tracePt t="10215" x="3143250" y="3981450"/>
          <p14:tracePt t="10249" x="3130550" y="3975100"/>
          <p14:tracePt t="10282" x="3124200" y="3975100"/>
          <p14:tracePt t="10382" x="3124200" y="3968750"/>
          <p14:tracePt t="10415" x="3124200" y="3962400"/>
          <p14:tracePt t="10465" x="3124200" y="3956050"/>
          <p14:tracePt t="10548" x="3136900" y="3956050"/>
          <p14:tracePt t="10581" x="3143250" y="3949700"/>
          <p14:tracePt t="10614" x="3162300" y="3943350"/>
          <p14:tracePt t="10652" x="3263900" y="3917950"/>
          <p14:tracePt t="10664" x="3289300" y="3911600"/>
          <p14:tracePt t="10697" x="3429000" y="3854450"/>
          <p14:tracePt t="10731" x="3556000" y="3803650"/>
          <p14:tracePt t="10764" x="3600450" y="3765550"/>
          <p14:tracePt t="10797" x="3619500" y="3733800"/>
          <p14:tracePt t="10830" x="3683000" y="3670300"/>
          <p14:tracePt t="10864" x="3822700" y="3575050"/>
          <p14:tracePt t="10897" x="4038600" y="3486150"/>
          <p14:tracePt t="10930" x="4229100" y="3422650"/>
          <p14:tracePt t="10948" x="4489450" y="3378200"/>
          <p14:tracePt t="10980" x="4864100" y="3314700"/>
          <p14:tracePt t="11013" x="5073650" y="3263900"/>
          <p14:tracePt t="11050" x="5200650" y="3194050"/>
          <p14:tracePt t="11081" x="5219700" y="3175000"/>
        </p14:tracePtLst>
      </p14:laserTrace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</a:t>
            </a:r>
            <a:r>
              <a:rPr lang="en-US" altLang="en-US" sz="4000" b="1" dirty="0">
                <a:latin typeface="Lucida Console" panose="020B0609040504020204" pitchFamily="49" charset="0"/>
              </a:rPr>
              <a:t>property</a:t>
            </a:r>
            <a:r>
              <a:rPr lang="en-US" altLang="en-US" sz="4400" b="1" dirty="0" smtClean="0">
                <a:latin typeface="Copperplate Gothic Bold" panose="020E0705020206020404" pitchFamily="34" charset="0"/>
              </a:rPr>
              <a:t>(</a:t>
            </a:r>
            <a:r>
              <a:rPr lang="en-US" altLang="en-US" sz="1600" b="1" dirty="0" smtClean="0">
                <a:latin typeface="Copperplate Gothic Bold" panose="020E0705020206020404" pitchFamily="34" charset="0"/>
              </a:rPr>
              <a:t> </a:t>
            </a:r>
            <a:r>
              <a:rPr lang="en-US" altLang="en-US" sz="4400" b="1" dirty="0" smtClean="0">
                <a:latin typeface="Copperplate Gothic Bold" panose="020E0705020206020404" pitchFamily="34" charset="0"/>
              </a:rPr>
              <a:t>)</a:t>
            </a:r>
            <a:r>
              <a:rPr lang="en-US" altLang="en-US" sz="4400" dirty="0" smtClean="0">
                <a:latin typeface="Elephant" panose="02020904090505020303" pitchFamily="18" charset="0"/>
              </a:rPr>
              <a:t> to hide the getter and setter from the client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48868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</a:t>
            </a:r>
            <a:r>
              <a:rPr lang="en-US" altLang="en-US" sz="2400" b="1" dirty="0">
                <a:solidFill>
                  <a:srgbClr val="CC00FF"/>
                </a:solidFill>
                <a:latin typeface="Lucida Console" panose="020B0609040504020204" pitchFamily="49" charset="0"/>
              </a:rPr>
              <a:t>property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/>
            <a:endParaRPr lang="en-US" altLang="en-US" sz="1400" b="1" dirty="0" smtClean="0"/>
          </a:p>
          <a:p>
            <a:pPr eaLnBrk="1" hangingPunct="1"/>
            <a:r>
              <a:rPr lang="en-US" altLang="en-US" sz="2800" dirty="0" smtClean="0"/>
              <a:t>Here,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is an </a:t>
            </a:r>
            <a:r>
              <a:rPr lang="en-US" altLang="en-US" sz="2800" dirty="0" smtClean="0">
                <a:solidFill>
                  <a:srgbClr val="00B0F0"/>
                </a:solidFill>
              </a:rPr>
              <a:t>alias</a:t>
            </a:r>
            <a:r>
              <a:rPr lang="en-US" altLang="en-US" sz="2800" dirty="0" smtClean="0"/>
              <a:t> that we have created for the private attribute, </a:t>
            </a:r>
            <a:r>
              <a:rPr lang="en-US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The client can access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like a public attribute. </a:t>
            </a:r>
          </a:p>
          <a:p>
            <a:pPr eaLnBrk="1" hangingPunct="1"/>
            <a:r>
              <a:rPr lang="en-US" altLang="en-US" sz="2800" dirty="0" smtClean="0"/>
              <a:t>But it isn’t a public attribute, see: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latin typeface="Lucida Console" panose="020B0609040504020204" pitchFamily="49" charset="0"/>
              </a:rPr>
              <a:t> myinstance.</a:t>
            </a:r>
            <a:r>
              <a:rPr lang="en-US" altLang="en-US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dirty="0" smtClean="0">
                <a:latin typeface="Lucida Console" panose="020B0609040504020204" pitchFamily="49" charset="0"/>
              </a:rPr>
              <a:t> = ""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Critter's </a:t>
            </a:r>
            <a:r>
              <a:rPr lang="en-US" altLang="en-US" dirty="0">
                <a:solidFill>
                  <a:srgbClr val="C00000"/>
                </a:solidFill>
                <a:latin typeface="Lucida Console" panose="020B0609040504020204" pitchFamily="49" charset="0"/>
              </a:rPr>
              <a:t>name can't be empty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dirty="0" smtClean="0">
              <a:solidFill>
                <a:schemeClr val="bg1">
                  <a:lumMod val="85000"/>
                </a:schemeClr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/>
              <a:t>See? The </a:t>
            </a:r>
            <a:r>
              <a:rPr lang="en-US" altLang="en-US" sz="2800" dirty="0" err="1" smtClean="0"/>
              <a:t>set_name</a:t>
            </a:r>
            <a:r>
              <a:rPr lang="en-US" altLang="en-US" sz="2800" dirty="0" smtClean="0"/>
              <a:t> method got invoked when we tried to set the </a:t>
            </a:r>
            <a:r>
              <a:rPr lang="en-US" altLang="en-US" sz="28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.</a:t>
            </a:r>
            <a:endParaRPr lang="en-US" altLang="en-US" sz="28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124200" y="3733800"/>
            <a:ext cx="4724400" cy="1676400"/>
          </a:xfrm>
          <a:prstGeom prst="wedgeRoundRectCallout">
            <a:avLst>
              <a:gd name="adj1" fmla="val -58620"/>
              <a:gd name="adj2" fmla="val -129477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There is another way to write this: by </a:t>
            </a:r>
            <a:r>
              <a:rPr lang="en-US" sz="3200" i="1" dirty="0" smtClean="0">
                <a:solidFill>
                  <a:srgbClr val="2D2DB9"/>
                </a:solidFill>
                <a:latin typeface="Times New Roman" charset="0"/>
              </a:rPr>
              <a:t>decoration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. But we’ll learn about decorations next week…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4219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429"/>
    </mc:Choice>
    <mc:Fallback xmlns="">
      <p:transition spd="slow" advTm="3194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 mod="1">
    <p:ext uri="{3A86A75C-4F4B-4683-9AE1-C65F6400EC91}">
      <p14:laserTraceLst xmlns:p14="http://schemas.microsoft.com/office/powerpoint/2010/main">
        <p14:tracePtLst>
          <p14:tracePt t="3487" x="5016500" y="3086100"/>
          <p14:tracePt t="3510" x="4806950" y="2978150"/>
          <p14:tracePt t="3528" x="4699000" y="2952750"/>
          <p14:tracePt t="3556" x="4457700" y="2895600"/>
          <p14:tracePt t="3587" x="4216400" y="2787650"/>
          <p14:tracePt t="3624" x="3968750" y="2711450"/>
          <p14:tracePt t="3660" x="3663950" y="2641600"/>
          <p14:tracePt t="3689" x="3403600" y="2546350"/>
          <p14:tracePt t="3709" x="3225800" y="2489200"/>
          <p14:tracePt t="3742" x="3054350" y="2438400"/>
          <p14:tracePt t="3772" x="3009900" y="2413000"/>
          <p14:tracePt t="3820" x="2965450" y="2406650"/>
          <p14:tracePt t="3842" x="2959100" y="2400300"/>
          <p14:tracePt t="3875" x="2921000" y="2400300"/>
          <p14:tracePt t="3904" x="2889250" y="2393950"/>
          <p14:tracePt t="3925" x="2857500" y="2393950"/>
          <p14:tracePt t="3959" x="2832100" y="2387600"/>
          <p14:tracePt t="3988" x="2813050" y="2387600"/>
          <p14:tracePt t="4036" x="2787650" y="2406650"/>
          <p14:tracePt t="4054" x="2774950" y="2406650"/>
          <p14:tracePt t="4075" x="2762250" y="2406650"/>
          <p14:tracePt t="4118" x="2724150" y="2413000"/>
          <p14:tracePt t="4141" x="2705100" y="2419350"/>
          <p14:tracePt t="4174" x="2667000" y="2419350"/>
          <p14:tracePt t="4204" x="2603500" y="2419350"/>
          <p14:tracePt t="4220" x="2571750" y="2419350"/>
          <p14:tracePt t="4251" x="2451100" y="2406650"/>
          <p14:tracePt t="5813" x="2482850" y="2413000"/>
          <p14:tracePt t="5831" x="2489200" y="2413000"/>
          <p14:tracePt t="5863" x="2533650" y="2419350"/>
          <p14:tracePt t="5895" x="2565400" y="2425700"/>
          <p14:tracePt t="5915" x="2590800" y="2425700"/>
          <p14:tracePt t="5946" x="2609850" y="2425700"/>
          <p14:tracePt t="5979" x="2635250" y="2425700"/>
          <p14:tracePt t="6016" x="2647950" y="2425700"/>
          <p14:tracePt t="6062" x="2660650" y="2425700"/>
          <p14:tracePt t="6095" x="2667000" y="2425700"/>
          <p14:tracePt t="6129" x="2673350" y="2425700"/>
          <p14:tracePt t="6179" x="2686050" y="2425700"/>
          <p14:tracePt t="6228" x="2692400" y="2425700"/>
          <p14:tracePt t="6278" x="2705100" y="2425700"/>
          <p14:tracePt t="6332" x="2711450" y="2425700"/>
          <p14:tracePt t="7474" x="2711450" y="2381250"/>
          <p14:tracePt t="7496" x="2711450" y="2317750"/>
          <p14:tracePt t="7540" x="2711450" y="2120900"/>
          <p14:tracePt t="7563" x="2698750" y="1930400"/>
          <p14:tracePt t="7596" x="2667000" y="1720850"/>
          <p14:tracePt t="7625" x="2635250" y="1473200"/>
          <p14:tracePt t="7642" x="2622550" y="1352550"/>
          <p14:tracePt t="7673" x="2603500" y="1212850"/>
          <p14:tracePt t="7695" x="2571750" y="1047750"/>
          <p14:tracePt t="7739" x="2540000" y="850900"/>
          <p14:tracePt t="7773" x="2520950" y="755650"/>
          <p14:tracePt t="7795" x="2508250" y="704850"/>
          <p14:tracePt t="7824" x="2508250" y="654050"/>
          <p14:tracePt t="7855" x="2508250" y="622300"/>
          <p14:tracePt t="7889" x="2514600" y="603250"/>
          <p14:tracePt t="7922" x="2527300" y="577850"/>
          <p14:tracePt t="7955" x="2533650" y="571500"/>
          <p14:tracePt t="7988" x="2540000" y="565150"/>
          <p14:tracePt t="8603" x="2660650" y="571500"/>
          <p14:tracePt t="8637" x="2870200" y="571500"/>
          <p14:tracePt t="8669" x="3086100" y="577850"/>
          <p14:tracePt t="8703" x="3295650" y="577850"/>
          <p14:tracePt t="8736" x="3422650" y="577850"/>
          <p14:tracePt t="8769" x="3505200" y="577850"/>
          <p14:tracePt t="8802" x="3543300" y="577850"/>
          <p14:tracePt t="8836" x="3556000" y="577850"/>
          <p14:tracePt t="8902" x="3543300" y="577850"/>
          <p14:tracePt t="8936" x="3517900" y="577850"/>
          <p14:tracePt t="8968" x="3511550" y="584200"/>
          <p14:tracePt t="9384" x="3663950" y="577850"/>
          <p14:tracePt t="9421" x="3943350" y="558800"/>
          <p14:tracePt t="9452" x="4127500" y="558800"/>
          <p14:tracePt t="9483" x="4260850" y="546100"/>
          <p14:tracePt t="9521" x="4324350" y="539750"/>
          <p14:tracePt t="9552" x="4368800" y="539750"/>
          <p14:tracePt t="9583" x="4394200" y="533400"/>
          <p14:tracePt t="9683" x="4368800" y="539750"/>
          <p14:tracePt t="9720" x="4362450" y="546100"/>
          <p14:tracePt t="10148" x="4330700" y="546100"/>
          <p14:tracePt t="10166" x="4292600" y="552450"/>
          <p14:tracePt t="10199" x="4210050" y="571500"/>
          <p14:tracePt t="10235" x="4121150" y="596900"/>
          <p14:tracePt t="10266" x="4089400" y="603250"/>
          <p14:tracePt t="10297" x="4044950" y="622300"/>
          <p14:tracePt t="10335" x="4032250" y="628650"/>
          <p14:tracePt t="10381" x="4025900" y="628650"/>
          <p14:tracePt t="10530" x="4032250" y="635000"/>
          <p14:tracePt t="10552" x="4044950" y="635000"/>
          <p14:tracePt t="10582" x="4057650" y="635000"/>
          <p14:tracePt t="10603" x="4064000" y="628650"/>
          <p14:tracePt t="10635" x="4076700" y="628650"/>
          <p14:tracePt t="10668" x="4089400" y="628650"/>
          <p14:tracePt t="10686" x="4095750" y="628650"/>
          <p14:tracePt t="10783" x="4095750" y="641350"/>
          <p14:tracePt t="10814" x="4076700" y="654050"/>
          <p14:tracePt t="10862" x="4044950" y="679450"/>
          <p14:tracePt t="10885" x="4000500" y="717550"/>
          <p14:tracePt t="10928" x="3943350" y="774700"/>
          <p14:tracePt t="10951" x="3924300" y="793750"/>
          <p14:tracePt t="10984" x="3911600" y="806450"/>
          <p14:tracePt t="11013" x="3905250" y="812800"/>
          <p14:tracePt t="11144" x="3905250" y="819150"/>
          <p14:tracePt t="11244" x="3905250" y="825500"/>
          <p14:tracePt t="11294" x="3917950" y="831850"/>
          <p14:tracePt t="11312" x="3930650" y="838200"/>
          <p14:tracePt t="11343" x="3937000" y="844550"/>
          <p14:tracePt t="11377" x="3975100" y="850900"/>
          <p14:tracePt t="11399" x="4019550" y="863600"/>
          <p14:tracePt t="11443" x="4159250" y="889000"/>
          <p14:tracePt t="11476" x="4318000" y="895350"/>
          <p14:tracePt t="11499" x="4375150" y="895350"/>
          <p14:tracePt t="11528" x="4400550" y="895350"/>
          <p14:tracePt t="11559" x="4425950" y="901700"/>
          <p14:tracePt t="11593" x="4432300" y="901700"/>
          <p14:tracePt t="11825" x="4451350" y="901700"/>
          <p14:tracePt t="11859" x="4464050" y="908050"/>
          <p14:tracePt t="11908" x="4483100" y="914400"/>
          <p14:tracePt t="11942" x="4495800" y="914400"/>
          <p14:tracePt t="11974" x="4508500" y="920750"/>
          <p14:tracePt t="12008" x="4521200" y="927100"/>
          <p14:tracePt t="12058" x="4533900" y="927100"/>
          <p14:tracePt t="12091" x="4540250" y="927100"/>
          <p14:tracePt t="13010" x="4521200" y="939800"/>
          <p14:tracePt t="13040" x="4502150" y="952500"/>
          <p14:tracePt t="13071" x="4438650" y="1016000"/>
          <p14:tracePt t="13104" x="4362450" y="1098550"/>
          <p14:tracePt t="13141" x="4248150" y="1263650"/>
          <p14:tracePt t="13172" x="4146550" y="1397000"/>
          <p14:tracePt t="13204" x="4051300" y="1568450"/>
          <p14:tracePt t="13241" x="3930650" y="1797050"/>
          <p14:tracePt t="13272" x="3860800" y="1930400"/>
          <p14:tracePt t="13303" x="3778250" y="2038350"/>
          <p14:tracePt t="13341" x="3746500" y="2139950"/>
          <p14:tracePt t="13968" x="3663950" y="2190750"/>
          <p14:tracePt t="13991" x="3587750" y="2228850"/>
          <p14:tracePt t="14019" x="3486150" y="2273300"/>
          <p14:tracePt t="14051" x="3409950" y="2305050"/>
          <p14:tracePt t="14073" x="3340100" y="2355850"/>
          <p14:tracePt t="14106" x="3194050" y="2413000"/>
          <p14:tracePt t="14150" x="2990850" y="2476500"/>
          <p14:tracePt t="14173" x="2806700" y="2495550"/>
          <p14:tracePt t="14206" x="2635250" y="2520950"/>
          <p14:tracePt t="14235" x="2463800" y="2520950"/>
          <p14:tracePt t="14267" x="2343150" y="2514600"/>
          <p14:tracePt t="14290" x="2292350" y="2514600"/>
          <p14:tracePt t="14333" x="2222500" y="2489200"/>
          <p14:tracePt t="14366" x="2133600" y="2463800"/>
          <p14:tracePt t="14389" x="2108200" y="2463800"/>
          <p14:tracePt t="15097" x="2101850" y="2463800"/>
          <p14:tracePt t="15131" x="2051050" y="2451100"/>
          <p14:tracePt t="15164" x="2006600" y="2444750"/>
          <p14:tracePt t="15197" x="1981200" y="2438400"/>
          <p14:tracePt t="15230" x="1955800" y="2432050"/>
          <p14:tracePt t="15263" x="1943100" y="2432050"/>
          <p14:tracePt t="15298" x="1936750" y="2432050"/>
          <p14:tracePt t="15331" x="1930400" y="2425700"/>
          <p14:tracePt t="15363" x="1924050" y="2425700"/>
          <p14:tracePt t="15396" x="1911350" y="2425700"/>
          <p14:tracePt t="15429" x="1911350" y="2413000"/>
          <p14:tracePt t="15462" x="1898650" y="2406650"/>
          <p14:tracePt t="15496" x="1892300" y="2400300"/>
          <p14:tracePt t="15529" x="1879600" y="2393950"/>
          <p14:tracePt t="15562" x="1873250" y="2387600"/>
          <p14:tracePt t="15595" x="1854200" y="2381250"/>
          <p14:tracePt t="15629" x="1835150" y="2374900"/>
          <p14:tracePt t="15662" x="1803400" y="2349500"/>
          <p14:tracePt t="15695" x="1784350" y="2336800"/>
          <p14:tracePt t="15728" x="1784350" y="2324100"/>
          <p14:tracePt t="15779" x="1790700" y="2317750"/>
          <p14:tracePt t="15812" x="1797050" y="2305050"/>
          <p14:tracePt t="15845" x="1816100" y="2266950"/>
          <p14:tracePt t="15878" x="1847850" y="2178050"/>
          <p14:tracePt t="15911" x="1873250" y="2057400"/>
          <p14:tracePt t="15930" x="1879600" y="1949450"/>
          <p14:tracePt t="15961" x="1879600" y="1828800"/>
          <p14:tracePt t="15995" x="1879600" y="1752600"/>
          <p14:tracePt t="16032" x="1879600" y="1695450"/>
          <p14:tracePt t="16063" x="1879600" y="1682750"/>
          <p14:tracePt t="16094" x="1879600" y="1676400"/>
          <p14:tracePt t="16160" x="1885950" y="1676400"/>
          <p14:tracePt t="16265" x="1892300" y="1689100"/>
          <p14:tracePt t="16310" x="1898650" y="1720850"/>
          <p14:tracePt t="16350" x="1917700" y="1822450"/>
          <p14:tracePt t="16378" x="1955800" y="1949450"/>
          <p14:tracePt t="16409" x="1987550" y="2070100"/>
          <p14:tracePt t="16432" x="2012950" y="2146300"/>
          <p14:tracePt t="16465" x="2038350" y="2209800"/>
          <p14:tracePt t="16494" x="2057400" y="2247900"/>
          <p14:tracePt t="16542" x="2070100" y="2279650"/>
          <p14:tracePt t="16565" x="2076450" y="2279650"/>
          <p14:tracePt t="16594" x="2076450" y="2286000"/>
          <p14:tracePt t="16663" x="2076450" y="2292350"/>
          <p14:tracePt t="16694" x="2076450" y="2305050"/>
          <p14:tracePt t="17358" x="2063750" y="2279650"/>
          <p14:tracePt t="17389" x="2057400" y="2254250"/>
          <p14:tracePt t="17412" x="2019300" y="2190750"/>
          <p14:tracePt t="17456" x="1911350" y="2057400"/>
          <p14:tracePt t="17489" x="1746250" y="1879600"/>
          <p14:tracePt t="17512" x="1670050" y="1790700"/>
          <p14:tracePt t="17555" x="1574800" y="1695450"/>
          <p14:tracePt t="17589" x="1517650" y="1657350"/>
          <p14:tracePt t="17622" x="1492250" y="1638300"/>
          <p14:tracePt t="17655" x="1479550" y="1631950"/>
          <p14:tracePt t="17688" x="1460500" y="1631950"/>
          <p14:tracePt t="17721" x="1441450" y="1631950"/>
          <p14:tracePt t="17755" x="1416050" y="1631950"/>
          <p14:tracePt t="17788" x="1384300" y="1631950"/>
          <p14:tracePt t="17821" x="1289050" y="1631950"/>
          <p14:tracePt t="17841" x="1244600" y="1631950"/>
          <p14:tracePt t="17871" x="1187450" y="1631950"/>
          <p14:tracePt t="17904" x="1174750" y="1631950"/>
          <p14:tracePt t="18004" x="1206500" y="1631950"/>
          <p14:tracePt t="18037" x="1257300" y="1625600"/>
          <p14:tracePt t="18071" x="1447800" y="1593850"/>
          <p14:tracePt t="18103" x="1631950" y="1574800"/>
          <p14:tracePt t="18137" x="1828800" y="1555750"/>
          <p14:tracePt t="18155" x="1860550" y="1555750"/>
          <p14:tracePt t="18187" x="1930400" y="1562100"/>
          <p14:tracePt t="18220" x="1936750" y="1568450"/>
          <p14:tracePt t="18253" x="1936750" y="1606550"/>
          <p14:tracePt t="18286" x="1936750" y="1612900"/>
          <p14:tracePt t="20379" x="1968500" y="1657350"/>
          <p14:tracePt t="20418" x="1993900" y="1682750"/>
          <p14:tracePt t="20462" x="2082800" y="1771650"/>
          <p14:tracePt t="20495" x="2133600" y="1835150"/>
          <p14:tracePt t="20518" x="2165350" y="1860550"/>
          <p14:tracePt t="20547" x="2209800" y="1905000"/>
          <p14:tracePt t="20564" x="2228850" y="1930400"/>
          <p14:tracePt t="20595" x="2260600" y="1968500"/>
          <p14:tracePt t="20628" x="2279650" y="1993900"/>
          <p14:tracePt t="20661" x="2298700" y="2012950"/>
          <p14:tracePt t="20695" x="2305050" y="2019300"/>
          <p14:tracePt t="20728" x="2311400" y="2032000"/>
          <p14:tracePt t="20761" x="2324100" y="2044700"/>
          <p14:tracePt t="20794" x="2324100" y="2057400"/>
          <p14:tracePt t="20828" x="2330450" y="2063750"/>
          <p14:tracePt t="20860" x="2336800" y="2082800"/>
          <p14:tracePt t="20880" x="2343150" y="2095500"/>
          <p14:tracePt t="20910" x="2368550" y="2139950"/>
          <p14:tracePt t="21410" x="2317750" y="2165350"/>
          <p14:tracePt t="21442" x="2254250" y="2203450"/>
          <p14:tracePt t="21475" x="2171700" y="2241550"/>
          <p14:tracePt t="21508" x="2038350" y="2266950"/>
          <p14:tracePt t="21542" x="1924050" y="2279650"/>
          <p14:tracePt t="21575" x="1638300" y="2317750"/>
          <p14:tracePt t="21608" x="1441450" y="2336800"/>
          <p14:tracePt t="21646" x="1193800" y="2349500"/>
          <p14:tracePt t="21676" x="1123950" y="2355850"/>
          <p14:tracePt t="21708" x="1073150" y="2362200"/>
          <p14:tracePt t="21745" x="990600" y="2374900"/>
          <p14:tracePt t="21776" x="933450" y="2374900"/>
          <p14:tracePt t="21807" x="895350" y="2374900"/>
          <p14:tracePt t="21845" x="882650" y="2368550"/>
          <p14:tracePt t="21876" x="869950" y="2368550"/>
          <p14:tracePt t="22260" x="876300" y="2368550"/>
          <p14:tracePt t="22291" x="882650" y="2368550"/>
          <p14:tracePt t="22343" x="895350" y="2368550"/>
          <p14:tracePt t="22374" x="908050" y="2368550"/>
          <p14:tracePt t="22424" x="927100" y="2362200"/>
          <p14:tracePt t="22460" x="952500" y="2362200"/>
          <p14:tracePt t="22490" x="1022350" y="2343150"/>
          <p14:tracePt t="22522" x="1066800" y="2336800"/>
          <p14:tracePt t="22559" x="1149350" y="2330450"/>
          <p14:tracePt t="22594" x="1193800" y="2324100"/>
          <p14:tracePt t="22623" x="1225550" y="2324100"/>
          <p14:tracePt t="22644" x="1238250" y="2317750"/>
          <p14:tracePt t="22692" x="1250950" y="2317750"/>
          <p14:tracePt t="22723" x="1257300" y="2317750"/>
          <p14:tracePt t="22775" x="1263650" y="2317750"/>
          <p14:tracePt t="22810" x="1276350" y="2324100"/>
          <p14:tracePt t="22870" x="1282700" y="2324100"/>
          <p14:tracePt t="22893" x="1289050" y="2324100"/>
          <p14:tracePt t="22987" x="1295400" y="2330450"/>
          <p14:tracePt t="23053" x="1301750" y="2330450"/>
          <p14:tracePt t="23108" x="1308100" y="2330450"/>
          <p14:tracePt t="23153" x="1320800" y="2330450"/>
          <p14:tracePt t="23219" x="1327150" y="2330450"/>
          <p14:tracePt t="23269" x="1333500" y="2330450"/>
          <p14:tracePt t="23335" x="1339850" y="2330450"/>
          <p14:tracePt t="23403" x="1352550" y="2330450"/>
          <p14:tracePt t="23424" x="1365250" y="2330450"/>
          <p14:tracePt t="23468" x="1377950" y="2330450"/>
          <p14:tracePt t="23502" x="1422400" y="2330450"/>
          <p14:tracePt t="23524" x="1473200" y="2330450"/>
          <p14:tracePt t="23568" x="1581150" y="2330450"/>
          <p14:tracePt t="23601" x="1625600" y="2330450"/>
          <p14:tracePt t="23634" x="1657350" y="2330450"/>
          <p14:tracePt t="23684" x="1670050" y="2324100"/>
          <p14:tracePt t="24166" x="1676400" y="2317750"/>
          <p14:tracePt t="24199" x="1682750" y="2317750"/>
          <p14:tracePt t="24266" x="1701800" y="2317750"/>
          <p14:tracePt t="24315" x="1714500" y="2317750"/>
          <p14:tracePt t="24349" x="1727200" y="2317750"/>
          <p14:tracePt t="24382" x="1752600" y="2324100"/>
          <p14:tracePt t="24401" x="1771650" y="2330450"/>
          <p14:tracePt t="24433" x="1803400" y="2336800"/>
          <p14:tracePt t="24465" x="1828800" y="2343150"/>
          <p14:tracePt t="24498" x="1841500" y="2343150"/>
          <p14:tracePt t="24548" x="1841500" y="2349500"/>
          <p14:tracePt t="25133" x="1860550" y="2349500"/>
          <p14:tracePt t="25165" x="1955800" y="2349500"/>
          <p14:tracePt t="25196" x="2139950" y="2336800"/>
          <p14:tracePt t="25229" x="2520950" y="2317750"/>
          <p14:tracePt t="25251" x="2698750" y="2317750"/>
          <p14:tracePt t="25281" x="2952750" y="2317750"/>
          <p14:tracePt t="25312" x="3136900" y="2311400"/>
          <p14:tracePt t="25334" x="3200400" y="2311400"/>
          <p14:tracePt t="25364" x="3289300" y="2311400"/>
          <p14:tracePt t="25395" x="3359150" y="2311400"/>
          <p14:tracePt t="25428" x="3473450" y="2298700"/>
          <p14:tracePt t="25467" x="3549650" y="2292350"/>
          <p14:tracePt t="25484" x="3568700" y="2279650"/>
          <p14:tracePt t="25513" x="3613150" y="2279650"/>
          <p14:tracePt t="25548" x="3651250" y="2279650"/>
          <p14:tracePt t="25583" x="3702050" y="2286000"/>
          <p14:tracePt t="25613" x="3733800" y="2292350"/>
          <p14:tracePt t="25633" x="3752850" y="2298700"/>
          <p14:tracePt t="25666" x="3771900" y="2298700"/>
          <p14:tracePt t="25696" x="3771900" y="2305050"/>
          <p14:tracePt t="25760" x="3778250" y="2305050"/>
          <p14:tracePt t="25876" x="3778250" y="2311400"/>
          <p14:tracePt t="25914" x="3765550" y="2311400"/>
          <p14:tracePt t="25960" x="3759200" y="2311400"/>
          <p14:tracePt t="26292" x="3943350" y="2324100"/>
          <p14:tracePt t="26314" x="4070350" y="2324100"/>
          <p14:tracePt t="26343" x="4254500" y="2317750"/>
          <p14:tracePt t="26375" x="4413250" y="2311400"/>
          <p14:tracePt t="26397" x="4502150" y="2311400"/>
          <p14:tracePt t="26431" x="4591050" y="2311400"/>
          <p14:tracePt t="26461" x="4616450" y="2311400"/>
          <p14:tracePt t="26493" x="4648200" y="2311400"/>
          <p14:tracePt t="26514" x="4660900" y="2311400"/>
          <p14:tracePt t="26543" x="4673600" y="2311400"/>
          <p14:tracePt t="26574" x="4686300" y="2311400"/>
          <p14:tracePt t="26607" x="4699000" y="2311400"/>
          <p14:tracePt t="26674" x="4718050" y="2311400"/>
          <p14:tracePt t="26707" x="4737100" y="2311400"/>
          <p14:tracePt t="26740" x="4794250" y="2311400"/>
          <p14:tracePt t="26773" x="5041900" y="2355850"/>
          <p14:tracePt t="26807" x="5353050" y="2413000"/>
          <p14:tracePt t="26840" x="5695950" y="2451100"/>
          <p14:tracePt t="26873" x="6057900" y="2489200"/>
          <p14:tracePt t="26906" x="6242050" y="2508250"/>
          <p14:tracePt t="26940" x="6337300" y="2508250"/>
          <p14:tracePt t="26973" x="6432550" y="2520950"/>
          <p14:tracePt t="27006" x="6483350" y="2527300"/>
          <p14:tracePt t="27039" x="6546850" y="2540000"/>
          <p14:tracePt t="27072" x="6597650" y="2552700"/>
          <p14:tracePt t="27106" x="6661150" y="2565400"/>
          <p14:tracePt t="27139" x="6731000" y="2578100"/>
          <p14:tracePt t="27173" x="6762750" y="2578100"/>
          <p14:tracePt t="27222" x="6769100" y="2578100"/>
          <p14:tracePt t="27288" x="6762750" y="2578100"/>
          <p14:tracePt t="37354" x="6578600" y="2533650"/>
          <p14:tracePt t="37387" x="6292850" y="2489200"/>
          <p14:tracePt t="37420" x="5975350" y="2432050"/>
          <p14:tracePt t="37453" x="5702300" y="2400300"/>
          <p14:tracePt t="37487" x="5448300" y="2425700"/>
          <p14:tracePt t="37520" x="5302250" y="2432050"/>
          <p14:tracePt t="37553" x="5175250" y="2432050"/>
          <p14:tracePt t="37586" x="5111750" y="2425700"/>
          <p14:tracePt t="37620" x="5010150" y="2413000"/>
          <p14:tracePt t="37638" x="4965700" y="2413000"/>
          <p14:tracePt t="37670" x="4864100" y="2419350"/>
          <p14:tracePt t="37702" x="4775200" y="2425700"/>
          <p14:tracePt t="37736" x="4692650" y="2425700"/>
          <p14:tracePt t="37769" x="4641850" y="2413000"/>
          <p14:tracePt t="37802" x="4616450" y="2393950"/>
          <p14:tracePt t="37835" x="4597400" y="2393950"/>
          <p14:tracePt t="37868" x="4591050" y="2387600"/>
          <p14:tracePt t="37919" x="4584700" y="2387600"/>
          <p14:tracePt t="38085" x="4584700" y="2393950"/>
          <p14:tracePt t="38134" x="4584700" y="2406650"/>
          <p14:tracePt t="38201" x="4584700" y="2413000"/>
          <p14:tracePt t="38234" x="4584700" y="2419350"/>
          <p14:tracePt t="38271" x="4584700" y="2432050"/>
          <p14:tracePt t="38317" x="4559300" y="2425700"/>
          <p14:tracePt t="38350" x="4495800" y="2400300"/>
          <p14:tracePt t="38387" x="4292600" y="2317750"/>
          <p14:tracePt t="38419" x="4019550" y="2197100"/>
          <p14:tracePt t="38450" x="3448050" y="2063750"/>
          <p14:tracePt t="38487" x="2457450" y="1962150"/>
          <p14:tracePt t="38518" x="1149350" y="2012950"/>
          <p14:tracePt t="38549" x="177800" y="2247900"/>
          <p14:tracePt t="38820" x="1212850" y="2635250"/>
          <p14:tracePt t="38850" x="2609850" y="2730500"/>
          <p14:tracePt t="38886" x="3905250" y="2863850"/>
          <p14:tracePt t="38917" x="4356100" y="2933700"/>
          <p14:tracePt t="38934" x="4400550" y="2940050"/>
          <p14:tracePt t="38981" x="4470400" y="2952750"/>
          <p14:tracePt t="39048" x="4470400" y="2946400"/>
          <p14:tracePt t="39102" x="4451350" y="2940050"/>
          <p14:tracePt t="39133" x="4432300" y="2940050"/>
          <p14:tracePt t="39180" x="4406900" y="2901950"/>
          <p14:tracePt t="39200" x="4394200" y="2882900"/>
          <p14:tracePt t="39236" x="4324350" y="2781300"/>
          <p14:tracePt t="39266" x="4241800" y="2641600"/>
          <p14:tracePt t="39286" x="4197350" y="2565400"/>
          <p14:tracePt t="39320" x="4159250" y="2508250"/>
          <p14:tracePt t="39349" x="4146550" y="2495550"/>
          <p14:tracePt t="39396" x="4140200" y="2489200"/>
          <p14:tracePt t="39419" x="4152900" y="2489200"/>
          <p14:tracePt t="39452" x="4171950" y="2489200"/>
          <p14:tracePt t="39496" x="4178300" y="2489200"/>
          <p14:tracePt t="39519" x="4184650" y="2489200"/>
          <p14:tracePt t="39552" x="4191000" y="2489200"/>
          <p14:tracePt t="39581" x="4197350" y="2489200"/>
          <p14:tracePt t="39612" x="4203700" y="2489200"/>
          <p14:tracePt t="39650" x="4210050" y="2489200"/>
          <p14:tracePt t="39696" x="4210050" y="2482850"/>
          <p14:tracePt t="39729" x="4216400" y="2470150"/>
          <p14:tracePt t="39795" x="4222750" y="2457450"/>
          <p14:tracePt t="39829" x="4235450" y="2451100"/>
          <p14:tracePt t="39851" x="4241800" y="2451100"/>
          <p14:tracePt t="39895" x="4286250" y="2444750"/>
          <p14:tracePt t="39928" x="4356100" y="2438400"/>
          <p14:tracePt t="39950" x="4413250" y="2438400"/>
          <p14:tracePt t="39980" x="4476750" y="2432050"/>
          <p14:tracePt t="40011" x="4489450" y="2432050"/>
          <p14:tracePt t="40029" x="4483100" y="2432050"/>
          <p14:tracePt t="40061" x="4438650" y="2432050"/>
          <p14:tracePt t="40094" x="4368800" y="2432050"/>
          <p14:tracePt t="40127" x="4235450" y="2406650"/>
          <p14:tracePt t="40161" x="4152900" y="2393950"/>
          <p14:tracePt t="40194" x="4108450" y="2387600"/>
          <p14:tracePt t="40229" x="4102100" y="2387600"/>
          <p14:tracePt t="40260" x="4114800" y="2381250"/>
          <p14:tracePt t="40293" x="4203700" y="2381250"/>
          <p14:tracePt t="40327" x="4381500" y="2387600"/>
          <p14:tracePt t="40345" x="4457700" y="2387600"/>
          <p14:tracePt t="40377" x="4819650" y="2406650"/>
          <p14:tracePt t="40410" x="4991100" y="2425700"/>
          <p14:tracePt t="40443" x="5073650" y="2444750"/>
          <p14:tracePt t="40476" x="5130800" y="2463800"/>
          <p14:tracePt t="40510" x="5213350" y="2482850"/>
          <p14:tracePt t="40542" x="5346700" y="2495550"/>
          <p14:tracePt t="40576" x="5607050" y="2552700"/>
          <p14:tracePt t="40609" x="5816600" y="2565400"/>
          <p14:tracePt t="40642" x="5962650" y="2559050"/>
          <p14:tracePt t="40661" x="5975350" y="2552700"/>
          <p14:tracePt t="40692" x="5994400" y="2540000"/>
          <p14:tracePt t="40725" x="6000750" y="2527300"/>
          <p14:tracePt t="40758" x="6000750" y="2520950"/>
          <p14:tracePt t="40792" x="6013450" y="2514600"/>
          <p14:tracePt t="40826" x="6045200" y="2514600"/>
          <p14:tracePt t="40858" x="6096000" y="2514600"/>
          <p14:tracePt t="40891" x="6229350" y="2514600"/>
          <p14:tracePt t="40926" x="6477000" y="2527300"/>
          <p14:tracePt t="40958" x="6629400" y="2540000"/>
          <p14:tracePt t="40991" x="6711950" y="2546350"/>
          <p14:tracePt t="41024" x="6724650" y="2546350"/>
          <p14:tracePt t="41091" x="6718300" y="2546350"/>
          <p14:tracePt t="41124" x="6699250" y="2546350"/>
          <p14:tracePt t="41157" x="6686550" y="2546350"/>
          <p14:tracePt t="41240" x="6680200" y="2540000"/>
          <p14:tracePt t="41277" x="6667500" y="2540000"/>
          <p14:tracePt t="41309" x="6654800" y="2540000"/>
          <p14:tracePt t="41356" x="6648450" y="2540000"/>
          <p14:tracePt t="41394" x="6642100" y="2540000"/>
          <p14:tracePt t="41425" x="6642100" y="2533650"/>
          <p14:tracePt t="41460" x="6635750" y="2533650"/>
          <p14:tracePt t="41576" x="6623050" y="2533650"/>
          <p14:tracePt t="42254" x="6375400" y="2533650"/>
          <p14:tracePt t="42291" x="5759450" y="2533650"/>
          <p14:tracePt t="42322" x="5308600" y="2546350"/>
          <p14:tracePt t="42353" x="4870450" y="2590800"/>
          <p14:tracePt t="42403" x="4451350" y="2609850"/>
          <p14:tracePt t="42426" x="4343400" y="2616200"/>
          <p14:tracePt t="42455" x="4191000" y="2616200"/>
          <p14:tracePt t="42476" x="4121150" y="2616200"/>
          <p14:tracePt t="42509" x="4013200" y="2616200"/>
          <p14:tracePt t="42542" x="3917950" y="2609850"/>
          <p14:tracePt t="42585" x="3733800" y="2597150"/>
          <p14:tracePt t="42609" x="3619500" y="2590800"/>
          <p14:tracePt t="42641" x="3467100" y="2571750"/>
          <p14:tracePt t="42670" x="3333750" y="2546350"/>
          <p14:tracePt t="42692" x="3257550" y="2514600"/>
          <p14:tracePt t="42725" x="3219450" y="2495550"/>
          <p14:tracePt t="43117" x="3136900" y="2482850"/>
          <p14:tracePt t="43140" x="3041650" y="2463800"/>
          <p14:tracePt t="43169" x="2952750" y="2451100"/>
          <p14:tracePt t="43200" x="2870200" y="2432050"/>
          <p14:tracePt t="43219" x="2787650" y="2425700"/>
          <p14:tracePt t="43252" x="2660650" y="2406650"/>
          <p14:tracePt t="43300" x="2571750" y="2400300"/>
          <p14:tracePt t="43333" x="2527300" y="2400300"/>
          <p14:tracePt t="43366" x="2514600" y="2400300"/>
          <p14:tracePt t="43416" x="2508250" y="2400300"/>
          <p14:tracePt t="43449" x="2501900" y="2400300"/>
          <p14:tracePt t="43549" x="2514600" y="2400300"/>
          <p14:tracePt t="43582" x="2565400" y="2381250"/>
          <p14:tracePt t="43615" x="2647950" y="2368550"/>
          <p14:tracePt t="43648" x="2774950" y="2343150"/>
          <p14:tracePt t="43682" x="2959100" y="2330450"/>
          <p14:tracePt t="43715" x="3060700" y="2305050"/>
          <p14:tracePt t="43734" x="3098800" y="2298700"/>
          <p14:tracePt t="43765" x="3124200" y="2298700"/>
          <p14:tracePt t="43798" x="3130550" y="2298700"/>
          <p14:tracePt t="43865" x="3111500" y="2298700"/>
          <p14:tracePt t="43898" x="3098800" y="2298700"/>
          <p14:tracePt t="43932" x="3086100" y="2298700"/>
          <p14:tracePt t="43965" x="3079750" y="2298700"/>
          <p14:tracePt t="43997" x="3073400" y="2298700"/>
          <p14:tracePt t="44413" x="3060700" y="2317750"/>
          <p14:tracePt t="44446" x="3041650" y="2336800"/>
          <p14:tracePt t="44479" x="3022600" y="2362200"/>
          <p14:tracePt t="44512" x="3003550" y="2393950"/>
          <p14:tracePt t="44545" x="2997200" y="2413000"/>
          <p14:tracePt t="44583" x="2997200" y="2432050"/>
          <p14:tracePt t="44614" x="3022600" y="2444750"/>
          <p14:tracePt t="44645" x="3079750" y="2451100"/>
          <p14:tracePt t="44682" x="3130550" y="2457450"/>
          <p14:tracePt t="44714" x="3200400" y="2444750"/>
          <p14:tracePt t="44746" x="3251200" y="2425700"/>
          <p14:tracePt t="44764" x="3270250" y="2406650"/>
          <p14:tracePt t="44799" x="3282950" y="2393950"/>
          <p14:tracePt t="44830" x="3282950" y="2381250"/>
          <p14:tracePt t="44861" x="3289300" y="2368550"/>
          <p14:tracePt t="44898" x="3289300" y="2362200"/>
          <p14:tracePt t="45010" x="3295650" y="2362200"/>
          <p14:tracePt t="45210" x="3295650" y="2368550"/>
          <p14:tracePt t="45260" x="3295650" y="2374900"/>
          <p14:tracePt t="45283" x="3295650" y="2381250"/>
          <p14:tracePt t="45326" x="3302000" y="2387600"/>
          <p14:tracePt t="45396" x="3302000" y="2393950"/>
          <p14:tracePt t="45428" x="3302000" y="2400300"/>
          <p14:tracePt t="45459" x="3308350" y="2406650"/>
          <p14:tracePt t="45496" x="3321050" y="2419350"/>
          <p14:tracePt t="45527" x="3371850" y="2432050"/>
          <p14:tracePt t="45559" x="3454400" y="2444750"/>
          <p14:tracePt t="45596" x="3619500" y="2444750"/>
          <p14:tracePt t="45627" x="3727450" y="2425700"/>
          <p14:tracePt t="45659" x="3784600" y="2406650"/>
          <p14:tracePt t="45681" x="3810000" y="2400300"/>
          <p14:tracePt t="45714" x="3822700" y="2387600"/>
          <p14:tracePt t="45758" x="3829050" y="2387600"/>
          <p14:tracePt t="45781" x="3841750" y="2387600"/>
          <p14:tracePt t="45814" x="3854450" y="2374900"/>
          <p14:tracePt t="45862" x="3873500" y="2374900"/>
          <p14:tracePt t="45897" x="3873500" y="2368550"/>
          <p14:tracePt t="45945" x="3886200" y="2362200"/>
          <p14:tracePt t="46007" x="3892550" y="2349500"/>
          <p14:tracePt t="46061" x="3879850" y="2349500"/>
          <p14:tracePt t="46097" x="3873500" y="2349500"/>
          <p14:tracePt t="46439" x="3981450" y="2349500"/>
          <p14:tracePt t="46461" x="4114800" y="2349500"/>
          <p14:tracePt t="46505" x="4292600" y="2349500"/>
          <p14:tracePt t="46538" x="4476750" y="2349500"/>
          <p14:tracePt t="46561" x="4546600" y="2336800"/>
          <p14:tracePt t="46590" x="4629150" y="2317750"/>
          <p14:tracePt t="46622" x="4679950" y="2311400"/>
          <p14:tracePt t="46655" x="4756150" y="2311400"/>
          <p14:tracePt t="46688" x="4794250" y="2311400"/>
          <p14:tracePt t="46721" x="4889500" y="2336800"/>
          <p14:tracePt t="46754" x="4991100" y="2336800"/>
          <p14:tracePt t="46788" x="5175250" y="2349500"/>
          <p14:tracePt t="46821" x="5321300" y="2368550"/>
          <p14:tracePt t="46854" x="5422900" y="2374900"/>
          <p14:tracePt t="46888" x="5511800" y="2381250"/>
          <p14:tracePt t="46921" x="5562600" y="2381250"/>
          <p14:tracePt t="46954" x="5613400" y="2368550"/>
          <p14:tracePt t="46987" x="5651500" y="2362200"/>
          <p14:tracePt t="47020" x="5689600" y="2349500"/>
          <p14:tracePt t="47054" x="5727700" y="2349500"/>
          <p14:tracePt t="47087" x="5759450" y="2336800"/>
          <p14:tracePt t="47120" x="5778500" y="2330450"/>
          <p14:tracePt t="47153" x="5784850" y="2330450"/>
          <p14:tracePt t="47236" x="5772150" y="2330450"/>
          <p14:tracePt t="47286" x="5727700" y="2336800"/>
          <p14:tracePt t="47321" x="5607050" y="2343150"/>
          <p14:tracePt t="47352" x="5378450" y="2362200"/>
          <p14:tracePt t="47385" x="5073650" y="2387600"/>
          <p14:tracePt t="47419" x="4730750" y="2387600"/>
          <p14:tracePt t="47452" x="4591050" y="2374900"/>
          <p14:tracePt t="47490" x="4533900" y="2374900"/>
          <p14:tracePt t="47520" x="4521200" y="2374900"/>
          <p14:tracePt t="47568" x="4514850" y="2374900"/>
          <p14:tracePt t="47602" x="4508500" y="2374900"/>
          <p14:tracePt t="47987" x="4508500" y="2368550"/>
          <p14:tracePt t="48321" x="4222750" y="2374900"/>
          <p14:tracePt t="48351" x="3968750" y="2393950"/>
          <p14:tracePt t="48399" x="3263900" y="2451100"/>
          <p14:tracePt t="48421" x="3035300" y="2457450"/>
          <p14:tracePt t="48450" x="2755900" y="2470150"/>
          <p14:tracePt t="48467" x="2730500" y="2476500"/>
          <p14:tracePt t="48515" x="2698750" y="2476500"/>
          <p14:tracePt t="48614" x="2698750" y="2470150"/>
          <p14:tracePt t="48652" x="2698750" y="2463800"/>
          <p14:tracePt t="49113" x="2622550" y="2463800"/>
          <p14:tracePt t="49146" x="2527300" y="2463800"/>
          <p14:tracePt t="49169" x="2438400" y="2463800"/>
          <p14:tracePt t="49213" x="2165350" y="2470150"/>
          <p14:tracePt t="49246" x="1797050" y="2476500"/>
          <p14:tracePt t="49268" x="1631950" y="2476500"/>
          <p14:tracePt t="49297" x="1428750" y="2476500"/>
          <p14:tracePt t="49329" x="1282700" y="2476500"/>
          <p14:tracePt t="49362" x="1187450" y="2476500"/>
          <p14:tracePt t="49412" x="1085850" y="2476500"/>
          <p14:tracePt t="49445" x="1028700" y="2470150"/>
          <p14:tracePt t="49478" x="996950" y="2470150"/>
          <p14:tracePt t="49512" x="946150" y="2470150"/>
          <p14:tracePt t="49545" x="920750" y="2476500"/>
          <p14:tracePt t="49578" x="908050" y="2476500"/>
          <p14:tracePt t="49628" x="901700" y="2476500"/>
          <p14:tracePt t="58415" x="908050" y="2482850"/>
          <p14:tracePt t="58448" x="908050" y="2489200"/>
          <p14:tracePt t="58532" x="908050" y="2495550"/>
          <p14:tracePt t="58601" x="908050" y="2501900"/>
          <p14:tracePt t="58632" x="908050" y="2520950"/>
          <p14:tracePt t="58664" x="920750" y="2540000"/>
          <p14:tracePt t="58701" x="946150" y="2590800"/>
          <p14:tracePt t="58732" x="977900" y="2641600"/>
          <p14:tracePt t="58764" x="1009650" y="2698750"/>
          <p14:tracePt t="58800" x="1028700" y="2743200"/>
          <p14:tracePt t="58832" x="1035050" y="2774950"/>
          <p14:tracePt t="58863" x="1047750" y="2813050"/>
          <p14:tracePt t="58885" x="1060450" y="2838450"/>
          <p14:tracePt t="58919" x="1079500" y="2882900"/>
          <p14:tracePt t="58948" x="1092200" y="2914650"/>
          <p14:tracePt t="59014" x="1104900" y="2933700"/>
          <p14:tracePt t="59031" x="1117600" y="2940050"/>
          <p14:tracePt t="59627" x="1155700" y="2946400"/>
          <p14:tracePt t="59660" x="1257300" y="2959100"/>
          <p14:tracePt t="59682" x="1390650" y="2984500"/>
          <p14:tracePt t="59727" x="1631950" y="3035300"/>
          <p14:tracePt t="59760" x="1790700" y="3048000"/>
          <p14:tracePt t="59782" x="1847850" y="3067050"/>
          <p14:tracePt t="59812" x="1905000" y="3067050"/>
          <p14:tracePt t="59843" x="1930400" y="3067050"/>
          <p14:tracePt t="59876" x="1943100" y="3067050"/>
          <p14:tracePt t="59910" x="1949450" y="3060700"/>
          <p14:tracePt t="59976" x="1955800" y="3060700"/>
          <p14:tracePt t="60009" x="1962150" y="3060700"/>
          <p14:tracePt t="60042" x="1974850" y="3060700"/>
          <p14:tracePt t="60109" x="1981200" y="3060700"/>
          <p14:tracePt t="60391" x="2000250" y="3067050"/>
          <p14:tracePt t="60424" x="2012950" y="3067050"/>
          <p14:tracePt t="60458" x="2070100" y="3073400"/>
          <p14:tracePt t="60491" x="2152650" y="3079750"/>
          <p14:tracePt t="60524" x="2374900" y="3098800"/>
          <p14:tracePt t="60559" x="2641600" y="3105150"/>
          <p14:tracePt t="60591" x="2933700" y="3105150"/>
          <p14:tracePt t="60624" x="3086100" y="3092450"/>
          <p14:tracePt t="60657" x="3257550" y="3086100"/>
          <p14:tracePt t="60691" x="3359150" y="3060700"/>
          <p14:tracePt t="60723" x="3378200" y="3048000"/>
          <p14:tracePt t="60773" x="3378200" y="3022600"/>
          <p14:tracePt t="60807" x="3371850" y="2997200"/>
          <p14:tracePt t="61291" x="3409950" y="2997200"/>
          <p14:tracePt t="61323" x="3549650" y="3016250"/>
          <p14:tracePt t="61340" x="3587750" y="3016250"/>
          <p14:tracePt t="61371" x="3708400" y="3022600"/>
          <p14:tracePt t="61408" x="3892550" y="3022600"/>
          <p14:tracePt t="61439" x="3987800" y="3028950"/>
          <p14:tracePt t="61471" x="4051300" y="3028950"/>
          <p14:tracePt t="61507" x="4076700" y="3028950"/>
          <p14:tracePt t="61554" x="4083050" y="3028950"/>
          <p14:tracePt t="61607" x="4083050" y="3022600"/>
          <p14:tracePt t="61737" x="4076700" y="3022600"/>
          <p14:tracePt t="61786" x="4064000" y="3022600"/>
          <p14:tracePt t="61836" x="4057650" y="3028950"/>
          <p14:tracePt t="61886" x="4051300" y="3028950"/>
          <p14:tracePt t="62006" x="4038600" y="3028950"/>
          <p14:tracePt t="62069" x="4032250" y="3028950"/>
          <p14:tracePt t="62122" x="4019550" y="3022600"/>
          <p14:tracePt t="62534" x="4032250" y="3022600"/>
          <p14:tracePt t="62555" x="4051300" y="3022600"/>
          <p14:tracePt t="62586" x="4070350" y="3022600"/>
          <p14:tracePt t="62634" x="4089400" y="3022600"/>
          <p14:tracePt t="62638" x="4102100" y="3022600"/>
          <p14:tracePt t="62672" x="4121150" y="3022600"/>
          <p14:tracePt t="62716" x="4133850" y="3022600"/>
          <p14:tracePt t="62739" x="4152900" y="3028950"/>
          <p14:tracePt t="62755" x="4159250" y="3028950"/>
          <p14:tracePt t="62785" x="4178300" y="3028950"/>
          <p14:tracePt t="62833" x="4210050" y="3028950"/>
          <p14:tracePt t="62855" x="4216400" y="3028950"/>
          <p14:tracePt t="62932" x="4203700" y="3048000"/>
          <p14:tracePt t="62954" x="4191000" y="3048000"/>
          <p14:tracePt t="62987" x="4133850" y="3067050"/>
          <p14:tracePt t="63017" x="4038600" y="3092450"/>
          <p14:tracePt t="63049" x="3644900" y="3175000"/>
          <p14:tracePt t="63070" x="3378200" y="3232150"/>
          <p14:tracePt t="63088" x="3225800" y="3263900"/>
          <p14:tracePt t="63132" x="2692400" y="3378200"/>
          <p14:tracePt t="63165" x="2578100" y="3409950"/>
          <p14:tracePt t="63187" x="2552700" y="3422650"/>
          <p14:tracePt t="63216" x="2533650" y="3435350"/>
          <p14:tracePt t="63347" x="2527300" y="3441700"/>
          <p14:tracePt t="63414" x="2527300" y="3448050"/>
          <p14:tracePt t="63464" x="2527300" y="3454400"/>
          <p14:tracePt t="63530" x="2533650" y="3454400"/>
          <p14:tracePt t="63563" x="2533650" y="3467100"/>
          <p14:tracePt t="63597" x="2540000" y="3467100"/>
          <p14:tracePt t="63631" x="2546350" y="3473450"/>
          <p14:tracePt t="63696" x="2552700" y="3479800"/>
          <p14:tracePt t="63730" x="2565400" y="3486150"/>
          <p14:tracePt t="63779" x="2578100" y="3486150"/>
          <p14:tracePt t="63830" x="2597150" y="3492500"/>
          <p14:tracePt t="63863" x="2609850" y="3492500"/>
          <p14:tracePt t="63913" x="2622550" y="3492500"/>
          <p14:tracePt t="63945" x="2635250" y="3492500"/>
          <p14:tracePt t="63979" x="2641600" y="3492500"/>
          <p14:tracePt t="64012" x="2660650" y="3492500"/>
          <p14:tracePt t="64045" x="2673350" y="3492500"/>
          <p14:tracePt t="64078" x="2686050" y="3492500"/>
          <p14:tracePt t="64113" x="2692400" y="3492500"/>
          <p14:tracePt t="64147" x="2711450" y="3492500"/>
          <p14:tracePt t="64178" x="2743200" y="3492500"/>
          <p14:tracePt t="64212" x="2806700" y="3492500"/>
          <p14:tracePt t="64230" x="2825750" y="3486150"/>
          <p14:tracePt t="64261" x="2895600" y="3486150"/>
          <p14:tracePt t="64294" x="2927350" y="3486150"/>
          <p14:tracePt t="64328" x="2946400" y="3486150"/>
          <p14:tracePt t="64361" x="2959100" y="3479800"/>
          <p14:tracePt t="64397" x="2965450" y="3479800"/>
          <p14:tracePt t="64429" x="2984500" y="3473450"/>
          <p14:tracePt t="64477" x="2997200" y="3473450"/>
          <p14:tracePt t="64510" x="3035300" y="3460750"/>
          <p14:tracePt t="64544" x="3098800" y="3454400"/>
          <p14:tracePt t="64577" x="3149600" y="3435350"/>
          <p14:tracePt t="64614" x="3206750" y="3435350"/>
          <p14:tracePt t="64645" x="3232150" y="3435350"/>
          <p14:tracePt t="64676" x="3257550" y="3435350"/>
          <p14:tracePt t="64714" x="3302000" y="3435350"/>
          <p14:tracePt t="64745" x="3352800" y="3435350"/>
          <p14:tracePt t="64776" x="3416300" y="3454400"/>
          <p14:tracePt t="64813" x="3524250" y="3467100"/>
          <p14:tracePt t="64844" x="3613150" y="3473450"/>
          <p14:tracePt t="64876" x="3676650" y="3479800"/>
          <p14:tracePt t="64912" x="3721100" y="3486150"/>
          <p14:tracePt t="64944" x="3752850" y="3498850"/>
          <p14:tracePt t="64975" x="3771900" y="3505200"/>
          <p14:tracePt t="65012" x="3790950" y="3505200"/>
          <p14:tracePt t="65044" x="3810000" y="3511550"/>
          <p14:tracePt t="65075" x="3829050" y="3511550"/>
          <p14:tracePt t="65111" x="3879850" y="3517900"/>
          <p14:tracePt t="65143" x="3905250" y="3517900"/>
          <p14:tracePt t="65175" x="3975100" y="3524250"/>
          <p14:tracePt t="65197" x="4000500" y="3530600"/>
          <p14:tracePt t="65230" x="4044950" y="3536950"/>
          <p14:tracePt t="65260" x="4064000" y="3536950"/>
          <p14:tracePt t="65291" x="4076700" y="3536950"/>
          <p14:tracePt t="65327" x="4102100" y="3543300"/>
          <p14:tracePt t="65359" x="4114800" y="3543300"/>
          <p14:tracePt t="65391" x="4121150" y="3543300"/>
          <p14:tracePt t="65427" x="4127500" y="3543300"/>
          <p14:tracePt t="65459" x="4133850" y="3543300"/>
          <p14:tracePt t="65491" x="4146550" y="3543300"/>
          <p14:tracePt t="65540" x="4159250" y="3543300"/>
          <p14:tracePt t="65577" x="4171950" y="3543300"/>
          <p14:tracePt t="65623" x="4197350" y="3543300"/>
          <p14:tracePt t="65645" x="4216400" y="3543300"/>
          <p14:tracePt t="65675" x="4260850" y="3543300"/>
          <p14:tracePt t="65706" x="4343400" y="3543300"/>
          <p14:tracePt t="65728" x="4387850" y="3543300"/>
          <p14:tracePt t="65761" x="4476750" y="3543300"/>
          <p14:tracePt t="65778" x="4502150" y="3543300"/>
          <p14:tracePt t="65822" x="4552950" y="3543300"/>
          <p14:tracePt t="65844" x="4565650" y="3543300"/>
          <p14:tracePt t="65877" x="4578350" y="3543300"/>
          <p14:tracePt t="65923" x="4591050" y="3543300"/>
          <p14:tracePt t="66038" x="4597400" y="3543300"/>
          <p14:tracePt t="66122" x="4597400" y="3536950"/>
          <p14:tracePt t="66156" x="4591050" y="3536950"/>
          <p14:tracePt t="66786" x="4533900" y="3568700"/>
          <p14:tracePt t="66819" x="4438650" y="3625850"/>
          <p14:tracePt t="66852" x="4311650" y="3689350"/>
          <p14:tracePt t="66885" x="4171950" y="3759200"/>
          <p14:tracePt t="66919" x="4051300" y="3829050"/>
          <p14:tracePt t="66951" x="3962400" y="3867150"/>
          <p14:tracePt t="66985" x="3848100" y="3924300"/>
          <p14:tracePt t="67019" x="3740150" y="3968750"/>
          <p14:tracePt t="67052" x="3625850" y="4006850"/>
          <p14:tracePt t="67070" x="3606800" y="4013200"/>
          <p14:tracePt t="67101" x="3568700" y="4025900"/>
          <p14:tracePt t="67135" x="3543300" y="4025900"/>
          <p14:tracePt t="67184" x="3536950" y="4032250"/>
          <p14:tracePt t="67218" x="3530600" y="4032250"/>
          <p14:tracePt t="67633" x="3562350" y="4019550"/>
          <p14:tracePt t="67666" x="3714750" y="3917950"/>
          <p14:tracePt t="67699" x="3829050" y="3822700"/>
          <p14:tracePt t="67732" x="3905250" y="3740150"/>
          <p14:tracePt t="67766" x="3981450" y="3683000"/>
          <p14:tracePt t="67799" x="4038600" y="3625850"/>
          <p14:tracePt t="67832" x="4057650" y="3606800"/>
          <p14:tracePt t="67866" x="4076700" y="3587750"/>
          <p14:tracePt t="67919" x="4076700" y="3581400"/>
          <p14:tracePt t="68036" x="4076700" y="3575050"/>
          <p14:tracePt t="68081" x="4070350" y="3575050"/>
          <p14:tracePt t="68134" x="4064000" y="3575050"/>
          <p14:tracePt t="68154" x="4057650" y="3575050"/>
          <p14:tracePt t="68197" x="4051300" y="3568700"/>
          <p14:tracePt t="68234" x="4044950" y="3568700"/>
          <p14:tracePt t="68280" x="4044950" y="3562350"/>
          <p14:tracePt t="68334" x="4044950" y="3556000"/>
          <p14:tracePt t="68397" x="4051300" y="3556000"/>
          <p14:tracePt t="68433" x="4064000" y="3549650"/>
          <p14:tracePt t="68465" x="4076700" y="3549650"/>
          <p14:tracePt t="68530" x="4095750" y="3543300"/>
          <p14:tracePt t="68566" x="4114800" y="3543300"/>
          <p14:tracePt t="68598" x="4146550" y="3536950"/>
          <p14:tracePt t="68618" x="4159250" y="3530600"/>
          <p14:tracePt t="68651" x="4203700" y="3524250"/>
          <p14:tracePt t="68669" x="4229100" y="3524250"/>
          <p14:tracePt t="68729" x="4279900" y="3517900"/>
          <p14:tracePt t="68751" x="4305300" y="3517900"/>
          <p14:tracePt t="68781" x="4324350" y="3511550"/>
          <p14:tracePt t="68829" x="4343400" y="3511550"/>
          <p14:tracePt t="68847" x="4349750" y="3511550"/>
          <p14:tracePt t="68898" x="4356100" y="3511550"/>
          <p14:tracePt t="68945" x="4362450" y="3517900"/>
          <p14:tracePt t="68967" x="4368800" y="3517900"/>
          <p14:tracePt t="69000" x="4375150" y="3517900"/>
          <p14:tracePt t="69029" x="4387850" y="3517900"/>
          <p14:tracePt t="69061" x="4400550" y="3517900"/>
          <p14:tracePt t="69084" x="4406900" y="3517900"/>
          <p14:tracePt t="69127" x="4425950" y="3517900"/>
          <p14:tracePt t="69161" x="4457700" y="3517900"/>
          <p14:tracePt t="69183" x="4476750" y="3517900"/>
          <p14:tracePt t="69227" x="4540250" y="3517900"/>
          <p14:tracePt t="69261" x="4591050" y="3517900"/>
          <p14:tracePt t="69282" x="4616450" y="3517900"/>
          <p14:tracePt t="69313" x="4641850" y="3511550"/>
          <p14:tracePt t="69343" x="4654550" y="3511550"/>
          <p14:tracePt t="69393" x="4660900" y="3511550"/>
          <p14:tracePt t="69427" x="4673600" y="3511550"/>
          <p14:tracePt t="69476" x="4679950" y="3511550"/>
          <p14:tracePt t="69500" x="4686300" y="3511550"/>
          <p14:tracePt t="69560" x="4692650" y="3511550"/>
          <p14:tracePt t="69610" x="4692650" y="3498850"/>
          <p14:tracePt t="69643" x="4692650" y="3492500"/>
          <p14:tracePt t="70207" x="4660900" y="3486150"/>
          <p14:tracePt t="70242" x="4603750" y="3486150"/>
          <p14:tracePt t="70274" x="4572000" y="3486150"/>
          <p14:tracePt t="70307" x="4514850" y="3486150"/>
          <p14:tracePt t="70340" x="4470400" y="3486150"/>
          <p14:tracePt t="70359" x="4457700" y="3486150"/>
          <p14:tracePt t="70390" x="4451350" y="3492500"/>
          <p14:tracePt t="70440" x="4445000" y="3498850"/>
          <p14:tracePt t="70489" x="4445000" y="3505200"/>
          <p14:tracePt t="70527" x="4445000" y="3511550"/>
          <p14:tracePt t="70589" x="4457700" y="3511550"/>
          <p14:tracePt t="70625" x="4489450" y="3498850"/>
          <p14:tracePt t="70657" x="4527550" y="3473450"/>
          <p14:tracePt t="70689" x="4565650" y="3454400"/>
          <p14:tracePt t="70726" x="4616450" y="3365500"/>
          <p14:tracePt t="70757" x="4622800" y="3327400"/>
          <p14:tracePt t="70789" x="4622800" y="3276600"/>
          <p14:tracePt t="70807" x="4622800" y="3263900"/>
          <p14:tracePt t="70842" x="4603750" y="3238500"/>
          <p14:tracePt t="70873" x="4591050" y="3232150"/>
          <p14:tracePt t="70905" x="4584700" y="3225800"/>
          <p14:tracePt t="70941" x="4572000" y="3219450"/>
          <p14:tracePt t="70974" x="4559300" y="3219450"/>
          <p14:tracePt t="71005" x="4552950" y="3219450"/>
          <p14:tracePt t="71042" x="4514850" y="3219450"/>
          <p14:tracePt t="71073" x="4464050" y="3219450"/>
          <p14:tracePt t="71105" x="4394200" y="3232150"/>
          <p14:tracePt t="71128" x="4356100" y="3238500"/>
          <p14:tracePt t="71156" x="4311650" y="3270250"/>
          <p14:tracePt t="71188" x="4279900" y="3289300"/>
          <p14:tracePt t="71211" x="4260850" y="3302000"/>
          <p14:tracePt t="71243" x="4254500" y="3314700"/>
          <p14:tracePt t="71272" x="4248150" y="3333750"/>
          <p14:tracePt t="71304" x="4235450" y="3346450"/>
          <p14:tracePt t="71341" x="4229100" y="3359150"/>
          <p14:tracePt t="71403" x="4222750" y="3365500"/>
          <p14:tracePt t="71441" x="4216400" y="3378200"/>
          <p14:tracePt t="71491" x="4216400" y="3384550"/>
          <p14:tracePt t="71510" x="4216400" y="3390900"/>
          <p14:tracePt t="71541" x="4210050" y="3403600"/>
          <p14:tracePt t="71574" x="4203700" y="3403600"/>
          <p14:tracePt t="72318" x="4146550" y="3365500"/>
          <p14:tracePt t="72350" x="4019550" y="3257550"/>
          <p14:tracePt t="72368" x="3937000" y="3206750"/>
          <p14:tracePt t="72400" x="3441700" y="2895600"/>
          <p14:tracePt t="72433" x="2921000" y="2533650"/>
          <p14:tracePt t="72466" x="2228850" y="2101850"/>
          <p14:tracePt t="72499" x="1758950" y="1860550"/>
          <p14:tracePt t="72533" x="1422400" y="1663700"/>
          <p14:tracePt t="72566" x="1327150" y="1581150"/>
          <p14:tracePt t="72599" x="1244600" y="1517650"/>
          <p14:tracePt t="72633" x="1231900" y="1492250"/>
          <p14:tracePt t="72666" x="1225550" y="1479550"/>
          <p14:tracePt t="72698" x="1219200" y="1479550"/>
          <p14:tracePt t="72732" x="1219200" y="1473200"/>
          <p14:tracePt t="72781" x="1225550" y="1473200"/>
          <p14:tracePt t="72815" x="1250950" y="1485900"/>
          <p14:tracePt t="72848" x="1270000" y="1498600"/>
          <p14:tracePt t="72881" x="1301750" y="1511300"/>
          <p14:tracePt t="72914" x="1333500" y="1517650"/>
          <p14:tracePt t="72948" x="1371600" y="1517650"/>
          <p14:tracePt t="72981" x="1416050" y="1517650"/>
          <p14:tracePt t="73014" x="1473200" y="1517650"/>
          <p14:tracePt t="73047" x="1530350" y="1517650"/>
          <p14:tracePt t="73097" x="1536700" y="1517650"/>
          <p14:tracePt t="73347" x="1549400" y="1517650"/>
          <p14:tracePt t="73380" x="1562100" y="1517650"/>
          <p14:tracePt t="73413" x="1568450" y="1517650"/>
          <p14:tracePt t="73432" x="1581150" y="1517650"/>
          <p14:tracePt t="73462" x="1619250" y="1524000"/>
          <p14:tracePt t="73496" x="1727200" y="1524000"/>
          <p14:tracePt t="73533" x="1841500" y="1530350"/>
          <p14:tracePt t="73564" x="2012950" y="1536700"/>
          <p14:tracePt t="73596" x="2222500" y="1568450"/>
          <p14:tracePt t="73633" x="2451100" y="1574800"/>
          <p14:tracePt t="73645" x="2508250" y="1574800"/>
          <p14:tracePt t="73679" x="2705100" y="1606550"/>
          <p14:tracePt t="73712" x="2794000" y="1612900"/>
          <p14:tracePt t="73749" x="2882900" y="1606550"/>
          <p14:tracePt t="73780" x="2927350" y="1600200"/>
          <p14:tracePt t="73811" x="2965450" y="1593850"/>
          <p14:tracePt t="73849" x="3003550" y="1587500"/>
          <p14:tracePt t="73880" x="3009900" y="1581150"/>
          <p14:tracePt t="73911" x="3016250" y="1581150"/>
          <p14:tracePt t="73934" x="3022600" y="1581150"/>
          <p14:tracePt t="73995" x="3035300" y="1581150"/>
          <p14:tracePt t="74031" x="3048000" y="1593850"/>
          <p14:tracePt t="74062" x="3060700" y="1600200"/>
          <p14:tracePt t="74094" x="3073400" y="1606550"/>
          <p14:tracePt t="74116" x="3098800" y="1612900"/>
          <p14:tracePt t="74149" x="3219450" y="1638300"/>
          <p14:tracePt t="74179" x="3302000" y="1644650"/>
          <p14:tracePt t="74210" x="3492500" y="1670050"/>
          <p14:tracePt t="74247" x="3587750" y="1682750"/>
          <p14:tracePt t="74279" x="3663950" y="1689100"/>
          <p14:tracePt t="74311" x="3683000" y="1689100"/>
          <p14:tracePt t="74348" x="3695700" y="1695450"/>
          <p14:tracePt t="74378" x="3708400" y="1727200"/>
          <p14:tracePt t="74410" x="3746500" y="1790700"/>
          <p14:tracePt t="74432" x="3790950" y="1892300"/>
          <p14:tracePt t="74465" x="3879850" y="2139950"/>
          <p14:tracePt t="74494" x="3962400" y="2362200"/>
          <p14:tracePt t="74542" x="4184650" y="2914650"/>
          <p14:tracePt t="74565" x="4248150" y="3060700"/>
          <p14:tracePt t="74594" x="4292600" y="3155950"/>
          <p14:tracePt t="74625" x="4305300" y="3187700"/>
          <p14:tracePt t="74648" x="4318000" y="3200400"/>
          <p14:tracePt t="74681" x="4330700" y="3206750"/>
          <p14:tracePt t="74742" x="4356100" y="3219450"/>
          <p14:tracePt t="74764" x="4381500" y="3225800"/>
          <p14:tracePt t="74781" x="4406900" y="3225800"/>
          <p14:tracePt t="74814" x="4451350" y="3238500"/>
          <p14:tracePt t="74858" x="4514850" y="3251200"/>
          <p14:tracePt t="74880" x="4552950" y="3263900"/>
          <p14:tracePt t="74913" x="4584700" y="3270250"/>
          <p14:tracePt t="74990" x="4578350" y="3270250"/>
          <p14:tracePt t="75057" x="4552950" y="3270250"/>
          <p14:tracePt t="75090" x="4546600" y="3270250"/>
          <p14:tracePt t="75113" x="4521200" y="3276600"/>
          <p14:tracePt t="75142" x="4451350" y="3295650"/>
          <p14:tracePt t="75173" x="4298950" y="3340100"/>
          <p14:tracePt t="75196" x="4197350" y="3371850"/>
          <p14:tracePt t="75240" x="3987800" y="3422650"/>
          <p14:tracePt t="75273" x="3911600" y="3448050"/>
          <p14:tracePt t="75292" x="3886200" y="3454400"/>
          <p14:tracePt t="75324" x="3854450" y="3467100"/>
          <p14:tracePt t="75788" x="3949700" y="3473450"/>
          <p14:tracePt t="75821" x="4146550" y="3479800"/>
          <p14:tracePt t="75854" x="4267200" y="3498850"/>
          <p14:tracePt t="75888" x="4425950" y="3517900"/>
          <p14:tracePt t="75906" x="4451350" y="3524250"/>
          <p14:tracePt t="75938" x="4521200" y="3530600"/>
          <p14:tracePt t="75970" x="4540250" y="3530600"/>
          <p14:tracePt t="76004" x="4552950" y="3530600"/>
          <p14:tracePt t="76054" x="4552950" y="3524250"/>
          <p14:tracePt t="76103" x="4552950" y="3517900"/>
          <p14:tracePt t="76137" x="4552950" y="3511550"/>
          <p14:tracePt t="76170" x="4552950" y="3498850"/>
          <p14:tracePt t="76220" x="4546600" y="3492500"/>
          <p14:tracePt t="76253" x="4527550" y="3492500"/>
          <p14:tracePt t="76286" x="4527550" y="3486150"/>
          <p14:tracePt t="76321" x="4514850" y="3486150"/>
          <p14:tracePt t="76353" x="4502150" y="3479800"/>
          <p14:tracePt t="76386" x="4489450" y="3479800"/>
          <p14:tracePt t="76419" x="4470400" y="3473450"/>
          <p14:tracePt t="76453" x="4406900" y="3467100"/>
          <p14:tracePt t="76486" x="4324350" y="3460750"/>
          <p14:tracePt t="76519" x="4203700" y="3454400"/>
          <p14:tracePt t="76552" x="4152900" y="3454400"/>
          <p14:tracePt t="76586" x="4076700" y="3473450"/>
          <p14:tracePt t="76618" x="4044950" y="3479800"/>
          <p14:tracePt t="76652" x="4038600" y="3479800"/>
          <p14:tracePt t="76685" x="4025900" y="3486150"/>
          <p14:tracePt t="76738" x="4013200" y="3486150"/>
          <p14:tracePt t="76770" x="4000500" y="3486150"/>
          <p14:tracePt t="77117" x="4102100" y="3492500"/>
          <p14:tracePt t="77154" x="4248150" y="3511550"/>
          <p14:tracePt t="77185" x="4330700" y="3524250"/>
          <p14:tracePt t="77201" x="4362450" y="3530600"/>
          <p14:tracePt t="77237" x="4406900" y="3530600"/>
          <p14:tracePt t="77268" x="4445000" y="3530600"/>
          <p14:tracePt t="77299" x="4464050" y="3530600"/>
          <p14:tracePt t="77322" x="4470400" y="3530600"/>
          <p14:tracePt t="77370" x="4476750" y="3524250"/>
          <p14:tracePt t="77401" x="4476750" y="3511550"/>
          <p14:tracePt t="77449" x="4470400" y="3505200"/>
          <p14:tracePt t="77471" x="4464050" y="3498850"/>
          <p14:tracePt t="77501" x="4457700" y="3486150"/>
          <p14:tracePt t="77523" x="4445000" y="3479800"/>
          <p14:tracePt t="77554" x="4425950" y="3467100"/>
          <p14:tracePt t="77588" x="4394200" y="3422650"/>
          <p14:tracePt t="77617" x="4337050" y="3371850"/>
          <p14:tracePt t="77665" x="4229100" y="3295650"/>
          <p14:tracePt t="77702" x="4171950" y="3276600"/>
          <p14:tracePt t="77733" x="4083050" y="3251200"/>
          <p14:tracePt t="77754" x="4032250" y="3251200"/>
          <p14:tracePt t="77787" x="3981450" y="3244850"/>
          <p14:tracePt t="77805" x="3930650" y="3244850"/>
          <p14:tracePt t="77864" x="3835400" y="3270250"/>
          <p14:tracePt t="77887" x="3803650" y="3282950"/>
          <p14:tracePt t="77903" x="3797300" y="3289300"/>
          <p14:tracePt t="77947" x="3778250" y="3295650"/>
          <p14:tracePt t="78001" x="3771900" y="3302000"/>
          <p14:tracePt t="78113" x="3771900" y="3295650"/>
          <p14:tracePt t="79176" x="3740150" y="3308350"/>
          <p14:tracePt t="79209" x="3695700" y="3346450"/>
          <p14:tracePt t="79243" x="3619500" y="3378200"/>
          <p14:tracePt t="79276" x="3536950" y="3429000"/>
          <p14:tracePt t="79294" x="3498850" y="3448050"/>
          <p14:tracePt t="79326" x="3448050" y="3479800"/>
          <p14:tracePt t="79376" x="3441700" y="3498850"/>
          <p14:tracePt t="79425" x="3429000" y="3505200"/>
          <p14:tracePt t="79475" x="3429000" y="3517900"/>
          <p14:tracePt t="79525" x="3422650" y="3530600"/>
          <p14:tracePt t="79558" x="3416300" y="3543300"/>
          <p14:tracePt t="79624" x="3416300" y="3549650"/>
          <p14:tracePt t="79658" x="3409950" y="3562350"/>
          <p14:tracePt t="79708" x="3409950" y="3575050"/>
          <p14:tracePt t="79774" x="3409950" y="3581400"/>
          <p14:tracePt t="79807" x="3403600" y="3587750"/>
          <p14:tracePt t="79841" x="3403600" y="3594100"/>
          <p14:tracePt t="79928" x="3403600" y="3600450"/>
          <p14:tracePt t="79990" x="3390900" y="3600450"/>
          <p14:tracePt t="80023" x="3378200" y="3600450"/>
          <p14:tracePt t="80057" x="3365500" y="3606800"/>
          <p14:tracePt t="80090" x="3295650" y="3632200"/>
          <p14:tracePt t="80108" x="3263900" y="3644900"/>
          <p14:tracePt t="80144" x="3016250" y="3752850"/>
          <p14:tracePt t="80175" x="2800350" y="3860800"/>
          <p14:tracePt t="80206" x="2597150" y="3949700"/>
          <p14:tracePt t="80228" x="2482850" y="3981450"/>
          <p14:tracePt t="80258" x="2349500" y="4025900"/>
          <p14:tracePt t="80290" x="2260600" y="4057650"/>
          <p14:tracePt t="80322" x="2235200" y="4057650"/>
          <p14:tracePt t="80346" x="2235200" y="4064000"/>
          <p14:tracePt t="80374" x="2228850" y="4064000"/>
          <p14:tracePt t="80405" x="2222500" y="4064000"/>
          <p14:tracePt t="80621" x="2286000" y="4064000"/>
          <p14:tracePt t="80660" x="2755900" y="4057650"/>
          <p14:tracePt t="80689" x="3009900" y="4064000"/>
          <p14:tracePt t="80721" x="3327400" y="4083050"/>
          <p14:tracePt t="80744" x="3549650" y="4095750"/>
          <p14:tracePt t="80776" x="3683000" y="4108450"/>
          <p14:tracePt t="80806" x="3740150" y="4108450"/>
          <p14:tracePt t="80854" x="3790950" y="4108450"/>
          <p14:tracePt t="80873" x="3816350" y="4108450"/>
          <p14:tracePt t="80907" x="3854450" y="4095750"/>
          <p14:tracePt t="80938" x="3892550" y="4083050"/>
          <p14:tracePt t="80959" x="3930650" y="4064000"/>
          <p14:tracePt t="80992" x="4013200" y="4044950"/>
          <p14:tracePt t="81022" x="4057650" y="4025900"/>
          <p14:tracePt t="81070" x="4152900" y="4013200"/>
          <p14:tracePt t="81092" x="4184650" y="4013200"/>
          <p14:tracePt t="81125" x="4235450" y="4013200"/>
          <p14:tracePt t="81169" x="4273550" y="4013200"/>
          <p14:tracePt t="81192" x="4305300" y="4013200"/>
          <p14:tracePt t="81236" x="4343400" y="4013200"/>
          <p14:tracePt t="81269" x="4375150" y="4013200"/>
          <p14:tracePt t="81287" x="4381500" y="4019550"/>
          <p14:tracePt t="81308" x="4387850" y="4019550"/>
          <p14:tracePt t="81352" x="4419600" y="4019550"/>
          <p14:tracePt t="81371" x="4425950" y="4025900"/>
          <p14:tracePt t="81403" x="4464050" y="4032250"/>
          <p14:tracePt t="81435" x="4508500" y="4032250"/>
          <p14:tracePt t="81468" x="4578350" y="4044950"/>
          <p14:tracePt t="81502" x="4654550" y="4051300"/>
          <p14:tracePt t="81524" x="4667250" y="4051300"/>
          <p14:tracePt t="81568" x="4692650" y="4057650"/>
          <p14:tracePt t="81601" x="4699000" y="4057650"/>
          <p14:tracePt t="81900" x="4705350" y="4057650"/>
          <p14:tracePt t="81933" x="4724400" y="4057650"/>
          <p14:tracePt t="81967" x="4737100" y="4051300"/>
          <p14:tracePt t="82000" x="4749800" y="4051300"/>
          <p14:tracePt t="82033" x="4768850" y="4044950"/>
          <p14:tracePt t="82066" x="4806950" y="4044950"/>
          <p14:tracePt t="82099" x="4857750" y="4038600"/>
          <p14:tracePt t="82133" x="4902200" y="4032250"/>
          <p14:tracePt t="82166" x="4914900" y="4032250"/>
          <p14:tracePt t="82199" x="4927600" y="4032250"/>
          <p14:tracePt t="82332" x="4921250" y="4032250"/>
          <p14:tracePt t="83013" x="4876800" y="4032250"/>
          <p14:tracePt t="83051" x="4819650" y="4025900"/>
          <p14:tracePt t="83082" x="4781550" y="4025900"/>
          <p14:tracePt t="83113" x="4762500" y="4025900"/>
          <p14:tracePt t="83150" x="4743450" y="4025900"/>
          <p14:tracePt t="83196" x="4737100" y="4025900"/>
          <p14:tracePt t="83363" x="4743450" y="4025900"/>
          <p14:tracePt t="83397" x="4756150" y="4025900"/>
          <p14:tracePt t="83432" x="4775200" y="4025900"/>
          <p14:tracePt t="83463" x="4819650" y="4032250"/>
          <p14:tracePt t="83495" x="4946650" y="4044950"/>
          <p14:tracePt t="83528" x="5035550" y="4044950"/>
          <p14:tracePt t="83565" x="5232400" y="4051300"/>
          <p14:tracePt t="83611" x="5321300" y="4051300"/>
          <p14:tracePt t="83648" x="5359400" y="4051300"/>
          <p14:tracePt t="83679" x="5384800" y="4051300"/>
          <p14:tracePt t="83764" x="5378450" y="4051300"/>
          <p14:tracePt t="83796" x="5365750" y="4038600"/>
          <p14:tracePt t="84358" x="5372100" y="4038600"/>
          <p14:tracePt t="84474" x="5378450" y="4038600"/>
          <p14:tracePt t="84497" x="5384800" y="4038600"/>
          <p14:tracePt t="84611" x="5391150" y="4038600"/>
          <p14:tracePt t="84757" x="5397500" y="4038600"/>
          <p14:tracePt t="84807" x="5403850" y="4038600"/>
          <p14:tracePt t="84829" x="5410200" y="4038600"/>
          <p14:tracePt t="84859" x="5422900" y="4038600"/>
          <p14:tracePt t="84939" x="5435600" y="4038600"/>
          <p14:tracePt t="84973" x="5448300" y="4038600"/>
          <p14:tracePt t="85006" x="5461000" y="4044950"/>
          <p14:tracePt t="85039" x="5467350" y="4044950"/>
          <p14:tracePt t="85072" x="5492750" y="4044950"/>
          <p14:tracePt t="85106" x="5530850" y="4051300"/>
          <p14:tracePt t="85128" x="5588000" y="4057650"/>
          <p14:tracePt t="85173" x="5765800" y="4076700"/>
          <p14:tracePt t="85205" x="5962650" y="4114800"/>
          <p14:tracePt t="85239" x="6261100" y="4159250"/>
          <p14:tracePt t="85272" x="6470650" y="4191000"/>
          <p14:tracePt t="85305" x="6629400" y="4216400"/>
          <p14:tracePt t="85338" x="6699250" y="4222750"/>
          <p14:tracePt t="85371" x="6743700" y="4229100"/>
          <p14:tracePt t="85405" x="6762750" y="4229100"/>
          <p14:tracePt t="85439" x="6769100" y="4229100"/>
          <p14:tracePt t="85471" x="6775450" y="4216400"/>
          <p14:tracePt t="85504" x="6788150" y="4210050"/>
          <p14:tracePt t="85538" x="6800850" y="4210050"/>
          <p14:tracePt t="85556" x="6807200" y="4203700"/>
          <p14:tracePt t="85588" x="6851650" y="4191000"/>
          <p14:tracePt t="85620" x="6902450" y="4178300"/>
          <p14:tracePt t="85654" x="7048500" y="4159250"/>
          <p14:tracePt t="85687" x="7194550" y="4159250"/>
          <p14:tracePt t="85721" x="7391400" y="4171950"/>
          <p14:tracePt t="85739" x="7429500" y="4171950"/>
          <p14:tracePt t="85770" x="7581900" y="4178300"/>
          <p14:tracePt t="85803" x="7651750" y="4178300"/>
          <p14:tracePt t="85837" x="7689850" y="4165600"/>
          <p14:tracePt t="85870" x="7702550" y="4159250"/>
          <p14:tracePt t="85920" x="7702550" y="4152900"/>
          <p14:tracePt t="86538" x="7581900" y="4127500"/>
          <p14:tracePt t="86569" x="7366000" y="4038600"/>
          <p14:tracePt t="86601" x="7169150" y="3987800"/>
          <p14:tracePt t="86634" x="6832600" y="3956050"/>
          <p14:tracePt t="86671" x="6578600" y="3962400"/>
          <p14:tracePt t="86703" x="6337300" y="3994150"/>
          <p14:tracePt t="86734" x="6210300" y="4000500"/>
          <p14:tracePt t="86756" x="6038850" y="4019550"/>
          <p14:tracePt t="86785" x="5892800" y="4038600"/>
          <p14:tracePt t="86817" x="5803900" y="4044950"/>
          <p14:tracePt t="86854" x="5727700" y="4044950"/>
          <p14:tracePt t="86885" x="5638800" y="4044950"/>
          <p14:tracePt t="86916" x="5568950" y="4032250"/>
          <p14:tracePt t="86966" x="5480050" y="4044950"/>
          <p14:tracePt t="87003" x="5435600" y="4051300"/>
          <p14:tracePt t="87039" x="5422900" y="4051300"/>
          <p14:tracePt t="87071" x="5416550" y="4051300"/>
          <p14:tracePt t="87105" x="5403850" y="4057650"/>
          <p14:tracePt t="87134" x="5397500" y="4057650"/>
          <p14:tracePt t="87186" x="5384800" y="4057650"/>
          <p14:tracePt t="87217" x="5372100" y="4057650"/>
          <p14:tracePt t="87248" x="5359400" y="4057650"/>
          <p14:tracePt t="87271" x="5334000" y="4057650"/>
          <p14:tracePt t="87304" x="5232400" y="4057650"/>
          <p14:tracePt t="87333" x="5130800" y="4057650"/>
          <p14:tracePt t="87381" x="5016500" y="4044950"/>
          <p14:tracePt t="87404" x="4984750" y="4038600"/>
          <p14:tracePt t="87437" x="4940300" y="4025900"/>
          <p14:tracePt t="87467" x="4889500" y="4019550"/>
          <p14:tracePt t="87503" x="4768850" y="3994150"/>
          <p14:tracePt t="87536" x="4451350" y="3924300"/>
          <p14:tracePt t="87566" x="4248150" y="3892550"/>
          <p14:tracePt t="87597" x="4025900" y="3886200"/>
          <p14:tracePt t="87620" x="3898900" y="3886200"/>
          <p14:tracePt t="87664" x="3702050" y="3917950"/>
          <p14:tracePt t="87697" x="3587750" y="3917950"/>
          <p14:tracePt t="87719" x="3505200" y="3917950"/>
          <p14:tracePt t="87748" x="3448050" y="3892550"/>
          <p14:tracePt t="88262" x="3556000" y="3911600"/>
          <p14:tracePt t="88295" x="3810000" y="3968750"/>
          <p14:tracePt t="88328" x="4057650" y="4019550"/>
          <p14:tracePt t="88346" x="4159250" y="4032250"/>
          <p14:tracePt t="88378" x="4502150" y="4057650"/>
          <p14:tracePt t="88411" x="4635500" y="4057650"/>
          <p14:tracePt t="88444" x="4667250" y="4057650"/>
          <p14:tracePt t="88477" x="4673600" y="4057650"/>
          <p14:tracePt t="88543" x="4667250" y="4057650"/>
          <p14:tracePt t="88577" x="4660900" y="4051300"/>
          <p14:tracePt t="88610" x="4654550" y="4051300"/>
          <p14:tracePt t="88660" x="4648200" y="4044950"/>
          <p14:tracePt t="88710" x="4635500" y="4038600"/>
          <p14:tracePt t="89258" x="4540250" y="4013200"/>
          <p14:tracePt t="89291" x="4381500" y="3962400"/>
          <p14:tracePt t="89324" x="4292600" y="3937000"/>
          <p14:tracePt t="89358" x="4229100" y="3917950"/>
          <p14:tracePt t="89391" x="4165600" y="3911600"/>
          <p14:tracePt t="89424" x="4114800" y="3905250"/>
          <p14:tracePt t="89458" x="4057650" y="3898900"/>
          <p14:tracePt t="89491" x="4025900" y="3898900"/>
          <p14:tracePt t="89510" x="3975100" y="3898900"/>
          <p14:tracePt t="89542" x="3924300" y="3898900"/>
          <p14:tracePt t="89574" x="3860800" y="3911600"/>
          <p14:tracePt t="89607" x="3822700" y="3911600"/>
          <p14:tracePt t="89640" x="3803650" y="3911600"/>
          <p14:tracePt t="90753" x="3981450" y="3956050"/>
          <p14:tracePt t="90775" x="4127500" y="3981450"/>
          <p14:tracePt t="90808" x="4362450" y="4013200"/>
          <p14:tracePt t="90838" x="4559300" y="4044950"/>
          <p14:tracePt t="90886" x="4768850" y="4051300"/>
          <p14:tracePt t="90908" x="4813300" y="4057650"/>
          <p14:tracePt t="90942" x="4876800" y="4064000"/>
          <p14:tracePt t="90985" x="4959350" y="4083050"/>
          <p14:tracePt t="91008" x="5010150" y="4083050"/>
          <p14:tracePt t="91041" x="5143500" y="4083050"/>
          <p14:tracePt t="91071" x="5251450" y="4102100"/>
          <p14:tracePt t="91102" x="5422900" y="4121150"/>
          <p14:tracePt t="91124" x="5575300" y="4121150"/>
          <p14:tracePt t="91154" x="5664200" y="4102100"/>
          <p14:tracePt t="91185" x="5721350" y="4083050"/>
          <p14:tracePt t="91208" x="5746750" y="4070350"/>
          <p14:tracePt t="91240" x="5784850" y="4057650"/>
          <p14:tracePt t="91284" x="5835650" y="4044950"/>
          <p14:tracePt t="91303" x="5842000" y="4038600"/>
          <p14:tracePt t="91323" x="5861050" y="4038600"/>
          <p14:tracePt t="91367" x="5911850" y="4032250"/>
          <p14:tracePt t="91401" x="5975350" y="4025900"/>
          <p14:tracePt t="91434" x="6051550" y="4025900"/>
          <p14:tracePt t="91467" x="6102350" y="4025900"/>
          <p14:tracePt t="91485" x="6115050" y="4025900"/>
          <p14:tracePt t="91517" x="6146800" y="4032250"/>
          <p14:tracePt t="91550" x="6172200" y="4032250"/>
          <p14:tracePt t="91569" x="6178550" y="4032250"/>
          <p14:tracePt t="91602" x="6203950" y="4032250"/>
          <p14:tracePt t="91633" x="6216650" y="4032250"/>
          <p14:tracePt t="91666" x="6267450" y="4032250"/>
          <p14:tracePt t="91700" x="6330950" y="4025900"/>
          <p14:tracePt t="91733" x="6394450" y="4019550"/>
          <p14:tracePt t="91766" x="6438900" y="4019550"/>
          <p14:tracePt t="91799" x="6451600" y="4019550"/>
          <p14:tracePt t="91849" x="6457950" y="4013200"/>
          <p14:tracePt t="92530" x="6280150" y="3956050"/>
          <p14:tracePt t="92564" x="5816600" y="3771900"/>
          <p14:tracePt t="92598" x="5156200" y="3505200"/>
          <p14:tracePt t="92629" x="4705350" y="3365500"/>
          <p14:tracePt t="92663" x="4318000" y="3232150"/>
          <p14:tracePt t="92696" x="3835400" y="3079750"/>
          <p14:tracePt t="92729" x="3511550" y="2965450"/>
          <p14:tracePt t="92762" x="3213100" y="2882900"/>
          <p14:tracePt t="92796" x="2984500" y="2806700"/>
          <p14:tracePt t="92829" x="2705100" y="2717800"/>
          <p14:tracePt t="92866" x="2457450" y="2628900"/>
          <p14:tracePt t="92897" x="2349500" y="2584450"/>
          <p14:tracePt t="92930" x="2012950" y="2476500"/>
          <p14:tracePt t="92966" x="1765300" y="2393950"/>
          <p14:tracePt t="92997" x="1606550" y="2324100"/>
          <p14:tracePt t="93028" x="1549400" y="2317750"/>
          <p14:tracePt t="93066" x="1511300" y="2311400"/>
          <p14:tracePt t="93097" x="1492250" y="2311400"/>
          <p14:tracePt t="93128" x="1479550" y="2311400"/>
          <p14:tracePt t="93150" x="1466850" y="2311400"/>
          <p14:tracePt t="93180" x="1447800" y="2311400"/>
          <p14:tracePt t="93211" x="1435100" y="2311400"/>
          <p14:tracePt t="93245" x="1422400" y="2317750"/>
          <p14:tracePt t="93278" x="1390650" y="2336800"/>
          <p14:tracePt t="93311" x="1365250" y="2343150"/>
          <p14:tracePt t="93344" x="1333500" y="2349500"/>
          <p14:tracePt t="93381" x="1289050" y="2362200"/>
          <p14:tracePt t="93413" x="1257300" y="2362200"/>
          <p14:tracePt t="93447" x="1225550" y="2362200"/>
          <p14:tracePt t="93479" x="1212850" y="2362200"/>
          <p14:tracePt t="93576" x="1206500" y="2362200"/>
          <p14:tracePt t="93680" x="1200150" y="2362200"/>
          <p14:tracePt t="93763" x="1200150" y="2355850"/>
          <p14:tracePt t="93794" x="1206500" y="2355850"/>
          <p14:tracePt t="93879" x="1219200" y="2355850"/>
          <p14:tracePt t="93911" x="1225550" y="2355850"/>
          <p14:tracePt t="93979" x="1231900" y="2355850"/>
          <p14:tracePt t="94029" x="1238250" y="2355850"/>
          <p14:tracePt t="94091" x="1250950" y="2355850"/>
          <p14:tracePt t="94128" x="1257300" y="2355850"/>
          <p14:tracePt t="94159" x="1263650" y="2355850"/>
          <p14:tracePt t="94207" x="1276350" y="2355850"/>
          <p14:tracePt t="94291" x="1295400" y="2355850"/>
          <p14:tracePt t="94314" x="1308100" y="2355850"/>
          <p14:tracePt t="94346" x="1320800" y="2355850"/>
          <p14:tracePt t="94375" x="1365250" y="2355850"/>
          <p14:tracePt t="94407" x="1485900" y="2355850"/>
          <p14:tracePt t="94444" x="1600200" y="2349500"/>
          <p14:tracePt t="94490" x="1771650" y="2349500"/>
          <p14:tracePt t="94513" x="1917700" y="2349500"/>
          <p14:tracePt t="94546" x="2082800" y="2349500"/>
          <p14:tracePt t="94590" x="2324100" y="2374900"/>
          <p14:tracePt t="94612" x="2374900" y="2393950"/>
          <p14:tracePt t="94647" x="2444750" y="2393950"/>
          <p14:tracePt t="94674" x="2489200" y="2393950"/>
          <p14:tracePt t="94706" x="2527300" y="2393950"/>
          <p14:tracePt t="94728" x="2540000" y="2393950"/>
          <p14:tracePt t="94772" x="2559050" y="2393950"/>
          <p14:tracePt t="94805" x="2571750" y="2393950"/>
          <p14:tracePt t="94872" x="2590800" y="2387600"/>
          <p14:tracePt t="94922" x="2609850" y="2387600"/>
          <p14:tracePt t="94971" x="2654300" y="2387600"/>
          <p14:tracePt t="95005" x="2724150" y="2387600"/>
          <p14:tracePt t="95038" x="2813050" y="2393950"/>
          <p14:tracePt t="95071" x="2927350" y="2400300"/>
          <p14:tracePt t="95091" x="2997200" y="2413000"/>
          <p14:tracePt t="95121" x="3105150" y="2413000"/>
          <p14:tracePt t="95154" x="3225800" y="2413000"/>
          <p14:tracePt t="95187" x="3308350" y="2413000"/>
          <p14:tracePt t="95221" x="3397250" y="2425700"/>
          <p14:tracePt t="95239" x="3416300" y="2432050"/>
          <p14:tracePt t="95271" x="3479800" y="2432050"/>
          <p14:tracePt t="95304" x="3498850" y="2438400"/>
          <p14:tracePt t="95337" x="3511550" y="2438400"/>
          <p14:tracePt t="95371" x="3517900" y="2438400"/>
          <p14:tracePt t="96271" x="3517900" y="2425700"/>
          <p14:tracePt t="96300" x="3511550" y="2419350"/>
          <p14:tracePt t="96333" x="3498850" y="2419350"/>
          <p14:tracePt t="96371" x="3473450" y="2413000"/>
          <p14:tracePt t="96402" x="3435350" y="2406650"/>
          <p14:tracePt t="96433" x="3384550" y="2400300"/>
          <p14:tracePt t="96470" x="3225800" y="2393950"/>
          <p14:tracePt t="96501" x="3067050" y="2381250"/>
          <p14:tracePt t="96533" x="2832100" y="2362200"/>
          <p14:tracePt t="96570" x="2698750" y="2355850"/>
          <p14:tracePt t="96601" x="2641600" y="2355850"/>
          <p14:tracePt t="96633" x="2616200" y="2355850"/>
          <p14:tracePt t="96670" x="2609850" y="2355850"/>
          <p14:tracePt t="96902" x="2686050" y="2355850"/>
          <p14:tracePt t="96934" x="2857500" y="2355850"/>
          <p14:tracePt t="96969" x="3136900" y="2362200"/>
          <p14:tracePt t="97000" x="3340100" y="2374900"/>
          <p14:tracePt t="97031" x="3619500" y="2393950"/>
          <p14:tracePt t="97054" x="3714750" y="2406650"/>
          <p14:tracePt t="97087" x="3771900" y="2406650"/>
          <p14:tracePt t="97104" x="3784600" y="2406650"/>
          <p14:tracePt t="97247" x="3778250" y="2400300"/>
          <p14:tracePt t="97679" x="3994150" y="2336800"/>
          <p14:tracePt t="97701" x="4044950" y="2311400"/>
          <p14:tracePt t="97735" x="4095750" y="2286000"/>
          <p14:tracePt t="97764" x="4108450" y="2279650"/>
          <p14:tracePt t="97795" x="4108450" y="2273300"/>
          <p14:tracePt t="97818" x="4108450" y="2266950"/>
          <p14:tracePt t="98044" x="4197350" y="2247900"/>
          <p14:tracePt t="98078" x="4489450" y="2190750"/>
          <p14:tracePt t="98096" x="4578350" y="2178050"/>
          <p14:tracePt t="98127" x="5022850" y="2133600"/>
          <p14:tracePt t="98160" x="5251450" y="2139950"/>
          <p14:tracePt t="98180" x="5480050" y="2159000"/>
          <p14:tracePt t="98213" x="5803900" y="2203450"/>
          <p14:tracePt t="98243" x="5930900" y="2228850"/>
          <p14:tracePt t="98277" x="5981700" y="2241550"/>
          <p14:tracePt t="98310" x="5994400" y="2247900"/>
          <p14:tracePt t="98360" x="6000750" y="2247900"/>
          <p14:tracePt t="98393" x="6000750" y="2254250"/>
          <p14:tracePt t="98443" x="6007100" y="2260600"/>
          <p14:tracePt t="98493" x="6013450" y="2266950"/>
          <p14:tracePt t="98543" x="6026150" y="2273300"/>
          <p14:tracePt t="98593" x="6057900" y="2279650"/>
          <p14:tracePt t="98626" x="6127750" y="2292350"/>
          <p14:tracePt t="98659" x="6261100" y="2330450"/>
          <p14:tracePt t="98678" x="6388100" y="2362200"/>
          <p14:tracePt t="98709" x="6584950" y="2457450"/>
          <p14:tracePt t="98727" x="6629400" y="2482850"/>
          <p14:tracePt t="98759" x="6686550" y="2540000"/>
          <p14:tracePt t="98825" x="6705600" y="2559050"/>
          <p14:tracePt t="98858" x="6705600" y="2571750"/>
          <p14:tracePt t="123457" x="6464300" y="2559050"/>
          <p14:tracePt t="123490" x="5810250" y="2438400"/>
          <p14:tracePt t="123523" x="4718050" y="2317750"/>
          <p14:tracePt t="123541" x="4267200" y="2298700"/>
          <p14:tracePt t="123573" x="3619500" y="2247900"/>
          <p14:tracePt t="123610" x="3187700" y="2190750"/>
          <p14:tracePt t="123641" x="2965450" y="2184400"/>
          <p14:tracePt t="123673" x="2724150" y="2184400"/>
          <p14:tracePt t="123695" x="2609850" y="2184400"/>
          <p14:tracePt t="123724" x="2508250" y="2184400"/>
          <p14:tracePt t="123755" x="2419350" y="2216150"/>
          <p14:tracePt t="123789" x="2393950" y="2216150"/>
          <p14:tracePt t="123826" x="2355850" y="2222500"/>
          <p14:tracePt t="123872" x="2336800" y="2222500"/>
          <p14:tracePt t="123909" x="2279650" y="2266950"/>
          <p14:tracePt t="123928" x="2254250" y="2311400"/>
          <p14:tracePt t="123956" x="2165350" y="2419350"/>
          <p14:tracePt t="123988" x="1943100" y="2673350"/>
          <p14:tracePt t="124025" x="1905000" y="2724150"/>
          <p14:tracePt t="124441" x="1847850" y="2717800"/>
          <p14:tracePt t="124472" x="1670050" y="2711450"/>
          <p14:tracePt t="124488" x="1606550" y="2705100"/>
          <p14:tracePt t="124509" x="1549400" y="2698750"/>
          <p14:tracePt t="124543" x="1460500" y="2692400"/>
          <p14:tracePt t="124575" x="1397000" y="2692400"/>
          <p14:tracePt t="124619" x="1308100" y="2692400"/>
          <p14:tracePt t="124638" x="1276350" y="2692400"/>
          <p14:tracePt t="124659" x="1238250" y="2679700"/>
          <p14:tracePt t="124687" x="1174750" y="2673350"/>
          <p14:tracePt t="124719" x="1117600" y="2647950"/>
          <p14:tracePt t="124741" x="1079500" y="2616200"/>
          <p14:tracePt t="124774" x="984250" y="2565400"/>
          <p14:tracePt t="124818" x="882650" y="2508250"/>
          <p14:tracePt t="124852" x="831850" y="2489200"/>
          <p14:tracePt t="124874" x="812800" y="2476500"/>
          <p14:tracePt t="124903" x="793750" y="2470150"/>
          <p14:tracePt t="124935" x="787400" y="2457450"/>
          <p14:tracePt t="124957" x="781050" y="2451100"/>
          <p14:tracePt t="124990" x="774700" y="2438400"/>
          <p14:tracePt t="125051" x="768350" y="2432050"/>
          <p14:tracePt t="125317" x="768350" y="2406650"/>
          <p14:tracePt t="125350" x="774700" y="2368550"/>
          <p14:tracePt t="125383" x="800100" y="2311400"/>
          <p14:tracePt t="125401" x="819150" y="2292350"/>
          <p14:tracePt t="125433" x="869950" y="2254250"/>
          <p14:tracePt t="125466" x="927100" y="2228850"/>
          <p14:tracePt t="125499" x="996950" y="2216150"/>
          <p14:tracePt t="125533" x="1028700" y="2216150"/>
          <p14:tracePt t="125566" x="1066800" y="2216150"/>
          <p14:tracePt t="125599" x="1085850" y="2222500"/>
          <p14:tracePt t="125632" x="1092200" y="2228850"/>
          <p14:tracePt t="125682" x="1104900" y="2241550"/>
          <p14:tracePt t="125716" x="1104900" y="2254250"/>
          <p14:tracePt t="125748" x="1104900" y="2266950"/>
          <p14:tracePt t="125782" x="1098550" y="2286000"/>
          <p14:tracePt t="125815" x="1085850" y="2330450"/>
          <p14:tracePt t="125848" x="1028700" y="2463800"/>
          <p14:tracePt t="125881" x="958850" y="2584450"/>
          <p14:tracePt t="125915" x="869950" y="2679700"/>
          <p14:tracePt t="125948" x="787400" y="2711450"/>
          <p14:tracePt t="125981" x="730250" y="2705100"/>
          <p14:tracePt t="126014" x="673100" y="2654300"/>
          <p14:tracePt t="126033" x="660400" y="2628900"/>
          <p14:tracePt t="126064" x="609600" y="2508250"/>
          <p14:tracePt t="126097" x="590550" y="2438400"/>
          <p14:tracePt t="126131" x="628650" y="2292350"/>
          <p14:tracePt t="126150" x="679450" y="2216150"/>
          <p14:tracePt t="126182" x="806450" y="2108200"/>
          <p14:tracePt t="126213" x="971550" y="2038350"/>
          <p14:tracePt t="126247" x="1149350" y="2006600"/>
          <p14:tracePt t="126281" x="1212850" y="2032000"/>
          <p14:tracePt t="126313" x="1250950" y="2063750"/>
          <p14:tracePt t="126347" x="1282700" y="2114550"/>
          <p14:tracePt t="126380" x="1295400" y="2165350"/>
          <p14:tracePt t="126417" x="1270000" y="2298700"/>
          <p14:tracePt t="126448" x="1225550" y="2381250"/>
          <p14:tracePt t="126480" x="1136650" y="2514600"/>
          <p14:tracePt t="126517" x="1073150" y="2565400"/>
          <p14:tracePt t="126548" x="984250" y="2584450"/>
          <p14:tracePt t="126579" x="920750" y="2578100"/>
          <p14:tracePt t="126617" x="876300" y="2559050"/>
          <p14:tracePt t="126648" x="831850" y="2520950"/>
          <p14:tracePt t="126679" x="819150" y="2489200"/>
          <p14:tracePt t="126716" x="806450" y="2406650"/>
          <p14:tracePt t="126762" x="869950" y="2305050"/>
          <p14:tracePt t="126795" x="952500" y="2222500"/>
          <p14:tracePt t="126828" x="1085850" y="2133600"/>
          <p14:tracePt t="126862" x="1174750" y="2089150"/>
          <p14:tracePt t="126894" x="1270000" y="2076450"/>
          <p14:tracePt t="126913" x="1308100" y="2101850"/>
          <p14:tracePt t="126944" x="1339850" y="2127250"/>
          <p14:tracePt t="126978" x="1346200" y="2152650"/>
          <p14:tracePt t="127015" x="1346200" y="2190750"/>
          <p14:tracePt t="127046" x="1333500" y="2266950"/>
          <p14:tracePt t="127077" x="1295400" y="2349500"/>
          <p14:tracePt t="127099" x="1238250" y="2463800"/>
          <p14:tracePt t="127133" x="1092200" y="2647950"/>
          <p14:tracePt t="127162" x="990600" y="2705100"/>
          <p14:tracePt t="127195" x="914400" y="2717800"/>
          <p14:tracePt t="127231" x="844550" y="2667000"/>
          <p14:tracePt t="127262" x="806450" y="2616200"/>
          <p14:tracePt t="127293" x="736600" y="2495550"/>
          <p14:tracePt t="127331" x="685800" y="2330450"/>
          <p14:tracePt t="127361" x="679450" y="2228850"/>
          <p14:tracePt t="127393" x="704850" y="2165350"/>
          <p14:tracePt t="127415" x="730250" y="2139950"/>
          <p14:tracePt t="127448" x="787400" y="2095500"/>
          <p14:tracePt t="127478" x="876300" y="2063750"/>
          <p14:tracePt t="127526" x="1022350" y="2076450"/>
          <p14:tracePt t="127548" x="1047750" y="2095500"/>
          <p14:tracePt t="127577" x="1073150" y="2133600"/>
          <p14:tracePt t="127609" x="1079500" y="2190750"/>
          <p14:tracePt t="127632" x="1079500" y="2222500"/>
          <p14:tracePt t="127665" x="1073150" y="2311400"/>
          <p14:tracePt t="127694" x="1041400" y="2463800"/>
          <p14:tracePt t="127742" x="914400" y="2628900"/>
          <p14:tracePt t="127779" x="869950" y="2660650"/>
          <p14:tracePt t="127825" x="831850" y="2647950"/>
          <p14:tracePt t="127847" x="825500" y="2622550"/>
          <p14:tracePt t="127880" x="825500" y="2578100"/>
          <p14:tracePt t="127909" x="863600" y="2501900"/>
          <p14:tracePt t="127941" x="895350" y="2451100"/>
          <p14:tracePt t="127963" x="971550" y="2368550"/>
          <p14:tracePt t="127997" x="1028700" y="2336800"/>
          <p14:tracePt t="128040" x="1079500" y="2336800"/>
          <p14:tracePt t="128063" x="1092200" y="2343150"/>
          <p14:tracePt t="128107" x="1092200" y="2362200"/>
          <p14:tracePt t="128140" x="1092200" y="2374900"/>
          <p14:tracePt t="128240" x="1085850" y="2374900"/>
          <p14:tracePt t="128273" x="1079500" y="2387600"/>
          <p14:tracePt t="128605" x="1530350" y="2489200"/>
          <p14:tracePt t="128638" x="2152650" y="2597150"/>
          <p14:tracePt t="128672" x="2755900" y="2660650"/>
          <p14:tracePt t="128691" x="3098800" y="2673350"/>
          <p14:tracePt t="128723" x="3568700" y="2647950"/>
          <p14:tracePt t="128755" x="3797300" y="2603500"/>
          <p14:tracePt t="128788" x="3924300" y="2559050"/>
          <p14:tracePt t="128821" x="4019550" y="2489200"/>
          <p14:tracePt t="128854" x="4038600" y="2482850"/>
          <p14:tracePt t="128887" x="4064000" y="2470150"/>
          <p14:tracePt t="128921" x="4076700" y="2470150"/>
          <p14:tracePt t="128987" x="4076700" y="2489200"/>
          <p14:tracePt t="129020" x="4070350" y="2501900"/>
          <p14:tracePt t="129054" x="4070350" y="2527300"/>
          <p14:tracePt t="129087" x="4076700" y="2559050"/>
          <p14:tracePt t="129120" x="4114800" y="2597150"/>
          <p14:tracePt t="129153" x="4165600" y="2622550"/>
          <p14:tracePt t="129187" x="4305300" y="2647950"/>
          <p14:tracePt t="129207" x="4375150" y="2654300"/>
          <p14:tracePt t="129238" x="4432300" y="2647950"/>
          <p14:tracePt t="129270" x="4476750" y="2616200"/>
          <p14:tracePt t="129307" x="4483100" y="2597150"/>
          <p14:tracePt t="129338" x="4483100" y="2578100"/>
          <p14:tracePt t="129386" x="4476750" y="2571750"/>
          <p14:tracePt t="129423" x="4457700" y="2571750"/>
          <p14:tracePt t="129469" x="4438650" y="2571750"/>
          <p14:tracePt t="129502" x="4406900" y="2571750"/>
          <p14:tracePt t="129536" x="4368800" y="2578100"/>
          <p14:tracePt t="129569" x="4337050" y="2578100"/>
          <p14:tracePt t="129602" x="4292600" y="2584450"/>
          <p14:tracePt t="129635" x="4273550" y="2590800"/>
          <p14:tracePt t="129701" x="4292600" y="2597150"/>
          <p14:tracePt t="129739" x="4330700" y="2590800"/>
          <p14:tracePt t="129770" x="4406900" y="2578100"/>
          <p14:tracePt t="129802" x="4476750" y="2559050"/>
          <p14:tracePt t="129838" x="4521200" y="2546350"/>
          <p14:tracePt t="129884" x="4521200" y="2540000"/>
          <p14:tracePt t="129922" x="4521200" y="2533650"/>
          <p14:tracePt t="129952" x="4508500" y="2527300"/>
          <p14:tracePt t="130000" x="4502150" y="2527300"/>
          <p14:tracePt t="130054" x="4489450" y="2527300"/>
          <p14:tracePt t="130086" x="4464050" y="2533650"/>
          <p14:tracePt t="130122" x="4432300" y="2540000"/>
          <p14:tracePt t="130152" x="4406900" y="2546350"/>
          <p14:tracePt t="130183" x="4368800" y="2559050"/>
          <p14:tracePt t="130233" x="4362450" y="2571750"/>
          <p14:tracePt t="130272" x="4362450" y="2578100"/>
          <p14:tracePt t="130301" x="4368800" y="2578100"/>
          <p14:tracePt t="130349" x="4387850" y="2578100"/>
          <p14:tracePt t="130386" x="4400550" y="2578100"/>
          <p14:tracePt t="130453" x="4406900" y="2571750"/>
          <p14:tracePt t="130484" x="4413250" y="2571750"/>
          <p14:tracePt t="130532" x="4419600" y="2565400"/>
          <p14:tracePt t="130554" x="4419600" y="2559050"/>
          <p14:tracePt t="130631" x="4419600" y="2552700"/>
          <p14:tracePt t="130686" x="4406900" y="2552700"/>
          <p14:tracePt t="130717" x="4400550" y="2552700"/>
          <p14:tracePt t="130765" x="4343400" y="2552700"/>
          <p14:tracePt t="130788" x="4235450" y="2571750"/>
          <p14:tracePt t="130832" x="3956050" y="2590800"/>
          <p14:tracePt t="130857" x="3543300" y="2622550"/>
          <p14:tracePt t="130889" x="3206750" y="2660650"/>
          <p14:tracePt t="130936" x="2673350" y="2705100"/>
          <p14:tracePt t="130956" x="2482850" y="2724150"/>
          <p14:tracePt t="131001" x="2203450" y="2736850"/>
          <p14:tracePt t="131014" x="2025650" y="2736850"/>
          <p14:tracePt t="131048" x="1835150" y="2730500"/>
          <p14:tracePt t="131082" x="1485900" y="2673350"/>
          <p14:tracePt t="131103" x="1346200" y="2616200"/>
          <p14:tracePt t="131147" x="1231900" y="2565400"/>
          <p14:tracePt t="131171" x="1174750" y="2533650"/>
          <p14:tracePt t="131204" x="1130300" y="2508250"/>
          <p14:tracePt t="131232" x="1079500" y="2476500"/>
          <p14:tracePt t="131265" x="1035050" y="2444750"/>
          <p14:tracePt t="131286" x="1016000" y="2438400"/>
          <p14:tracePt t="131330" x="965200" y="2406650"/>
          <p14:tracePt t="131362" x="946150" y="2387600"/>
          <p14:tracePt t="131412" x="946150" y="2381250"/>
          <p14:tracePt t="131479" x="946150" y="2387600"/>
          <p14:tracePt t="131502" x="946150" y="2393950"/>
          <p14:tracePt t="131532" x="958850" y="2400300"/>
          <p14:tracePt t="131562" x="971550" y="2406650"/>
          <p14:tracePt t="131595" x="977900" y="2406650"/>
          <p14:tracePt t="131629" x="1003300" y="2406650"/>
          <p14:tracePt t="131661" x="1028700" y="2387600"/>
          <p14:tracePt t="131712" x="1079500" y="2286000"/>
          <p14:tracePt t="131732" x="1079500" y="2209800"/>
          <p14:tracePt t="131766" x="1066800" y="2120900"/>
          <p14:tracePt t="131796" x="1009650" y="2063750"/>
          <p14:tracePt t="131827" x="952500" y="2038350"/>
          <p14:tracePt t="131860" x="901700" y="2032000"/>
          <p14:tracePt t="131894" x="863600" y="2044700"/>
          <p14:tracePt t="131928" x="831850" y="2070100"/>
          <p14:tracePt t="131960" x="825500" y="2108200"/>
          <p14:tracePt t="131994" x="806450" y="2165350"/>
          <p14:tracePt t="132027" x="825500" y="2260600"/>
          <p14:tracePt t="132060" x="863600" y="2324100"/>
          <p14:tracePt t="132093" x="1060450" y="2419350"/>
          <p14:tracePt t="132127" x="1270000" y="2425700"/>
          <p14:tracePt t="132160" x="1460500" y="2387600"/>
          <p14:tracePt t="132193" x="1536700" y="2330450"/>
          <p14:tracePt t="132226" x="1562100" y="2292350"/>
          <p14:tracePt t="132261" x="1555750" y="2247900"/>
          <p14:tracePt t="132293" x="1530350" y="2222500"/>
          <p14:tracePt t="132330" x="1492250" y="2203450"/>
          <p14:tracePt t="132361" x="1460500" y="2197100"/>
          <p14:tracePt t="132393" x="1377950" y="2197100"/>
          <p14:tracePt t="132415" x="1327150" y="2216150"/>
          <p14:tracePt t="132444" x="1263650" y="2241550"/>
          <p14:tracePt t="132476" x="1225550" y="2266950"/>
          <p14:tracePt t="132508" x="1193800" y="2292350"/>
          <p14:tracePt t="132546" x="1168400" y="2324100"/>
          <p14:tracePt t="132577" x="1168400" y="2336800"/>
          <p14:tracePt t="132608" x="1162050" y="2349500"/>
          <p14:tracePt t="132645" x="1162050" y="2362200"/>
          <p14:tracePt t="132712" x="1162050" y="2368550"/>
          <p14:tracePt t="132731" x="1162050" y="2381250"/>
          <p14:tracePt t="132774" x="1168400" y="2387600"/>
          <p14:tracePt t="132808" x="1174750" y="2393950"/>
          <p14:tracePt t="132844" x="1181100" y="2393950"/>
          <p14:tracePt t="132907" x="1193800" y="2393950"/>
          <p14:tracePt t="132978" x="1206500" y="2387600"/>
          <p14:tracePt t="133009" x="1219200" y="2381250"/>
          <p14:tracePt t="133060" x="1231900" y="2368550"/>
          <p14:tracePt t="133091" x="1231900" y="2362200"/>
          <p14:tracePt t="133123" x="1231900" y="2324100"/>
          <p14:tracePt t="133145" x="1231900" y="2298700"/>
          <p14:tracePt t="133179" x="1212850" y="2235200"/>
          <p14:tracePt t="133208" x="1181100" y="2190750"/>
          <p14:tracePt t="133244" x="1117600" y="2152650"/>
          <p14:tracePt t="133280" x="1073150" y="2146300"/>
          <p14:tracePt t="133309" x="1028700" y="2152650"/>
          <p14:tracePt t="133345" x="990600" y="2178050"/>
          <p14:tracePt t="133379" x="965200" y="2203450"/>
          <p14:tracePt t="133397" x="952500" y="2222500"/>
          <p14:tracePt t="133438" x="933450" y="2273300"/>
          <p14:tracePt t="133460" x="933450" y="2305050"/>
          <p14:tracePt t="133494" x="958850" y="2355850"/>
          <p14:tracePt t="133538" x="1035050" y="2406650"/>
          <p14:tracePt t="133561" x="1104900" y="2419350"/>
          <p14:tracePt t="133594" x="1263650" y="2381250"/>
          <p14:tracePt t="133623" x="1314450" y="2349500"/>
          <p14:tracePt t="133655" x="1371600" y="2298700"/>
          <p14:tracePt t="133677" x="1377950" y="2286000"/>
          <p14:tracePt t="133711" x="1377950" y="2247900"/>
          <p14:tracePt t="133754" x="1358900" y="2203450"/>
          <p14:tracePt t="133787" x="1327150" y="2178050"/>
          <p14:tracePt t="133810" x="1308100" y="2165350"/>
          <p14:tracePt t="133854" x="1244600" y="2146300"/>
          <p14:tracePt t="133887" x="1206500" y="2146300"/>
          <p14:tracePt t="133909" x="1168400" y="2146300"/>
          <p14:tracePt t="133938" x="1104900" y="2165350"/>
          <p14:tracePt t="133970" x="1066800" y="2197100"/>
          <p14:tracePt t="134003" x="1041400" y="2216150"/>
          <p14:tracePt t="134037" x="1022350" y="2241550"/>
          <p14:tracePt t="134070" x="1016000" y="2266950"/>
          <p14:tracePt t="134103" x="1016000" y="2311400"/>
          <p14:tracePt t="134136" x="1035050" y="2362200"/>
          <p14:tracePt t="134169" x="1060450" y="2406650"/>
          <p14:tracePt t="134203" x="1092200" y="2425700"/>
          <p14:tracePt t="134236" x="1130300" y="2432050"/>
          <p14:tracePt t="134269" x="1187450" y="2413000"/>
          <p14:tracePt t="134304" x="1206500" y="2406650"/>
          <p14:tracePt t="135449" x="1314450" y="2438400"/>
          <p14:tracePt t="135482" x="1568450" y="2470150"/>
          <p14:tracePt t="135515" x="2006600" y="2501900"/>
          <p14:tracePt t="135552" x="2711450" y="2470150"/>
          <p14:tracePt t="135583" x="3149600" y="2451100"/>
          <p14:tracePt t="135614" x="3517900" y="2438400"/>
          <p14:tracePt t="135637" x="3797300" y="2432050"/>
          <p14:tracePt t="135666" x="3956050" y="2451100"/>
          <p14:tracePt t="135697" x="4000500" y="2451100"/>
          <p14:tracePt t="135735" x="4038600" y="2444750"/>
          <p14:tracePt t="135784" x="4044950" y="2444750"/>
          <p14:tracePt t="135820" x="4064000" y="2444750"/>
          <p14:tracePt t="135853" x="4089400" y="2444750"/>
          <p14:tracePt t="135882" x="4127500" y="2438400"/>
          <p14:tracePt t="135914" x="4171950" y="2432050"/>
          <p14:tracePt t="135951" x="4222750" y="2432050"/>
          <p14:tracePt t="135982" x="4254500" y="2432050"/>
          <p14:tracePt t="136013" x="4279900" y="2438400"/>
          <p14:tracePt t="136036" x="4292600" y="2438400"/>
          <p14:tracePt t="136068" x="4311650" y="2444750"/>
          <p14:tracePt t="136113" x="4318000" y="2444750"/>
          <p14:tracePt t="136151" x="4318000" y="2451100"/>
          <p14:tracePt t="139851" x="4286250" y="2451100"/>
          <p14:tracePt t="139887" x="4089400" y="2419350"/>
          <p14:tracePt t="139918" x="3873500" y="2419350"/>
          <p14:tracePt t="139966" x="3416300" y="2432050"/>
          <p14:tracePt t="139988" x="3175000" y="2451100"/>
          <p14:tracePt t="140017" x="2844800" y="2482850"/>
          <p14:tracePt t="140049" x="2533650" y="2533650"/>
          <p14:tracePt t="140071" x="2413000" y="2565400"/>
          <p14:tracePt t="140105" x="2343150" y="2565400"/>
          <p14:tracePt t="140149" x="2260600" y="2565400"/>
          <p14:tracePt t="140171" x="2228850" y="2565400"/>
          <p14:tracePt t="140204" x="2159000" y="2552700"/>
          <p14:tracePt t="140233" x="1993900" y="2540000"/>
          <p14:tracePt t="140265" x="1714500" y="2527300"/>
          <p14:tracePt t="140288" x="1492250" y="2495550"/>
          <p14:tracePt t="140322" x="1276350" y="2476500"/>
          <p14:tracePt t="140351" x="1111250" y="2444750"/>
          <p14:tracePt t="140383" x="1022350" y="2413000"/>
          <p14:tracePt t="140421" x="971550" y="2381250"/>
          <p14:tracePt t="140464" x="952500" y="2374900"/>
          <p14:tracePt t="140497" x="946150" y="2381250"/>
          <p14:tracePt t="140547" x="946150" y="2387600"/>
          <p14:tracePt t="140630" x="965200" y="2387600"/>
          <p14:tracePt t="140664" x="1022350" y="2393950"/>
          <p14:tracePt t="140697" x="1149350" y="2400300"/>
          <p14:tracePt t="140731" x="1358900" y="2406650"/>
          <p14:tracePt t="140763" x="1422400" y="2400300"/>
          <p14:tracePt t="140796" x="1441450" y="2393950"/>
          <p14:tracePt t="140846" x="1422400" y="2393950"/>
          <p14:tracePt t="140879" x="1403350" y="2393950"/>
          <p14:tracePt t="140913" x="1358900" y="2406650"/>
          <p14:tracePt t="140947" x="1289050" y="2438400"/>
          <p14:tracePt t="140979" x="1149350" y="2457450"/>
          <p14:tracePt t="140997" x="1104900" y="2470150"/>
          <p14:tracePt t="141029" x="1022350" y="2470150"/>
          <p14:tracePt t="141062" x="1009650" y="2470150"/>
          <p14:tracePt t="141095" x="1003300" y="2470150"/>
          <p14:tracePt t="141261" x="1009650" y="2470150"/>
          <p14:tracePt t="141311" x="1028700" y="2470150"/>
          <p14:tracePt t="141345" x="1035050" y="2463800"/>
          <p14:tracePt t="141364" x="1047750" y="2451100"/>
          <p14:tracePt t="141396" x="1085850" y="2425700"/>
          <p14:tracePt t="141427" x="1136650" y="2387600"/>
          <p14:tracePt t="141461" x="1181100" y="2355850"/>
          <p14:tracePt t="141495" x="1187450" y="2349500"/>
          <p14:tracePt t="141594" x="1187450" y="2355850"/>
          <p14:tracePt t="141627" x="1181100" y="2368550"/>
          <p14:tracePt t="141660" x="1174750" y="2381250"/>
          <p14:tracePt t="141693" x="1174750" y="2387600"/>
          <p14:tracePt t="141727" x="1168400" y="2406650"/>
          <p14:tracePt t="141746" x="1168400" y="2425700"/>
          <p14:tracePt t="141776" x="1168400" y="2451100"/>
          <p14:tracePt t="141810" x="1168400" y="2520950"/>
          <p14:tracePt t="141847" x="1181100" y="2546350"/>
          <p14:tracePt t="141860" x="1181100" y="2552700"/>
          <p14:tracePt t="141893" x="1187450" y="2565400"/>
          <p14:tracePt t="141976" x="1193800" y="2565400"/>
          <p14:tracePt t="142711" x="1187450" y="2552700"/>
          <p14:tracePt t="142756" x="1162050" y="2520950"/>
          <p14:tracePt t="142794" x="1143000" y="2501900"/>
          <p14:tracePt t="142825" x="1130300" y="2482850"/>
          <p14:tracePt t="142873" x="1111250" y="2457450"/>
          <p14:tracePt t="142909" x="1111250" y="2451100"/>
          <p14:tracePt t="142941" x="1104900" y="2438400"/>
          <p14:tracePt t="142989" x="1104900" y="2432050"/>
          <p14:tracePt t="143026" x="1104900" y="2425700"/>
          <p14:tracePt t="143072" x="1111250" y="2425700"/>
          <p14:tracePt t="143095" x="1123950" y="2425700"/>
          <p14:tracePt t="143127" x="1136650" y="2425700"/>
          <p14:tracePt t="143157" x="1149350" y="2425700"/>
          <p14:tracePt t="143188" x="1187450" y="2438400"/>
          <p14:tracePt t="143211" x="1238250" y="2444750"/>
          <p14:tracePt t="143255" x="1447800" y="2463800"/>
          <p14:tracePt t="143288" x="1803400" y="2476500"/>
          <p14:tracePt t="143310" x="2019300" y="2470150"/>
          <p14:tracePt t="143340" x="2286000" y="2470150"/>
          <p14:tracePt t="143371" x="2476500" y="2470150"/>
          <p14:tracePt t="143405" x="2603500" y="2463800"/>
          <p14:tracePt t="143454" x="2616200" y="2451100"/>
          <p14:tracePt t="143487" x="2616200" y="2438400"/>
          <p14:tracePt t="143520" x="2597150" y="2438400"/>
          <p14:tracePt t="143554" x="2584450" y="2432050"/>
          <p14:tracePt t="143587" x="2552700" y="2425700"/>
          <p14:tracePt t="143620" x="2533650" y="2419350"/>
          <p14:tracePt t="143653" x="2508250" y="2419350"/>
          <p14:tracePt t="143686" x="2368550" y="2419350"/>
          <p14:tracePt t="143720" x="2152650" y="2438400"/>
          <p14:tracePt t="143753" x="1905000" y="2457450"/>
          <p14:tracePt t="143771" x="1752600" y="2476500"/>
          <p14:tracePt t="143803" x="1517650" y="2489200"/>
          <p14:tracePt t="143836" x="1454150" y="2489200"/>
          <p14:tracePt t="143869" x="1422400" y="2495550"/>
          <p14:tracePt t="143888" x="1416050" y="2495550"/>
          <p14:tracePt t="143936" x="1409700" y="2495550"/>
          <p14:tracePt t="143985" x="1409700" y="2501900"/>
          <p14:tracePt t="144018" x="1416050" y="2501900"/>
          <p14:tracePt t="144052" x="1422400" y="2501900"/>
          <p14:tracePt t="144085" x="1435100" y="2501900"/>
          <p14:tracePt t="144135" x="1447800" y="2501900"/>
          <p14:tracePt t="144168" x="1460500" y="2495550"/>
          <p14:tracePt t="144218" x="1492250" y="2489200"/>
          <p14:tracePt t="144252" x="1600200" y="2476500"/>
          <p14:tracePt t="144284" x="1841500" y="2463800"/>
          <p14:tracePt t="144318" x="2235200" y="2451100"/>
          <p14:tracePt t="144351" x="2470150" y="2457450"/>
          <p14:tracePt t="144384" x="2590800" y="2457450"/>
          <p14:tracePt t="144404" x="2616200" y="2457450"/>
          <p14:tracePt t="144435" x="2628900" y="2457450"/>
          <p14:tracePt t="144501" x="2622550" y="2451100"/>
          <p14:tracePt t="144533" x="2609850" y="2444750"/>
          <p14:tracePt t="144583" x="2603500" y="2444750"/>
          <p14:tracePt t="144633" x="2597150" y="2438400"/>
          <p14:tracePt t="144667" x="2578100" y="2432050"/>
          <p14:tracePt t="144700" x="2559050" y="2432050"/>
          <p14:tracePt t="144733" x="2489200" y="2444750"/>
          <p14:tracePt t="144766" x="2254250" y="2489200"/>
          <p14:tracePt t="144800" x="2038350" y="2527300"/>
          <p14:tracePt t="144832" x="1873250" y="2546350"/>
          <p14:tracePt t="144851" x="1778000" y="2546350"/>
          <p14:tracePt t="144882" x="1701800" y="2552700"/>
          <p14:tracePt t="144902" x="1657350" y="2552700"/>
          <p14:tracePt t="144932" x="1612900" y="2552700"/>
          <p14:tracePt t="144965" x="1574800" y="2546350"/>
          <p14:tracePt t="144999" x="1549400" y="2540000"/>
          <p14:tracePt t="145032" x="1530350" y="2533650"/>
          <p14:tracePt t="145065" x="1498600" y="2527300"/>
          <p14:tracePt t="145084" x="1492250" y="2527300"/>
          <p14:tracePt t="145115" x="1479550" y="2520950"/>
          <p14:tracePt t="145137" x="1460500" y="2520950"/>
          <p14:tracePt t="145166" x="1454150" y="2514600"/>
          <p14:tracePt t="145198" x="1447800" y="2514600"/>
          <p14:tracePt t="145252" x="1441450" y="2514600"/>
          <p14:tracePt t="145283" x="1435100" y="2508250"/>
          <p14:tracePt t="145314" x="1428750" y="2501900"/>
          <p14:tracePt t="145397" x="1435100" y="2495550"/>
          <p14:tracePt t="145451" x="1447800" y="2489200"/>
          <p14:tracePt t="145482" x="1454150" y="2489200"/>
          <p14:tracePt t="145514" x="1466850" y="2489200"/>
          <p14:tracePt t="145537" x="1473200" y="2489200"/>
          <p14:tracePt t="145569" x="1479550" y="2489200"/>
          <p14:tracePt t="145599" x="1581150" y="2501900"/>
          <p14:tracePt t="145615" x="1619250" y="2501900"/>
          <p14:tracePt t="145663" x="1962150" y="2552700"/>
          <p14:tracePt t="145700" x="2279650" y="2571750"/>
          <p14:tracePt t="145731" x="2374900" y="2565400"/>
          <p14:tracePt t="145779" x="2476500" y="2527300"/>
          <p14:tracePt t="145802" x="2501900" y="2508250"/>
          <p14:tracePt t="145818" x="2514600" y="2501900"/>
          <p14:tracePt t="145837" x="2520950" y="2495550"/>
          <p14:tracePt t="145883" x="2533650" y="2489200"/>
          <p14:tracePt t="145962" x="2546350" y="2482850"/>
          <p14:tracePt t="146015" x="2546350" y="2476500"/>
          <p14:tracePt t="146115" x="2540000" y="2476500"/>
          <p14:tracePt t="147324" x="2559050" y="2546350"/>
          <p14:tracePt t="147358" x="2584450" y="2616200"/>
          <p14:tracePt t="147390" x="2609850" y="2692400"/>
          <p14:tracePt t="147423" x="2635250" y="2787650"/>
          <p14:tracePt t="147443" x="2641600" y="2819400"/>
          <p14:tracePt t="147475" x="2647950" y="2851150"/>
          <p14:tracePt t="147507" x="2660650" y="2882900"/>
          <p14:tracePt t="147539" x="2660650" y="2889250"/>
          <p14:tracePt t="147573" x="2660650" y="2895600"/>
          <p14:tracePt t="147689" x="2667000" y="2901950"/>
          <p14:tracePt t="147722" x="2673350" y="2908300"/>
          <p14:tracePt t="147772" x="2679700" y="2921000"/>
          <p14:tracePt t="147822" x="2679700" y="2927350"/>
          <p14:tracePt t="147856" x="2686050" y="2940050"/>
          <p14:tracePt t="147889" x="2686050" y="2959100"/>
          <p14:tracePt t="149799" x="2686050" y="2990850"/>
          <p14:tracePt t="149832" x="2679700" y="3079750"/>
          <p14:tracePt t="149865" x="2660650" y="3168650"/>
          <p14:tracePt t="149898" x="2641600" y="3263900"/>
          <p14:tracePt t="149931" x="2635250" y="3346450"/>
          <p14:tracePt t="149951" x="2628900" y="3403600"/>
          <p14:tracePt t="149981" x="2622550" y="3479800"/>
          <p14:tracePt t="150014" x="2616200" y="3549650"/>
          <p14:tracePt t="150048" x="2616200" y="3613150"/>
          <p14:tracePt t="150081" x="2622550" y="3644900"/>
          <p14:tracePt t="150114" x="2622550" y="3676650"/>
          <p14:tracePt t="152095" x="2622550" y="3632200"/>
          <p14:tracePt t="152126" x="2622550" y="3581400"/>
          <p14:tracePt t="152146" x="2628900" y="3524250"/>
          <p14:tracePt t="152179" x="2635250" y="3422650"/>
          <p14:tracePt t="152209" x="2654300" y="3314700"/>
          <p14:tracePt t="152240" x="2654300" y="3200400"/>
          <p14:tracePt t="152277" x="2647950" y="3054350"/>
          <p14:tracePt t="152309" x="2635250" y="2952750"/>
          <p14:tracePt t="152340" x="2622550" y="2857500"/>
          <p14:tracePt t="152390" x="2609850" y="2787650"/>
          <p14:tracePt t="152426" x="2597150" y="2749550"/>
          <p14:tracePt t="152458" x="2590800" y="2724150"/>
          <p14:tracePt t="152493" x="2578100" y="2705100"/>
          <p14:tracePt t="152524" x="2565400" y="2686050"/>
          <p14:tracePt t="152573" x="2552700" y="2654300"/>
          <p14:tracePt t="152595" x="2533650" y="2628900"/>
          <p14:tracePt t="152628" x="2470150" y="2565400"/>
          <p14:tracePt t="152657" x="2336800" y="2457450"/>
          <p14:tracePt t="152689" x="2108200" y="2273300"/>
          <p14:tracePt t="152712" x="1835150" y="2063750"/>
          <p14:tracePt t="152727" x="1746250" y="2000250"/>
          <p14:tracePt t="152772" x="1511300" y="1854200"/>
          <p14:tracePt t="152794" x="1384300" y="1790700"/>
          <p14:tracePt t="152829" x="1301750" y="1733550"/>
          <p14:tracePt t="152856" x="1282700" y="1720850"/>
          <p14:tracePt t="152942" x="1289050" y="1720850"/>
          <p14:tracePt t="152988" x="1301750" y="1752600"/>
          <p14:tracePt t="153010" x="1320800" y="1771650"/>
          <p14:tracePt t="153043" x="1422400" y="1835150"/>
          <p14:tracePt t="153087" x="1676400" y="1993900"/>
          <p14:tracePt t="153120" x="1930400" y="2165350"/>
          <p14:tracePt t="153143" x="2044700" y="2235200"/>
          <p14:tracePt t="153172" x="2190750" y="2317750"/>
          <p14:tracePt t="153204" x="2247900" y="2355850"/>
          <p14:tracePt t="153237" x="2247900" y="2368550"/>
          <p14:tracePt t="153270" x="2254250" y="2374900"/>
          <p14:tracePt t="153469" x="2254250" y="2368550"/>
          <p14:tracePt t="153554" x="2247900" y="2368550"/>
          <p14:tracePt t="153585" x="2241550" y="2368550"/>
          <p14:tracePt t="153619" x="2228850" y="2374900"/>
          <p14:tracePt t="153652" x="2209800" y="2381250"/>
          <p14:tracePt t="153706" x="2197100" y="2387600"/>
          <p14:tracePt t="153741" x="2184400" y="2393950"/>
          <p14:tracePt t="153770" x="2171700" y="2400300"/>
          <p14:tracePt t="153835" x="2159000" y="2406650"/>
          <p14:tracePt t="153869" x="2146300" y="2406650"/>
          <p14:tracePt t="153902" x="2120900" y="2413000"/>
          <p14:tracePt t="153934" x="2051050" y="2413000"/>
          <p14:tracePt t="153968" x="1917700" y="2419350"/>
          <p14:tracePt t="153986" x="1873250" y="2425700"/>
          <p14:tracePt t="154017" x="1758950" y="2425700"/>
          <p14:tracePt t="154037" x="1739900" y="2425700"/>
          <p14:tracePt t="154067" x="1676400" y="2425700"/>
          <p14:tracePt t="154101" x="1644650" y="2425700"/>
          <p14:tracePt t="154133" x="1631950" y="2432050"/>
          <p14:tracePt t="154183" x="1619250" y="2438400"/>
          <p14:tracePt t="154217" x="1619250" y="2444750"/>
          <p14:tracePt t="154250" x="1619250" y="2451100"/>
          <p14:tracePt t="154283" x="1631950" y="2457450"/>
          <p14:tracePt t="154316" x="1657350" y="2457450"/>
          <p14:tracePt t="154349" x="1733550" y="2457450"/>
          <p14:tracePt t="154383" x="1854200" y="2457450"/>
          <p14:tracePt t="154416" x="1993900" y="2457450"/>
          <p14:tracePt t="154449" x="2152650" y="2451100"/>
          <p14:tracePt t="154483" x="2216150" y="2451100"/>
          <p14:tracePt t="154517" x="2247900" y="2451100"/>
          <p14:tracePt t="154549" x="2254250" y="2451100"/>
          <p14:tracePt t="154584" x="2260600" y="2451100"/>
          <p14:tracePt t="154699" x="2260600" y="2444750"/>
          <p14:tracePt t="154748" x="2254250" y="2444750"/>
          <p14:tracePt t="155479" x="2311400" y="2559050"/>
          <p14:tracePt t="155501" x="2343150" y="2622550"/>
          <p14:tracePt t="155531" x="2368550" y="2711450"/>
          <p14:tracePt t="155562" x="2393950" y="2774950"/>
          <p14:tracePt t="155582" x="2400300" y="2800350"/>
          <p14:tracePt t="155617" x="2406650" y="2813050"/>
          <p14:tracePt t="155678" x="2406650" y="2825750"/>
          <p14:tracePt t="155749" x="2400300" y="2819400"/>
          <p14:tracePt t="155780" x="2393950" y="2813050"/>
          <p14:tracePt t="155815" x="2381250" y="2806700"/>
          <p14:tracePt t="155846" x="2349500" y="2794000"/>
          <p14:tracePt t="155878" x="2279650" y="2762250"/>
          <p14:tracePt t="155900" x="2203450" y="2730500"/>
          <p14:tracePt t="155933" x="2025650" y="2667000"/>
          <p14:tracePt t="155977" x="1892300" y="2628900"/>
          <p14:tracePt t="156002" x="1816100" y="2616200"/>
          <p14:tracePt t="156030" x="1771650" y="2616200"/>
          <p14:tracePt t="156078" x="1739900" y="2616200"/>
          <p14:tracePt t="156101" x="1727200" y="2616200"/>
          <p14:tracePt t="156130" x="1708150" y="2616200"/>
          <p14:tracePt t="156176" x="1670050" y="2622550"/>
          <p14:tracePt t="156210" x="1631950" y="2622550"/>
          <p14:tracePt t="156232" x="1606550" y="2628900"/>
          <p14:tracePt t="156261" x="1524000" y="2628900"/>
          <p14:tracePt t="156293" x="1454150" y="2628900"/>
          <p14:tracePt t="156326" x="1403350" y="2622550"/>
          <p14:tracePt t="156349" x="1377950" y="2609850"/>
          <p14:tracePt t="156392" x="1346200" y="2603500"/>
          <p14:tracePt t="156442" x="1333500" y="2597150"/>
          <p14:tracePt t="156542" x="1333500" y="2590800"/>
          <p14:tracePt t="156610" x="1339850" y="2584450"/>
          <p14:tracePt t="156641" x="1358900" y="2578100"/>
          <p14:tracePt t="156691" x="1377950" y="2571750"/>
          <p14:tracePt t="156725" x="1441450" y="2552700"/>
          <p14:tracePt t="156758" x="1543050" y="2514600"/>
          <p14:tracePt t="156791" x="1695450" y="2470150"/>
          <p14:tracePt t="156824" x="1898650" y="2425700"/>
          <p14:tracePt t="156858" x="2006600" y="2419350"/>
          <p14:tracePt t="156891" x="2101850" y="2406650"/>
          <p14:tracePt t="156924" x="2178050" y="2400300"/>
          <p14:tracePt t="156957" x="2209800" y="2400300"/>
          <p14:tracePt t="156991" x="2235200" y="2393950"/>
          <p14:tracePt t="157040" x="2247900" y="2393950"/>
          <p14:tracePt t="157073" x="2254250" y="2393950"/>
          <p14:tracePt t="157124" x="2260600" y="2393950"/>
          <p14:tracePt t="157156" x="2266950" y="2393950"/>
          <p14:tracePt t="157190" x="2273300" y="2393950"/>
          <p14:tracePt t="157223" x="2292350" y="2393950"/>
          <p14:tracePt t="157260" x="2298700" y="2393950"/>
          <p14:tracePt t="157292" x="2305050" y="2393950"/>
          <p14:tracePt t="157339" x="2311400" y="2400300"/>
          <p14:tracePt t="157406" x="2311400" y="2413000"/>
          <p14:tracePt t="157456" x="2298700" y="2413000"/>
          <p14:tracePt t="157489" x="2279650" y="2413000"/>
          <p14:tracePt t="157522" x="2266950" y="2419350"/>
          <p14:tracePt t="157555" x="2165350" y="2438400"/>
          <p14:tracePt t="157589" x="2044700" y="2463800"/>
          <p14:tracePt t="157623" x="1854200" y="2501900"/>
          <p14:tracePt t="157655" x="1771650" y="2514600"/>
          <p14:tracePt t="157693" x="1612900" y="2540000"/>
          <p14:tracePt t="157738" x="1530350" y="2540000"/>
          <p14:tracePt t="157760" x="1511300" y="2540000"/>
          <p14:tracePt t="157790" x="1485900" y="2533650"/>
          <p14:tracePt t="157821" x="1460500" y="2527300"/>
          <p14:tracePt t="157854" x="1441450" y="2514600"/>
          <p14:tracePt t="157891" x="1428750" y="2514600"/>
          <p14:tracePt t="157923" x="1416050" y="2514600"/>
          <p14:tracePt t="157954" x="1409700" y="2508250"/>
          <p14:tracePt t="157991" x="1409700" y="2501900"/>
          <p14:tracePt t="158022" x="1403350" y="2501900"/>
          <p14:tracePt t="158053" x="1397000" y="2501900"/>
          <p14:tracePt t="158091" x="1403350" y="2495550"/>
          <p14:tracePt t="158122" x="1416050" y="2495550"/>
          <p14:tracePt t="158153" x="1454150" y="2489200"/>
          <p14:tracePt t="158192" x="1600200" y="2489200"/>
          <p14:tracePt t="158221" x="1822450" y="2476500"/>
          <p14:tracePt t="158253" x="2025650" y="2476500"/>
          <p14:tracePt t="158275" x="2190750" y="2476500"/>
          <p14:tracePt t="158308" x="2260600" y="2476500"/>
          <p14:tracePt t="158337" x="2311400" y="2470150"/>
          <p14:tracePt t="158386" x="2336800" y="2470150"/>
          <p14:tracePt t="158408" x="2336800" y="2463800"/>
          <p14:tracePt t="158655" x="2343150" y="2463800"/>
          <p14:tracePt t="158701" x="2343150" y="2457450"/>
          <p14:tracePt t="158723" x="2349500" y="2457450"/>
          <p14:tracePt t="158784" x="2355850" y="2451100"/>
          <p14:tracePt t="158817" x="2362200" y="2444750"/>
          <p14:tracePt t="158854" x="2368550" y="2444750"/>
          <p14:tracePt t="158900" x="2362200" y="2432050"/>
          <p14:tracePt t="158950" x="2349500" y="2425700"/>
          <p14:tracePt t="159316" x="2279650" y="2425700"/>
          <p14:tracePt t="159349" x="2120900" y="2425700"/>
          <p14:tracePt t="159382" x="2025650" y="2419350"/>
          <p14:tracePt t="159400" x="1981200" y="2400300"/>
          <p14:tracePt t="159432" x="1955800" y="2400300"/>
          <p14:tracePt t="159465" x="1930400" y="2400300"/>
          <p14:tracePt t="159499" x="1917700" y="2400300"/>
          <p14:tracePt t="159581" x="1936750" y="2413000"/>
          <p14:tracePt t="159602" x="1949450" y="2413000"/>
          <p14:tracePt t="159633" x="1974850" y="2413000"/>
          <p14:tracePt t="159665" x="2095500" y="2419350"/>
          <p14:tracePt t="159698" x="2393950" y="2451100"/>
          <p14:tracePt t="159717" x="2470150" y="2463800"/>
          <p14:tracePt t="159748" x="2806700" y="2489200"/>
          <p14:tracePt t="159781" x="2908300" y="2501900"/>
          <p14:tracePt t="159814" x="3022600" y="2501900"/>
          <p14:tracePt t="159847" x="3048000" y="2489200"/>
          <p14:tracePt t="159881" x="3054350" y="2489200"/>
          <p14:tracePt t="159932" x="3048000" y="2482850"/>
          <p14:tracePt t="159980" x="3035300" y="2482850"/>
          <p14:tracePt t="160546" x="3092450" y="2482850"/>
          <p14:tracePt t="160570" x="3124200" y="2482850"/>
          <p14:tracePt t="160597" x="3143250" y="2482850"/>
          <p14:tracePt t="160631" x="3162300" y="2482850"/>
          <p14:tracePt t="160662" x="3168650" y="2482850"/>
          <p14:tracePt t="160702" x="3181350" y="2482850"/>
          <p14:tracePt t="160745" x="3187700" y="2482850"/>
          <p14:tracePt t="160793" x="3206750" y="2482850"/>
          <p14:tracePt t="160830" x="3219450" y="2476500"/>
          <p14:tracePt t="160878" x="3238500" y="2470150"/>
          <p14:tracePt t="160903" x="3251200" y="2463800"/>
          <p14:tracePt t="160930" x="3263900" y="2463800"/>
          <p14:tracePt t="160964" x="3270250" y="2457450"/>
          <p14:tracePt t="161001" x="3289300" y="2451100"/>
          <p14:tracePt t="161029" x="3302000" y="2451100"/>
          <p14:tracePt t="161060" x="3308350" y="2451100"/>
          <p14:tracePt t="161085" x="3346450" y="2438400"/>
          <p14:tracePt t="161118" x="3403600" y="2419350"/>
          <p14:tracePt t="161145" x="3479800" y="2400300"/>
          <p14:tracePt t="161193" x="3600450" y="2362200"/>
          <p14:tracePt t="161218" x="3663950" y="2343150"/>
          <p14:tracePt t="161246" x="3727450" y="2317750"/>
          <p14:tracePt t="161263" x="3740150" y="2317750"/>
          <p14:tracePt t="161302" x="3784600" y="2311400"/>
          <p14:tracePt t="161335" x="3797300" y="2305050"/>
          <p14:tracePt t="161362" x="3810000" y="2298700"/>
          <p14:tracePt t="161399" x="3822700" y="2292350"/>
          <p14:tracePt t="161434" x="3822700" y="2286000"/>
          <p14:tracePt t="161481" x="3829050" y="2286000"/>
          <p14:tracePt t="161512" x="3835400" y="2279650"/>
          <p14:tracePt t="161543" x="3841750" y="2279650"/>
          <p14:tracePt t="161626" x="3848100" y="2279650"/>
          <p14:tracePt t="161697" x="3848100" y="2286000"/>
          <p14:tracePt t="161727" x="3841750" y="2298700"/>
          <p14:tracePt t="161779" x="3841750" y="2311400"/>
          <p14:tracePt t="161810" x="3841750" y="2317750"/>
          <p14:tracePt t="161841" x="3848100" y="2330450"/>
          <p14:tracePt t="161879" x="3854450" y="2343150"/>
          <p14:tracePt t="161924" x="3860800" y="2355850"/>
          <p14:tracePt t="161957" x="3860800" y="2368550"/>
          <p14:tracePt t="161996" x="3860800" y="2381250"/>
          <p14:tracePt t="162040" x="3873500" y="2400300"/>
          <p14:tracePt t="163369" x="4013200" y="2432050"/>
          <p14:tracePt t="163402" x="4349750" y="2508250"/>
          <p14:tracePt t="163436" x="5340350" y="2711450"/>
          <p14:tracePt t="163454" x="5638800" y="2762250"/>
          <p14:tracePt t="163485" x="6496050" y="2838450"/>
          <p14:tracePt t="163518" x="7042150" y="2819400"/>
          <p14:tracePt t="163551" x="7340600" y="2711450"/>
          <p14:tracePt t="163585" x="7391400" y="2654300"/>
          <p14:tracePt t="163617" x="7397750" y="2628900"/>
          <p14:tracePt t="163651" x="7397750" y="2609850"/>
          <p14:tracePt t="163670" x="7397750" y="2597150"/>
          <p14:tracePt t="163701" x="7385050" y="2559050"/>
          <p14:tracePt t="163734" x="7359650" y="2520950"/>
          <p14:tracePt t="163767" x="7353300" y="2508250"/>
          <p14:tracePt t="163800" x="7340600" y="2508250"/>
          <p14:tracePt t="163850" x="7327900" y="2508250"/>
          <p14:tracePt t="163868" x="7321550" y="2514600"/>
          <p14:tracePt t="163900" x="7277100" y="2514600"/>
          <p14:tracePt t="163934" x="7219950" y="2520950"/>
          <p14:tracePt t="163966" x="7169150" y="2527300"/>
          <p14:tracePt t="164000" x="7131050" y="2540000"/>
          <p14:tracePt t="164033" x="7124700" y="2540000"/>
          <p14:tracePt t="164083" x="7118350" y="2540000"/>
          <p14:tracePt t="164149" x="7112000" y="2540000"/>
          <p14:tracePt t="164232" x="7092950" y="2540000"/>
          <p14:tracePt t="164265" x="7073900" y="2546350"/>
          <p14:tracePt t="164299" x="7035800" y="2559050"/>
          <p14:tracePt t="164317" x="7023100" y="2565400"/>
          <p14:tracePt t="164349" x="6991350" y="2571750"/>
          <p14:tracePt t="164385" x="6985000" y="2571750"/>
          <p14:tracePt t="164417" x="6978650" y="2559050"/>
          <p14:tracePt t="164448" x="6985000" y="2552700"/>
          <p14:tracePt t="164486" x="6997700" y="2520950"/>
          <p14:tracePt t="164517" x="7023100" y="2482850"/>
          <p14:tracePt t="164548" x="7061200" y="2425700"/>
          <p14:tracePt t="164585" x="7086600" y="2381250"/>
          <p14:tracePt t="164616" x="7092950" y="2374900"/>
          <p14:tracePt t="164718" x="7080250" y="2381250"/>
          <p14:tracePt t="164749" x="7073900" y="2393950"/>
          <p14:tracePt t="164784" x="7061200" y="2400300"/>
          <p14:tracePt t="164815" x="7054850" y="2419350"/>
          <p14:tracePt t="164847" x="7029450" y="2432050"/>
          <p14:tracePt t="164871" x="7016750" y="2451100"/>
          <p14:tracePt t="164899" x="7004050" y="2463800"/>
          <p14:tracePt t="164930" x="6997700" y="2470150"/>
          <p14:tracePt t="164968" x="6991350" y="2470150"/>
          <p14:tracePt t="165033" x="6997700" y="2463800"/>
          <p14:tracePt t="165065" x="7004050" y="2438400"/>
          <p14:tracePt t="165100" x="7029450" y="2413000"/>
          <p14:tracePt t="165131" x="7048500" y="2393950"/>
          <p14:tracePt t="165163" x="7061200" y="2374900"/>
          <p14:tracePt t="165262" x="7048500" y="2387600"/>
          <p14:tracePt t="165301" x="6997700" y="2451100"/>
          <p14:tracePt t="165331" x="6870700" y="2578100"/>
          <p14:tracePt t="165362" x="6813550" y="2628900"/>
          <p14:tracePt t="165387" x="6762750" y="2679700"/>
          <p14:tracePt t="165404" x="6743700" y="2698750"/>
          <p14:tracePt t="165450" x="6731000" y="2705100"/>
          <p14:tracePt t="165500" x="6756400" y="2698750"/>
          <p14:tracePt t="165531" x="6781800" y="2679700"/>
          <p14:tracePt t="165564" x="6845300" y="2635250"/>
          <p14:tracePt t="165601" x="6946900" y="2565400"/>
          <p14:tracePt t="165635" x="7067550" y="2501900"/>
          <p14:tracePt t="165663" x="7105650" y="2482850"/>
          <p14:tracePt t="165701" x="7137400" y="2476500"/>
          <p14:tracePt t="165950" x="7200900" y="2489200"/>
          <p14:tracePt t="165985" x="7334250" y="2514600"/>
          <p14:tracePt t="166019" x="7531100" y="2533650"/>
          <p14:tracePt t="166035" x="7575550" y="2533650"/>
          <p14:tracePt t="166066" x="7651750" y="2527300"/>
          <p14:tracePt t="166095" x="7677150" y="2508250"/>
          <p14:tracePt t="166126" x="7677150" y="2489200"/>
          <p14:tracePt t="166148" x="7664450" y="2489200"/>
          <p14:tracePt t="166191" x="7645400" y="2482850"/>
          <p14:tracePt t="166211" x="7632700" y="2482850"/>
          <p14:tracePt t="166243" x="7600950" y="2489200"/>
          <p14:tracePt t="166277" x="7575550" y="2495550"/>
          <p14:tracePt t="166308" x="7531100" y="2501900"/>
          <p14:tracePt t="166342" x="7505700" y="2508250"/>
          <p14:tracePt t="166364" x="7499350" y="2508250"/>
          <p14:tracePt t="166474" x="7512050" y="2508250"/>
          <p14:tracePt t="166507" x="7575550" y="2514600"/>
          <p14:tracePt t="166541" x="7658100" y="2508250"/>
          <p14:tracePt t="166574" x="7715250" y="2501900"/>
          <p14:tracePt t="166607" x="7734300" y="2489200"/>
          <p14:tracePt t="166640" x="7734300" y="2470150"/>
          <p14:tracePt t="166674" x="7715250" y="2457450"/>
          <p14:tracePt t="166707" x="7651750" y="2457450"/>
          <p14:tracePt t="166726" x="7626350" y="2457450"/>
          <p14:tracePt t="166757" x="7480300" y="2457450"/>
          <p14:tracePt t="166790" x="7410450" y="2470150"/>
          <p14:tracePt t="166823" x="7340600" y="2489200"/>
          <p14:tracePt t="166856" x="7327900" y="2495550"/>
          <p14:tracePt t="166906" x="7346950" y="2495550"/>
          <p14:tracePt t="166940" x="7372350" y="2489200"/>
          <p14:tracePt t="166972" x="7385050" y="2489200"/>
          <p14:tracePt t="167006" x="7397750" y="2482850"/>
          <p14:tracePt t="167039" x="7404100" y="2482850"/>
          <p14:tracePt t="167072" x="7410450" y="2476500"/>
          <p14:tracePt t="167105" x="7416800" y="2470150"/>
          <p14:tracePt t="167138" x="7423150" y="2470150"/>
          <p14:tracePt t="167172" x="7423150" y="2457450"/>
          <p14:tracePt t="167205" x="7410450" y="2451100"/>
          <p14:tracePt t="167225" x="7404100" y="2451100"/>
          <p14:tracePt t="167256" x="7340600" y="2444750"/>
          <p14:tracePt t="167288" x="7264400" y="2438400"/>
          <p14:tracePt t="167322" x="7175500" y="2438400"/>
          <p14:tracePt t="167355" x="7162800" y="2438400"/>
          <p14:tracePt t="167388" x="7188200" y="2438400"/>
          <p14:tracePt t="167422" x="7239000" y="2432050"/>
          <p14:tracePt t="167454" x="7346950" y="2425700"/>
          <p14:tracePt t="167488" x="7467600" y="2413000"/>
          <p14:tracePt t="167522" x="7556500" y="2400300"/>
          <p14:tracePt t="167554" x="7581900" y="2381250"/>
          <p14:tracePt t="167591" x="7588250" y="2368550"/>
          <p14:tracePt t="167623" x="7588250" y="2355850"/>
          <p14:tracePt t="167670" x="7588250" y="2349500"/>
          <p14:tracePt t="167703" x="7581900" y="2343150"/>
          <p14:tracePt t="167737" x="7569200" y="2343150"/>
          <p14:tracePt t="167770" x="7556500" y="2343150"/>
          <p14:tracePt t="167789" x="7537450" y="2349500"/>
          <p14:tracePt t="167820" x="7493000" y="2355850"/>
          <p14:tracePt t="167853" x="7207250" y="2400300"/>
          <p14:tracePt t="167890" x="6718300" y="2444750"/>
          <p14:tracePt t="167922" x="5645150" y="2533650"/>
          <p14:tracePt t="167953" x="5029200" y="2578100"/>
          <p14:tracePt t="167989" x="4635500" y="2597150"/>
          <p14:tracePt t="168021" x="4343400" y="2597150"/>
          <p14:tracePt t="168052" x="4260850" y="2578100"/>
          <p14:tracePt t="168075" x="4133850" y="2552700"/>
          <p14:tracePt t="168104" x="3956050" y="2552700"/>
          <p14:tracePt t="168136" x="3784600" y="2552700"/>
          <p14:tracePt t="168169" x="3708400" y="2552700"/>
          <p14:tracePt t="168206" x="3651250" y="2546350"/>
          <p14:tracePt t="168237" x="3619500" y="2540000"/>
          <p14:tracePt t="168270" x="3606800" y="2540000"/>
          <p14:tracePt t="168290" x="3594100" y="2533650"/>
          <p14:tracePt t="168320" x="3587750" y="2533650"/>
          <p14:tracePt t="168368" x="3600450" y="2527300"/>
          <p14:tracePt t="168405" x="3638550" y="2514600"/>
          <p14:tracePt t="168423" x="3670300" y="2514600"/>
          <p14:tracePt t="168453" x="3733800" y="2508250"/>
          <p14:tracePt t="168473" x="3810000" y="2495550"/>
          <p14:tracePt t="168506" x="4038600" y="2451100"/>
          <p14:tracePt t="168536" x="4140200" y="2432050"/>
          <p14:tracePt t="168567" x="4210050" y="2425700"/>
          <p14:tracePt t="168604" x="4318000" y="2425700"/>
          <p14:tracePt t="168635" x="4521200" y="2425700"/>
          <p14:tracePt t="168668" x="4794250" y="2419350"/>
          <p14:tracePt t="168705" x="5232400" y="2406650"/>
          <p14:tracePt t="168739" x="5530850" y="2374900"/>
          <p14:tracePt t="168768" x="5772150" y="2349500"/>
          <p14:tracePt t="168789" x="5905500" y="2336800"/>
          <p14:tracePt t="168822" x="6045200" y="2336800"/>
          <p14:tracePt t="168855" x="6159500" y="2336800"/>
          <p14:tracePt t="168899" x="6311900" y="2362200"/>
          <p14:tracePt t="168922" x="6394450" y="2381250"/>
          <p14:tracePt t="168955" x="6553200" y="2400300"/>
          <p14:tracePt t="168984" x="6635750" y="2413000"/>
          <p14:tracePt t="169016" x="6724650" y="2425700"/>
          <p14:tracePt t="169034" x="6750050" y="2425700"/>
          <p14:tracePt t="169054" x="6775450" y="2419350"/>
          <p14:tracePt t="169098" x="6781800" y="2413000"/>
          <p14:tracePt t="169121" x="6775450" y="2400300"/>
          <p14:tracePt t="169154" x="6743700" y="2387600"/>
          <p14:tracePt t="169198" x="6534150" y="2387600"/>
          <p14:tracePt t="169231" x="6203950" y="2419350"/>
          <p14:tracePt t="169251" x="5880100" y="2432050"/>
          <p14:tracePt t="169270" x="5543550" y="2432050"/>
          <p14:tracePt t="169300" x="5111750" y="2432050"/>
          <p14:tracePt t="169332" x="4705350" y="2451100"/>
          <p14:tracePt t="169350" x="4654550" y="2451100"/>
          <p14:tracePt t="169370" x="4597400" y="2457450"/>
          <p14:tracePt t="169414" x="4572000" y="2457450"/>
          <p14:tracePt t="169464" x="4565650" y="2463800"/>
          <p14:tracePt t="169497" x="4584700" y="2476500"/>
          <p14:tracePt t="169530" x="4629150" y="2476500"/>
          <p14:tracePt t="169564" x="4819650" y="2463800"/>
          <p14:tracePt t="169597" x="5054600" y="2463800"/>
          <p14:tracePt t="169630" x="5829300" y="2495550"/>
          <p14:tracePt t="169663" x="6305550" y="2520950"/>
          <p14:tracePt t="169697" x="6534150" y="2520950"/>
          <p14:tracePt t="169716" x="6559550" y="2520950"/>
          <p14:tracePt t="169747" x="6565900" y="2520950"/>
          <p14:tracePt t="169813" x="6546850" y="2520950"/>
          <p14:tracePt t="169846" x="6521450" y="2520950"/>
          <p14:tracePt t="170876" x="6604000" y="2527300"/>
          <p14:tracePt t="170909" x="6686550" y="2520950"/>
          <p14:tracePt t="170942" x="6781800" y="2514600"/>
          <p14:tracePt t="170975" x="6908800" y="2463800"/>
          <p14:tracePt t="171009" x="6965950" y="2438400"/>
          <p14:tracePt t="171042" x="7004050" y="2432050"/>
          <p14:tracePt t="171075" x="7016750" y="2432050"/>
          <p14:tracePt t="171108" x="7023100" y="2432050"/>
          <p14:tracePt t="171141" x="7029450" y="2432050"/>
          <p14:tracePt t="171241" x="7029450" y="2425700"/>
          <p14:tracePt t="171374" x="7029450" y="2432050"/>
          <p14:tracePt t="171411" x="7035800" y="2432050"/>
          <p14:tracePt t="171442" x="7048500" y="2438400"/>
          <p14:tracePt t="171474" x="7073900" y="2438400"/>
          <p14:tracePt t="171496" x="7105650" y="2425700"/>
          <p14:tracePt t="171526" x="7207250" y="2400300"/>
          <p14:tracePt t="171542" x="7226300" y="2393950"/>
          <p14:tracePt t="171574" x="7289800" y="2374900"/>
          <p14:tracePt t="171611" x="7315200" y="2368550"/>
          <p14:tracePt t="171642" x="7321550" y="2368550"/>
          <p14:tracePt t="171673" x="7327900" y="2368550"/>
          <p14:tracePt t="171695" x="7334250" y="2368550"/>
          <p14:tracePt t="171743" x="7340600" y="2368550"/>
          <p14:tracePt t="171775" x="7346950" y="2368550"/>
          <p14:tracePt t="171828" x="7353300" y="2368550"/>
          <p14:tracePt t="171858" x="7321550" y="2355850"/>
          <p14:tracePt t="171879" x="7232650" y="2362200"/>
          <p14:tracePt t="171911" x="6915150" y="2374900"/>
          <p14:tracePt t="171945" x="6375400" y="2406650"/>
          <p14:tracePt t="171974" x="5784850" y="2444750"/>
          <p14:tracePt t="172022" x="5187950" y="2501900"/>
          <p14:tracePt t="172044" x="5067300" y="2508250"/>
          <p14:tracePt t="172074" x="4946650" y="2514600"/>
          <p14:tracePt t="172121" x="4781550" y="2533650"/>
          <p14:tracePt t="172159" x="4635500" y="2546350"/>
          <p14:tracePt t="172190" x="4527550" y="2559050"/>
          <p14:tracePt t="172221" x="4381500" y="2552700"/>
          <p14:tracePt t="172243" x="4267200" y="2546350"/>
          <p14:tracePt t="172277" x="4057650" y="2527300"/>
          <p14:tracePt t="172306" x="3968750" y="2520950"/>
          <p14:tracePt t="172324" x="3937000" y="2520950"/>
          <p14:tracePt t="172343" x="3886200" y="2514600"/>
          <p14:tracePt t="172376" x="3816350" y="2495550"/>
          <p14:tracePt t="172786" x="3549650" y="2495550"/>
          <p14:tracePt t="172819" x="3270250" y="2495550"/>
          <p14:tracePt t="172838" x="3028950" y="2495550"/>
          <p14:tracePt t="172859" x="2914650" y="2495550"/>
          <p14:tracePt t="172887" x="2832100" y="2495550"/>
          <p14:tracePt t="172919" x="2749550" y="2508250"/>
          <p14:tracePt t="172952" x="2692400" y="2508250"/>
          <p14:tracePt t="172985" x="2679700" y="2514600"/>
          <p14:tracePt t="173018" x="2660650" y="2514600"/>
          <p14:tracePt t="173051" x="2647950" y="2514600"/>
          <p14:tracePt t="173085" x="2641600" y="2514600"/>
          <p14:tracePt t="173151" x="2647950" y="2514600"/>
          <p14:tracePt t="173184" x="2692400" y="2501900"/>
          <p14:tracePt t="173218" x="2717800" y="2489200"/>
          <p14:tracePt t="173251" x="2730500" y="2482850"/>
          <p14:tracePt t="173335" x="2730500" y="2470150"/>
          <p14:tracePt t="173368" x="2717800" y="2463800"/>
          <p14:tracePt t="173401" x="2686050" y="2463800"/>
          <p14:tracePt t="173434" x="2609850" y="2457450"/>
          <p14:tracePt t="173467" x="2438400" y="2457450"/>
          <p14:tracePt t="173500" x="2222500" y="2457450"/>
          <p14:tracePt t="173533" x="1962150" y="2470150"/>
          <p14:tracePt t="173566" x="1828800" y="2489200"/>
          <p14:tracePt t="173600" x="1778000" y="2495550"/>
          <p14:tracePt t="173633" x="1746250" y="2495550"/>
          <p14:tracePt t="173666" x="1733550" y="2495550"/>
          <p14:tracePt t="173699" x="1714500" y="2501900"/>
          <p14:tracePt t="174164" x="1847850" y="2508250"/>
          <p14:tracePt t="174201" x="2000250" y="2508250"/>
          <p14:tracePt t="174233" x="2171700" y="2508250"/>
          <p14:tracePt t="174265" x="2254250" y="2508250"/>
          <p14:tracePt t="174301" x="2413000" y="2508250"/>
          <p14:tracePt t="174320" x="2438400" y="2508250"/>
          <p14:tracePt t="174333" x="2457450" y="2501900"/>
          <p14:tracePt t="174366" x="2501900" y="2489200"/>
          <p14:tracePt t="174386" x="2508250" y="2489200"/>
          <p14:tracePt t="174450" x="2489200" y="2489200"/>
          <p14:tracePt t="174482" x="2470150" y="2482850"/>
          <p14:tracePt t="174517" x="2457450" y="2482850"/>
          <p14:tracePt t="174548" x="2451100" y="2482850"/>
          <p14:tracePt t="174580" x="2444750" y="2482850"/>
          <p14:tracePt t="174633" x="2432050" y="2476500"/>
          <p14:tracePt t="174717" x="2432050" y="2463800"/>
          <p14:tracePt t="174751" x="2444750" y="2451100"/>
          <p14:tracePt t="174795" x="2457450" y="2444750"/>
          <p14:tracePt t="174818" x="2470150" y="2444750"/>
          <p14:tracePt t="174836" x="2489200" y="2425700"/>
          <p14:tracePt t="174864" x="2559050" y="2393950"/>
          <p14:tracePt t="174912" x="2838450" y="2349500"/>
          <p14:tracePt t="174935" x="3016250" y="2343150"/>
          <p14:tracePt t="174964" x="3219450" y="2343150"/>
          <p14:tracePt t="175011" x="3803650" y="2355850"/>
          <p14:tracePt t="175034" x="3994150" y="2355850"/>
          <p14:tracePt t="175067" x="4286250" y="2355850"/>
          <p14:tracePt t="175096" x="4387850" y="2355850"/>
          <p14:tracePt t="175128" x="4413250" y="2349500"/>
          <p14:tracePt t="175182" x="4406900" y="2343150"/>
          <p14:tracePt t="175227" x="4375150" y="2343150"/>
          <p14:tracePt t="175246" x="4368800" y="2343150"/>
          <p14:tracePt t="175281" x="4349750" y="2343150"/>
          <p14:tracePt t="175626" x="4521200" y="2343150"/>
          <p14:tracePt t="175659" x="4813300" y="2336800"/>
          <p14:tracePt t="175692" x="5207000" y="2336800"/>
          <p14:tracePt t="175726" x="5575300" y="2336800"/>
          <p14:tracePt t="175759" x="5867400" y="2343150"/>
          <p14:tracePt t="175792" x="5975350" y="2343150"/>
          <p14:tracePt t="175825" x="6032500" y="2343150"/>
          <p14:tracePt t="175858" x="6064250" y="2343150"/>
          <p14:tracePt t="175878" x="6070600" y="2343150"/>
          <p14:tracePt t="175942" x="6038850" y="2317750"/>
          <p14:tracePt t="175975" x="5981700" y="2311400"/>
          <p14:tracePt t="176009" x="5867400" y="2311400"/>
          <p14:tracePt t="176042" x="5372100" y="2311400"/>
          <p14:tracePt t="176074" x="4908550" y="2330450"/>
          <p14:tracePt t="176108" x="4451350" y="2362200"/>
          <p14:tracePt t="176141" x="4292600" y="2368550"/>
          <p14:tracePt t="176174" x="4254500" y="2368550"/>
          <p14:tracePt t="176224" x="4273550" y="2368550"/>
          <p14:tracePt t="176257" x="4381500" y="2355850"/>
          <p14:tracePt t="176290" x="4552950" y="2336800"/>
          <p14:tracePt t="176309" x="4654550" y="2324100"/>
          <p14:tracePt t="176341" x="5295900" y="2279650"/>
          <p14:tracePt t="176373" x="5740400" y="2266950"/>
          <p14:tracePt t="176393" x="5918200" y="2266950"/>
          <p14:tracePt t="176425" x="6032500" y="2266950"/>
          <p14:tracePt t="176456" x="6045200" y="2260600"/>
          <p14:tracePt t="176490" x="6026150" y="2235200"/>
          <p14:tracePt t="176523" x="5988050" y="2235200"/>
          <p14:tracePt t="176556" x="5867400" y="2235200"/>
          <p14:tracePt t="176589" x="5543550" y="2286000"/>
          <p14:tracePt t="176623" x="4946650" y="2368550"/>
          <p14:tracePt t="176656" x="4629150" y="2406650"/>
          <p14:tracePt t="176689" x="4508500" y="2419350"/>
          <p14:tracePt t="176722" x="4483100" y="2425700"/>
          <p14:tracePt t="176755" x="4527550" y="2413000"/>
          <p14:tracePt t="176789" x="4711700" y="2387600"/>
          <p14:tracePt t="176822" x="5099050" y="2355850"/>
          <p14:tracePt t="176855" x="5715000" y="2330450"/>
          <p14:tracePt t="176888" x="6121400" y="2336800"/>
          <p14:tracePt t="176908" x="6413500" y="2330450"/>
          <p14:tracePt t="176924" x="6477000" y="2330450"/>
          <p14:tracePt t="176955" x="6559550" y="2324100"/>
          <p14:tracePt t="176988" x="6565900" y="2311400"/>
          <p14:tracePt t="177007" x="6565900" y="2292350"/>
          <p14:tracePt t="177038" x="6553200" y="2292350"/>
          <p14:tracePt t="177072" x="6445250" y="2286000"/>
          <p14:tracePt t="177110" x="6178550" y="2305050"/>
          <p14:tracePt t="177140" x="5619750" y="2381250"/>
          <p14:tracePt t="177171" x="5276850" y="2413000"/>
          <p14:tracePt t="177208" x="5029200" y="2444750"/>
          <p14:tracePt t="177240" x="4953000" y="2444750"/>
          <p14:tracePt t="177288" x="4997450" y="2444750"/>
          <p14:tracePt t="177325" x="5187950" y="2425700"/>
          <p14:tracePt t="177355" x="5492750" y="2406650"/>
          <p14:tracePt t="177387" x="5861050" y="2406650"/>
          <p14:tracePt t="177423" x="6127750" y="2406650"/>
          <p14:tracePt t="177455" x="6184900" y="2406650"/>
          <p14:tracePt t="177487" x="6184900" y="2393950"/>
          <p14:tracePt t="177523" x="6184900" y="2387600"/>
          <p14:tracePt t="177555" x="6153150" y="2368550"/>
          <p14:tracePt t="177586" x="6019800" y="2362200"/>
          <p14:tracePt t="177623" x="5454650" y="2419350"/>
          <p14:tracePt t="177642" x="5238750" y="2432050"/>
          <p14:tracePt t="177671" x="4572000" y="2476500"/>
          <p14:tracePt t="177692" x="4279900" y="2489200"/>
          <p14:tracePt t="177724" x="3962400" y="2495550"/>
          <p14:tracePt t="177758" x="3905250" y="2495550"/>
          <p14:tracePt t="177787" x="3892550" y="2495550"/>
          <p14:tracePt t="177856" x="3892550" y="2501900"/>
          <p14:tracePt t="178350" x="3733800" y="2495550"/>
          <p14:tracePt t="178372" x="3524250" y="2476500"/>
          <p14:tracePt t="178401" x="3219450" y="2444750"/>
          <p14:tracePt t="178433" x="2876550" y="2438400"/>
          <p14:tracePt t="178468" x="2730500" y="2451100"/>
          <p14:tracePt t="178489" x="2686050" y="2451100"/>
          <p14:tracePt t="178533" x="2654300" y="2451100"/>
          <p14:tracePt t="178566" x="2641600" y="2457450"/>
          <p14:tracePt t="178599" x="2628900" y="2457450"/>
          <p14:tracePt t="178682" x="2622550" y="2457450"/>
          <p14:tracePt t="178715" x="2597150" y="2451100"/>
          <p14:tracePt t="179181" x="2482850" y="2451100"/>
          <p14:tracePt t="179214" x="2324100" y="2457450"/>
          <p14:tracePt t="179232" x="2279650" y="2463800"/>
          <p14:tracePt t="179263" x="2032000" y="2470150"/>
          <p14:tracePt t="179296" x="1879600" y="2482850"/>
          <p14:tracePt t="179330" x="1797050" y="2495550"/>
          <p14:tracePt t="179364" x="1765300" y="2501900"/>
          <p14:tracePt t="179396" x="1758950" y="2501900"/>
          <p14:tracePt t="179429" x="1752600" y="2508250"/>
          <p14:tracePt t="179595" x="1758950" y="2514600"/>
          <p14:tracePt t="179662" x="1765300" y="2514600"/>
          <p14:tracePt t="179695" x="1778000" y="2514600"/>
          <p14:tracePt t="179714" x="1835150" y="2508250"/>
          <p14:tracePt t="179745" x="1911350" y="2508250"/>
          <p14:tracePt t="179778" x="2235200" y="2470150"/>
          <p14:tracePt t="179812" x="2470150" y="2451100"/>
          <p14:tracePt t="179845" x="2641600" y="2438400"/>
          <p14:tracePt t="179863" x="2654300" y="2438400"/>
          <p14:tracePt t="179894" x="2667000" y="2438400"/>
          <p14:tracePt t="180015" x="2660650" y="2438400"/>
          <p14:tracePt t="180061" x="2654300" y="2438400"/>
          <p14:tracePt t="180825" x="2603500" y="2419350"/>
          <p14:tracePt t="180847" x="2559050" y="2393950"/>
          <p14:tracePt t="180876" x="2489200" y="2374900"/>
          <p14:tracePt t="180907" x="2400300" y="2349500"/>
          <p14:tracePt t="180930" x="2254250" y="2311400"/>
          <p14:tracePt t="180963" x="2101850" y="2286000"/>
          <p14:tracePt t="180993" x="1949450" y="2273300"/>
          <p14:tracePt t="181041" x="1727200" y="2247900"/>
          <p14:tracePt t="181063" x="1663700" y="2235200"/>
          <p14:tracePt t="181096" x="1587500" y="2235200"/>
          <p14:tracePt t="181125" x="1517650" y="2235200"/>
          <p14:tracePt t="181146" x="1466850" y="2235200"/>
          <p14:tracePt t="181179" x="1384300" y="2235200"/>
          <p14:tracePt t="181223" x="1308100" y="2254250"/>
          <p14:tracePt t="181257" x="1270000" y="2266950"/>
          <p14:tracePt t="181280" x="1238250" y="2273300"/>
          <p14:tracePt t="181323" x="1174750" y="2279650"/>
          <p14:tracePt t="181356" x="1136650" y="2292350"/>
          <p14:tracePt t="181378" x="1111250" y="2298700"/>
          <p14:tracePt t="181408" x="1085850" y="2311400"/>
          <p14:tracePt t="181424" x="1079500" y="2311400"/>
          <p14:tracePt t="181456" x="1066800" y="2317750"/>
          <p14:tracePt t="181478" x="1041400" y="2330450"/>
          <p14:tracePt t="181495" x="1035050" y="2336800"/>
          <p14:tracePt t="181539" x="996950" y="2362200"/>
          <p14:tracePt t="181572" x="946150" y="2393950"/>
          <p14:tracePt t="181595" x="939800" y="2400300"/>
          <p14:tracePt t="181624" x="920750" y="2406650"/>
          <p14:tracePt t="181672" x="914400" y="2413000"/>
          <p14:tracePt t="181694" x="908050" y="2419350"/>
          <p14:tracePt t="181987" x="914400" y="2419350"/>
          <p14:tracePt t="182021" x="927100" y="2406650"/>
          <p14:tracePt t="182104" x="914400" y="2400300"/>
          <p14:tracePt t="182137" x="895350" y="2400300"/>
          <p14:tracePt t="182170" x="850900" y="2393950"/>
          <p14:tracePt t="182203" x="755650" y="2374900"/>
          <p14:tracePt t="182236" x="711200" y="2368550"/>
          <p14:tracePt t="182269" x="692150" y="2368550"/>
          <p14:tracePt t="182303" x="685800" y="2368550"/>
          <p14:tracePt t="182353" x="698500" y="2368550"/>
          <p14:tracePt t="182386" x="730250" y="2368550"/>
          <p14:tracePt t="182419" x="869950" y="2362200"/>
          <p14:tracePt t="182452" x="996950" y="2362200"/>
          <p14:tracePt t="182486" x="1263650" y="2362200"/>
          <p14:tracePt t="182519" x="1397000" y="2362200"/>
          <p14:tracePt t="182554" x="1447800" y="2355850"/>
          <p14:tracePt t="182585" x="1454150" y="2355850"/>
          <p14:tracePt t="182619" x="1435100" y="2355850"/>
          <p14:tracePt t="182652" x="1377950" y="2355850"/>
          <p14:tracePt t="182685" x="1282700" y="2355850"/>
          <p14:tracePt t="182718" x="1149350" y="2362200"/>
          <p14:tracePt t="182752" x="996950" y="2368550"/>
          <p14:tracePt t="182785" x="939800" y="2381250"/>
          <p14:tracePt t="182818" x="908050" y="2381250"/>
          <p14:tracePt t="182836" x="901700" y="2381250"/>
          <p14:tracePt t="182884" x="895350" y="2381250"/>
          <p14:tracePt t="183104" x="901700" y="2381250"/>
          <p14:tracePt t="183135" x="908050" y="2387600"/>
          <p14:tracePt t="183167" x="920750" y="2393950"/>
          <p14:tracePt t="183200" x="927100" y="2393950"/>
          <p14:tracePt t="183233" x="946150" y="2393950"/>
          <p14:tracePt t="183266" x="958850" y="2400300"/>
          <p14:tracePt t="183300" x="990600" y="2400300"/>
          <p14:tracePt t="183318" x="1035050" y="2406650"/>
          <p14:tracePt t="183350" x="1130300" y="2413000"/>
          <p14:tracePt t="183383" x="1289050" y="2419350"/>
          <p14:tracePt t="183420" x="1365250" y="2432050"/>
          <p14:tracePt t="183451" x="1409700" y="2438400"/>
          <p14:tracePt t="183482" x="1416050" y="2438400"/>
          <p14:tracePt t="183582" x="1409700" y="2438400"/>
          <p14:tracePt t="183652" x="1397000" y="2432050"/>
          <p14:tracePt t="183735" x="1390650" y="2432050"/>
          <p14:tracePt t="183814" x="1384300" y="2432050"/>
          <p14:tracePt t="184051" x="1377950" y="2432050"/>
          <p14:tracePt t="184246" x="1365250" y="2432050"/>
          <p14:tracePt t="185044" x="1371600" y="2432050"/>
          <p14:tracePt t="185077" x="1416050" y="2413000"/>
          <p14:tracePt t="185110" x="1447800" y="2406650"/>
          <p14:tracePt t="185143" x="1473200" y="2400300"/>
          <p14:tracePt t="185176" x="1485900" y="2393950"/>
          <p14:tracePt t="185209" x="1498600" y="2393950"/>
          <p14:tracePt t="185243" x="1504950" y="2393950"/>
          <p14:tracePt t="185293" x="1517650" y="2393950"/>
          <p14:tracePt t="185342" x="1530350" y="2393950"/>
          <p14:tracePt t="185392" x="1536700" y="2393950"/>
          <p14:tracePt t="185442" x="1543050" y="2393950"/>
          <p14:tracePt t="185491" x="1549400" y="2400300"/>
          <p14:tracePt t="185525" x="1568450" y="2406650"/>
          <p14:tracePt t="185544" x="1574800" y="2406650"/>
          <p14:tracePt t="185592" x="1581150" y="2413000"/>
          <p14:tracePt t="185625" x="1606550" y="2419350"/>
          <p14:tracePt t="185658" x="1663700" y="2425700"/>
          <p14:tracePt t="185691" x="1847850" y="2463800"/>
          <p14:tracePt t="185724" x="1981200" y="2495550"/>
          <p14:tracePt t="185758" x="2343150" y="2565400"/>
          <p14:tracePt t="185791" x="2635250" y="2571750"/>
          <p14:tracePt t="185824" x="3079750" y="2571750"/>
          <p14:tracePt t="185857" x="3397250" y="2571750"/>
          <p14:tracePt t="185891" x="3638550" y="2559050"/>
          <p14:tracePt t="185924" x="3803650" y="2552700"/>
          <p14:tracePt t="185957" x="3867150" y="2546350"/>
          <p14:tracePt t="185990" x="3905250" y="2527300"/>
          <p14:tracePt t="186027" x="3930650" y="2514600"/>
          <p14:tracePt t="186041" x="3949700" y="2508250"/>
          <p14:tracePt t="186058" x="3962400" y="2508250"/>
          <p14:tracePt t="186090" x="3975100" y="2495550"/>
          <p14:tracePt t="186127" x="4006850" y="2489200"/>
          <p14:tracePt t="186158" x="4025900" y="2476500"/>
          <p14:tracePt t="186190" x="4057650" y="2470150"/>
          <p14:tracePt t="186226" x="4083050" y="2463800"/>
          <p14:tracePt t="186258" x="4095750" y="2457450"/>
          <p14:tracePt t="186289" x="4102100" y="2451100"/>
          <p14:tracePt t="186326" x="4108450" y="2451100"/>
          <p14:tracePt t="186358" x="4114800" y="2451100"/>
          <p14:tracePt t="186425" x="4114800" y="2444750"/>
          <p14:tracePt t="186542" x="4108450" y="2444750"/>
          <p14:tracePt t="186642" x="4102100" y="2444750"/>
          <p14:tracePt t="186673" x="4095750" y="2444750"/>
          <p14:tracePt t="186741" x="4089400" y="2444750"/>
          <p14:tracePt t="186772" x="4083050" y="2444750"/>
          <p14:tracePt t="186841" x="4070350" y="2444750"/>
          <p14:tracePt t="186872" x="4051300" y="2444750"/>
          <p14:tracePt t="186904" x="4038600" y="2457450"/>
          <p14:tracePt t="186927" x="4032250" y="2457450"/>
          <p14:tracePt t="186959" x="4019550" y="2457450"/>
          <p14:tracePt t="186989" x="4013200" y="2463800"/>
          <p14:tracePt t="187020" x="4006850" y="2470150"/>
          <p14:tracePt t="187153" x="4032250" y="2463800"/>
          <p14:tracePt t="187175" x="4064000" y="2444750"/>
          <p14:tracePt t="187204" x="4114800" y="2406650"/>
          <p14:tracePt t="187236" x="4165600" y="2343150"/>
          <p14:tracePt t="187258" x="4191000" y="2324100"/>
          <p14:tracePt t="187292" x="4203700" y="2298700"/>
          <p14:tracePt t="187335" x="4210050" y="2286000"/>
          <p14:tracePt t="187358" x="4210050" y="2279650"/>
          <p14:tracePt t="187391" x="4216400" y="2266950"/>
          <p14:tracePt t="187435" x="4216400" y="2260600"/>
          <p14:tracePt t="187458" x="4222750" y="2254250"/>
          <p14:tracePt t="187491" x="4235450" y="2254250"/>
          <p14:tracePt t="187551" x="4273550" y="2254250"/>
          <p14:tracePt t="187574" x="4305300" y="2254250"/>
          <p14:tracePt t="187607" x="4400550" y="2254250"/>
          <p14:tracePt t="187651" x="4445000" y="2254250"/>
          <p14:tracePt t="187706" x="4438650" y="2254250"/>
          <p14:tracePt t="187736" x="4419600" y="2260600"/>
          <p14:tracePt t="187767" x="4343400" y="2298700"/>
          <p14:tracePt t="187790" x="4267200" y="2324100"/>
          <p14:tracePt t="187834" x="4089400" y="2381250"/>
          <p14:tracePt t="187867" x="3994150" y="2406650"/>
          <p14:tracePt t="187900" x="3981450" y="2406650"/>
          <p14:tracePt t="187933" x="4000500" y="2368550"/>
          <p14:tracePt t="187967" x="4076700" y="2324100"/>
          <p14:tracePt t="188000" x="4229100" y="2292350"/>
          <p14:tracePt t="188033" x="4337050" y="2286000"/>
          <p14:tracePt t="188066" x="4413250" y="2298700"/>
          <p14:tracePt t="188099" x="4425950" y="2305050"/>
          <p14:tracePt t="188133" x="4419600" y="2311400"/>
          <p14:tracePt t="188166" x="4400550" y="2324100"/>
          <p14:tracePt t="188184" x="4394200" y="2324100"/>
          <p14:tracePt t="188216" x="4362450" y="2343150"/>
          <p14:tracePt t="188249" x="4343400" y="2355850"/>
          <p14:tracePt t="188282" x="4318000" y="2362200"/>
          <p14:tracePt t="188349" x="4318000" y="2368550"/>
          <p14:tracePt t="188382" x="4343400" y="2368550"/>
          <p14:tracePt t="188415" x="4508500" y="2362200"/>
          <p14:tracePt t="188449" x="4940300" y="2374900"/>
          <p14:tracePt t="188482" x="5334000" y="2400300"/>
          <p14:tracePt t="188500" x="5588000" y="2419350"/>
          <p14:tracePt t="188532" x="5880100" y="2438400"/>
          <p14:tracePt t="188565" x="6051550" y="2438400"/>
          <p14:tracePt t="188584" x="6115050" y="2438400"/>
          <p14:tracePt t="188616" x="6178550" y="2438400"/>
          <p14:tracePt t="188648" x="6216650" y="2432050"/>
          <p14:tracePt t="188681" x="6248400" y="2400300"/>
          <p14:tracePt t="188714" x="6248400" y="2374900"/>
          <p14:tracePt t="188748" x="6248400" y="2343150"/>
          <p14:tracePt t="188766" x="6248400" y="2324100"/>
          <p14:tracePt t="188814" x="6248400" y="2311400"/>
          <p14:tracePt t="188863" x="6235700" y="2311400"/>
          <p14:tracePt t="188897" x="6223000" y="2311400"/>
          <p14:tracePt t="188930" x="6216650" y="2317750"/>
          <p14:tracePt t="188963" x="6216650" y="2336800"/>
          <p14:tracePt t="188996" x="6216650" y="2349500"/>
          <p14:tracePt t="189030" x="6223000" y="2355850"/>
          <p14:tracePt t="189063" x="6235700" y="2355850"/>
          <p14:tracePt t="189096" x="6242050" y="2355850"/>
          <p14:tracePt t="189134" x="6248400" y="2336800"/>
          <p14:tracePt t="189146" x="6248400" y="2330450"/>
          <p14:tracePt t="189179" x="6254750" y="2324100"/>
          <p14:tracePt t="189246" x="6248400" y="2317750"/>
          <p14:tracePt t="189296" x="6242050" y="2317750"/>
          <p14:tracePt t="189332" x="6223000" y="2324100"/>
          <p14:tracePt t="189378" x="6216650" y="2330450"/>
          <p14:tracePt t="189412" x="6210300" y="2343150"/>
          <p14:tracePt t="189445" x="6197600" y="2355850"/>
          <p14:tracePt t="189478" x="6191250" y="2355850"/>
          <p14:tracePt t="189810" x="6127750" y="2362200"/>
          <p14:tracePt t="189848" x="5949950" y="2393950"/>
          <p14:tracePt t="189878" x="5835650" y="2419350"/>
          <p14:tracePt t="189910" x="5784850" y="2425700"/>
          <p14:tracePt t="189933" x="5759450" y="2432050"/>
          <p14:tracePt t="189962" x="5753100" y="2438400"/>
          <p14:tracePt t="190047" x="5753100" y="2444750"/>
          <p14:tracePt t="190126" x="5759450" y="2451100"/>
          <p14:tracePt t="190148" x="5765800" y="2451100"/>
          <p14:tracePt t="190181" x="5784850" y="2451100"/>
          <p14:tracePt t="190211" x="5835650" y="2444750"/>
          <p14:tracePt t="190259" x="6096000" y="2413000"/>
          <p14:tracePt t="190281" x="6216650" y="2381250"/>
          <p14:tracePt t="190311" x="6356350" y="2343150"/>
          <p14:tracePt t="190342" x="6419850" y="2305050"/>
          <p14:tracePt t="190364" x="6426200" y="2266950"/>
          <p14:tracePt t="190398" x="6407150" y="2235200"/>
          <p14:tracePt t="190441" x="6388100" y="2216150"/>
          <p14:tracePt t="190464" x="6369050" y="2209800"/>
          <p14:tracePt t="190497" x="6356350" y="2209800"/>
          <p14:tracePt t="190541" x="6330950" y="2222500"/>
          <p14:tracePt t="190563" x="6324600" y="2235200"/>
          <p14:tracePt t="190597" x="6305550" y="2286000"/>
          <p14:tracePt t="190626" x="6286500" y="2330450"/>
          <p14:tracePt t="190643" x="6280150" y="2381250"/>
          <p14:tracePt t="190691" x="6318250" y="2463800"/>
          <p14:tracePt t="190740" x="6362700" y="2470150"/>
          <p14:tracePt t="190773" x="6400800" y="2457450"/>
          <p14:tracePt t="190797" x="6419850" y="2419350"/>
          <p14:tracePt t="190825" x="6426200" y="2374900"/>
          <p14:tracePt t="190857" x="6419850" y="2343150"/>
          <p14:tracePt t="190890" x="6400800" y="2317750"/>
          <p14:tracePt t="190912" x="6394450" y="2311400"/>
          <p14:tracePt t="190957" x="6362700" y="2305050"/>
          <p14:tracePt t="190989" x="6299200" y="2311400"/>
          <p14:tracePt t="191012" x="6242050" y="2324100"/>
          <p14:tracePt t="191056" x="6032500" y="2419350"/>
          <p14:tracePt t="191089" x="5975350" y="2476500"/>
          <p14:tracePt t="191112" x="5962650" y="2508250"/>
          <p14:tracePt t="191142" x="5962650" y="2527300"/>
          <p14:tracePt t="191174" x="5969000" y="2552700"/>
          <p14:tracePt t="191190" x="5981700" y="2559050"/>
          <p14:tracePt t="191222" x="6026150" y="2571750"/>
          <p14:tracePt t="191256" x="6076950" y="2578100"/>
          <p14:tracePt t="191288" x="6203950" y="2565400"/>
          <p14:tracePt t="191314" x="6273800" y="2527300"/>
          <p14:tracePt t="191340" x="6330950" y="2463800"/>
          <p14:tracePt t="191372" x="6343650" y="2413000"/>
          <p14:tracePt t="191405" x="6343650" y="2355850"/>
          <p14:tracePt t="191438" x="6318250" y="2311400"/>
          <p14:tracePt t="191471" x="6299200" y="2298700"/>
          <p14:tracePt t="191504" x="6280150" y="2286000"/>
          <p14:tracePt t="191538" x="6267450" y="2286000"/>
          <p14:tracePt t="191571" x="6242050" y="2286000"/>
          <p14:tracePt t="191604" x="6172200" y="2317750"/>
          <p14:tracePt t="191638" x="6108700" y="2362200"/>
          <p14:tracePt t="191670" x="6057900" y="2413000"/>
          <p14:tracePt t="191704" x="6032500" y="2463800"/>
          <p14:tracePt t="191737" x="6032500" y="2508250"/>
          <p14:tracePt t="191770" x="6045200" y="2527300"/>
          <p14:tracePt t="191788" x="6057900" y="2533650"/>
          <p14:tracePt t="191820" x="6096000" y="2533650"/>
          <p14:tracePt t="191854" x="6127750" y="2520950"/>
          <p14:tracePt t="191887" x="6172200" y="2457450"/>
          <p14:tracePt t="191920" x="6184900" y="2381250"/>
          <p14:tracePt t="191953" x="6184900" y="2317750"/>
          <p14:tracePt t="191986" x="6172200" y="2273300"/>
          <p14:tracePt t="192019" x="6146800" y="2228850"/>
          <p14:tracePt t="192053" x="6134100" y="2216150"/>
          <p14:tracePt t="192086" x="6102350" y="2216150"/>
          <p14:tracePt t="192119" x="6076950" y="2216150"/>
          <p14:tracePt t="192139" x="6064250" y="2222500"/>
          <p14:tracePt t="192170" x="6032500" y="2247900"/>
          <p14:tracePt t="192202" x="6007100" y="2286000"/>
          <p14:tracePt t="192235" x="5975350" y="2355850"/>
          <p14:tracePt t="192269" x="5975350" y="2413000"/>
          <p14:tracePt t="192302" x="5994400" y="2444750"/>
          <p14:tracePt t="192335" x="6013450" y="2463800"/>
          <p14:tracePt t="192368" x="6089650" y="2482850"/>
          <p14:tracePt t="192402" x="6178550" y="2482850"/>
          <p14:tracePt t="192439" x="6280150" y="2432050"/>
          <p14:tracePt t="192470" x="6305550" y="2387600"/>
          <p14:tracePt t="192501" x="6318250" y="2343150"/>
          <p14:tracePt t="192538" x="6318250" y="2305050"/>
          <p14:tracePt t="192569" x="6305550" y="2292350"/>
          <p14:tracePt t="192586" x="6299200" y="2279650"/>
          <p14:tracePt t="192617" x="6286500" y="2260600"/>
          <p14:tracePt t="192636" x="6286500" y="2254250"/>
          <p14:tracePt t="192668" x="6280150" y="2247900"/>
          <p14:tracePt t="192717" x="6261100" y="2247900"/>
          <p14:tracePt t="192751" x="6229350" y="2260600"/>
          <p14:tracePt t="192783" x="6159500" y="2298700"/>
          <p14:tracePt t="192817" x="6038850" y="2374900"/>
          <p14:tracePt t="192854" x="5981700" y="2419350"/>
          <p14:tracePt t="192885" x="5956300" y="2444750"/>
          <p14:tracePt t="192901" x="5956300" y="2463800"/>
          <p14:tracePt t="192937" x="5956300" y="2489200"/>
          <p14:tracePt t="192968" x="5962650" y="2495550"/>
          <p14:tracePt t="193000" x="5981700" y="2501900"/>
          <p14:tracePt t="193021" x="5988050" y="2501900"/>
          <p14:tracePt t="193051" x="5994400" y="2508250"/>
          <p14:tracePt t="193099" x="6013450" y="2501900"/>
          <p14:tracePt t="193136" x="6026150" y="2501900"/>
          <p14:tracePt t="193167" x="6038850" y="2495550"/>
          <p14:tracePt t="193199" x="6045200" y="2489200"/>
          <p14:tracePt t="193248" x="6070600" y="2476500"/>
          <p14:tracePt t="193298" x="6083300" y="2470150"/>
          <p14:tracePt t="193321" x="6089650" y="2470150"/>
          <p14:tracePt t="193354" x="6102350" y="2457450"/>
          <p14:tracePt t="193452" x="6115050" y="2451100"/>
          <p14:tracePt t="193483" x="6121400" y="2444750"/>
          <p14:tracePt t="193531" x="6121400" y="2438400"/>
          <p14:tracePt t="194311" x="5937250" y="2438400"/>
          <p14:tracePt t="194345" x="5721350" y="2438400"/>
          <p14:tracePt t="194378" x="5353050" y="2438400"/>
          <p14:tracePt t="194396" x="5238750" y="2444750"/>
          <p14:tracePt t="194428" x="4718050" y="2476500"/>
          <p14:tracePt t="194461" x="4330700" y="2501900"/>
          <p14:tracePt t="194494" x="3473450" y="2609850"/>
          <p14:tracePt t="194527" x="2724150" y="2743200"/>
          <p14:tracePt t="194561" x="1987550" y="2914650"/>
          <p14:tracePt t="194594" x="1536700" y="2946400"/>
          <p14:tracePt t="194627" x="1289050" y="2959100"/>
          <p14:tracePt t="194660" x="1079500" y="2959100"/>
          <p14:tracePt t="194679" x="1047750" y="2959100"/>
          <p14:tracePt t="194710" x="977900" y="2940050"/>
          <p14:tracePt t="194743" x="971550" y="2940050"/>
          <p14:tracePt t="194843" x="965200" y="2927350"/>
          <p14:tracePt t="194876" x="958850" y="2914650"/>
          <p14:tracePt t="194909" x="946150" y="2901950"/>
          <p14:tracePt t="194943" x="946150" y="2876550"/>
          <p14:tracePt t="194976" x="946150" y="2857500"/>
          <p14:tracePt t="195026" x="965200" y="2806700"/>
          <p14:tracePt t="195059" x="990600" y="2692400"/>
          <p14:tracePt t="195092" x="996950" y="2628900"/>
          <p14:tracePt t="195125" x="1009650" y="2476500"/>
          <p14:tracePt t="195159" x="1022350" y="2393950"/>
          <p14:tracePt t="195192" x="1022350" y="2355850"/>
          <p14:tracePt t="195226" x="1022350" y="2349500"/>
          <p14:tracePt t="195292" x="1009650" y="2368550"/>
          <p14:tracePt t="195324" x="1003300" y="2381250"/>
          <p14:tracePt t="195358" x="977900" y="2413000"/>
          <p14:tracePt t="195392" x="946150" y="2451100"/>
          <p14:tracePt t="195424" x="901700" y="2514600"/>
          <p14:tracePt t="195458" x="889000" y="2552700"/>
          <p14:tracePt t="195491" x="895350" y="2578100"/>
          <p14:tracePt t="195524" x="958850" y="2584450"/>
          <p14:tracePt t="195557" x="1047750" y="2565400"/>
          <p14:tracePt t="195590" x="1117600" y="2527300"/>
          <p14:tracePt t="195624" x="1174750" y="2451100"/>
          <p14:tracePt t="195657" x="1181100" y="2400300"/>
          <p14:tracePt t="195690" x="1162050" y="2336800"/>
          <p14:tracePt t="195723" x="1136650" y="2324100"/>
          <p14:tracePt t="195742" x="1111250" y="2317750"/>
          <p14:tracePt t="195773" x="1054100" y="2311400"/>
          <p14:tracePt t="195806" x="984250" y="2311400"/>
          <p14:tracePt t="195844" x="914400" y="2311400"/>
          <p14:tracePt t="195875" x="857250" y="2311400"/>
          <p14:tracePt t="195906" x="831850" y="2317750"/>
          <p14:tracePt t="195943" x="819150" y="2324100"/>
          <p14:tracePt t="195989" x="812800" y="2330450"/>
          <p14:tracePt t="196375" x="812800" y="2324100"/>
          <p14:tracePt t="196406" x="831850" y="2317750"/>
          <p14:tracePt t="196427" x="844550" y="2317750"/>
          <p14:tracePt t="196460" x="901700" y="2305050"/>
          <p14:tracePt t="196493" x="1022350" y="2286000"/>
          <p14:tracePt t="196522" x="1181100" y="2266950"/>
          <p14:tracePt t="196570" x="1333500" y="2247900"/>
          <p14:tracePt t="196593" x="1371600" y="2241550"/>
          <p14:tracePt t="196622" x="1384300" y="2241550"/>
          <p14:tracePt t="196670" x="1397000" y="2235200"/>
          <p14:tracePt t="196723" x="1403350" y="2235200"/>
          <p14:tracePt t="196790" x="1409700" y="2235200"/>
          <p14:tracePt t="196886" x="1435100" y="2235200"/>
          <p14:tracePt t="196925" x="1492250" y="2241550"/>
          <p14:tracePt t="196969" x="1581150" y="2260600"/>
          <p14:tracePt t="196991" x="1612900" y="2260600"/>
          <p14:tracePt t="197024" x="1676400" y="2266950"/>
          <p14:tracePt t="197069" x="1701800" y="2266950"/>
          <p14:tracePt t="197091" x="1714500" y="2266950"/>
          <p14:tracePt t="197135" x="1733550" y="2273300"/>
          <p14:tracePt t="197185" x="1752600" y="2279650"/>
          <p14:tracePt t="197236" x="1778000" y="2279650"/>
          <p14:tracePt t="197268" x="1790700" y="2279650"/>
          <p14:tracePt t="197301" x="1809750" y="2279650"/>
          <p14:tracePt t="197368" x="1841500" y="2292350"/>
          <p14:tracePt t="197401" x="1898650" y="2292350"/>
          <p14:tracePt t="197423" x="1968500" y="2311400"/>
          <p14:tracePt t="197452" x="2139950" y="2330450"/>
          <p14:tracePt t="197484" x="2317750" y="2343150"/>
          <p14:tracePt t="197517" x="2508250" y="2381250"/>
          <p14:tracePt t="197550" x="2559050" y="2387600"/>
          <p14:tracePt t="197600" x="2565400" y="2393950"/>
          <p14:tracePt t="197666" x="2552700" y="2393950"/>
          <p14:tracePt t="197700" x="2527300" y="2387600"/>
          <p14:tracePt t="197719" x="2514600" y="2387600"/>
          <p14:tracePt t="197750" x="2476500" y="2387600"/>
          <p14:tracePt t="197783" x="2349500" y="2387600"/>
          <p14:tracePt t="197816" x="2000250" y="2406650"/>
          <p14:tracePt t="197849" x="1797050" y="2406650"/>
          <p14:tracePt t="197882" x="1466850" y="2419350"/>
          <p14:tracePt t="197916" x="1320800" y="2425700"/>
          <p14:tracePt t="197949" x="1257300" y="2425700"/>
          <p14:tracePt t="197983" x="1244600" y="2425700"/>
          <p14:tracePt t="198032" x="1238250" y="2425700"/>
          <p14:tracePt t="198065" x="1231900" y="2425700"/>
          <p14:tracePt t="198114" x="1225550" y="2425700"/>
          <p14:tracePt t="198198" x="1225550" y="2419350"/>
          <p14:tracePt t="198231" x="1250950" y="2406650"/>
          <p14:tracePt t="198266" x="1270000" y="2406650"/>
          <p14:tracePt t="198298" x="1333500" y="2387600"/>
          <p14:tracePt t="198331" x="1454150" y="2362200"/>
          <p14:tracePt t="198364" x="1530350" y="2343150"/>
          <p14:tracePt t="198398" x="1619250" y="2324100"/>
          <p14:tracePt t="198430" x="1644650" y="2311400"/>
          <p14:tracePt t="198464" x="1663700" y="2311400"/>
          <p14:tracePt t="198497" x="1676400" y="2305050"/>
          <p14:tracePt t="198547" x="1689100" y="2305050"/>
          <p14:tracePt t="198581" x="1701800" y="2305050"/>
          <p14:tracePt t="198614" x="1714500" y="2305050"/>
          <p14:tracePt t="198663" x="1720850" y="2305050"/>
          <p14:tracePt t="198697" x="1727200" y="2305050"/>
          <p14:tracePt t="198729" x="1746250" y="2305050"/>
          <p14:tracePt t="198796" x="1752600" y="2305050"/>
          <p14:tracePt t="198829" x="1771650" y="2305050"/>
          <p14:tracePt t="198862" x="1828800" y="2298700"/>
          <p14:tracePt t="198896" x="1898650" y="2292350"/>
          <p14:tracePt t="198929" x="1968500" y="2286000"/>
          <p14:tracePt t="198947" x="2000250" y="2273300"/>
          <p14:tracePt t="198979" x="2057400" y="2254250"/>
          <p14:tracePt t="198998" x="2057400" y="2247900"/>
          <p14:tracePt t="199029" x="2063750" y="2241550"/>
          <p14:tracePt t="199132" x="2070100" y="2241550"/>
          <p14:tracePt t="199194" x="2076450" y="2241550"/>
          <p14:tracePt t="199228" x="2089150" y="2247900"/>
          <p14:tracePt t="199251" x="2095500" y="2254250"/>
          <p14:tracePt t="199311" x="2108200" y="2254250"/>
          <p14:tracePt t="199333" x="2120900" y="2254250"/>
          <p14:tracePt t="199366" x="2139950" y="2254250"/>
          <p14:tracePt t="199396" x="2184400" y="2260600"/>
          <p14:tracePt t="199428" x="2241550" y="2279650"/>
          <p14:tracePt t="199449" x="2279650" y="2279650"/>
          <p14:tracePt t="199483" x="2292350" y="2279650"/>
          <p14:tracePt t="199564" x="2286000" y="2279650"/>
          <p14:tracePt t="199599" x="2279650" y="2279650"/>
          <p14:tracePt t="199628" x="2273300" y="2279650"/>
          <p14:tracePt t="199680" x="2266950" y="2292350"/>
          <p14:tracePt t="199759" x="2286000" y="2286000"/>
          <p14:tracePt t="199796" x="2292350" y="2286000"/>
          <p14:tracePt t="199828" x="2305050" y="2286000"/>
          <p14:tracePt t="199844" x="2311400" y="2286000"/>
          <p14:tracePt t="199892" x="2336800" y="2286000"/>
          <p14:tracePt t="199930" x="2362200" y="2286000"/>
          <p14:tracePt t="199975" x="2419350" y="2286000"/>
          <p14:tracePt t="199997" x="2432050" y="2286000"/>
          <p14:tracePt t="200030" x="2444750" y="2286000"/>
          <p14:tracePt t="200407" x="2438400" y="2286000"/>
          <p14:tracePt t="200473" x="2425700" y="2286000"/>
          <p14:tracePt t="200506" x="2419350" y="2286000"/>
          <p14:tracePt t="200540" x="2413000" y="2286000"/>
          <p14:tracePt t="200573" x="2400300" y="2286000"/>
          <p14:tracePt t="200623" x="2387600" y="2286000"/>
          <p14:tracePt t="200656" x="2368550" y="2286000"/>
          <p14:tracePt t="200706" x="2362200" y="2286000"/>
          <p14:tracePt t="200739" x="2355850" y="2292350"/>
          <p14:tracePt t="200789" x="2381250" y="2292350"/>
          <p14:tracePt t="200822" x="2495550" y="2292350"/>
          <p14:tracePt t="200856" x="2800350" y="2292350"/>
          <p14:tracePt t="200889" x="3092450" y="2292350"/>
          <p14:tracePt t="200922" x="3460750" y="2292350"/>
          <p14:tracePt t="200955" x="3625850" y="2292350"/>
          <p14:tracePt t="200988" x="3994150" y="2305050"/>
          <p14:tracePt t="201022" x="4248150" y="2324100"/>
          <p14:tracePt t="201055" x="4483100" y="2324100"/>
          <p14:tracePt t="201073" x="4546600" y="2317750"/>
          <p14:tracePt t="201105" x="4724400" y="2305050"/>
          <p14:tracePt t="201138" x="4775200" y="2292350"/>
          <p14:tracePt t="201171" x="4806950" y="2286000"/>
          <p14:tracePt t="201204" x="4832350" y="2286000"/>
          <p14:tracePt t="201238" x="4851400" y="2286000"/>
          <p14:tracePt t="201271" x="4876800" y="2286000"/>
          <p14:tracePt t="201290" x="4895850" y="2286000"/>
          <p14:tracePt t="201322" x="4940300" y="2292350"/>
          <p14:tracePt t="201354" x="4972050" y="2292350"/>
          <p14:tracePt t="201388" x="5073650" y="2311400"/>
          <p14:tracePt t="201420" x="5168900" y="2324100"/>
          <p14:tracePt t="201453" x="5251450" y="2349500"/>
          <p14:tracePt t="201487" x="5346700" y="2362200"/>
          <p14:tracePt t="201520" x="5410200" y="2362200"/>
          <p14:tracePt t="201553" x="5454650" y="2362200"/>
          <p14:tracePt t="201586" x="5473700" y="2362200"/>
          <p14:tracePt t="201657" x="5473700" y="2343150"/>
          <p14:tracePt t="201703" x="5467350" y="2330450"/>
          <p14:tracePt t="201736" x="5454650" y="2330450"/>
          <p14:tracePt t="201769" x="5416550" y="2330450"/>
          <p14:tracePt t="201802" x="5194300" y="2343150"/>
          <p14:tracePt t="201856" x="4178300" y="2413000"/>
          <p14:tracePt t="201887" x="3524250" y="2425700"/>
          <p14:tracePt t="201919" x="2984500" y="2451100"/>
          <p14:tracePt t="201955" x="2463800" y="2495550"/>
          <p14:tracePt t="201987" x="2286000" y="2514600"/>
          <p14:tracePt t="202018" x="1974850" y="2540000"/>
          <p14:tracePt t="202041" x="1841500" y="2559050"/>
          <p14:tracePt t="202070" x="1701800" y="2571750"/>
          <p14:tracePt t="202101" x="1593850" y="2571750"/>
          <p14:tracePt t="202134" x="1530350" y="2552700"/>
          <p14:tracePt t="202173" x="1479550" y="2540000"/>
          <p14:tracePt t="202203" x="1447800" y="2527300"/>
          <p14:tracePt t="202234" x="1416050" y="2520950"/>
          <p14:tracePt t="202271" x="1352550" y="2514600"/>
          <p14:tracePt t="202302" x="1244600" y="2501900"/>
          <p14:tracePt t="202320" x="1187450" y="2482850"/>
          <p14:tracePt t="202799" x="1155700" y="2495550"/>
          <p14:tracePt t="202821" x="1130300" y="2514600"/>
          <p14:tracePt t="202839" x="1111250" y="2527300"/>
          <p14:tracePt t="202882" x="1066800" y="2552700"/>
          <p14:tracePt t="202904" x="1041400" y="2571750"/>
          <p14:tracePt t="202934" x="1003300" y="2584450"/>
          <p14:tracePt t="202981" x="958850" y="2584450"/>
          <p14:tracePt t="203004" x="946150" y="2584450"/>
          <p14:tracePt t="203037" x="920750" y="2578100"/>
          <p14:tracePt t="203081" x="895350" y="2559050"/>
          <p14:tracePt t="203104" x="889000" y="2559050"/>
          <p14:tracePt t="203164" x="882650" y="2546350"/>
          <p14:tracePt t="203197" x="869950" y="2540000"/>
          <p14:tracePt t="203235" x="869950" y="2533650"/>
          <p14:tracePt t="203266" x="863600" y="2520950"/>
          <p14:tracePt t="203313" x="863600" y="2514600"/>
          <p14:tracePt t="203336" x="876300" y="2501900"/>
          <p14:tracePt t="203366" x="889000" y="2495550"/>
          <p14:tracePt t="203398" x="946150" y="2463800"/>
          <p14:tracePt t="203415" x="958850" y="2457450"/>
          <p14:tracePt t="203436" x="1009650" y="2432050"/>
          <p14:tracePt t="203480" x="1073150" y="2419350"/>
          <p14:tracePt t="203513" x="1098550" y="2413000"/>
          <p14:tracePt t="203546" x="1117600" y="2413000"/>
          <p14:tracePt t="203579" x="1130300" y="2413000"/>
          <p14:tracePt t="203646" x="1136650" y="2413000"/>
          <p14:tracePt t="203679" x="1149350" y="2413000"/>
          <p14:tracePt t="203729" x="1168400" y="2413000"/>
          <p14:tracePt t="203778" x="1174750" y="2413000"/>
          <p14:tracePt t="203812" x="1174750" y="2406650"/>
          <p14:tracePt t="203845" x="1181100" y="2406650"/>
          <p14:tracePt t="203945" x="1162050" y="2406650"/>
          <p14:tracePt t="203978" x="1123950" y="2406650"/>
          <p14:tracePt t="204011" x="971550" y="2413000"/>
          <p14:tracePt t="204044" x="812800" y="2432050"/>
          <p14:tracePt t="204078" x="704850" y="2451100"/>
          <p14:tracePt t="204111" x="654050" y="2463800"/>
          <p14:tracePt t="204178" x="698500" y="2463800"/>
          <p14:tracePt t="204210" x="774700" y="2444750"/>
          <p14:tracePt t="204244" x="1003300" y="2387600"/>
          <p14:tracePt t="204278" x="1187450" y="2362200"/>
          <p14:tracePt t="204310" x="1352550" y="2324100"/>
          <p14:tracePt t="204329" x="1365250" y="2311400"/>
          <p14:tracePt t="204360" x="1390650" y="2305050"/>
          <p14:tracePt t="204410" x="1371600" y="2305050"/>
          <p14:tracePt t="204443" x="1352550" y="2305050"/>
          <p14:tracePt t="204477" x="1327150" y="2311400"/>
          <p14:tracePt t="204510" x="1301750" y="2317750"/>
          <p14:tracePt t="204543" x="1225550" y="2324100"/>
          <p14:tracePt t="204576" x="1054100" y="2387600"/>
          <p14:tracePt t="204595" x="1009650" y="2400300"/>
          <p14:tracePt t="204626" x="927100" y="2432050"/>
          <p14:tracePt t="204663" x="882650" y="2470150"/>
          <p14:tracePt t="204694" x="876300" y="2489200"/>
          <p14:tracePt t="204726" x="889000" y="2501900"/>
          <p14:tracePt t="204763" x="952500" y="2501900"/>
          <p14:tracePt t="204794" x="1022350" y="2482850"/>
          <p14:tracePt t="204825" x="1111250" y="2457450"/>
          <p14:tracePt t="204862" x="1225550" y="2387600"/>
          <p14:tracePt t="204876" x="1244600" y="2362200"/>
          <p14:tracePt t="204908" x="1263650" y="2311400"/>
          <p14:tracePt t="204942" x="1257300" y="2260600"/>
          <p14:tracePt t="204974" x="1219200" y="2235200"/>
          <p14:tracePt t="205008" x="1181100" y="2222500"/>
          <p14:tracePt t="205041" x="1092200" y="2222500"/>
          <p14:tracePt t="205078" x="977900" y="2235200"/>
          <p14:tracePt t="205109" x="850900" y="2279650"/>
          <p14:tracePt t="205126" x="831850" y="2286000"/>
          <p14:tracePt t="205161" x="755650" y="2355850"/>
          <p14:tracePt t="205192" x="736600" y="2400300"/>
          <p14:tracePt t="205224" x="730250" y="2470150"/>
          <p14:tracePt t="205246" x="749300" y="2501900"/>
          <p14:tracePt t="205276" x="831850" y="2546350"/>
          <p14:tracePt t="205307" x="984250" y="2590800"/>
          <p14:tracePt t="205340" x="1168400" y="2597150"/>
          <p14:tracePt t="205377" x="1377950" y="2559050"/>
          <p14:tracePt t="205397" x="1441450" y="2533650"/>
          <p14:tracePt t="205425" x="1485900" y="2495550"/>
          <p14:tracePt t="205446" x="1492250" y="2463800"/>
          <p14:tracePt t="205479" x="1492250" y="2432050"/>
          <p14:tracePt t="205508" x="1473200" y="2413000"/>
          <p14:tracePt t="205539" x="1460500" y="2400300"/>
          <p14:tracePt t="205576" x="1447800" y="2393950"/>
          <p14:tracePt t="205608" x="1435100" y="2387600"/>
          <p14:tracePt t="205639" x="1428750" y="2387600"/>
          <p14:tracePt t="205661" x="1422400" y="2387600"/>
          <p14:tracePt t="205772" x="1416050" y="2387600"/>
          <p14:tracePt t="205871" x="1409700" y="2387600"/>
          <p14:tracePt t="205942" x="1409700" y="2393950"/>
          <p14:tracePt t="206087" x="1409700" y="2406650"/>
          <p14:tracePt t="206141" x="1409700" y="2413000"/>
          <p14:tracePt t="206835" x="1428750" y="2482850"/>
          <p14:tracePt t="206868" x="1485900" y="2584450"/>
          <p14:tracePt t="206901" x="1568450" y="2717800"/>
          <p14:tracePt t="206934" x="1720850" y="2921000"/>
          <p14:tracePt t="206968" x="1847850" y="3060700"/>
          <p14:tracePt t="207001" x="1987550" y="3206750"/>
          <p14:tracePt t="207019" x="2012950" y="3232150"/>
          <p14:tracePt t="207051" x="2076450" y="3282950"/>
          <p14:tracePt t="207084" x="2127250" y="3314700"/>
          <p14:tracePt t="207117" x="2171700" y="3327400"/>
          <p14:tracePt t="207150" x="2203450" y="3327400"/>
          <p14:tracePt t="207184" x="2228850" y="3327400"/>
          <p14:tracePt t="207217" x="2254250" y="3333750"/>
          <p14:tracePt t="207250" x="2273300" y="3333750"/>
          <p14:tracePt t="207283" x="2305050" y="3333750"/>
          <p14:tracePt t="207317" x="2355850" y="3333750"/>
          <p14:tracePt t="207335" x="2374900" y="3333750"/>
          <p14:tracePt t="207367" x="2495550" y="3321050"/>
          <p14:tracePt t="207400" x="2584450" y="3295650"/>
          <p14:tracePt t="207419" x="2635250" y="3276600"/>
          <p14:tracePt t="207451" x="2679700" y="3213100"/>
          <p14:tracePt t="207483" x="2686050" y="3143250"/>
          <p14:tracePt t="207516" x="2641600" y="3054350"/>
          <p14:tracePt t="207549" x="2584450" y="3009900"/>
          <p14:tracePt t="207583" x="2476500" y="2940050"/>
          <p14:tracePt t="207601" x="2432050" y="2921000"/>
          <p14:tracePt t="207633" x="2190750" y="2838450"/>
          <p14:tracePt t="207665" x="2032000" y="2774950"/>
          <p14:tracePt t="207699" x="1809750" y="2686050"/>
          <p14:tracePt t="207732" x="1695450" y="2647950"/>
          <p14:tracePt t="207766" x="1612900" y="2635250"/>
          <p14:tracePt t="207784" x="1600200" y="2628900"/>
          <p14:tracePt t="207815" x="1568450" y="2628900"/>
          <p14:tracePt t="207847" x="1543050" y="2628900"/>
          <p14:tracePt t="207881" x="1524000" y="2622550"/>
          <p14:tracePt t="207915" x="1511300" y="2616200"/>
          <p14:tracePt t="207981" x="1498600" y="2616200"/>
          <p14:tracePt t="208014" x="1492250" y="2609850"/>
          <p14:tracePt t="208047" x="1479550" y="2603500"/>
          <p14:tracePt t="208097" x="1466850" y="2597150"/>
          <p14:tracePt t="208130" x="1447800" y="2590800"/>
          <p14:tracePt t="208153" x="1435100" y="2584450"/>
          <p14:tracePt t="208182" x="1403350" y="2578100"/>
          <p14:tracePt t="208213" x="1365250" y="2565400"/>
          <p14:tracePt t="208247" x="1314450" y="2559050"/>
          <p14:tracePt t="208283" x="1263650" y="2533650"/>
          <p14:tracePt t="208315" x="1244600" y="2527300"/>
          <p14:tracePt t="208346" x="1219200" y="2514600"/>
          <p14:tracePt t="208369" x="1193800" y="2514600"/>
          <p14:tracePt t="208385" x="1187450" y="2508250"/>
          <p14:tracePt t="208415" x="1155700" y="2489200"/>
          <p14:tracePt t="208432" x="1130300" y="2470150"/>
          <p14:tracePt t="208469" x="1092200" y="2438400"/>
          <p14:tracePt t="208502" x="1079500" y="2432050"/>
          <p14:tracePt t="208531" x="1079500" y="2425700"/>
          <p14:tracePt t="208551" x="1079500" y="2419350"/>
          <p14:tracePt t="208599" x="1079500" y="2413000"/>
          <p14:tracePt t="208630" x="1092200" y="2413000"/>
          <p14:tracePt t="208679" x="1111250" y="2406650"/>
          <p14:tracePt t="208716" x="1123950" y="2406650"/>
          <p14:tracePt t="208747" x="1162050" y="2400300"/>
          <p14:tracePt t="208795" x="1263650" y="2393950"/>
          <p14:tracePt t="208817" x="1314450" y="2393950"/>
          <p14:tracePt t="208833" x="1333500" y="2393950"/>
          <p14:tracePt t="208853" x="1358900" y="2387600"/>
          <p14:tracePt t="208883" x="1371600" y="2387600"/>
          <p14:tracePt t="208917" x="1377950" y="2387600"/>
          <p14:tracePt t="208946" x="1390650" y="2381250"/>
          <p14:tracePt t="209047" x="1397000" y="2381250"/>
          <p14:tracePt t="209131" x="1397000" y="2374900"/>
          <p14:tracePt t="209193" x="1403350" y="2374900"/>
          <p14:tracePt t="209247" x="1416050" y="2374900"/>
          <p14:tracePt t="209309" x="1428750" y="2374900"/>
          <p14:tracePt t="209376" x="1428750" y="2381250"/>
          <p14:tracePt t="209409" x="1454150" y="2381250"/>
          <p14:tracePt t="209431" x="1473200" y="2387600"/>
          <p14:tracePt t="209450" x="1530350" y="2400300"/>
          <p14:tracePt t="209492" x="1790700" y="2432050"/>
          <p14:tracePt t="209516" x="1968500" y="2432050"/>
          <p14:tracePt t="209548" x="2279650" y="2432050"/>
          <p14:tracePt t="209592" x="2387600" y="2406650"/>
          <p14:tracePt t="209625" x="2413000" y="2393950"/>
          <p14:tracePt t="209648" x="2419350" y="2387600"/>
          <p14:tracePt t="209691" x="2419350" y="2381250"/>
          <p14:tracePt t="209758" x="2419350" y="2374900"/>
          <p14:tracePt t="209824" x="2432050" y="2374900"/>
          <p14:tracePt t="209857" x="2444750" y="2374900"/>
          <p14:tracePt t="209891" x="2540000" y="2374900"/>
          <p14:tracePt t="209924" x="2705100" y="2374900"/>
          <p14:tracePt t="209957" x="2946400" y="2374900"/>
          <p14:tracePt t="209977" x="3098800" y="2374900"/>
          <p14:tracePt t="210007" x="3270250" y="2355850"/>
          <p14:tracePt t="210040" x="3378200" y="2355850"/>
          <p14:tracePt t="210074" x="3409950" y="2368550"/>
          <p14:tracePt t="210106" x="3416300" y="2368550"/>
          <p14:tracePt t="210190" x="3416300" y="2374900"/>
          <p14:tracePt t="210223" x="3409950" y="2374900"/>
          <p14:tracePt t="210256" x="3397250" y="2374900"/>
          <p14:tracePt t="210322" x="3390900" y="2374900"/>
          <p14:tracePt t="210356" x="3384550" y="2374900"/>
          <p14:tracePt t="210389" x="3371850" y="2374900"/>
          <p14:tracePt t="210424" x="3365500" y="2374900"/>
          <p14:tracePt t="210455" x="3359150" y="2374900"/>
          <p14:tracePt t="211107" x="3390900" y="2381250"/>
          <p14:tracePt t="211138" x="3429000" y="2387600"/>
          <p14:tracePt t="211174" x="3486150" y="2387600"/>
          <p14:tracePt t="211205" x="3524250" y="2393950"/>
          <p14:tracePt t="211222" x="3536950" y="2393950"/>
          <p14:tracePt t="211253" x="3549650" y="2400300"/>
          <p14:tracePt t="211275" x="3556000" y="2400300"/>
          <p14:tracePt t="211304" x="3556000" y="2406650"/>
          <p14:tracePt t="211390" x="3543300" y="2406650"/>
          <p14:tracePt t="211452" x="3530600" y="2406650"/>
          <p14:tracePt t="211475" x="3524250" y="2413000"/>
          <p14:tracePt t="211508" x="3505200" y="2413000"/>
          <p14:tracePt t="211552" x="3486150" y="2413000"/>
          <p14:tracePt t="211602" x="3473450" y="2419350"/>
          <p14:tracePt t="211621" x="3460750" y="2419350"/>
          <p14:tracePt t="211655" x="3448050" y="2419350"/>
          <p14:tracePt t="211691" x="3435350" y="2425700"/>
          <p14:tracePt t="211768" x="3435350" y="2432050"/>
          <p14:tracePt t="211854" x="3454400" y="2432050"/>
          <p14:tracePt t="211901" x="3511550" y="2432050"/>
          <p14:tracePt t="211924" x="3581400" y="2432050"/>
          <p14:tracePt t="211956" x="3651250" y="2432050"/>
          <p14:tracePt t="211985" x="3702050" y="2432050"/>
          <p14:tracePt t="212003" x="3714750" y="2432050"/>
          <p14:tracePt t="212023" x="3733800" y="2432050"/>
          <p14:tracePt t="212083" x="3752850" y="2432050"/>
          <p14:tracePt t="212133" x="3765550" y="2425700"/>
          <p14:tracePt t="212166" x="3771900" y="2425700"/>
          <p14:tracePt t="212233" x="3784600" y="2419350"/>
          <p14:tracePt t="212316" x="3797300" y="2419350"/>
          <p14:tracePt t="212366" x="3810000" y="2419350"/>
          <p14:tracePt t="212432" x="3822700" y="2419350"/>
          <p14:tracePt t="212465" x="3829050" y="2419350"/>
          <p14:tracePt t="212499" x="3835400" y="2419350"/>
          <p14:tracePt t="212518" x="3841750" y="2419350"/>
          <p14:tracePt t="212581" x="3848100" y="2419350"/>
          <p14:tracePt t="212615" x="3860800" y="2419350"/>
          <p14:tracePt t="212648" x="3873500" y="2419350"/>
          <p14:tracePt t="212714" x="3879850" y="2419350"/>
          <p14:tracePt t="212764" x="3892550" y="2419350"/>
          <p14:tracePt t="212814" x="3905250" y="2425700"/>
          <p14:tracePt t="212847" x="3911600" y="2425700"/>
          <p14:tracePt t="212881" x="3917950" y="2425700"/>
          <p14:tracePt t="212963" x="3924300" y="2425700"/>
          <p14:tracePt t="212997" x="3930650" y="2425700"/>
          <p14:tracePt t="213030" x="3937000" y="2425700"/>
          <p14:tracePt t="213063" x="3949700" y="2432050"/>
          <p14:tracePt t="213129" x="3956050" y="2438400"/>
          <p14:tracePt t="213163" x="3968750" y="2444750"/>
          <p14:tracePt t="213196" x="3975100" y="2444750"/>
          <p14:tracePt t="213229" x="3994150" y="2444750"/>
          <p14:tracePt t="213280" x="4025900" y="2444750"/>
          <p14:tracePt t="213313" x="4064000" y="2444750"/>
          <p14:tracePt t="213346" x="4133850" y="2444750"/>
          <p14:tracePt t="213379" x="4178300" y="2444750"/>
          <p14:tracePt t="213412" x="4216400" y="2438400"/>
          <p14:tracePt t="213445" x="4235450" y="2438400"/>
          <p14:tracePt t="213479" x="4254500" y="2438400"/>
          <p14:tracePt t="213512" x="4267200" y="2438400"/>
          <p14:tracePt t="213533" x="4279900" y="2438400"/>
          <p14:tracePt t="213594" x="4286250" y="2438400"/>
          <p14:tracePt t="213613" x="4292600" y="2438400"/>
          <p14:tracePt t="213645" x="4298950" y="2438400"/>
          <p14:tracePt t="213682" x="4318000" y="2432050"/>
          <p14:tracePt t="213714" x="4324350" y="2425700"/>
          <p14:tracePt t="213761" x="4337050" y="2413000"/>
          <p14:tracePt t="213794" x="4349750" y="2406650"/>
          <p14:tracePt t="213827" x="4349750" y="2393950"/>
          <p14:tracePt t="213860" x="4356100" y="2381250"/>
          <p14:tracePt t="213910" x="4356100" y="2368550"/>
          <p14:tracePt t="213944" x="4356100" y="2355850"/>
          <p14:tracePt t="213981" x="4356100" y="2336800"/>
          <p14:tracePt t="214012" x="4356100" y="2324100"/>
          <p14:tracePt t="214043" x="4356100" y="2311400"/>
          <p14:tracePt t="214080" x="4356100" y="2292350"/>
          <p14:tracePt t="214126" x="4343400" y="2266950"/>
          <p14:tracePt t="214160" x="4324350" y="2216150"/>
          <p14:tracePt t="214197" x="4305300" y="2184400"/>
          <p14:tracePt t="214228" x="4286250" y="2159000"/>
          <p14:tracePt t="214259" x="4286250" y="2146300"/>
          <p14:tracePt t="214329" x="4279900" y="2139950"/>
          <p14:tracePt t="214429" x="4279900" y="2152650"/>
          <p14:tracePt t="214746" x="4337050" y="2159000"/>
          <p14:tracePt t="214791" x="4622800" y="2178050"/>
          <p14:tracePt t="214813" x="4743450" y="2197100"/>
          <p14:tracePt t="214846" x="4933950" y="2216150"/>
          <p14:tracePt t="214875" x="5130800" y="2235200"/>
          <p14:tracePt t="214907" x="5327650" y="2273300"/>
          <p14:tracePt t="214930" x="5499100" y="2286000"/>
          <p14:tracePt t="214959" x="5619750" y="2298700"/>
          <p14:tracePt t="215007" x="5753100" y="2305050"/>
          <p14:tracePt t="215025" x="5778500" y="2305050"/>
          <p14:tracePt t="215045" x="5816600" y="2305050"/>
          <p14:tracePt t="215064" x="5848350" y="2305050"/>
          <p14:tracePt t="215091" x="5886450" y="2305050"/>
          <p14:tracePt t="215123" x="5918200" y="2292350"/>
          <p14:tracePt t="215145" x="5937250" y="2286000"/>
          <p14:tracePt t="215189" x="5956300" y="2273300"/>
          <p14:tracePt t="215239" x="5962650" y="2266950"/>
          <p14:tracePt t="215261" x="5969000" y="2260600"/>
          <p14:tracePt t="215920" x="5956300" y="2260600"/>
          <p14:tracePt t="215986" x="5943600" y="2266950"/>
          <p14:tracePt t="216036" x="5930900" y="2279650"/>
          <p14:tracePt t="216069" x="5905500" y="2317750"/>
          <p14:tracePt t="216103" x="5829300" y="2425700"/>
          <p14:tracePt t="216136" x="5759450" y="2527300"/>
          <p14:tracePt t="216169" x="5715000" y="2628900"/>
          <p14:tracePt t="216203" x="5695950" y="2698750"/>
          <p14:tracePt t="216236" x="5727700" y="2762250"/>
          <p14:tracePt t="216269" x="5778500" y="2794000"/>
          <p14:tracePt t="216302" x="5918200" y="2825750"/>
          <p14:tracePt t="216335" x="6140450" y="2857500"/>
          <p14:tracePt t="216369" x="6381750" y="2870200"/>
          <p14:tracePt t="216402" x="6527800" y="2857500"/>
          <p14:tracePt t="216436" x="6629400" y="2838450"/>
          <p14:tracePt t="216468" x="6750050" y="2794000"/>
          <p14:tracePt t="216502" x="6800850" y="2755900"/>
          <p14:tracePt t="216535" x="6845300" y="2717800"/>
          <p14:tracePt t="216568" x="6864350" y="2686050"/>
          <p14:tracePt t="216587" x="6870700" y="2667000"/>
          <p14:tracePt t="216635" x="6877050" y="2641600"/>
          <p14:tracePt t="216684" x="6883400" y="2622550"/>
          <p14:tracePt t="216703" x="6883400" y="2616200"/>
          <p14:tracePt t="216734" x="6889750" y="2609850"/>
          <p14:tracePt t="216784" x="6902450" y="2597150"/>
          <p14:tracePt t="216834" x="6908800" y="2590800"/>
          <p14:tracePt t="216871" x="6908800" y="2584450"/>
          <p14:tracePt t="216902" x="6921500" y="2571750"/>
          <p14:tracePt t="216950" x="6934200" y="2571750"/>
          <p14:tracePt t="216987" x="6940550" y="2565400"/>
          <p14:tracePt t="217033" x="6946900" y="2559050"/>
          <p14:tracePt t="217070" x="6953250" y="2552700"/>
          <p14:tracePt t="217101" x="6959600" y="2546350"/>
          <p14:tracePt t="217133" x="6972300" y="2546350"/>
          <p14:tracePt t="217186" x="6985000" y="2540000"/>
          <p14:tracePt t="217218" x="6991350" y="2533650"/>
          <p14:tracePt t="217249" x="6997700" y="2527300"/>
          <p14:tracePt t="217286" x="7010400" y="2527300"/>
          <p14:tracePt t="217332" x="7016750" y="2520950"/>
          <p14:tracePt t="217365" x="7029450" y="2514600"/>
          <p14:tracePt t="217448" x="7035800" y="2501900"/>
          <p14:tracePt t="217502" x="7042150" y="2495550"/>
          <p14:tracePt t="217533" x="7048500" y="2495550"/>
          <p14:tracePt t="217697" x="7023100" y="2508250"/>
          <p14:tracePt t="217734" x="6985000" y="2540000"/>
          <p14:tracePt t="217766" x="6883400" y="2616200"/>
          <p14:tracePt t="217813" x="6635750" y="2813050"/>
          <p14:tracePt t="217851" x="6286500" y="3041650"/>
          <p14:tracePt t="217886" x="5937250" y="3200400"/>
          <p14:tracePt t="217922" x="5638800" y="3308350"/>
          <p14:tracePt t="217948" x="5372100" y="3384550"/>
          <p14:tracePt t="218628" x="5321300" y="3403600"/>
          <p14:tracePt t="218646" x="5289550" y="3429000"/>
          <p14:tracePt t="218666" x="5207000" y="3460750"/>
          <p14:tracePt t="218710" x="4921250" y="3575050"/>
          <p14:tracePt t="218744" x="4540250" y="3689350"/>
          <p14:tracePt t="218777" x="4241800" y="3784600"/>
          <p14:tracePt t="218810" x="3987800" y="3867150"/>
          <p14:tracePt t="218843" x="3714750" y="3911600"/>
          <p14:tracePt t="218876" x="3530600" y="3937000"/>
          <p14:tracePt t="218910" x="3327400" y="3924300"/>
          <p14:tracePt t="218943" x="3244850" y="3917950"/>
          <p14:tracePt t="219275" x="3117850" y="3860800"/>
          <p14:tracePt t="219308" x="2838450" y="3702050"/>
          <p14:tracePt t="219341" x="2432050" y="3505200"/>
          <p14:tracePt t="219375" x="2063750" y="3371850"/>
          <p14:tracePt t="219408" x="1854200" y="3333750"/>
          <p14:tracePt t="219441" x="1733550" y="3314700"/>
          <p14:tracePt t="219474" x="1720850" y="3314700"/>
          <p14:tracePt t="219507" x="1714500" y="3314700"/>
          <p14:tracePt t="219557" x="1708150" y="3314700"/>
          <p14:tracePt t="219658" x="1727200" y="3314700"/>
          <p14:tracePt t="219691" x="1797050" y="3314700"/>
          <p14:tracePt t="219724" x="1987550" y="3314700"/>
          <p14:tracePt t="219757" x="2235200" y="3295650"/>
          <p14:tracePt t="219790" x="2501900" y="3276600"/>
          <p14:tracePt t="219823" x="2717800" y="3257550"/>
          <p14:tracePt t="219856" x="2762250" y="3257550"/>
          <p14:tracePt t="219890" x="2781300" y="3257550"/>
          <p14:tracePt t="220023" x="2787650" y="3263900"/>
          <p14:tracePt t="220055" x="2794000" y="3263900"/>
          <p14:tracePt t="220093" x="2813050" y="3270250"/>
          <p14:tracePt t="220105" x="2819400" y="3270250"/>
          <p14:tracePt t="220125" x="2825750" y="3270250"/>
          <p14:tracePt t="220157" x="2863850" y="3270250"/>
          <p14:tracePt t="220193" x="2940050" y="3282950"/>
          <p14:tracePt t="220224" x="3060700" y="3289300"/>
          <p14:tracePt t="220256" x="3213100" y="3289300"/>
          <p14:tracePt t="220292" x="3327400" y="3295650"/>
          <p14:tracePt t="220324" x="3384550" y="3295650"/>
          <p14:tracePt t="220355" x="3397250" y="3295650"/>
          <p14:tracePt t="220408" x="3378200" y="3295650"/>
          <p14:tracePt t="220439" x="3365500" y="3295650"/>
          <p14:tracePt t="220741" x="3238500" y="3378200"/>
          <p14:tracePt t="220772" x="3079750" y="3467100"/>
          <p14:tracePt t="220807" x="2959100" y="3549650"/>
          <p14:tracePt t="220838" x="2921000" y="3575050"/>
          <p14:tracePt t="220871" x="2908300" y="3587750"/>
          <p14:tracePt t="220906" x="2895600" y="3587750"/>
          <p14:tracePt t="220969" x="2895600" y="3594100"/>
          <p14:tracePt t="221023" x="2901950" y="3600450"/>
          <p14:tracePt t="221055" x="2921000" y="3600450"/>
          <p14:tracePt t="221102" x="3022600" y="3587750"/>
          <p14:tracePt t="221124" x="3143250" y="3568700"/>
          <p14:tracePt t="221142" x="3276600" y="3536950"/>
          <p14:tracePt t="221171" x="3460750" y="3498850"/>
          <p14:tracePt t="221202" x="3594100" y="3492500"/>
          <p14:tracePt t="221224" x="3632200" y="3492500"/>
          <p14:tracePt t="221257" x="3651250" y="3492500"/>
          <p14:tracePt t="221318" x="3638550" y="3492500"/>
          <p14:tracePt t="221340" x="3632200" y="3492500"/>
          <p14:tracePt t="221370" x="3619500" y="3492500"/>
          <p14:tracePt t="221417" x="3613150" y="3492500"/>
          <p14:tracePt t="221783" x="3644900" y="3517900"/>
          <p14:tracePt t="221816" x="3708400" y="3536950"/>
          <p14:tracePt t="221850" x="3810000" y="3568700"/>
          <p14:tracePt t="221872" x="3860800" y="3575050"/>
          <p14:tracePt t="221901" x="3924300" y="3581400"/>
          <p14:tracePt t="221932" x="3968750" y="3581400"/>
          <p14:tracePt t="221966" x="4025900" y="3581400"/>
          <p14:tracePt t="221999" x="4076700" y="3581400"/>
          <p14:tracePt t="222032" x="4140200" y="3587750"/>
          <p14:tracePt t="222065" x="4171950" y="3587750"/>
          <p14:tracePt t="222099" x="4229100" y="3587750"/>
          <p14:tracePt t="222132" x="4311650" y="3587750"/>
          <p14:tracePt t="222165" x="4394200" y="3587750"/>
          <p14:tracePt t="222200" x="4489450" y="3600450"/>
          <p14:tracePt t="222217" x="4521200" y="3600450"/>
          <p14:tracePt t="222248" x="4559300" y="3594100"/>
          <p14:tracePt t="222281" x="4616450" y="3594100"/>
          <p14:tracePt t="222314" x="4635500" y="3594100"/>
          <p14:tracePt t="222348" x="4641850" y="3594100"/>
          <p14:tracePt t="222381" x="4641850" y="3600450"/>
          <p14:tracePt t="222414" x="4610100" y="3613150"/>
          <p14:tracePt t="222447" x="4565650" y="3619500"/>
          <p14:tracePt t="222481" x="4305300" y="3708400"/>
          <p14:tracePt t="222500" x="4203700" y="3746500"/>
          <p14:tracePt t="222531" x="3714750" y="3930650"/>
          <p14:tracePt t="222564" x="3416300" y="4070350"/>
          <p14:tracePt t="222599" x="3244850" y="4165600"/>
          <p14:tracePt t="222630" x="3162300" y="4216400"/>
          <p14:tracePt t="222664" x="3149600" y="4222750"/>
          <p14:tracePt t="222697" x="3143250" y="4222750"/>
          <p14:tracePt t="222730" x="3130550" y="4216400"/>
          <p14:tracePt t="223046" x="3219450" y="4216400"/>
          <p14:tracePt t="223078" x="3359150" y="4203700"/>
          <p14:tracePt t="223112" x="3498850" y="4203700"/>
          <p14:tracePt t="223146" x="3581400" y="4197350"/>
          <p14:tracePt t="223165" x="3632200" y="4197350"/>
          <p14:tracePt t="223197" x="3695700" y="4197350"/>
          <p14:tracePt t="223228" x="3746500" y="4197350"/>
          <p14:tracePt t="223261" x="3790950" y="4197350"/>
          <p14:tracePt t="223298" x="3848100" y="4191000"/>
          <p14:tracePt t="223330" x="3886200" y="4184650"/>
          <p14:tracePt t="223361" x="3924300" y="4184650"/>
          <p14:tracePt t="223398" x="4000500" y="4178300"/>
          <p14:tracePt t="223429" x="4076700" y="4171950"/>
          <p14:tracePt t="223461" x="4235450" y="4159250"/>
          <p14:tracePt t="223498" x="4356100" y="4140200"/>
          <p14:tracePt t="223529" x="4445000" y="4133850"/>
          <p14:tracePt t="223560" x="4514850" y="4127500"/>
          <p14:tracePt t="223597" x="4572000" y="4140200"/>
          <p14:tracePt t="223628" x="4603750" y="4146550"/>
          <p14:tracePt t="223660" x="4629150" y="4152900"/>
          <p14:tracePt t="223679" x="4641850" y="4152900"/>
          <p14:tracePt t="223715" x="4660900" y="4159250"/>
          <p14:tracePt t="223745" x="4673600" y="4165600"/>
          <p14:tracePt t="223777" x="4686300" y="4165600"/>
          <p14:tracePt t="223813" x="4692650" y="4165600"/>
          <p14:tracePt t="223876" x="4705350" y="4165600"/>
          <p14:tracePt t="223913" x="4718050" y="4165600"/>
          <p14:tracePt t="223944" x="4730750" y="4171950"/>
          <p14:tracePt t="224045" x="4737100" y="4146550"/>
          <p14:tracePt t="224378" x="4902200" y="4146550"/>
          <p14:tracePt t="224409" x="5099050" y="4140200"/>
          <p14:tracePt t="224445" x="5378450" y="4127500"/>
          <p14:tracePt t="224480" x="5537200" y="4108450"/>
          <p14:tracePt t="224523" x="5651500" y="4114800"/>
          <p14:tracePt t="224546" x="5708650" y="4114800"/>
          <p14:tracePt t="224579" x="5829300" y="4114800"/>
          <p14:tracePt t="224608" x="5911850" y="4108450"/>
          <p14:tracePt t="224640" x="5981700" y="4114800"/>
          <p14:tracePt t="224662" x="6019800" y="4114800"/>
          <p14:tracePt t="224679" x="6070600" y="4114800"/>
          <p14:tracePt t="224723" x="6159500" y="4121150"/>
          <p14:tracePt t="224746" x="6210300" y="4127500"/>
          <p14:tracePt t="224779" x="6254750" y="4133850"/>
          <p14:tracePt t="224823" x="6311900" y="4133850"/>
          <p14:tracePt t="224856" x="6337300" y="4133850"/>
          <p14:tracePt t="224878" x="6362700" y="4140200"/>
          <p14:tracePt t="224907" x="6419850" y="4146550"/>
          <p14:tracePt t="224939" x="6483350" y="4152900"/>
          <p14:tracePt t="224972" x="6534150" y="4159250"/>
          <p14:tracePt t="225005" x="6572250" y="4159250"/>
          <p14:tracePt t="225038" x="6584950" y="4152900"/>
          <p14:tracePt t="225071" x="6584950" y="4146550"/>
          <p14:tracePt t="225121" x="6584950" y="4133850"/>
          <p14:tracePt t="225155" x="6584950" y="4121150"/>
          <p14:tracePt t="225204" x="6572250" y="4114800"/>
          <p14:tracePt t="225240" x="6489700" y="4114800"/>
          <p14:tracePt t="225272" x="6254750" y="4140200"/>
          <p14:tracePt t="225304" x="5861050" y="4178300"/>
          <p14:tracePt t="225337" x="5283200" y="4305300"/>
          <p14:tracePt t="225371" x="4908550" y="4400550"/>
          <p14:tracePt t="225404" x="4546600" y="4508500"/>
          <p14:tracePt t="225437" x="4197350" y="4616450"/>
          <p14:tracePt t="225470" x="3727450" y="4743450"/>
          <p14:tracePt t="225504" x="3429000" y="4813300"/>
          <p14:tracePt t="225536" x="3238500" y="4889500"/>
          <p14:tracePt t="225952" x="3219450" y="4889500"/>
          <p14:tracePt t="225985" x="3181350" y="4889500"/>
          <p14:tracePt t="226018" x="3162300" y="4895850"/>
          <p14:tracePt t="226052" x="3143250" y="4895850"/>
          <p14:tracePt t="226085" x="3124200" y="4902200"/>
          <p14:tracePt t="226118" x="3117850" y="4902200"/>
          <p14:tracePt t="226151" x="3098800" y="4902200"/>
          <p14:tracePt t="226185" x="3086100" y="4902200"/>
          <p14:tracePt t="226285" x="3086100" y="4895850"/>
          <p14:tracePt t="226318" x="3111500" y="4883150"/>
          <p14:tracePt t="226336" x="3124200" y="4883150"/>
          <p14:tracePt t="226367" x="3200400" y="4857750"/>
          <p14:tracePt t="226400" x="3352800" y="4819650"/>
          <p14:tracePt t="226434" x="3632200" y="4762500"/>
          <p14:tracePt t="226467" x="3803650" y="4743450"/>
          <p14:tracePt t="226505" x="3981450" y="4737100"/>
          <p14:tracePt t="226535" x="4102100" y="4730750"/>
          <p14:tracePt t="226566" x="4210050" y="4730750"/>
          <p14:tracePt t="226604" x="4324350" y="4730750"/>
          <p14:tracePt t="226635" x="4432300" y="4730750"/>
          <p14:tracePt t="226666" x="4552950" y="4737100"/>
          <p14:tracePt t="226704" x="4660900" y="4737100"/>
          <p14:tracePt t="226717" x="4679950" y="4737100"/>
          <p14:tracePt t="226751" x="4724400" y="4737100"/>
          <p14:tracePt t="226782" x="4762500" y="4730750"/>
          <p14:tracePt t="226820" x="4781550" y="4730750"/>
          <p14:tracePt t="226851" x="4787900" y="4730750"/>
          <p14:tracePt t="226882" x="4800600" y="4730750"/>
          <p14:tracePt t="226932" x="4806950" y="4730750"/>
          <p14:tracePt t="226965" x="4813300" y="4730750"/>
          <p14:tracePt t="227002" x="4826000" y="4730750"/>
          <p14:tracePt t="227034" x="4838700" y="4724400"/>
          <p14:tracePt t="227082" x="4857750" y="4724400"/>
          <p14:tracePt t="227104" x="4883150" y="4718050"/>
          <p14:tracePt t="227120" x="4889500" y="4718050"/>
          <p14:tracePt t="227150" x="4914900" y="4718050"/>
          <p14:tracePt t="227182" x="4921250" y="4705350"/>
          <p14:tracePt t="227236" x="4914900" y="4705350"/>
          <p14:tracePt t="227266" x="4895850" y="4705350"/>
          <p14:tracePt t="227287" x="4864100" y="4711700"/>
          <p14:tracePt t="227320" x="4718050" y="4743450"/>
          <p14:tracePt t="227350" x="4470400" y="4813300"/>
          <p14:tracePt t="227381" x="4191000" y="4914900"/>
          <p14:tracePt t="227417" x="3924300" y="5010150"/>
          <p14:tracePt t="227449" x="3803650" y="5073650"/>
          <p14:tracePt t="227480" x="3727450" y="5118100"/>
          <p14:tracePt t="227530" x="3619500" y="5168900"/>
          <p14:tracePt t="227552" x="3581400" y="5181600"/>
          <p14:tracePt t="227582" x="3498850" y="5238750"/>
          <p14:tracePt t="227629" x="3435350" y="5276850"/>
          <p14:tracePt t="227667" x="3365500" y="5314950"/>
          <p14:tracePt t="227712" x="3308350" y="5327650"/>
          <p14:tracePt t="227735" x="3282950" y="5334000"/>
          <p14:tracePt t="227751" x="3257550" y="5340350"/>
          <p14:tracePt t="227781" x="3194050" y="5346700"/>
          <p14:tracePt t="227812" x="3136900" y="5353050"/>
          <p14:tracePt t="227835" x="3035300" y="5359400"/>
          <p14:tracePt t="227868" x="2933700" y="5359400"/>
          <p14:tracePt t="227912" x="2813050" y="5321300"/>
          <p14:tracePt t="227934" x="2730500" y="5314950"/>
          <p14:tracePt t="227967" x="2673350" y="5308600"/>
          <p14:tracePt t="227984" x="2654300" y="5308600"/>
          <p14:tracePt t="228013" x="2628900" y="5308600"/>
          <p14:tracePt t="228045" x="2609850" y="5302250"/>
          <p14:tracePt t="228111" x="2603500" y="5302250"/>
          <p14:tracePt t="228279" x="2597150" y="5302250"/>
          <p14:tracePt t="228327" x="2590800" y="5289550"/>
          <p14:tracePt t="228377" x="2584450" y="5283200"/>
          <p14:tracePt t="228411" x="2578100" y="5276850"/>
          <p14:tracePt t="228443" x="2578100" y="5270500"/>
          <p14:tracePt t="228493" x="2571750" y="5257800"/>
          <p14:tracePt t="228543" x="2571750" y="5238750"/>
          <p14:tracePt t="228576" x="2565400" y="5232400"/>
          <p14:tracePt t="228626" x="2565400" y="5219700"/>
          <p14:tracePt t="228659" x="2565400" y="5207000"/>
          <p14:tracePt t="228692" x="2559050" y="5200650"/>
          <p14:tracePt t="228726" x="2552700" y="5187950"/>
          <p14:tracePt t="228792" x="2552700" y="5181600"/>
          <p14:tracePt t="228825" x="2546350" y="5168900"/>
          <p14:tracePt t="228859" x="2546350" y="5162550"/>
          <p14:tracePt t="228892" x="2552700" y="5162550"/>
          <p14:tracePt t="228926" x="2559050" y="5156200"/>
          <p14:tracePt t="228975" x="2565400" y="5156200"/>
          <p14:tracePt t="229042" x="2578100" y="5156200"/>
          <p14:tracePt t="229074" x="2590800" y="5156200"/>
          <p14:tracePt t="229108" x="2603500" y="5162550"/>
          <p14:tracePt t="229141" x="2616200" y="5168900"/>
          <p14:tracePt t="229191" x="2635250" y="5175250"/>
          <p14:tracePt t="229224" x="2667000" y="5175250"/>
          <p14:tracePt t="229244" x="2698750" y="5181600"/>
          <p14:tracePt t="229275" x="2781300" y="5187950"/>
          <p14:tracePt t="229307" x="2901950" y="5194300"/>
          <p14:tracePt t="229341" x="3105150" y="5219700"/>
          <p14:tracePt t="229373" x="3282950" y="5219700"/>
          <p14:tracePt t="229411" x="3517900" y="5232400"/>
          <p14:tracePt t="229443" x="3651250" y="5238750"/>
          <p14:tracePt t="229473" x="3771900" y="5238750"/>
          <p14:tracePt t="229510" x="3879850" y="5219700"/>
          <p14:tracePt t="229542" x="3981450" y="5207000"/>
          <p14:tracePt t="229573" x="4038600" y="5207000"/>
          <p14:tracePt t="229610" x="4095750" y="5207000"/>
          <p14:tracePt t="229657" x="4133850" y="5207000"/>
          <p14:tracePt t="229689" x="4165600" y="5200650"/>
          <p14:tracePt t="229726" x="4184650" y="5194300"/>
          <p14:tracePt t="229740" x="4191000" y="5194300"/>
          <p14:tracePt t="229772" x="4229100" y="5187950"/>
          <p14:tracePt t="229809" x="4286250" y="5175250"/>
          <p14:tracePt t="229841" x="4356100" y="5168900"/>
          <p14:tracePt t="229872" x="4451350" y="5156200"/>
          <p14:tracePt t="229909" x="4521200" y="5149850"/>
          <p14:tracePt t="229941" x="4635500" y="5130800"/>
          <p14:tracePt t="229971" x="4692650" y="5124450"/>
          <p14:tracePt t="229994" x="4730750" y="5111750"/>
          <p14:tracePt t="230023" x="4768850" y="5105400"/>
          <p14:tracePt t="230054" x="4794250" y="5092700"/>
          <p14:tracePt t="230088" x="4806950" y="5086350"/>
          <p14:tracePt t="230124" x="4806950" y="5080000"/>
          <p14:tracePt t="230171" x="4800600" y="5080000"/>
          <p14:tracePt t="230224" x="4794250" y="5080000"/>
          <p14:tracePt t="230590" x="4832350" y="5080000"/>
          <p14:tracePt t="230625" x="4933950" y="5080000"/>
          <p14:tracePt t="230659" x="5022850" y="5080000"/>
          <p14:tracePt t="230687" x="5099050" y="5080000"/>
          <p14:tracePt t="230719" x="5156200" y="5067300"/>
          <p14:tracePt t="230742" x="5194300" y="5060950"/>
          <p14:tracePt t="230774" x="5213350" y="5054600"/>
          <p14:tracePt t="230819" x="5238750" y="5048250"/>
          <p14:tracePt t="230918" x="5245100" y="5048250"/>
          <p14:tracePt t="230989" x="5251450" y="5048250"/>
          <p14:tracePt t="231051" x="5257800" y="5048250"/>
          <p14:tracePt t="231117" x="5270500" y="5048250"/>
          <p14:tracePt t="231151" x="5283200" y="5048250"/>
          <p14:tracePt t="231173" x="5295900" y="5048250"/>
          <p14:tracePt t="231202" x="5302250" y="5048250"/>
          <p14:tracePt t="231234" x="5321300" y="5041900"/>
          <p14:tracePt t="231284" x="5340350" y="5035550"/>
          <p14:tracePt t="231350" x="5353050" y="5035550"/>
          <p14:tracePt t="231383" x="5359400" y="5035550"/>
          <p14:tracePt t="231416" x="5365750" y="5035550"/>
          <p14:tracePt t="231449" x="5372100" y="5035550"/>
          <p14:tracePt t="231482" x="5378450" y="5035550"/>
          <p14:tracePt t="231765" x="5372100" y="5035550"/>
          <p14:tracePt t="231798" x="5359400" y="5035550"/>
          <p14:tracePt t="231832" x="5346700" y="5041900"/>
          <p14:tracePt t="231881" x="5334000" y="5041900"/>
          <p14:tracePt t="231915" x="5302250" y="5054600"/>
          <p14:tracePt t="231948" x="5270500" y="5067300"/>
          <p14:tracePt t="231981" x="5156200" y="5130800"/>
          <p14:tracePt t="232014" x="5010150" y="5207000"/>
          <p14:tracePt t="232048" x="4806950" y="5314950"/>
          <p14:tracePt t="232081" x="4679950" y="5384800"/>
          <p14:tracePt t="232114" x="4603750" y="5422900"/>
          <p14:tracePt t="232147" x="4552950" y="5435600"/>
          <p14:tracePt t="232181" x="4527550" y="5441950"/>
          <p14:tracePt t="232214" x="4508500" y="5448300"/>
          <p14:tracePt t="232247" x="4489450" y="5448300"/>
          <p14:tracePt t="232280" x="4457700" y="5454650"/>
          <p14:tracePt t="232313" x="4406900" y="5454650"/>
          <p14:tracePt t="232348" x="4286250" y="5454650"/>
          <p14:tracePt t="232380" x="4076700" y="5454650"/>
          <p14:tracePt t="232413" x="3937000" y="5441950"/>
          <p14:tracePt t="232446" x="3790950" y="5435600"/>
          <p14:tracePt t="232479" x="3625850" y="5429250"/>
          <p14:tracePt t="232513" x="3549650" y="5429250"/>
          <p14:tracePt t="232546" x="3460750" y="5422900"/>
          <p14:tracePt t="232579" x="3409950" y="5422900"/>
          <p14:tracePt t="232617" x="3346450" y="5410200"/>
          <p14:tracePt t="232662" x="3327400" y="5410200"/>
          <p14:tracePt t="232746" x="3340100" y="5410200"/>
          <p14:tracePt t="232779" x="3365500" y="5410200"/>
          <p14:tracePt t="232816" x="3429000" y="5410200"/>
          <p14:tracePt t="232847" x="3644900" y="5410200"/>
          <p14:tracePt t="232864" x="3721100" y="5410200"/>
          <p14:tracePt t="232895" x="3924300" y="5410200"/>
          <p14:tracePt t="232917" x="4083050" y="5397500"/>
          <p14:tracePt t="232934" x="4121150" y="5397500"/>
          <p14:tracePt t="232963" x="4191000" y="5391150"/>
          <p14:tracePt t="232995" x="4216400" y="5391150"/>
          <p14:tracePt t="233061" x="4197350" y="5391150"/>
          <p14:tracePt t="233095" x="4184650" y="5391150"/>
          <p14:tracePt t="233131" x="4152900" y="5391150"/>
          <p14:tracePt t="233162" x="4146550" y="5391150"/>
          <p14:tracePt t="233194" x="4127500" y="5391150"/>
          <p14:tracePt t="233231" x="4108450" y="5391150"/>
          <p14:tracePt t="233262" x="4076700" y="5391150"/>
          <p14:tracePt t="233294" x="4038600" y="5391150"/>
          <p14:tracePt t="233317" x="4013200" y="5391150"/>
          <p14:tracePt t="233349" x="3981450" y="5391150"/>
          <p14:tracePt t="233378" x="3975100" y="5391150"/>
          <p14:tracePt t="233443" x="3987800" y="5384800"/>
          <p14:tracePt t="233465" x="4013200" y="5372100"/>
          <p14:tracePt t="233495" x="4083050" y="5346700"/>
          <p14:tracePt t="233543" x="4368800" y="5207000"/>
          <p14:tracePt t="233579" x="4610100" y="5054600"/>
          <p14:tracePt t="233610" x="4895850" y="4832350"/>
          <p14:tracePt t="233632" x="5080000" y="4654550"/>
          <p14:tracePt t="233664" x="5226050" y="4451350"/>
          <p14:tracePt t="233694" x="5391150" y="4171950"/>
          <p14:tracePt t="233742" x="5670550" y="3467100"/>
          <p14:tracePt t="233764" x="5734050" y="3244850"/>
          <p14:tracePt t="233798" x="5784850" y="2971800"/>
          <p14:tracePt t="233827" x="5810250" y="2774950"/>
          <p14:tracePt t="233875" x="5810250" y="2616200"/>
          <p14:tracePt t="233924" x="5816600" y="2527300"/>
          <p14:tracePt t="233958" x="5816600" y="2476500"/>
          <p14:tracePt t="233982" x="5816600" y="2451100"/>
          <p14:tracePt t="234024" x="5822950" y="2406650"/>
          <p14:tracePt t="234057" x="5835650" y="2374900"/>
          <p14:tracePt t="234080" x="5842000" y="2362200"/>
          <p14:tracePt t="234109" x="5854700" y="2349500"/>
          <p14:tracePt t="234141" x="5867400" y="2349500"/>
          <p14:tracePt t="234190" x="5886450" y="2355850"/>
          <p14:tracePt t="234240" x="5905500" y="2374900"/>
          <p14:tracePt t="234274" x="5924550" y="2374900"/>
          <p14:tracePt t="234296" x="5937250" y="2374900"/>
          <p14:tracePt t="234325" x="5981700" y="2387600"/>
          <p14:tracePt t="234342" x="6026150" y="2387600"/>
          <p14:tracePt t="234358" x="6083300" y="2387600"/>
          <p14:tracePt t="234389" x="6153150" y="2387600"/>
          <p14:tracePt t="234423" x="6280150" y="2374900"/>
          <p14:tracePt t="234456" x="6362700" y="2368550"/>
          <p14:tracePt t="234489" x="6394450" y="2368550"/>
          <p14:tracePt t="234522" x="6419850" y="2362200"/>
          <p14:tracePt t="234556" x="6432550" y="2355850"/>
          <p14:tracePt t="234589" x="6438900" y="2355850"/>
          <p14:tracePt t="234622" x="6457950" y="2355850"/>
          <p14:tracePt t="234655" x="6457950" y="2349500"/>
          <p14:tracePt t="234690" x="6470650" y="2349500"/>
          <p14:tracePt t="234738" x="6477000" y="2349500"/>
          <p14:tracePt t="234838" x="6483350" y="2349500"/>
          <p14:tracePt t="235120" x="6477000" y="2349500"/>
          <p14:tracePt t="235154" x="6470650" y="2349500"/>
          <p14:tracePt t="235220" x="6464300" y="2349500"/>
          <p14:tracePt t="235303" x="6457950" y="2349500"/>
          <p14:tracePt t="235404" x="6451600" y="2349500"/>
          <p14:tracePt t="235506" x="6445250" y="2349500"/>
          <p14:tracePt t="235537" x="6438900" y="2349500"/>
          <p14:tracePt t="235569" x="6432550" y="2349500"/>
          <p14:tracePt t="235602" x="6426200" y="2349500"/>
          <p14:tracePt t="235636" x="6419850" y="2349500"/>
          <p14:tracePt t="235701" x="6413500" y="2349500"/>
          <p14:tracePt t="236399" x="6400800" y="2362200"/>
          <p14:tracePt t="236421" x="6343650" y="2438400"/>
          <p14:tracePt t="236455" x="6292850" y="2533650"/>
          <p14:tracePt t="236484" x="6223000" y="2654300"/>
          <p14:tracePt t="236506" x="6165850" y="2768600"/>
          <p14:tracePt t="236538" x="6064250" y="2997200"/>
          <p14:tracePt t="236571" x="5867400" y="3371850"/>
          <p14:tracePt t="236601" x="5740400" y="3568700"/>
          <p14:tracePt t="236648" x="5461000" y="4013200"/>
          <p14:tracePt t="236685" x="5334000" y="4279900"/>
          <p14:tracePt t="236732" x="5200650" y="4616450"/>
          <p14:tracePt t="236754" x="5143500" y="4730750"/>
          <p14:tracePt t="236788" x="5080000" y="4870450"/>
          <p14:tracePt t="236816" x="5041900" y="4978400"/>
          <p14:tracePt t="236848" x="4965700" y="5092700"/>
          <p14:tracePt t="236870" x="4933950" y="5130800"/>
          <p14:tracePt t="236903" x="4902200" y="5175250"/>
          <p14:tracePt t="236933" x="4870450" y="5219700"/>
          <p14:tracePt t="236964" x="4826000" y="5257800"/>
          <p14:tracePt t="236987" x="4794250" y="5295900"/>
          <p14:tracePt t="237015" x="4749800" y="5321300"/>
          <p14:tracePt t="237047" x="4711700" y="5346700"/>
          <p14:tracePt t="237082" x="4641850" y="5365750"/>
          <p14:tracePt t="237103" x="4572000" y="5372100"/>
          <p14:tracePt t="237147" x="4419600" y="5384800"/>
          <p14:tracePt t="237171" x="4305300" y="5384800"/>
          <p14:tracePt t="237203" x="4095750" y="5397500"/>
          <p14:tracePt t="237247" x="3771900" y="5416550"/>
          <p14:tracePt t="237271" x="3632200" y="5416550"/>
          <p14:tracePt t="237303" x="3429000" y="5416550"/>
          <p14:tracePt t="237346" x="3238500" y="5416550"/>
          <p14:tracePt t="237379" x="3162300" y="5416550"/>
          <p14:tracePt t="237397" x="3149600" y="5416550"/>
          <p14:tracePt t="237429" x="3098800" y="5435600"/>
          <p14:tracePt t="237464" x="3035300" y="5454650"/>
          <p14:tracePt t="237495" x="2959100" y="5461000"/>
          <p14:tracePt t="237529" x="2806700" y="5473700"/>
          <p14:tracePt t="237562" x="2673350" y="5492750"/>
          <p14:tracePt t="237595" x="2552700" y="5499100"/>
          <p14:tracePt t="237628" x="2457450" y="5518150"/>
          <p14:tracePt t="237662" x="2349500" y="5518150"/>
          <p14:tracePt t="237695" x="2279650" y="5518150"/>
          <p14:tracePt t="237728" x="2241550" y="5518150"/>
          <p14:tracePt t="237761" x="2228850" y="5518150"/>
          <p14:tracePt t="237794" x="2222500" y="5518150"/>
          <p14:tracePt t="237877" x="2228850" y="5518150"/>
          <p14:tracePt t="237910" x="2241550" y="5518150"/>
          <p14:tracePt t="237931" x="2266950" y="5518150"/>
          <p14:tracePt t="237960" x="2317750" y="5511800"/>
          <p14:tracePt t="237994" x="2584450" y="5511800"/>
          <p14:tracePt t="238027" x="2952750" y="5524500"/>
          <p14:tracePt t="238060" x="3473450" y="5568950"/>
          <p14:tracePt t="238093" x="3816350" y="5588000"/>
          <p14:tracePt t="238127" x="4044950" y="5594350"/>
          <p14:tracePt t="238160" x="4216400" y="5594350"/>
          <p14:tracePt t="238193" x="4311650" y="5588000"/>
          <p14:tracePt t="238211" x="4394200" y="5588000"/>
          <p14:tracePt t="238243" x="4502150" y="5588000"/>
          <p14:tracePt t="238276" x="4597400" y="5600700"/>
          <p14:tracePt t="238309" x="4718050" y="5613400"/>
          <p14:tracePt t="238343" x="4870450" y="5613400"/>
          <p14:tracePt t="238376" x="4972050" y="5619750"/>
          <p14:tracePt t="238409" x="5048250" y="5619750"/>
          <p14:tracePt t="238427" x="5099050" y="5619750"/>
          <p14:tracePt t="238445" x="5143500" y="5619750"/>
          <p14:tracePt t="238477" x="5200650" y="5607050"/>
          <p14:tracePt t="238508" x="5257800" y="5594350"/>
          <p14:tracePt t="238542" x="5302250" y="5588000"/>
          <p14:tracePt t="238575" x="5321300" y="5581650"/>
          <p14:tracePt t="238608" x="5334000" y="5581650"/>
          <p14:tracePt t="238658" x="5340350" y="5581650"/>
          <p14:tracePt t="239210" x="5340350" y="5556250"/>
          <p14:tracePt t="239241" x="5334000" y="5480050"/>
          <p14:tracePt t="239258" x="5334000" y="5461000"/>
          <p14:tracePt t="239289" x="5334000" y="5378450"/>
          <p14:tracePt t="239326" x="5359400" y="5264150"/>
          <p14:tracePt t="239357" x="5372100" y="5207000"/>
          <p14:tracePt t="239389" x="5384800" y="5143500"/>
          <p14:tracePt t="239411" x="5384800" y="5111750"/>
          <p14:tracePt t="239445" x="5391150" y="5060950"/>
          <p14:tracePt t="239461" x="5391150" y="5054600"/>
          <p14:tracePt t="239490" x="5391150" y="5041900"/>
          <p14:tracePt t="239538" x="5384800" y="5029200"/>
          <p14:tracePt t="239575" x="5378450" y="5029200"/>
          <p14:tracePt t="239607" x="5372100" y="5029200"/>
          <p14:tracePt t="239654" x="5359400" y="5029200"/>
          <p14:tracePt t="239677" x="5340350" y="5029200"/>
          <p14:tracePt t="239707" x="5245100" y="5048250"/>
          <p14:tracePt t="239754" x="4724400" y="5086350"/>
          <p14:tracePt t="239792" x="4286250" y="5099050"/>
          <p14:tracePt t="239837" x="3797300" y="5092700"/>
          <p14:tracePt t="239860" x="3575050" y="5073650"/>
          <p14:tracePt t="239893" x="3498850" y="5067300"/>
          <p14:tracePt t="239927" x="3473450" y="5067300"/>
          <p14:tracePt t="240007" x="3479800" y="5060950"/>
          <p14:tracePt t="240053" x="3530600" y="5041900"/>
          <p14:tracePt t="240075" x="3587750" y="5035550"/>
          <p14:tracePt t="240109" x="3835400" y="5010150"/>
          <p14:tracePt t="240153" x="4178300" y="4991100"/>
          <p14:tracePt t="240175" x="4432300" y="4991100"/>
          <p14:tracePt t="240208" x="4603750" y="4991100"/>
          <p14:tracePt t="240238" x="4711700" y="4991100"/>
          <p14:tracePt t="240254" x="4730750" y="4991100"/>
          <p14:tracePt t="240275" x="4768850" y="4991100"/>
          <p14:tracePt t="240309" x="4781550" y="4997450"/>
          <p14:tracePt t="240352" x="4794250" y="5003800"/>
          <p14:tracePt t="240634" x="4813300" y="5010150"/>
          <p14:tracePt t="240684" x="4838700" y="5016500"/>
          <p14:tracePt t="240718" x="4914900" y="5035550"/>
          <p14:tracePt t="240751" x="5029200" y="5054600"/>
          <p14:tracePt t="240784" x="5118100" y="5086350"/>
          <p14:tracePt t="240817" x="5207000" y="5111750"/>
          <p14:tracePt t="240851" x="5257800" y="5124450"/>
          <p14:tracePt t="240935" x="5226050" y="5124450"/>
          <p14:tracePt t="240967" x="5187950" y="5124450"/>
          <p14:tracePt t="241001" x="5041900" y="5162550"/>
          <p14:tracePt t="241019" x="4895850" y="5200650"/>
          <p14:tracePt t="241049" x="4711700" y="5257800"/>
          <p14:tracePt t="241083" x="4591050" y="5314950"/>
          <p14:tracePt t="241116" x="4540250" y="5346700"/>
          <p14:tracePt t="241149" x="4533900" y="5359400"/>
          <p14:tracePt t="241182" x="4533900" y="5365750"/>
          <p14:tracePt t="241216" x="4533900" y="5378450"/>
          <p14:tracePt t="241249" x="4565650" y="5384800"/>
          <p14:tracePt t="241282" x="4603750" y="5378450"/>
          <p14:tracePt t="241316" x="4686300" y="5340350"/>
          <p14:tracePt t="241349" x="4914900" y="5264150"/>
          <p14:tracePt t="241382" x="5067300" y="5232400"/>
          <p14:tracePt t="241415" x="5137150" y="5213350"/>
          <p14:tracePt t="241448" x="5181600" y="5207000"/>
          <p14:tracePt t="241498" x="5149850" y="5194300"/>
          <p14:tracePt t="241532" x="5029200" y="5213350"/>
          <p14:tracePt t="241566" x="4794250" y="5283200"/>
          <p14:tracePt t="241598" x="4527550" y="5353050"/>
          <p14:tracePt t="241631" x="4298950" y="5422900"/>
          <p14:tracePt t="241665" x="4235450" y="5441950"/>
          <p14:tracePt t="241698" x="4222750" y="5454650"/>
          <p14:tracePt t="241731" x="4248150" y="5461000"/>
          <p14:tracePt t="241764" x="4356100" y="5454650"/>
          <p14:tracePt t="241797" x="4470400" y="5429250"/>
          <p14:tracePt t="241831" x="4552950" y="5403850"/>
          <p14:tracePt t="241849" x="4597400" y="5378450"/>
          <p14:tracePt t="241880" x="4629150" y="5327650"/>
          <p14:tracePt t="241913" x="4622800" y="5270500"/>
          <p14:tracePt t="241947" x="4603750" y="5194300"/>
          <p14:tracePt t="241980" x="4578350" y="5118100"/>
          <p14:tracePt t="242014" x="4552950" y="5086350"/>
          <p14:tracePt t="242033" x="4540250" y="5080000"/>
          <p14:tracePt t="242063" x="4527550" y="5067300"/>
          <p14:tracePt t="242096" x="4514850" y="5054600"/>
          <p14:tracePt t="242133" x="4508500" y="5048250"/>
          <p14:tracePt t="242165" x="4502150" y="5048250"/>
          <p14:tracePt t="242233" x="4508500" y="5041900"/>
          <p14:tracePt t="242264" x="4514850" y="5035550"/>
          <p14:tracePt t="242332" x="4527550" y="5022850"/>
          <p14:tracePt t="242364" x="4533900" y="5016500"/>
          <p14:tracePt t="242395" x="4552950" y="4991100"/>
          <p14:tracePt t="242418" x="4578350" y="4953000"/>
          <p14:tracePt t="242451" x="4616450" y="4908550"/>
          <p14:tracePt t="242480" x="4673600" y="4851400"/>
          <p14:tracePt t="242512" x="4724400" y="4819650"/>
          <p14:tracePt t="242534" x="4737100" y="4819650"/>
          <p14:tracePt t="242581" x="4749800" y="4819650"/>
          <p14:tracePt t="242613" x="4756150" y="4851400"/>
          <p14:tracePt t="242648" x="4756150" y="4864100"/>
          <p14:tracePt t="242679" x="4768850" y="4908550"/>
          <p14:tracePt t="242711" x="4794250" y="4972050"/>
          <p14:tracePt t="242760" x="4876800" y="5048250"/>
          <p14:tracePt t="242783" x="4914900" y="5073650"/>
          <p14:tracePt t="242812" x="5003800" y="5080000"/>
          <p14:tracePt t="242833" x="5060950" y="5086350"/>
          <p14:tracePt t="242866" x="5162550" y="5086350"/>
          <p14:tracePt t="242895" x="5232400" y="5086350"/>
          <p14:tracePt t="242943" x="5308600" y="5073650"/>
          <p14:tracePt t="243043" x="5302250" y="5067300"/>
          <p14:tracePt t="243066" x="5289550" y="5060950"/>
          <p14:tracePt t="243099" x="5264150" y="5060950"/>
          <p14:tracePt t="243128" x="5232400" y="5060950"/>
          <p14:tracePt t="243159" x="5162550" y="5060950"/>
          <p14:tracePt t="243182" x="5105400" y="5073650"/>
          <p14:tracePt t="243215" x="4978400" y="5099050"/>
          <p14:tracePt t="243259" x="4845050" y="5130800"/>
          <p14:tracePt t="243281" x="4800600" y="5143500"/>
          <p14:tracePt t="243314" x="4743450" y="5143500"/>
          <p14:tracePt t="243358" x="4724400" y="5143500"/>
          <p14:tracePt t="243412" x="4718050" y="5143500"/>
          <p14:tracePt t="243458" x="4743450" y="5137150"/>
          <p14:tracePt t="243491" x="4768850" y="5130800"/>
          <p14:tracePt t="243514" x="4813300" y="5124450"/>
          <p14:tracePt t="243543" x="4889500" y="5111750"/>
          <p14:tracePt t="243576" x="4959350" y="5080000"/>
          <p14:tracePt t="243624" x="4978400" y="5067300"/>
          <p14:tracePt t="243674" x="4933950" y="5067300"/>
          <p14:tracePt t="243707" x="4711700" y="5060950"/>
          <p14:tracePt t="243741" x="4419600" y="5048250"/>
          <p14:tracePt t="243774" x="4140200" y="5048250"/>
          <p14:tracePt t="243807" x="3956050" y="5048250"/>
          <p14:tracePt t="243840" x="3917950" y="5054600"/>
          <p14:tracePt t="243873" x="3905250" y="5060950"/>
          <p14:tracePt t="243989" x="3905250" y="5067300"/>
          <p14:tracePt t="244106" x="3886200" y="5060950"/>
          <p14:tracePt t="244139" x="3879850" y="5060950"/>
          <p14:tracePt t="244787" x="3848100" y="5067300"/>
          <p14:tracePt t="244805" x="3835400" y="5073650"/>
          <p14:tracePt t="244837" x="3765550" y="5118100"/>
          <p14:tracePt t="244870" x="3714750" y="5137150"/>
          <p14:tracePt t="244903" x="3613150" y="5175250"/>
          <p14:tracePt t="244936" x="3581400" y="5187950"/>
          <p14:tracePt t="244970" x="3556000" y="5187950"/>
          <p14:tracePt t="245019" x="3549650" y="5187950"/>
          <p14:tracePt t="245070" x="3536950" y="5187950"/>
          <p14:tracePt t="245119" x="3524250" y="5181600"/>
          <p14:tracePt t="245169" x="3511550" y="5181600"/>
          <p14:tracePt t="245202" x="3505200" y="5175250"/>
          <p14:tracePt t="245239" x="3492500" y="5168900"/>
          <p14:tracePt t="245271" x="3486150" y="5162550"/>
          <p14:tracePt t="245302" x="3473450" y="5156200"/>
          <p14:tracePt t="245368" x="3467100" y="5149850"/>
          <p14:tracePt t="245418" x="3479800" y="5143500"/>
          <p14:tracePt t="245455" x="3524250" y="5137150"/>
          <p14:tracePt t="245486" x="3632200" y="5130800"/>
          <p14:tracePt t="245518" x="3917950" y="5118100"/>
          <p14:tracePt t="245555" x="4197350" y="5124450"/>
          <p14:tracePt t="245586" x="4464050" y="5130800"/>
          <p14:tracePt t="245604" x="4591050" y="5130800"/>
          <p14:tracePt t="245639" x="4749800" y="5149850"/>
          <p14:tracePt t="245669" x="4851400" y="5168900"/>
          <p14:tracePt t="245701" x="4927600" y="5168900"/>
          <p14:tracePt t="245737" x="4959350" y="5168900"/>
          <p14:tracePt t="245769" x="5003800" y="5168900"/>
          <p14:tracePt t="245800" x="5067300" y="5181600"/>
          <p14:tracePt t="245823" x="5099050" y="5181600"/>
          <p14:tracePt t="245855" x="5124450" y="5187950"/>
          <p14:tracePt t="245885" x="5143500" y="5187950"/>
          <p14:tracePt t="246053" x="5137150" y="5187950"/>
          <p14:tracePt t="246103" x="5130800" y="5187950"/>
          <p14:tracePt t="246664" x="5105400" y="5187950"/>
          <p14:tracePt t="246686" x="5086350" y="5187950"/>
          <p14:tracePt t="246719" x="5048250" y="5187950"/>
          <p14:tracePt t="246763" x="5010150" y="5181600"/>
          <p14:tracePt t="246797" x="4953000" y="5175250"/>
          <p14:tracePt t="246819" x="4908550" y="5175250"/>
          <p14:tracePt t="246863" x="4806950" y="5168900"/>
          <p14:tracePt t="246896" x="4711700" y="5149850"/>
          <p14:tracePt t="246919" x="4673600" y="5149850"/>
          <p14:tracePt t="246981" x="4584700" y="5130800"/>
          <p14:tracePt t="247029" x="4533900" y="5118100"/>
          <p14:tracePt t="247062" x="4508500" y="5111750"/>
          <p14:tracePt t="247112" x="4495800" y="5111750"/>
          <p14:tracePt t="247145" x="4489450" y="5111750"/>
          <p14:tracePt t="247195" x="4483100" y="5111750"/>
          <p14:tracePt t="247228" x="4476750" y="5111750"/>
          <p14:tracePt t="247361" x="4470400" y="5111750"/>
          <p14:tracePt t="247577" x="4457700" y="5124450"/>
          <p14:tracePt t="247610" x="4432300" y="5130800"/>
          <p14:tracePt t="247644" x="4368800" y="5143500"/>
          <p14:tracePt t="247677" x="4286250" y="5149850"/>
          <p14:tracePt t="247711" x="4019550" y="5149850"/>
          <p14:tracePt t="247744" x="3651250" y="5137150"/>
          <p14:tracePt t="247777" x="3390900" y="5099050"/>
          <p14:tracePt t="247795" x="3302000" y="5099050"/>
          <p14:tracePt t="247826" x="3016250" y="5067300"/>
          <p14:tracePt t="247859" x="2882900" y="5048250"/>
          <p14:tracePt t="247893" x="2819400" y="5048250"/>
          <p14:tracePt t="247926" x="2781300" y="5060950"/>
          <p14:tracePt t="247959" x="2768600" y="5073650"/>
          <p14:tracePt t="247978" x="2762250" y="5080000"/>
          <p14:tracePt t="248009" x="2749550" y="5086350"/>
          <p14:tracePt t="248042" x="2743200" y="5092700"/>
          <p14:tracePt t="248076" x="2730500" y="5105400"/>
          <p14:tracePt t="248109" x="2717800" y="5111750"/>
          <p14:tracePt t="248146" x="2705100" y="5118100"/>
          <p14:tracePt t="248208" x="2679700" y="5118100"/>
          <p14:tracePt t="248245" x="2641600" y="5130800"/>
          <p14:tracePt t="248277" x="2514600" y="5162550"/>
          <p14:tracePt t="248308" x="2413000" y="5194300"/>
          <p14:tracePt t="248345" x="2216150" y="5257800"/>
          <p14:tracePt t="248376" x="2108200" y="5283200"/>
          <p14:tracePt t="248408" x="2019300" y="5289550"/>
          <p14:tracePt t="248430" x="1955800" y="5289550"/>
          <p14:tracePt t="248460" x="1911350" y="5283200"/>
          <p14:tracePt t="248491" x="1873250" y="5276850"/>
          <p14:tracePt t="248524" x="1854200" y="5264150"/>
          <p14:tracePt t="248562" x="1835150" y="5264150"/>
          <p14:tracePt t="248607" x="1828800" y="5264150"/>
          <p14:tracePt t="248777" x="1847850" y="5264150"/>
          <p14:tracePt t="248808" x="1860550" y="5264150"/>
          <p14:tracePt t="248844" x="1885950" y="5264150"/>
          <p14:tracePt t="248879" x="1968500" y="5251450"/>
          <p14:tracePt t="248908" x="2190750" y="5232400"/>
          <p14:tracePt t="248930" x="2406650" y="5226050"/>
          <p14:tracePt t="248961" x="2774950" y="5200650"/>
          <p14:tracePt t="248995" x="3067050" y="5200650"/>
          <p14:tracePt t="249024" x="3321050" y="5213350"/>
          <p14:tracePt t="249072" x="3530600" y="5238750"/>
          <p14:tracePt t="249109" x="3549650" y="5238750"/>
          <p14:tracePt t="249140" x="3556000" y="5238750"/>
          <p14:tracePt t="249271" x="3562350" y="5238750"/>
          <p14:tracePt t="249325" x="3568700" y="5238750"/>
          <p14:tracePt t="249361" x="3581400" y="5238750"/>
          <p14:tracePt t="249393" x="3600450" y="5232400"/>
          <p14:tracePt t="249427" x="3619500" y="5226050"/>
          <p14:tracePt t="249471" x="3689350" y="5207000"/>
          <p14:tracePt t="249493" x="3746500" y="5200650"/>
          <p14:tracePt t="249526" x="3835400" y="5181600"/>
          <p14:tracePt t="249570" x="3981450" y="5175250"/>
          <p14:tracePt t="249593" x="4089400" y="5168900"/>
          <p14:tracePt t="249626" x="4197350" y="5162550"/>
          <p14:tracePt t="249655" x="4279900" y="5162550"/>
          <p14:tracePt t="249673" x="4343400" y="5149850"/>
          <p14:tracePt t="249720" x="4419600" y="5149850"/>
          <p14:tracePt t="249753" x="4489450" y="5143500"/>
          <p14:tracePt t="249786" x="4527550" y="5143500"/>
          <p14:tracePt t="249809" x="4546600" y="5137150"/>
          <p14:tracePt t="249853" x="4616450" y="5137150"/>
          <p14:tracePt t="249902" x="4743450" y="5143500"/>
          <p14:tracePt t="249952" x="4819650" y="5143500"/>
          <p14:tracePt t="249985" x="4851400" y="5143500"/>
          <p14:tracePt t="250019" x="4870450" y="5143500"/>
          <p14:tracePt t="250052" x="4883150" y="5137150"/>
          <p14:tracePt t="250085" x="4902200" y="5130800"/>
          <p14:tracePt t="250135" x="4914900" y="5130800"/>
          <p14:tracePt t="250168" x="4921250" y="5124450"/>
          <p14:tracePt t="250203" x="4940300" y="5124450"/>
          <p14:tracePt t="250235" x="4984750" y="5118100"/>
          <p14:tracePt t="250268" x="5035550" y="5105400"/>
          <p14:tracePt t="250301" x="5080000" y="5092700"/>
          <p14:tracePt t="250334" x="5143500" y="5067300"/>
          <p14:tracePt t="250368" x="5187950" y="5029200"/>
          <p14:tracePt t="250401" x="5238750" y="5010150"/>
          <p14:tracePt t="250434" x="5302250" y="4984750"/>
          <p14:tracePt t="250467" x="5334000" y="4965700"/>
          <p14:tracePt t="250501" x="5353050" y="4953000"/>
          <p14:tracePt t="250534" x="5359400" y="4940300"/>
          <p14:tracePt t="250600" x="5359400" y="4933950"/>
          <p14:tracePt t="250716" x="5359400" y="4940300"/>
          <p14:tracePt t="250750" x="5359400" y="4953000"/>
          <p14:tracePt t="250783" x="5372100" y="4959350"/>
          <p14:tracePt t="250816" x="5372100" y="4965700"/>
          <p14:tracePt t="250849" x="5384800" y="4972050"/>
          <p14:tracePt t="250899" x="5391150" y="4972050"/>
          <p14:tracePt t="250932" x="5403850" y="4978400"/>
          <p14:tracePt t="250966" x="5422900" y="4984750"/>
          <p14:tracePt t="250999" x="5467350" y="4984750"/>
          <p14:tracePt t="251032" x="5530850" y="4991100"/>
          <p14:tracePt t="251065" x="5619750" y="4997450"/>
          <p14:tracePt t="251099" x="5651500" y="4997450"/>
          <p14:tracePt t="251135" x="5657850" y="4997450"/>
          <p14:tracePt t="251200" x="5676900" y="4997450"/>
          <p14:tracePt t="251231" x="5689600" y="4997450"/>
          <p14:tracePt t="251264" x="5702300" y="4997450"/>
          <p14:tracePt t="251298" x="5765800" y="4997450"/>
          <p14:tracePt t="251331" x="5822950" y="4997450"/>
          <p14:tracePt t="251368" x="5880100" y="4991100"/>
          <p14:tracePt t="251399" x="5899150" y="4991100"/>
          <p14:tracePt t="251416" x="5905500" y="4984750"/>
          <p14:tracePt t="251452" x="5930900" y="4978400"/>
          <p14:tracePt t="251483" x="5943600" y="4978400"/>
          <p14:tracePt t="251514" x="5988050" y="4978400"/>
          <p14:tracePt t="251551" x="6115050" y="4984750"/>
          <p14:tracePt t="251582" x="6248400" y="4997450"/>
          <p14:tracePt t="251613" x="6381750" y="5003800"/>
          <p14:tracePt t="251636" x="6438900" y="5003800"/>
          <p14:tracePt t="251665" x="6508750" y="4997450"/>
          <p14:tracePt t="251696" x="6572250" y="4991100"/>
          <p14:tracePt t="251730" x="6597650" y="4991100"/>
          <p14:tracePt t="251767" x="6635750" y="4997450"/>
          <p14:tracePt t="251798" x="6654800" y="5003800"/>
          <p14:tracePt t="251830" x="6686550" y="5003800"/>
          <p14:tracePt t="251866" x="6705600" y="5003800"/>
          <p14:tracePt t="251898" x="6711950" y="5003800"/>
          <p14:tracePt t="251966" x="6699250" y="5003800"/>
          <p14:tracePt t="251997" x="6616700" y="5003800"/>
          <p14:tracePt t="252028" x="6521450" y="5016500"/>
          <p14:tracePt t="252051" x="6280150" y="5035550"/>
          <p14:tracePt t="252084" x="5988050" y="5048250"/>
          <p14:tracePt t="252114" x="5753100" y="5048250"/>
          <p14:tracePt t="252161" x="5537200" y="5048250"/>
          <p14:tracePt t="252185" x="5492750" y="5048250"/>
          <p14:tracePt t="252217" x="5448300" y="5048250"/>
          <p14:tracePt t="252261" x="5410200" y="5048250"/>
          <p14:tracePt t="252284" x="5403850" y="5048250"/>
          <p14:tracePt t="252331" x="5397500" y="5048250"/>
          <p14:tracePt t="252367" x="5403850" y="5048250"/>
          <p14:tracePt t="252399" x="5441950" y="5048250"/>
          <p14:tracePt t="252433" x="5537200" y="5048250"/>
          <p14:tracePt t="252477" x="5861050" y="5041900"/>
          <p14:tracePt t="252499" x="6038850" y="5041900"/>
          <p14:tracePt t="252534" x="6311900" y="5035550"/>
          <p14:tracePt t="252562" x="6369050" y="5022850"/>
          <p14:tracePt t="252593" x="6413500" y="4997450"/>
          <p14:tracePt t="252615" x="6413500" y="4978400"/>
          <p14:tracePt t="252660" x="6413500" y="4959350"/>
          <p14:tracePt t="252710" x="6407150" y="4959350"/>
          <p14:tracePt t="252759" x="6394450" y="4959350"/>
          <p14:tracePt t="252809" x="6388100" y="4959350"/>
          <p14:tracePt t="252876" x="6375400" y="4965700"/>
          <p14:tracePt t="252925" x="6362700" y="4965700"/>
          <p14:tracePt t="253374" x="6318250" y="4965700"/>
          <p14:tracePt t="253407" x="6197600" y="4965700"/>
          <p14:tracePt t="253440" x="5981700" y="4965700"/>
          <p14:tracePt t="253473" x="5784850" y="4933950"/>
          <p14:tracePt t="253507" x="5626100" y="4914900"/>
          <p14:tracePt t="253540" x="5499100" y="4895850"/>
          <p14:tracePt t="253574" x="5454650" y="4883150"/>
          <p14:tracePt t="253623" x="5429250" y="4883150"/>
          <p14:tracePt t="253673" x="5416550" y="4883150"/>
          <p14:tracePt t="253772" x="5410200" y="4883150"/>
          <p14:tracePt t="253806" x="5403850" y="4883150"/>
          <p14:tracePt t="253839" x="5397500" y="4883150"/>
          <p14:tracePt t="253905" x="5391150" y="4883150"/>
          <p14:tracePt t="254005" x="5384800" y="4883150"/>
          <p14:tracePt t="254071" x="5372100" y="4883150"/>
          <p14:tracePt t="254122" x="5359400" y="4883150"/>
          <p14:tracePt t="254158" x="5353050" y="4889500"/>
          <p14:tracePt t="254190" x="5334000" y="4889500"/>
          <p14:tracePt t="254221" x="5321300" y="4895850"/>
          <p14:tracePt t="254288" x="5302250" y="4902200"/>
          <p14:tracePt t="254357" x="5295900" y="4908550"/>
          <p14:tracePt t="254404" x="5283200" y="4914900"/>
          <p14:tracePt t="254457" x="5270500" y="4921250"/>
          <p14:tracePt t="254489" x="5264150" y="4927600"/>
          <p14:tracePt t="254520" x="5251450" y="4933950"/>
          <p14:tracePt t="254557" x="5238750" y="4933950"/>
          <p14:tracePt t="254589" x="5226050" y="4946650"/>
          <p14:tracePt t="254637" x="5213350" y="4959350"/>
          <p14:tracePt t="254673" x="5194300" y="4965700"/>
          <p14:tracePt t="254721" x="5181600" y="4972050"/>
          <p14:tracePt t="254742" x="5175250" y="4978400"/>
          <p14:tracePt t="254760" x="5168900" y="4984750"/>
          <p14:tracePt t="254802" x="5162550" y="4991100"/>
          <p14:tracePt t="254889" x="5156200" y="5003800"/>
          <p14:tracePt t="254921" x="5149850" y="5010150"/>
          <p14:tracePt t="254972" x="5143500" y="5022850"/>
          <p14:tracePt t="255004" x="5137150" y="5029200"/>
          <p14:tracePt t="255035" x="5137150" y="5035550"/>
          <p14:tracePt t="255089" x="5137150" y="5048250"/>
          <p14:tracePt t="255119" x="5162550" y="5048250"/>
          <p14:tracePt t="255172" x="5187950" y="5048250"/>
          <p14:tracePt t="255190" x="5187950" y="5041900"/>
          <p14:tracePt t="255219" x="5207000" y="5041900"/>
          <p14:tracePt t="255240" x="5232400" y="5041900"/>
          <p14:tracePt t="255273" x="5295900" y="5041900"/>
          <p14:tracePt t="255306" x="5346700" y="5041900"/>
          <p14:tracePt t="255336" x="5397500" y="5035550"/>
          <p14:tracePt t="255384" x="5467350" y="5022850"/>
          <p14:tracePt t="255420" x="5499100" y="5022850"/>
          <p14:tracePt t="255452" x="5511800" y="5016500"/>
          <p14:tracePt t="255472" x="5524500" y="5016500"/>
          <p14:tracePt t="255506" x="5543550" y="5010150"/>
          <p14:tracePt t="255566" x="5556250" y="5003800"/>
          <p14:tracePt t="255589" x="5562600" y="4997450"/>
          <p14:tracePt t="255637" x="5575300" y="4991100"/>
          <p14:tracePt t="255673" x="5588000" y="4978400"/>
          <p14:tracePt t="255736" x="5588000" y="4972050"/>
          <p14:tracePt t="255782" x="5594350" y="4972050"/>
          <p14:tracePt t="255805" x="5600700" y="4959350"/>
          <p14:tracePt t="255882" x="5600700" y="4953000"/>
          <p14:tracePt t="255936" x="5600700" y="4946650"/>
          <p14:tracePt t="255981" x="5594350" y="4946650"/>
          <p14:tracePt t="256015" x="5588000" y="4940300"/>
          <p14:tracePt t="256081" x="5575300" y="4933950"/>
          <p14:tracePt t="256114" x="5556250" y="4933950"/>
          <p14:tracePt t="256164" x="5454650" y="4953000"/>
          <p14:tracePt t="256198" x="5257800" y="4978400"/>
          <p14:tracePt t="256231" x="4959350" y="5016500"/>
          <p14:tracePt t="256264" x="4654550" y="5041900"/>
          <p14:tracePt t="256283" x="4489450" y="5048250"/>
          <p14:tracePt t="256315" x="4356100" y="5060950"/>
          <p14:tracePt t="256347" x="4292600" y="5073650"/>
          <p14:tracePt t="256380" x="4279900" y="5073650"/>
          <p14:tracePt t="256413" x="4273550" y="5073650"/>
          <p14:tracePt t="256446" x="4254500" y="5073650"/>
          <p14:tracePt t="256480" x="4235450" y="5073650"/>
          <p14:tracePt t="256513" x="4203700" y="5067300"/>
          <p14:tracePt t="256546" x="4165600" y="5060950"/>
          <p14:tracePt t="256579" x="4070350" y="5035550"/>
          <p14:tracePt t="256612" x="3987800" y="5010150"/>
          <p14:tracePt t="256646" x="3873500" y="4984750"/>
          <p14:tracePt t="256679" x="3790950" y="4978400"/>
          <p14:tracePt t="256713" x="3733800" y="4978400"/>
          <p14:tracePt t="256746" x="3676650" y="4978400"/>
          <p14:tracePt t="256779" x="3651250" y="4978400"/>
          <p14:tracePt t="256812" x="3638550" y="4978400"/>
          <p14:tracePt t="256895" x="3644900" y="4984750"/>
          <p14:tracePt t="256928" x="3683000" y="4991100"/>
          <p14:tracePt t="256962" x="3752850" y="4984750"/>
          <p14:tracePt t="256995" x="3867150" y="4984750"/>
          <p14:tracePt t="257028" x="4057650" y="4991100"/>
          <p14:tracePt t="257061" x="4133850" y="4997450"/>
          <p14:tracePt t="257095" x="4171950" y="5010150"/>
          <p14:tracePt t="257161" x="4165600" y="5016500"/>
          <p14:tracePt t="257211" x="4146550" y="5016500"/>
          <p14:tracePt t="257244" x="4127500" y="5016500"/>
          <p14:tracePt t="257277" x="4121150" y="5016500"/>
          <p14:tracePt t="257295" x="4108450" y="5016500"/>
          <p14:tracePt t="257327" x="4083050" y="5016500"/>
          <p14:tracePt t="257364" x="4038600" y="5022850"/>
          <p14:tracePt t="257396" x="3981450" y="5029200"/>
          <p14:tracePt t="257427" x="3873500" y="5048250"/>
          <p14:tracePt t="257449" x="3822700" y="5054600"/>
          <p14:tracePt t="257478" x="3778250" y="5060950"/>
          <p14:tracePt t="257510" x="3733800" y="5067300"/>
          <p14:tracePt t="257543" x="3714750" y="5073650"/>
          <p14:tracePt t="257580" x="3702050" y="5080000"/>
          <p14:tracePt t="257611" x="3695700" y="5080000"/>
          <p14:tracePt t="257709" x="3695700" y="5086350"/>
          <p14:tracePt t="257781" x="3702050" y="5086350"/>
          <p14:tracePt t="257811" x="3721100" y="5086350"/>
          <p14:tracePt t="257842" x="3740150" y="5086350"/>
          <p14:tracePt t="257879" x="3797300" y="5086350"/>
          <p14:tracePt t="257910" x="3917950" y="5073650"/>
          <p14:tracePt t="257942" x="4006850" y="5067300"/>
          <p14:tracePt t="257978" x="4076700" y="5067300"/>
          <p14:tracePt t="258010" x="4140200" y="5067300"/>
          <p14:tracePt t="258041" x="4152900" y="5073650"/>
          <p14:tracePt t="258078" x="4171950" y="5073650"/>
          <p14:tracePt t="258128" x="4184650" y="5073650"/>
          <p14:tracePt t="258195" x="4191000" y="5073650"/>
          <p14:tracePt t="258290" x="4197350" y="5073650"/>
          <p14:tracePt t="258344" x="4197350" y="5080000"/>
          <p14:tracePt t="258656" x="4191000" y="5073650"/>
          <p14:tracePt t="258689" x="4184650" y="5060950"/>
          <p14:tracePt t="259220" x="4102100" y="5086350"/>
          <p14:tracePt t="259253" x="3994150" y="5143500"/>
          <p14:tracePt t="259287" x="3822700" y="5226050"/>
          <p14:tracePt t="259320" x="3702050" y="5264150"/>
          <p14:tracePt t="259339" x="3651250" y="5276850"/>
          <p14:tracePt t="259371" x="3606800" y="5289550"/>
          <p14:tracePt t="259402" x="3587750" y="5295900"/>
          <p14:tracePt t="259436" x="3575050" y="5308600"/>
          <p14:tracePt t="259470" x="3568700" y="5321300"/>
          <p14:tracePt t="259503" x="3568700" y="5327650"/>
          <p14:tracePt t="259552" x="3575050" y="5334000"/>
          <p14:tracePt t="259587" x="3581400" y="5334000"/>
          <p14:tracePt t="259619" x="3689350" y="5334000"/>
          <p14:tracePt t="259652" x="3911600" y="5295900"/>
          <p14:tracePt t="259685" x="4254500" y="5232400"/>
          <p14:tracePt t="259704" x="4375150" y="5213350"/>
          <p14:tracePt t="259735" x="4718050" y="5162550"/>
          <p14:tracePt t="259768" x="4908550" y="5130800"/>
          <p14:tracePt t="259802" x="5105400" y="5111750"/>
          <p14:tracePt t="259835" x="5219700" y="5086350"/>
          <p14:tracePt t="259854" x="5264150" y="5080000"/>
          <p14:tracePt t="259885" x="5276850" y="5067300"/>
          <p14:tracePt t="259918" x="5302250" y="5067300"/>
          <p14:tracePt t="259943" x="5314950" y="5060950"/>
          <p14:tracePt t="259984" x="5321300" y="5054600"/>
          <p14:tracePt t="260034" x="5321300" y="5048250"/>
          <p14:tracePt t="260067" x="5340350" y="5041900"/>
          <p14:tracePt t="260117" x="5353050" y="5041900"/>
          <p14:tracePt t="260167" x="5359400" y="5041900"/>
          <p14:tracePt t="260200" x="5372100" y="5035550"/>
          <p14:tracePt t="260250" x="5397500" y="5029200"/>
          <p14:tracePt t="260284" x="5448300" y="5022850"/>
          <p14:tracePt t="260317" x="5505450" y="5010150"/>
          <p14:tracePt t="260335" x="5524500" y="5010150"/>
          <p14:tracePt t="260353" x="5543550" y="5010150"/>
          <p14:tracePt t="260385" x="5549900" y="5003800"/>
          <p14:tracePt t="260433" x="5537200" y="5003800"/>
          <p14:tracePt t="260470" x="5518150" y="5010150"/>
          <p14:tracePt t="260501" x="5499100" y="5010150"/>
          <p14:tracePt t="260533" x="5486400" y="5016500"/>
          <p14:tracePt t="260555" x="5480050" y="5022850"/>
          <p14:tracePt t="260615" x="5473700" y="5029200"/>
          <p14:tracePt t="260649" x="5473700" y="5035550"/>
          <p14:tracePt t="260716" x="5473700" y="5041900"/>
          <p14:tracePt t="260932" x="5480050" y="5041900"/>
          <p14:tracePt t="260985" x="5480050" y="5029200"/>
          <p14:tracePt t="261016" x="5480050" y="5016500"/>
          <p14:tracePt t="261064" x="5480050" y="5010150"/>
          <p14:tracePt t="261117" x="5480050" y="5003800"/>
          <p14:tracePt t="261149" x="5480050" y="4991100"/>
          <p14:tracePt t="261184" x="5492750" y="4972050"/>
          <p14:tracePt t="261215" x="5511800" y="4953000"/>
          <p14:tracePt t="261247" x="5556250" y="4832350"/>
          <p14:tracePt t="261296" x="5676900" y="4387850"/>
          <p14:tracePt t="261319" x="5734050" y="4121150"/>
          <p14:tracePt t="261348" x="5778500" y="3848100"/>
          <p14:tracePt t="261368" x="5829300" y="3575050"/>
          <p14:tracePt t="261402" x="5924550" y="3251200"/>
          <p14:tracePt t="261431" x="5975350" y="3105150"/>
          <p14:tracePt t="261479" x="6045200" y="2959100"/>
          <p14:tracePt t="261502" x="6051550" y="2959100"/>
          <p14:tracePt t="261535" x="6064250" y="2933700"/>
          <p14:tracePt t="261564" x="6070600" y="2921000"/>
          <p14:tracePt t="261595" x="6083300" y="2895600"/>
          <p14:tracePt t="261618" x="6096000" y="2870200"/>
          <p14:tracePt t="261651" x="6108700" y="2832100"/>
          <p14:tracePt t="261695" x="6121400" y="2762250"/>
          <p14:tracePt t="261717" x="6134100" y="2686050"/>
          <p14:tracePt t="261750" x="6140450" y="2571750"/>
          <p14:tracePt t="261780" x="6146800" y="2501900"/>
          <p14:tracePt t="261811" x="6159500" y="2425700"/>
          <p14:tracePt t="261834" x="6159500" y="2393950"/>
          <p14:tracePt t="261878" x="6159500" y="2362200"/>
          <p14:tracePt t="261911" x="6159500" y="2343150"/>
          <p14:tracePt t="262210" x="6140450" y="2400300"/>
          <p14:tracePt t="262243" x="6013450" y="2851150"/>
          <p14:tracePt t="262276" x="5784850" y="3587750"/>
          <p14:tracePt t="262310" x="5651500" y="4057650"/>
          <p14:tracePt t="262343" x="5556250" y="4413250"/>
          <p14:tracePt t="262376" x="5518150" y="4559300"/>
          <p14:tracePt t="262411" x="5492750" y="4660900"/>
          <p14:tracePt t="262442" x="5486400" y="4692650"/>
          <p14:tracePt t="262476" x="5480050" y="4730750"/>
          <p14:tracePt t="262509" x="5473700" y="4756150"/>
          <p14:tracePt t="262559" x="5467350" y="4794250"/>
          <p14:tracePt t="262592" x="5448300" y="4832350"/>
          <p14:tracePt t="262625" x="5422900" y="4883150"/>
          <p14:tracePt t="262651" x="5384800" y="4921250"/>
          <p14:tracePt t="262692" x="5302250" y="4991100"/>
          <p14:tracePt t="262725" x="5264150" y="5010150"/>
          <p14:tracePt t="262758" x="5232400" y="5022850"/>
          <p14:tracePt t="262792" x="5200650" y="5029200"/>
          <p14:tracePt t="262824" x="5130800" y="5060950"/>
          <p14:tracePt t="262858" x="5010150" y="5092700"/>
          <p14:tracePt t="262877" x="4876800" y="5124450"/>
          <p14:tracePt t="262908" x="4654550" y="5149850"/>
          <p14:tracePt t="262940" x="4349750" y="5194300"/>
          <p14:tracePt t="262974" x="3962400" y="5251450"/>
          <p14:tracePt t="263008" x="3740150" y="5289550"/>
          <p14:tracePt t="263040" x="3606800" y="5308600"/>
          <p14:tracePt t="263074" x="3587750" y="5308600"/>
          <p14:tracePt t="263107" x="3575050" y="5308600"/>
          <p14:tracePt t="263190" x="3587750" y="5295900"/>
          <p14:tracePt t="263223" x="3670300" y="5289550"/>
          <p14:tracePt t="263256" x="3746500" y="5283200"/>
          <p14:tracePt t="263290" x="4025900" y="5283200"/>
          <p14:tracePt t="263323" x="4375150" y="5321300"/>
          <p14:tracePt t="263356" x="4616450" y="5359400"/>
          <p14:tracePt t="263390" x="4711700" y="5378450"/>
          <p14:tracePt t="263424" x="4826000" y="5397500"/>
          <p14:tracePt t="263456" x="4908550" y="5422900"/>
          <p14:tracePt t="263490" x="4953000" y="5435600"/>
          <p14:tracePt t="263522" x="4972050" y="5435600"/>
          <p14:tracePt t="263555" x="4991100" y="5441950"/>
          <p14:tracePt t="263589" x="5010150" y="5448300"/>
          <p14:tracePt t="263623" x="5029200" y="5448300"/>
          <p14:tracePt t="263675" x="5048250" y="5454650"/>
          <p14:tracePt t="263721" x="5048250" y="5461000"/>
          <p14:tracePt t="263792" x="5035550" y="5461000"/>
          <p14:tracePt t="263838" x="5029200" y="5454650"/>
          <p14:tracePt t="263875" x="5022850" y="5454650"/>
          <p14:tracePt t="263894" x="5010150" y="5454650"/>
          <p14:tracePt t="263923" x="4984750" y="5454650"/>
          <p14:tracePt t="263954" x="4870450" y="5454650"/>
          <p14:tracePt t="263991" x="4686300" y="5480050"/>
          <p14:tracePt t="264022" x="4559300" y="5511800"/>
          <p14:tracePt t="264054" x="4445000" y="5537200"/>
          <p14:tracePt t="264091" x="4368800" y="5556250"/>
          <p14:tracePt t="264122" x="4349750" y="5562600"/>
          <p14:tracePt t="264153" x="4343400" y="5568950"/>
          <p14:tracePt t="264207" x="4330700" y="5562600"/>
          <p14:tracePt t="264238" x="4324350" y="5562600"/>
          <p14:tracePt t="264784" x="4254500" y="5467350"/>
          <p14:tracePt t="264807" x="4121150" y="5295900"/>
          <p14:tracePt t="264840" x="3905250" y="5010150"/>
          <p14:tracePt t="264857" x="3822700" y="4902200"/>
          <p14:tracePt t="264900" x="3244850" y="4083050"/>
          <p14:tracePt t="264920" x="3035300" y="3771900"/>
          <p14:tracePt t="264954" x="2743200" y="3371850"/>
          <p14:tracePt t="264985" x="2565400" y="3124200"/>
          <p14:tracePt t="265017" x="2406650" y="2901950"/>
          <p14:tracePt t="265040" x="2355850" y="2825750"/>
          <p14:tracePt t="265083" x="2279650" y="2673350"/>
          <p14:tracePt t="265117" x="2235200" y="2590800"/>
          <p14:tracePt t="265139" x="2209800" y="2552700"/>
          <p14:tracePt t="265168" x="2184400" y="2489200"/>
          <p14:tracePt t="265200" x="2165350" y="2444750"/>
          <p14:tracePt t="265233" x="2152650" y="2425700"/>
          <p14:tracePt t="265251" x="2146300" y="2419350"/>
          <p14:tracePt t="265299" x="2139950" y="2419350"/>
          <p14:tracePt t="265349" x="2133600" y="2419350"/>
          <p14:tracePt t="265450" x="2139950" y="2425700"/>
          <p14:tracePt t="265482" x="2152650" y="2425700"/>
          <p14:tracePt t="265515" x="2171700" y="2425700"/>
          <p14:tracePt t="265565" x="2222500" y="2425700"/>
          <p14:tracePt t="265598" x="2317750" y="2425700"/>
          <p14:tracePt t="265631" x="2374900" y="2419350"/>
          <p14:tracePt t="265665" x="2546350" y="2400300"/>
          <p14:tracePt t="265698" x="2667000" y="2393950"/>
          <p14:tracePt t="265731" x="2825750" y="2387600"/>
          <p14:tracePt t="265749" x="2851150" y="2381250"/>
          <p14:tracePt t="265782" x="2933700" y="2374900"/>
          <p14:tracePt t="265814" x="2959100" y="2374900"/>
          <p14:tracePt t="265847" x="2984500" y="2368550"/>
          <p14:tracePt t="265881" x="3003550" y="2362200"/>
          <p14:tracePt t="265914" x="3016250" y="2355850"/>
          <p14:tracePt t="265947" x="3035300" y="2349500"/>
          <p14:tracePt t="265980" x="3041650" y="2349500"/>
          <p14:tracePt t="266013" x="3048000" y="2349500"/>
          <p14:tracePt t="266063" x="3054350" y="2349500"/>
          <p14:tracePt t="266130" x="3054350" y="2343150"/>
          <p14:tracePt t="266429" x="3162300" y="2343150"/>
          <p14:tracePt t="266464" x="3448050" y="2343150"/>
          <p14:tracePt t="266495" x="3689350" y="2343150"/>
          <p14:tracePt t="266514" x="3778250" y="2343150"/>
          <p14:tracePt t="266546" x="3873500" y="2343150"/>
          <p14:tracePt t="266582" x="3962400" y="2343150"/>
          <p14:tracePt t="266613" x="3994150" y="2343150"/>
          <p14:tracePt t="266645" x="4025900" y="2336800"/>
          <p14:tracePt t="266667" x="4038600" y="2336800"/>
          <p14:tracePt t="266711" x="4044950" y="2330450"/>
          <p14:tracePt t="266811" x="4032250" y="2330450"/>
          <p14:tracePt t="267309" x="4229100" y="2279650"/>
          <p14:tracePt t="267346" x="4533900" y="2159000"/>
          <p14:tracePt t="267377" x="4724400" y="2070100"/>
          <p14:tracePt t="267413" x="4883150" y="2000250"/>
          <p14:tracePt t="267444" x="5010150" y="1962150"/>
          <p14:tracePt t="267462" x="5035550" y="1962150"/>
          <p14:tracePt t="267497" x="5099050" y="1962150"/>
          <p14:tracePt t="267530" x="5162550" y="1962150"/>
          <p14:tracePt t="267560" x="5251450" y="1974850"/>
          <p14:tracePt t="267591" x="5365750" y="1993900"/>
          <p14:tracePt t="267614" x="5454650" y="2000250"/>
          <p14:tracePt t="267647" x="5645150" y="2044700"/>
          <p14:tracePt t="267691" x="5803900" y="2095500"/>
          <p14:tracePt t="267713" x="5854700" y="2108200"/>
          <p14:tracePt t="267747" x="5949950" y="2165350"/>
          <p14:tracePt t="267791" x="6026150" y="2203450"/>
          <p14:tracePt t="267824" x="6064250" y="2216150"/>
          <p14:tracePt t="267848" x="6083300" y="2222500"/>
          <p14:tracePt t="267875" x="6102350" y="2228850"/>
          <p14:tracePt t="267907" x="6134100" y="2235200"/>
          <p14:tracePt t="267941" x="6203950" y="2247900"/>
          <p14:tracePt t="267962" x="6350000" y="2279650"/>
          <p14:tracePt t="267992" x="6572250" y="2305050"/>
          <p14:tracePt t="268023" x="6794500" y="2355850"/>
          <p14:tracePt t="268046" x="6940550" y="2387600"/>
          <p14:tracePt t="268075" x="7086600" y="2425700"/>
          <p14:tracePt t="268106" x="7112000" y="2444750"/>
          <p14:tracePt t="268139" x="7118350" y="2451100"/>
          <p14:tracePt t="268206" x="7099300" y="2451100"/>
          <p14:tracePt t="268240" x="7067550" y="2470150"/>
          <p14:tracePt t="268272" x="7016750" y="2508250"/>
          <p14:tracePt t="268322" x="6813550" y="2641600"/>
          <p14:tracePt t="268372" x="6242050" y="2965450"/>
          <p14:tracePt t="268405" x="6019800" y="3136900"/>
          <p14:tracePt t="268438" x="5854700" y="3333750"/>
          <p14:tracePt t="268472" x="5759450" y="3619500"/>
          <p14:tracePt t="268491" x="5740400" y="3759200"/>
          <p14:tracePt t="268523" x="5715000" y="4019550"/>
          <p14:tracePt t="268555" x="5651500" y="4267200"/>
          <p14:tracePt t="268588" x="5518150" y="4508500"/>
          <p14:tracePt t="268621" x="5384800" y="4686300"/>
          <p14:tracePt t="268654" x="5372100" y="4718050"/>
          <p14:tracePt t="269070" x="5111750" y="4737100"/>
          <p14:tracePt t="269103" x="4800600" y="4787900"/>
          <p14:tracePt t="269136" x="4584700" y="4819650"/>
          <p14:tracePt t="269169" x="3949700" y="4991100"/>
          <p14:tracePt t="269203" x="3225800" y="5372100"/>
          <p14:tracePt t="269236" x="2921000" y="5607050"/>
          <p14:tracePt t="269269" x="2774950" y="5721350"/>
          <p14:tracePt t="269303" x="2692400" y="5784850"/>
          <p14:tracePt t="269336" x="2660650" y="5835650"/>
          <p14:tracePt t="269368" x="2635250" y="5886450"/>
          <p14:tracePt t="269402" x="2616200" y="5975350"/>
          <p14:tracePt t="270066" x="2590800" y="6051550"/>
          <p14:tracePt t="270088" x="2578100" y="6076950"/>
          <p14:tracePt t="270118" x="2559050" y="6108700"/>
          <p14:tracePt t="270150" x="2546350" y="6121400"/>
          <p14:tracePt t="270186" x="2540000" y="6140450"/>
          <p14:tracePt t="270217" x="2540000" y="6146800"/>
          <p14:tracePt t="270266" x="2533650" y="6153150"/>
          <p14:tracePt t="270288" x="2527300" y="6153150"/>
          <p14:tracePt t="270337" x="2527300" y="6159500"/>
          <p14:tracePt t="270367" x="2520950" y="6159500"/>
          <p14:tracePt t="270415" x="2514600" y="6159500"/>
          <p14:tracePt t="270452" x="2508250" y="6165850"/>
          <p14:tracePt t="270551" x="2508250" y="6172200"/>
          <p14:tracePt t="270583" x="2501900" y="6178550"/>
          <p14:tracePt t="270631" x="2489200" y="6191250"/>
          <p14:tracePt t="270668" x="2482850" y="6191250"/>
          <p14:tracePt t="270703" x="2470150" y="6210300"/>
          <p14:tracePt t="270752" x="2457450" y="6223000"/>
          <p14:tracePt t="270782" x="2438400" y="6229350"/>
          <p14:tracePt t="270814" x="2387600" y="6254750"/>
          <p14:tracePt t="270836" x="2336800" y="6273800"/>
          <p14:tracePt t="270869" x="2279650" y="6292850"/>
          <p14:tracePt t="270913" x="2197100" y="6318250"/>
          <p14:tracePt t="270936" x="2184400" y="6318250"/>
          <p14:tracePt t="270979" x="2178050" y="6324600"/>
          <p14:tracePt t="271029" x="2165350" y="6330950"/>
          <p14:tracePt t="271052" x="2152650" y="6330950"/>
          <p14:tracePt t="271112" x="2146300" y="6330950"/>
          <p14:tracePt t="271428" x="2203450" y="6330950"/>
          <p14:tracePt t="271461" x="2451100" y="6356350"/>
          <p14:tracePt t="271494" x="2660650" y="6375400"/>
          <p14:tracePt t="271514" x="2914650" y="6375400"/>
          <p14:tracePt t="271546" x="3054350" y="6375400"/>
          <p14:tracePt t="271578" x="3213100" y="6375400"/>
          <p14:tracePt t="271610" x="3270250" y="6375400"/>
          <p14:tracePt t="271644" x="3295650" y="6375400"/>
          <p14:tracePt t="271677" x="3327400" y="6375400"/>
          <p14:tracePt t="271711" x="3333750" y="6375400"/>
          <p14:tracePt t="271744" x="3352800" y="6375400"/>
          <p14:tracePt t="271777" x="3371850" y="6375400"/>
          <p14:tracePt t="271810" x="3403600" y="6375400"/>
          <p14:tracePt t="271843" x="3422650" y="6375400"/>
          <p14:tracePt t="271876" x="3448050" y="6375400"/>
          <p14:tracePt t="271910" x="3498850" y="6375400"/>
          <p14:tracePt t="271943" x="3549650" y="6375400"/>
          <p14:tracePt t="271976" x="3619500" y="6375400"/>
          <p14:tracePt t="272009" x="3714750" y="6375400"/>
          <p14:tracePt t="272029" x="3765550" y="6375400"/>
          <p14:tracePt t="272059" x="3822700" y="6375400"/>
          <p14:tracePt t="272093" x="3917950" y="6375400"/>
          <p14:tracePt t="272126" x="3981450" y="6375400"/>
          <p14:tracePt t="272159" x="4070350" y="6375400"/>
          <p14:tracePt t="272177" x="4089400" y="6375400"/>
          <p14:tracePt t="272209" x="4171950" y="6362700"/>
          <p14:tracePt t="272242" x="4254500" y="6350000"/>
          <p14:tracePt t="272275" x="4330700" y="6337300"/>
          <p14:tracePt t="272309" x="4425950" y="6324600"/>
          <p14:tracePt t="272342" x="4476750" y="6318250"/>
          <p14:tracePt t="272375" x="4514850" y="6311900"/>
          <p14:tracePt t="272408" x="4552950" y="6299200"/>
          <p14:tracePt t="272442" x="4572000" y="6292850"/>
          <p14:tracePt t="272474" x="4584700" y="6286500"/>
          <p14:tracePt t="272541" x="4591050" y="6280150"/>
          <p14:tracePt t="272576" x="4597400" y="6273800"/>
          <p14:tracePt t="272611" x="4597400" y="6267450"/>
          <p14:tracePt t="273056" x="4654550" y="6267450"/>
          <p14:tracePt t="273094" x="4787900" y="6267450"/>
          <p14:tracePt t="273124" x="4883150" y="6267450"/>
          <p14:tracePt t="273156" x="5003800" y="6254750"/>
          <p14:tracePt t="273178" x="5073650" y="6248400"/>
          <p14:tracePt t="273211" x="5200650" y="6248400"/>
          <p14:tracePt t="273240" x="5238750" y="6248400"/>
          <p14:tracePt t="273272" x="5276850" y="6248400"/>
          <p14:tracePt t="273294" x="5289550" y="6254750"/>
          <p14:tracePt t="273342" x="5276850" y="6273800"/>
          <p14:tracePt t="273361" x="5276850" y="6280150"/>
          <p14:tracePt t="273394" x="5257800" y="6292850"/>
          <p14:tracePt t="273427" x="5238750" y="6299200"/>
          <p14:tracePt t="273456" x="5213350" y="6305550"/>
          <p14:tracePt t="273478" x="5156200" y="6318250"/>
          <p14:tracePt t="273510" x="4959350" y="6394450"/>
          <p14:tracePt t="273539" x="4629150" y="6527800"/>
          <p14:tracePt t="273571" x="4470400" y="6578600"/>
          <p14:tracePt t="273606" x="4273550" y="6648450"/>
          <p14:tracePt t="273637" x="4216400" y="6673850"/>
          <p14:tracePt t="273659" x="4210050" y="6680200"/>
          <p14:tracePt t="273692" x="4197350" y="6686550"/>
          <p14:tracePt t="273919" x="4235450" y="6673850"/>
          <p14:tracePt t="273943" x="4311650" y="6648450"/>
          <p14:tracePt t="273975" x="4521200" y="6565900"/>
          <p14:tracePt t="274019" x="4749800" y="6496050"/>
          <p14:tracePt t="274052" x="4908550" y="6451600"/>
          <p14:tracePt t="274075" x="4940300" y="6451600"/>
          <p14:tracePt t="274118" x="4978400" y="6445250"/>
          <p14:tracePt t="274152" x="4984750" y="6445250"/>
          <p14:tracePt t="274185" x="4997450" y="6445250"/>
          <p14:tracePt t="274218" x="5010150" y="6445250"/>
          <p14:tracePt t="274252" x="5022850" y="6451600"/>
          <p14:tracePt t="274285" x="5048250" y="6451600"/>
          <p14:tracePt t="274335" x="5073650" y="6451600"/>
          <p14:tracePt t="274368" x="5105400" y="6451600"/>
          <p14:tracePt t="274402" x="5149850" y="6451600"/>
          <p14:tracePt t="274419" x="5181600" y="6451600"/>
          <p14:tracePt t="274451" x="5226050" y="6451600"/>
          <p14:tracePt t="274484" x="5245100" y="6445250"/>
          <p14:tracePt t="274518" x="5264150" y="6438900"/>
          <p14:tracePt t="274551" x="5270500" y="6432550"/>
          <p14:tracePt t="282440" x="5207000" y="6388100"/>
          <p14:tracePt t="282459" x="5162550" y="6350000"/>
          <p14:tracePt t="282490" x="5010150" y="6248400"/>
          <p14:tracePt t="282523" x="4870450" y="6146800"/>
          <p14:tracePt t="282556" x="4679950" y="5994400"/>
          <p14:tracePt t="282589" x="4489450" y="5880100"/>
          <p14:tracePt t="282623" x="4318000" y="5759450"/>
          <p14:tracePt t="282656" x="4184650" y="5651500"/>
          <p14:tracePt t="282689" x="4006850" y="5505450"/>
          <p14:tracePt t="282708" x="3898900" y="5410200"/>
          <p14:tracePt t="282739" x="3759200" y="5302250"/>
          <p14:tracePt t="282773" x="3632200" y="5175250"/>
          <p14:tracePt t="282810" x="3524250" y="5048250"/>
          <p14:tracePt t="282840" x="3403600" y="4851400"/>
          <p14:tracePt t="282873" x="3276600" y="4622800"/>
          <p14:tracePt t="282910" x="3022600" y="4159250"/>
          <p14:tracePt t="282928" x="2940050" y="4013200"/>
          <p14:tracePt t="282957" x="2844800" y="3816350"/>
          <p14:tracePt t="282988" x="2679700" y="3435350"/>
          <p14:tracePt t="283025" x="2571750" y="3206750"/>
          <p14:tracePt t="283056" x="2501900" y="3060700"/>
          <p14:tracePt t="283088" x="2451100" y="2946400"/>
          <p14:tracePt t="283125" x="2425700" y="2908300"/>
          <p14:tracePt t="283156" x="2413000" y="2889250"/>
          <p14:tracePt t="283204" x="2406650" y="2889250"/>
          <p14:tracePt t="283226" x="2349500" y="2870200"/>
          <p14:tracePt t="283256" x="2343150" y="2870200"/>
          <p14:tracePt t="283835" x="2343150" y="2825750"/>
          <p14:tracePt t="283858" x="2343150" y="2806700"/>
          <p14:tracePt t="283891" x="2343150" y="2787650"/>
          <p14:tracePt t="283920" x="2343150" y="2774950"/>
          <p14:tracePt t="283968" x="2343150" y="2762250"/>
          <p14:tracePt t="284018" x="2343150" y="2743200"/>
          <p14:tracePt t="284051" x="2343150" y="2730500"/>
          <p14:tracePt t="284073" x="2349500" y="2724150"/>
          <p14:tracePt t="284117" x="2349500" y="2705100"/>
          <p14:tracePt t="284151" x="2355850" y="2673350"/>
          <p14:tracePt t="284173" x="2355850" y="2647950"/>
          <p14:tracePt t="284202" x="2362200" y="2603500"/>
          <p14:tracePt t="284234" x="2368550" y="2559050"/>
          <p14:tracePt t="284267" x="2374900" y="2520950"/>
          <p14:tracePt t="284286" x="2381250" y="2508250"/>
          <p14:tracePt t="284318" x="2381250" y="2489200"/>
          <p14:tracePt t="284367" x="2381250" y="2470150"/>
          <p14:tracePt t="284433" x="2381250" y="2463800"/>
          <p14:tracePt t="284466" x="2381250" y="2457450"/>
          <p14:tracePt t="284516" x="2381250" y="2451100"/>
          <p14:tracePt t="299133" x="2368550" y="2393950"/>
          <p14:tracePt t="299165" x="2355850" y="2349500"/>
          <p14:tracePt t="299198" x="2324100" y="2279650"/>
          <p14:tracePt t="299232" x="2298700" y="2197100"/>
          <p14:tracePt t="299265" x="2286000" y="2146300"/>
          <p14:tracePt t="299298" x="2279650" y="2114550"/>
          <p14:tracePt t="299332" x="2273300" y="2095500"/>
          <p14:tracePt t="299365" x="2273300" y="2070100"/>
          <p14:tracePt t="299398" x="2260600" y="2057400"/>
          <p14:tracePt t="299448" x="2247900" y="2038350"/>
          <p14:tracePt t="299481" x="2241550" y="2019300"/>
          <p14:tracePt t="299514" x="2235200" y="2006600"/>
          <p14:tracePt t="299548" x="2222500" y="1993900"/>
          <p14:tracePt t="299599" x="2216150" y="1993900"/>
          <p14:tracePt t="299631" x="2209800" y="2006600"/>
          <p14:tracePt t="299664" x="2209800" y="2025650"/>
          <p14:tracePt t="299683" x="2197100" y="2057400"/>
          <p14:tracePt t="299714" x="2178050" y="2146300"/>
          <p14:tracePt t="299732" x="2165350" y="2178050"/>
          <p14:tracePt t="299763" x="2139950" y="2228850"/>
          <p14:tracePt t="299797" x="2133600" y="2247900"/>
          <p14:tracePt t="299834" x="2127250" y="2254250"/>
          <p14:tracePt t="299880" x="2127250" y="2260600"/>
          <p14:tracePt t="299913" x="2120900" y="2273300"/>
          <p14:tracePt t="299946" x="2114550" y="2279650"/>
          <p14:tracePt t="299996" x="2101850" y="2279650"/>
          <p14:tracePt t="300033" x="2095500" y="2286000"/>
          <p14:tracePt t="300064" x="2089150" y="2292350"/>
          <p14:tracePt t="300095" x="2082800" y="2292350"/>
          <p14:tracePt t="300133" x="2070100" y="2298700"/>
          <p14:tracePt t="300179" x="2063750" y="2298700"/>
          <p14:tracePt t="300249" x="2063750" y="2305050"/>
          <p14:tracePt t="300280" x="2076450" y="2305050"/>
          <p14:tracePt t="300312" x="2101850" y="2305050"/>
          <p14:tracePt t="300349" x="2146300" y="2298700"/>
          <p14:tracePt t="300380" x="2222500" y="2292350"/>
          <p14:tracePt t="300396" x="2260600" y="2292350"/>
          <p14:tracePt t="300417" x="2317750" y="2292350"/>
          <p14:tracePt t="300446" x="2444750" y="2279650"/>
          <p14:tracePt t="300478" x="2565400" y="2273300"/>
          <p14:tracePt t="300511" x="2673350" y="2260600"/>
          <p14:tracePt t="300548" x="2724150" y="2260600"/>
          <p14:tracePt t="300568" x="2736850" y="2260600"/>
          <p14:tracePt t="300596" x="2743200" y="2260600"/>
          <p14:tracePt t="300616" x="2749550" y="2260600"/>
          <p14:tracePt t="300665" x="2743200" y="2260600"/>
          <p14:tracePt t="300695" x="2730500" y="2260600"/>
          <p14:tracePt t="300743" x="2711450" y="2260600"/>
          <p14:tracePt t="301142" x="2743200" y="2260600"/>
          <p14:tracePt t="301164" x="2800350" y="2260600"/>
          <p14:tracePt t="301197" x="2940050" y="2260600"/>
          <p14:tracePt t="301241" x="3105150" y="2254250"/>
          <p14:tracePt t="301264" x="3155950" y="2241550"/>
          <p14:tracePt t="301297" x="3187700" y="2241550"/>
          <p14:tracePt t="301326" x="3194050" y="2241550"/>
          <p14:tracePt t="301395" x="3187700" y="2241550"/>
          <p14:tracePt t="301441" x="3175000" y="2235200"/>
          <p14:tracePt t="301491" x="3168650" y="2228850"/>
          <p14:tracePt t="301557" x="3143250" y="2222500"/>
          <p14:tracePt t="301577" x="3117850" y="2222500"/>
          <p14:tracePt t="301596" x="3073400" y="2222500"/>
          <p14:tracePt t="301625" x="2914650" y="2241550"/>
          <p14:tracePt t="301657" x="2711450" y="2247900"/>
          <p14:tracePt t="301690" x="2527300" y="2266950"/>
          <p14:tracePt t="301714" x="2406650" y="2273300"/>
          <p14:tracePt t="301757" x="2324100" y="2286000"/>
          <p14:tracePt t="301790" x="2311400" y="2286000"/>
          <p14:tracePt t="301873" x="2311400" y="2292350"/>
          <p14:tracePt t="301906" x="2311400" y="2298700"/>
          <p14:tracePt t="301940" x="2324100" y="2298700"/>
          <p14:tracePt t="301973" x="2349500" y="2298700"/>
          <p14:tracePt t="301991" x="2355850" y="2298700"/>
          <p14:tracePt t="302022" x="2457450" y="2292350"/>
          <p14:tracePt t="302055" x="2609850" y="2286000"/>
          <p14:tracePt t="302075" x="2762250" y="2286000"/>
          <p14:tracePt t="302105" x="2914650" y="2286000"/>
          <p14:tracePt t="302139" x="3162300" y="2273300"/>
          <p14:tracePt t="302172" x="3257550" y="2273300"/>
          <p14:tracePt t="302205" x="3314700" y="2273300"/>
          <p14:tracePt t="302238" x="3340100" y="2273300"/>
          <p14:tracePt t="302271" x="3371850" y="2273300"/>
          <p14:tracePt t="302305" x="3429000" y="2279650"/>
          <p14:tracePt t="302338" x="3467100" y="2286000"/>
          <p14:tracePt t="302371" x="3517900" y="2292350"/>
          <p14:tracePt t="302404" x="3562350" y="2292350"/>
          <p14:tracePt t="302438" x="3587750" y="2298700"/>
          <p14:tracePt t="302471" x="3600450" y="2298700"/>
          <p14:tracePt t="303953" x="3587750" y="2311400"/>
          <p14:tracePt t="303988" x="3524250" y="2374900"/>
          <p14:tracePt t="304017" x="3467100" y="2425700"/>
          <p14:tracePt t="304038" x="3422650" y="2451100"/>
          <p14:tracePt t="304071" x="3371850" y="2489200"/>
          <p14:tracePt t="304100" x="3352800" y="2501900"/>
          <p14:tracePt t="304148" x="3321050" y="2520950"/>
          <p14:tracePt t="304171" x="3314700" y="2533650"/>
          <p14:tracePt t="304204" x="3289300" y="2546350"/>
          <p14:tracePt t="304233" x="3270250" y="2546350"/>
          <p14:tracePt t="304254" x="3251200" y="2559050"/>
          <p14:tracePt t="304287" x="3136900" y="2571750"/>
          <p14:tracePt t="304320" x="3041650" y="2584450"/>
          <p14:tracePt t="304364" x="2914650" y="2584450"/>
          <p14:tracePt t="304387" x="2889250" y="2584450"/>
          <p14:tracePt t="304420" x="2863850" y="2584450"/>
          <p14:tracePt t="304464" x="2838450" y="2578100"/>
          <p14:tracePt t="304486" x="2832100" y="2571750"/>
          <p14:tracePt t="304519" x="2819400" y="2565400"/>
          <p14:tracePt t="304563" x="2806700" y="2559050"/>
          <p14:tracePt t="304586" x="2800350" y="2559050"/>
          <p14:tracePt t="304647" x="2787650" y="2552700"/>
          <p14:tracePt t="304713" x="2774950" y="2552700"/>
          <p14:tracePt t="304731" x="2768600" y="2546350"/>
          <p14:tracePt t="304764" x="2730500" y="2546350"/>
          <p14:tracePt t="304796" x="2686050" y="2540000"/>
          <p14:tracePt t="304820" x="2609850" y="2520950"/>
          <p14:tracePt t="304862" x="2520950" y="2508250"/>
          <p14:tracePt t="304896" x="2470150" y="2501900"/>
          <p14:tracePt t="304918" x="2463800" y="2495550"/>
          <p14:tracePt t="304962" x="2463800" y="2489200"/>
          <p14:tracePt t="304995" x="2489200" y="2476500"/>
          <p14:tracePt t="305028" x="2514600" y="2457450"/>
          <p14:tracePt t="305062" x="2590800" y="2432050"/>
          <p14:tracePt t="305095" x="2641600" y="2400300"/>
          <p14:tracePt t="305128" x="2705100" y="2381250"/>
          <p14:tracePt t="305148" x="2711450" y="2381250"/>
          <p14:tracePt t="305179" x="2724150" y="2374900"/>
          <p14:tracePt t="305211" x="2730500" y="2368550"/>
          <p14:tracePt t="305245" x="2743200" y="2368550"/>
          <p14:tracePt t="305327" x="2762250" y="2368550"/>
          <p14:tracePt t="305410" x="2774950" y="2362200"/>
          <p14:tracePt t="305444" x="2781300" y="2355850"/>
          <p14:tracePt t="305477" x="2794000" y="2343150"/>
          <p14:tracePt t="305510" x="2813050" y="2324100"/>
          <p14:tracePt t="305544" x="2844800" y="2305050"/>
          <p14:tracePt t="305578" x="2914650" y="2266950"/>
          <p14:tracePt t="305610" x="2952750" y="2254250"/>
          <p14:tracePt t="305643" x="2971800" y="2235200"/>
          <p14:tracePt t="305693" x="2965450" y="2228850"/>
          <p14:tracePt t="305726" x="2952750" y="2228850"/>
          <p14:tracePt t="305760" x="2940050" y="2228850"/>
          <p14:tracePt t="305793" x="2882900" y="2241550"/>
          <p14:tracePt t="305826" x="2743200" y="2279650"/>
          <p14:tracePt t="305860" x="2457450" y="2349500"/>
          <p14:tracePt t="305892" x="2286000" y="2374900"/>
          <p14:tracePt t="305925" x="2190750" y="2400300"/>
          <p14:tracePt t="305945" x="2152650" y="2400300"/>
          <p14:tracePt t="305975" x="2127250" y="2400300"/>
          <p14:tracePt t="306009" x="2108200" y="2400300"/>
          <p14:tracePt t="306046" x="2095500" y="2400300"/>
          <p14:tracePt t="306092" x="2089150" y="2400300"/>
          <p14:tracePt t="306224" x="2108200" y="2400300"/>
          <p14:tracePt t="306262" x="2120900" y="2400300"/>
          <p14:tracePt t="306293" x="2146300" y="2393950"/>
          <p14:tracePt t="306309" x="2184400" y="2387600"/>
          <p14:tracePt t="306345" x="2266950" y="2368550"/>
          <p14:tracePt t="306376" x="2387600" y="2349500"/>
          <p14:tracePt t="306407" x="2520950" y="2330450"/>
          <p14:tracePt t="306429" x="2597150" y="2330450"/>
          <p14:tracePt t="306459" x="2698750" y="2324100"/>
          <p14:tracePt t="306490" x="2768600" y="2305050"/>
          <p14:tracePt t="306523" x="2787650" y="2305050"/>
          <p14:tracePt t="306606" x="2787650" y="2298700"/>
          <p14:tracePt t="306676" x="2781300" y="2292350"/>
          <p14:tracePt t="306708" x="2774950" y="2292350"/>
          <p14:tracePt t="306729" x="2774950" y="2279650"/>
          <p14:tracePt t="306776" x="2794000" y="2273300"/>
          <p14:tracePt t="306807" x="2813050" y="2273300"/>
          <p14:tracePt t="306856" x="2933700" y="2260600"/>
          <p14:tracePt t="306893" x="3098800" y="2247900"/>
          <p14:tracePt t="306925" x="3200400" y="2241550"/>
          <p14:tracePt t="306972" x="3282950" y="2241550"/>
          <p14:tracePt t="306994" x="3302000" y="2235200"/>
          <p14:tracePt t="307023" x="3314700" y="2235200"/>
          <p14:tracePt t="307071" x="3321050" y="2235200"/>
          <p14:tracePt t="307387" x="3333750" y="2228850"/>
          <p14:tracePt t="307409" x="3340100" y="2228850"/>
          <p14:tracePt t="307438" x="3352800" y="2228850"/>
          <p14:tracePt t="307470" x="3359150" y="2228850"/>
          <p14:tracePt t="307493" x="3371850" y="2222500"/>
          <p14:tracePt t="307526" x="3390900" y="2222500"/>
          <p14:tracePt t="307570" x="3397250" y="2222500"/>
          <p14:tracePt t="307603" x="3409950" y="2222500"/>
          <p14:tracePt t="307625" x="3422650" y="2222500"/>
          <p14:tracePt t="307655" x="3429000" y="2216150"/>
          <p14:tracePt t="307686" x="3435350" y="2209800"/>
          <p14:tracePt t="307719" x="3441700" y="2209800"/>
          <p14:tracePt t="307752" x="3441700" y="2203450"/>
          <p14:tracePt t="307786" x="3448050" y="2190750"/>
          <p14:tracePt t="307819" x="3454400" y="2184400"/>
          <p14:tracePt t="307869" x="3454400" y="2178050"/>
          <p14:tracePt t="307935" x="3448050" y="2165350"/>
          <p14:tracePt t="307985" x="3429000" y="2165350"/>
          <p14:tracePt t="308018" x="3416300" y="2165350"/>
          <p14:tracePt t="308052" x="3397250" y="2165350"/>
          <p14:tracePt t="308085" x="3276600" y="2171700"/>
          <p14:tracePt t="308118" x="3067050" y="2190750"/>
          <p14:tracePt t="308136" x="2889250" y="2190750"/>
          <p14:tracePt t="308168" x="2622550" y="2190750"/>
          <p14:tracePt t="308203" x="2286000" y="2171700"/>
          <p14:tracePt t="308219" x="2235200" y="2159000"/>
          <p14:tracePt t="308251" x="2133600" y="2146300"/>
          <p14:tracePt t="308284" x="2095500" y="2139950"/>
          <p14:tracePt t="308317" x="2076450" y="2133600"/>
          <p14:tracePt t="308367" x="2063750" y="2133600"/>
          <p14:tracePt t="308649" x="2070100" y="2133600"/>
          <p14:tracePt t="308669" x="2076450" y="2133600"/>
          <p14:tracePt t="308866" x="2076450" y="2139950"/>
          <p14:tracePt t="308965" x="2076450" y="2146300"/>
          <p14:tracePt t="308999" x="2063750" y="2152650"/>
          <p14:tracePt t="309052" x="2063750" y="2159000"/>
          <p14:tracePt t="309098" x="2057400" y="2165350"/>
          <p14:tracePt t="309131" x="2057400" y="2171700"/>
          <p14:tracePt t="309182" x="2051050" y="2184400"/>
          <p14:tracePt t="309231" x="2051050" y="2203450"/>
          <p14:tracePt t="309281" x="2051050" y="2216150"/>
          <p14:tracePt t="309314" x="2057400" y="2216150"/>
          <p14:tracePt t="309336" x="2057400" y="2222500"/>
          <p14:tracePt t="309365" x="2057400" y="2235200"/>
          <p14:tracePt t="309414" x="2063750" y="2247900"/>
          <p14:tracePt t="309451" x="2070100" y="2260600"/>
          <p14:tracePt t="309481" x="2076450" y="2266950"/>
          <p14:tracePt t="309513" x="2082800" y="2279650"/>
          <p14:tracePt t="309567" x="2089150" y="2292350"/>
          <p14:tracePt t="309598" x="2095500" y="2298700"/>
          <p14:tracePt t="309629" x="2101850" y="2305050"/>
          <p14:tracePt t="309666" x="2108200" y="2311400"/>
          <p14:tracePt t="309685" x="2114550" y="2317750"/>
          <p14:tracePt t="309729" x="2120900" y="2324100"/>
          <p14:tracePt t="309800" x="2133600" y="2336800"/>
          <p14:tracePt t="309862" x="2146300" y="2349500"/>
          <p14:tracePt t="309912" x="2159000" y="2355850"/>
          <p14:tracePt t="309961" x="2165350" y="2368550"/>
          <p14:tracePt t="310015" x="2171700" y="2368550"/>
          <p14:tracePt t="310050" x="2190750" y="2374900"/>
          <p14:tracePt t="310099" x="2197100" y="2381250"/>
          <p14:tracePt t="310144" x="2209800" y="2387600"/>
          <p14:tracePt t="310198" x="2222500" y="2400300"/>
          <p14:tracePt t="310229" x="2228850" y="2400300"/>
          <p14:tracePt t="310277" x="2235200" y="2406650"/>
          <p14:tracePt t="310376" x="2241550" y="2413000"/>
          <p14:tracePt t="310399" x="2247900" y="2413000"/>
          <p14:tracePt t="310460" x="2260600" y="2419350"/>
          <p14:tracePt t="310509" x="2266950" y="2419350"/>
          <p14:tracePt t="310630" x="2266950" y="2425700"/>
          <p14:tracePt t="310775" x="2273300" y="2432050"/>
          <p14:tracePt t="310875" x="2279650" y="2432050"/>
          <p14:tracePt t="311108" x="2279650" y="2438400"/>
          <p14:tracePt t="311157" x="2286000" y="2444750"/>
          <p14:tracePt t="311190" x="2292350" y="2444750"/>
          <p14:tracePt t="311257" x="2298700" y="2451100"/>
          <p14:tracePt t="311307" x="2305050" y="2457450"/>
          <p14:tracePt t="311373" x="2305050" y="2463800"/>
          <p14:tracePt t="311423" x="2305050" y="2470150"/>
          <p14:tracePt t="311457" x="2311400" y="2476500"/>
          <p14:tracePt t="311489" x="2311400" y="2482850"/>
          <p14:tracePt t="311523" x="2324100" y="2489200"/>
          <p14:tracePt t="311573" x="2336800" y="2501900"/>
          <p14:tracePt t="311622" x="2343150" y="2520950"/>
          <p14:tracePt t="311656" x="2368550" y="2546350"/>
          <p14:tracePt t="311689" x="2393950" y="2584450"/>
          <p14:tracePt t="311709" x="2419350" y="2622550"/>
          <p14:tracePt t="311738" x="2444750" y="2647950"/>
          <p14:tracePt t="311772" x="2476500" y="2679700"/>
          <p14:tracePt t="311806" x="2495550" y="2705100"/>
          <p14:tracePt t="311838" x="2495550" y="2717800"/>
          <p14:tracePt t="311905" x="2508250" y="2724150"/>
          <p14:tracePt t="312187" x="2514600" y="2724150"/>
          <p14:tracePt t="312255" x="2520950" y="2724150"/>
          <p14:tracePt t="312370" x="2527300" y="2711450"/>
          <p14:tracePt t="312403" x="2533650" y="2698750"/>
          <p14:tracePt t="312436" x="2533650" y="2686050"/>
          <p14:tracePt t="312486" x="2533650" y="2667000"/>
          <p14:tracePt t="312519" x="2533650" y="2641600"/>
          <p14:tracePt t="312542" x="2533650" y="2609850"/>
          <p14:tracePt t="312571" x="2520950" y="2565400"/>
          <p14:tracePt t="312602" x="2514600" y="2527300"/>
          <p14:tracePt t="312636" x="2508250" y="2501900"/>
          <p14:tracePt t="312672" x="2489200" y="2495550"/>
          <p14:tracePt t="312719" x="2470150" y="2495550"/>
          <p14:tracePt t="312772" x="2463800" y="2495550"/>
          <p14:tracePt t="312804" x="2451100" y="2495550"/>
          <p14:tracePt t="312835" x="2438400" y="2495550"/>
          <p14:tracePt t="312872" x="2432050" y="2501900"/>
          <p14:tracePt t="312903" x="2419350" y="2501900"/>
          <p14:tracePt t="312935" x="2400300" y="2508250"/>
          <p14:tracePt t="312972" x="2368550" y="2520950"/>
          <p14:tracePt t="313003" x="2311400" y="2527300"/>
          <p14:tracePt t="313034" x="2235200" y="2533650"/>
          <p14:tracePt t="313057" x="2197100" y="2533650"/>
          <p14:tracePt t="313090" x="2114550" y="2527300"/>
          <p14:tracePt t="313119" x="2076450" y="2520950"/>
          <p14:tracePt t="313167" x="2063750" y="2508250"/>
          <p14:tracePt t="313205" x="2063750" y="2501900"/>
          <p14:tracePt t="313237" x="2070100" y="2501900"/>
          <p14:tracePt t="313272" x="2082800" y="2495550"/>
          <p14:tracePt t="313306" x="2095500" y="2489200"/>
          <p14:tracePt t="313335" x="2127250" y="2482850"/>
          <p14:tracePt t="313383" x="2247900" y="2457450"/>
          <p14:tracePt t="313420" x="2413000" y="2438400"/>
          <p14:tracePt t="313466" x="2603500" y="2438400"/>
          <p14:tracePt t="313489" x="2806700" y="2438400"/>
          <p14:tracePt t="313521" x="2952750" y="2451100"/>
          <p14:tracePt t="313551" x="3276600" y="2495550"/>
          <p14:tracePt t="313588" x="3498850" y="2527300"/>
          <p14:tracePt t="313622" x="3746500" y="2533650"/>
          <p14:tracePt t="313665" x="3968750" y="2552700"/>
          <p14:tracePt t="313688" x="4083050" y="2552700"/>
          <p14:tracePt t="313721" x="4330700" y="2571750"/>
          <p14:tracePt t="313738" x="4394200" y="2571750"/>
          <p14:tracePt t="313756" x="4502150" y="2571750"/>
          <p14:tracePt t="313787" x="4603750" y="2578100"/>
          <p14:tracePt t="313821" x="4705350" y="2603500"/>
          <p14:tracePt t="313865" x="4768850" y="2609850"/>
          <p14:tracePt t="313888" x="4806950" y="2616200"/>
          <p14:tracePt t="313935" x="4826000" y="2616200"/>
          <p14:tracePt t="313966" x="4838700" y="2622550"/>
          <p14:tracePt t="314712" x="4826000" y="2679700"/>
          <p14:tracePt t="314745" x="4800600" y="2781300"/>
          <p14:tracePt t="314778" x="4787900" y="2851150"/>
          <p14:tracePt t="314811" x="4768850" y="3022600"/>
          <p14:tracePt t="314844" x="4775200" y="3194050"/>
          <p14:tracePt t="314879" x="4845050" y="3511550"/>
          <p14:tracePt t="314911" x="4914900" y="3759200"/>
          <p14:tracePt t="314944" x="4991100" y="3975100"/>
          <p14:tracePt t="314978" x="5060950" y="4210050"/>
          <p14:tracePt t="315011" x="5162550" y="4445000"/>
          <p14:tracePt t="315029" x="5187950" y="4483100"/>
          <p14:tracePt t="315061" x="5270500" y="4572000"/>
          <p14:tracePt t="315094" x="5340350" y="4629150"/>
          <p14:tracePt t="315127" x="5397500" y="4686300"/>
          <p14:tracePt t="315161" x="5486400" y="4787900"/>
          <p14:tracePt t="315194" x="5568950" y="4819650"/>
          <p14:tracePt t="315226" x="5657850" y="4819650"/>
          <p14:tracePt t="315246" x="5721350" y="4819650"/>
          <p14:tracePt t="315278" x="5886450" y="4794250"/>
          <p14:tracePt t="315311" x="6007100" y="4743450"/>
          <p14:tracePt t="315343" x="6159500" y="4667250"/>
          <p14:tracePt t="315376" x="6419850" y="4552950"/>
          <p14:tracePt t="315409" x="6508750" y="4508500"/>
          <p14:tracePt t="315443" x="6565900" y="4470400"/>
          <p14:tracePt t="315476" x="6565900" y="4451350"/>
          <p14:tracePt t="315509" x="6515100" y="4451350"/>
          <p14:tracePt t="315542" x="6470650" y="4451350"/>
          <p14:tracePt t="315575" x="6369050" y="4464050"/>
          <p14:tracePt t="315609" x="6223000" y="4483100"/>
          <p14:tracePt t="315642" x="6153150" y="4489450"/>
          <p14:tracePt t="315675" x="6108700" y="4495800"/>
          <p14:tracePt t="315709" x="6064250" y="4502150"/>
          <p14:tracePt t="315741" x="6051550" y="4514850"/>
          <p14:tracePt t="315775" x="6038850" y="4521200"/>
          <p14:tracePt t="315878" x="6064250" y="4508500"/>
          <p14:tracePt t="315910" x="6089650" y="4495800"/>
          <p14:tracePt t="315941" x="6178550" y="4483100"/>
          <p14:tracePt t="315978" x="6369050" y="4445000"/>
          <p14:tracePt t="316009" x="6591300" y="4419600"/>
          <p14:tracePt t="316040" x="6724650" y="4400550"/>
          <p14:tracePt t="316078" x="6781800" y="4394200"/>
          <p14:tracePt t="316109" x="6788150" y="4394200"/>
          <p14:tracePt t="316144" x="6769100" y="4394200"/>
          <p14:tracePt t="316179" x="6743700" y="4400550"/>
          <p14:tracePt t="316209" x="6724650" y="4400550"/>
          <p14:tracePt t="316226" x="6699250" y="4406900"/>
          <p14:tracePt t="316262" x="6597650" y="4406900"/>
          <p14:tracePt t="316291" x="6426200" y="4375150"/>
          <p14:tracePt t="316324" x="6242050" y="4337050"/>
          <p14:tracePt t="316373" x="5880100" y="4241800"/>
          <p14:tracePt t="316409" x="5645150" y="4171950"/>
          <p14:tracePt t="316441" x="5416550" y="4076700"/>
          <p14:tracePt t="316461" x="5232400" y="3981450"/>
          <p14:tracePt t="316495" x="4794250" y="3746500"/>
          <p14:tracePt t="316524" x="4572000" y="3594100"/>
          <p14:tracePt t="316572" x="3797300" y="3092450"/>
          <p14:tracePt t="316594" x="3435350" y="2851150"/>
          <p14:tracePt t="316624" x="3016250" y="2673350"/>
          <p14:tracePt t="316655" x="2774950" y="2571750"/>
          <p14:tracePt t="316677" x="2514600" y="2514600"/>
          <p14:tracePt t="316712" x="2247900" y="2432050"/>
          <p14:tracePt t="316728" x="2152650" y="2406650"/>
          <p14:tracePt t="316771" x="2082800" y="2387600"/>
          <p14:tracePt t="316794" x="2076450" y="2387600"/>
          <p14:tracePt t="316871" x="2076450" y="2393950"/>
          <p14:tracePt t="316893" x="2095500" y="2406650"/>
          <p14:tracePt t="316927" x="2108200" y="2419350"/>
          <p14:tracePt t="316956" x="2120900" y="2425700"/>
          <p14:tracePt t="316987" x="2139950" y="2425700"/>
          <p14:tracePt t="317009" x="2159000" y="2432050"/>
          <p14:tracePt t="317042" x="2273300" y="2438400"/>
          <p14:tracePt t="317087" x="2546350" y="2457450"/>
          <p14:tracePt t="317120" x="2876550" y="2457450"/>
          <p14:tracePt t="317143" x="3009900" y="2444750"/>
          <p14:tracePt t="317171" x="3079750" y="2438400"/>
          <p14:tracePt t="317203" x="3175000" y="2419350"/>
          <p14:tracePt t="317225" x="3200400" y="2406650"/>
          <p14:tracePt t="317269" x="3232150" y="2387600"/>
          <p14:tracePt t="317303" x="3251200" y="2374900"/>
          <p14:tracePt t="317336" x="3263900" y="2362200"/>
          <p14:tracePt t="317369" x="3282950" y="2362200"/>
          <p14:tracePt t="317388" x="3289300" y="2355850"/>
          <p14:tracePt t="317419" x="3314700" y="2355850"/>
          <p14:tracePt t="317443" x="3327400" y="2349500"/>
          <p14:tracePt t="317485" x="3352800" y="2349500"/>
          <p14:tracePt t="317519" x="3371850" y="2349500"/>
          <p14:tracePt t="317618" x="3359150" y="2349500"/>
          <p14:tracePt t="317652" x="3282950" y="2355850"/>
          <p14:tracePt t="317685" x="3124200" y="2362200"/>
          <p14:tracePt t="317718" x="2927350" y="2381250"/>
          <p14:tracePt t="317737" x="2800350" y="2381250"/>
          <p14:tracePt t="317768" x="2660650" y="2381250"/>
          <p14:tracePt t="317801" x="2603500" y="2387600"/>
          <p14:tracePt t="317834" x="2590800" y="2387600"/>
          <p14:tracePt t="317868" x="2635250" y="2393950"/>
          <p14:tracePt t="317901" x="2686050" y="2387600"/>
          <p14:tracePt t="317934" x="2946400" y="2349500"/>
          <p14:tracePt t="317968" x="3289300" y="2311400"/>
          <p14:tracePt t="318000" x="3670300" y="2298700"/>
          <p14:tracePt t="318033" x="4064000" y="2311400"/>
          <p14:tracePt t="318067" x="4343400" y="2355850"/>
          <p14:tracePt t="318100" x="4546600" y="2387600"/>
          <p14:tracePt t="318133" x="4584700" y="2387600"/>
          <p14:tracePt t="318167" x="4597400" y="2393950"/>
          <p14:tracePt t="318233" x="4584700" y="2400300"/>
          <p14:tracePt t="318252" x="4584700" y="2413000"/>
          <p14:tracePt t="318284" x="4591050" y="2425700"/>
        </p14:tracePtLst>
      </p14:laserTrace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Using </a:t>
            </a:r>
            <a:r>
              <a:rPr lang="en-US" altLang="en-US" sz="4000" b="1" dirty="0">
                <a:latin typeface="Lucida Console" panose="020B0609040504020204" pitchFamily="49" charset="0"/>
              </a:rPr>
              <a:t>property</a:t>
            </a:r>
            <a:r>
              <a:rPr lang="en-US" altLang="en-US" sz="4400" b="1" dirty="0" smtClean="0">
                <a:latin typeface="Copperplate Gothic Bold" panose="020E0705020206020404" pitchFamily="34" charset="0"/>
              </a:rPr>
              <a:t>(</a:t>
            </a:r>
            <a:r>
              <a:rPr lang="en-US" altLang="en-US" sz="1600" b="1" dirty="0" smtClean="0">
                <a:latin typeface="Copperplate Gothic Bold" panose="020E0705020206020404" pitchFamily="34" charset="0"/>
              </a:rPr>
              <a:t> </a:t>
            </a:r>
            <a:r>
              <a:rPr lang="en-US" altLang="en-US" sz="4400" b="1" dirty="0" smtClean="0">
                <a:latin typeface="Copperplate Gothic Bold" panose="020E0705020206020404" pitchFamily="34" charset="0"/>
              </a:rPr>
              <a:t>)</a:t>
            </a:r>
            <a:r>
              <a:rPr lang="en-US" altLang="en-US" sz="4400" dirty="0" smtClean="0">
                <a:latin typeface="Elephant" panose="02020904090505020303" pitchFamily="18" charset="0"/>
              </a:rPr>
              <a:t> to hide the getter and setter from the client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48868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Critter():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</a:t>
            </a:r>
            <a:r>
              <a:rPr lang="en-US" altLang="en-US" sz="24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= </a:t>
            </a:r>
            <a:r>
              <a:rPr lang="en-US" altLang="en-US" sz="2400" b="1" dirty="0">
                <a:solidFill>
                  <a:srgbClr val="CC00FF"/>
                </a:solidFill>
                <a:latin typeface="Lucida Console" panose="020B0609040504020204" pitchFamily="49" charset="0"/>
              </a:rPr>
              <a:t>property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get_name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set_name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eaLnBrk="1" hangingPunct="1"/>
            <a:endParaRPr lang="en-US" altLang="en-US" sz="1400" b="1" dirty="0" smtClean="0"/>
          </a:p>
          <a:p>
            <a:pPr eaLnBrk="1" hangingPunct="1"/>
            <a:r>
              <a:rPr lang="en-US" altLang="en-US" sz="2800" dirty="0" smtClean="0"/>
              <a:t>Here,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is an </a:t>
            </a:r>
            <a:r>
              <a:rPr lang="en-US" altLang="en-US" sz="2800" dirty="0" smtClean="0">
                <a:solidFill>
                  <a:srgbClr val="00B0F0"/>
                </a:solidFill>
              </a:rPr>
              <a:t>alias</a:t>
            </a:r>
            <a:r>
              <a:rPr lang="en-US" altLang="en-US" sz="2800" dirty="0" smtClean="0"/>
              <a:t> that we have created for the private attribute, </a:t>
            </a:r>
            <a:r>
              <a:rPr lang="en-US" alt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__name</a:t>
            </a:r>
            <a:r>
              <a:rPr lang="en-US" altLang="en-US" sz="2800" dirty="0" smtClean="0"/>
              <a:t>.</a:t>
            </a:r>
          </a:p>
          <a:p>
            <a:pPr eaLnBrk="1" hangingPunct="1"/>
            <a:r>
              <a:rPr lang="en-US" altLang="en-US" sz="2800" dirty="0" smtClean="0"/>
              <a:t>The client can access </a:t>
            </a:r>
            <a:r>
              <a:rPr lang="en-US" altLang="en-US" sz="2800" b="1" dirty="0">
                <a:solidFill>
                  <a:srgbClr val="3333CC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 like a public attribute. </a:t>
            </a:r>
          </a:p>
          <a:p>
            <a:pPr eaLnBrk="1" hangingPunct="1"/>
            <a:r>
              <a:rPr lang="en-US" altLang="en-US" sz="2800" dirty="0" smtClean="0"/>
              <a:t>But it isn’t a public attribute, see: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latin typeface="Lucida Console" panose="020B0609040504020204" pitchFamily="49" charset="0"/>
              </a:rPr>
              <a:t> myinstance.</a:t>
            </a:r>
            <a:r>
              <a:rPr lang="en-US" altLang="en-US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dirty="0" smtClean="0">
                <a:latin typeface="Lucida Console" panose="020B0609040504020204" pitchFamily="49" charset="0"/>
              </a:rPr>
              <a:t> = ""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Critter's </a:t>
            </a:r>
            <a:r>
              <a:rPr lang="en-US" altLang="en-US" dirty="0">
                <a:solidFill>
                  <a:srgbClr val="C00000"/>
                </a:solidFill>
                <a:latin typeface="Lucida Console" panose="020B0609040504020204" pitchFamily="49" charset="0"/>
              </a:rPr>
              <a:t>name can't be empty</a:t>
            </a:r>
            <a:r>
              <a:rPr lang="en-US" altLang="en-US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dirty="0" smtClean="0">
              <a:solidFill>
                <a:schemeClr val="bg1">
                  <a:lumMod val="85000"/>
                </a:schemeClr>
              </a:solidFill>
            </a:endParaRPr>
          </a:p>
          <a:p>
            <a:pPr lvl="1" eaLnBrk="1" hangingPunct="1">
              <a:spcBef>
                <a:spcPts val="0"/>
              </a:spcBef>
            </a:pPr>
            <a:r>
              <a:rPr lang="en-US" altLang="en-US" sz="2800" dirty="0" smtClean="0"/>
              <a:t>See? The </a:t>
            </a:r>
            <a:r>
              <a:rPr lang="en-US" altLang="en-US" sz="2800" dirty="0" err="1" smtClean="0"/>
              <a:t>set_name</a:t>
            </a:r>
            <a:r>
              <a:rPr lang="en-US" altLang="en-US" sz="2800" dirty="0" smtClean="0"/>
              <a:t> method got invoked when we tried to set the </a:t>
            </a:r>
            <a:r>
              <a:rPr lang="en-US" altLang="en-US" sz="28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800" dirty="0" smtClean="0"/>
              <a:t>.</a:t>
            </a:r>
            <a:endParaRPr lang="en-US" altLang="en-US" sz="28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124200" y="3733800"/>
            <a:ext cx="4724400" cy="1676400"/>
          </a:xfrm>
          <a:prstGeom prst="wedgeRoundRectCallout">
            <a:avLst>
              <a:gd name="adj1" fmla="val -58620"/>
              <a:gd name="adj2" fmla="val -129477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75000"/>
              </a:lnSpc>
            </a:pP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There is another way to write this: by </a:t>
            </a:r>
            <a:r>
              <a:rPr lang="en-US" sz="3200" i="1" dirty="0" smtClean="0">
                <a:solidFill>
                  <a:srgbClr val="2D2DB9"/>
                </a:solidFill>
                <a:latin typeface="Times New Roman" charset="0"/>
              </a:rPr>
              <a:t>decoration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. But we’ll learn about decorations next week…</a:t>
            </a:r>
          </a:p>
        </p:txBody>
      </p:sp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9" name="Rectangle 8"/>
          <p:cNvSpPr/>
          <p:nvPr/>
        </p:nvSpPr>
        <p:spPr bwMode="auto">
          <a:xfrm>
            <a:off x="3474720" y="4517136"/>
            <a:ext cx="914400" cy="420624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2D2DB9"/>
                </a:solidFill>
                <a:effectLst/>
                <a:latin typeface="Times New Roman" charset="0"/>
              </a:rPr>
              <a:t>So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340096" y="4882896"/>
            <a:ext cx="2203704" cy="402336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2D2DB9"/>
                </a:solidFill>
                <a:latin typeface="Times New Roman" charset="0"/>
              </a:rPr>
              <a:t>r</a:t>
            </a:r>
            <a:r>
              <a:rPr lang="en-US" sz="3200" dirty="0" smtClean="0">
                <a:solidFill>
                  <a:srgbClr val="2D2DB9"/>
                </a:solidFill>
                <a:latin typeface="Times New Roman" charset="0"/>
              </a:rPr>
              <a:t>ight now.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2D2DB9"/>
              </a:solidFill>
              <a:effectLst/>
              <a:latin typeface="Times New Roman" charset="0"/>
            </a:endParaRPr>
          </a:p>
        </p:txBody>
      </p:sp>
      <p:pic>
        <p:nvPicPr>
          <p:cNvPr id="11" name="Audio 1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16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76"/>
    </mc:Choice>
    <mc:Fallback xmlns="">
      <p:transition spd="slow" advTm="21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9" grpId="0" animBg="1"/>
      <p:bldP spid="12" grpId="0" animBg="1"/>
    </p:bldLst>
  </p:timing>
  <p:extLst mod="1">
    <p:ext uri="{3A86A75C-4F4B-4683-9AE1-C65F6400EC91}">
      <p14:laserTraceLst xmlns:p14="http://schemas.microsoft.com/office/powerpoint/2010/main">
        <p14:tracePtLst>
          <p14:tracePt t="9218" x="6108700" y="3175000"/>
          <p14:tracePt t="9226" x="6096000" y="3194050"/>
          <p14:tracePt t="9232" x="6083300" y="3206750"/>
          <p14:tracePt t="9241" x="6057900" y="3232150"/>
          <p14:tracePt t="9258" x="6032500" y="3282950"/>
          <p14:tracePt t="9275" x="5988050" y="3359150"/>
          <p14:tracePt t="9291" x="5943600" y="3422650"/>
          <p14:tracePt t="9308" x="5892800" y="3498850"/>
          <p14:tracePt t="9311" x="5867400" y="3543300"/>
          <p14:tracePt t="9325" x="5835650" y="3632200"/>
          <p14:tracePt t="9341" x="5810250" y="3714750"/>
          <p14:tracePt t="9359" x="5753100" y="3854450"/>
          <p14:tracePt t="9374" x="5721350" y="3943350"/>
          <p14:tracePt t="9391" x="5689600" y="4025900"/>
          <p14:tracePt t="9408" x="5645150" y="4133850"/>
          <p14:tracePt t="9424" x="5626100" y="4191000"/>
          <p14:tracePt t="9441" x="5613400" y="4235450"/>
          <p14:tracePt t="9458" x="5588000" y="4292600"/>
          <p14:tracePt t="9474" x="5581650" y="4324350"/>
          <p14:tracePt t="9491" x="5568950" y="4343400"/>
          <p14:tracePt t="9508" x="5562600" y="4349750"/>
          <p14:tracePt t="9524" x="5556250" y="4349750"/>
          <p14:tracePt t="9801" x="5549900" y="4349750"/>
          <p14:tracePt t="9808" x="5537200" y="4356100"/>
          <p14:tracePt t="9814" x="5524500" y="4368800"/>
          <p14:tracePt t="9823" x="5511800" y="4375150"/>
          <p14:tracePt t="9839" x="5473700" y="4406900"/>
          <p14:tracePt t="9856" x="5441950" y="4432300"/>
          <p14:tracePt t="9873" x="5384800" y="4476750"/>
          <p14:tracePt t="9889" x="5340350" y="4508500"/>
          <p14:tracePt t="9906" x="5302250" y="4559300"/>
          <p14:tracePt t="9922" x="5276850" y="4597400"/>
          <p14:tracePt t="9940" x="5264150" y="4622800"/>
          <p14:tracePt t="9956" x="5251450" y="4660900"/>
          <p14:tracePt t="9972" x="5251450" y="4692650"/>
          <p14:tracePt t="9991" x="5257800" y="4730750"/>
          <p14:tracePt t="10006" x="5283200" y="4756150"/>
          <p14:tracePt t="10022" x="5308600" y="4781550"/>
          <p14:tracePt t="10039" x="5353050" y="4832350"/>
          <p14:tracePt t="10055" x="5397500" y="4851400"/>
          <p14:tracePt t="10072" x="5441950" y="4864100"/>
          <p14:tracePt t="10089" x="5511800" y="4889500"/>
          <p14:tracePt t="10105" x="5562600" y="4889500"/>
          <p14:tracePt t="10123" x="5613400" y="4895850"/>
          <p14:tracePt t="10139" x="5695950" y="4889500"/>
          <p14:tracePt t="10155" x="5778500" y="4870450"/>
          <p14:tracePt t="10172" x="5892800" y="4845050"/>
          <p14:tracePt t="10189" x="5962650" y="4838700"/>
          <p14:tracePt t="10205" x="6007100" y="4826000"/>
          <p14:tracePt t="10222" x="6089650" y="4787900"/>
          <p14:tracePt t="10238" x="6127750" y="4749800"/>
          <p14:tracePt t="10255" x="6146800" y="4718050"/>
          <p14:tracePt t="10272" x="6146800" y="4673600"/>
          <p14:tracePt t="10288" x="6146800" y="4648200"/>
          <p14:tracePt t="10305" x="6121400" y="4603750"/>
          <p14:tracePt t="10321" x="6083300" y="4559300"/>
          <p14:tracePt t="10338" x="6032500" y="4521200"/>
          <p14:tracePt t="10341" x="6007100" y="4514850"/>
          <p14:tracePt t="10355" x="5949950" y="4489450"/>
          <p14:tracePt t="10371" x="5873750" y="4483100"/>
          <p14:tracePt t="10387" x="5803900" y="4483100"/>
          <p14:tracePt t="10404" x="5708650" y="4483100"/>
          <p14:tracePt t="10421" x="5670550" y="4508500"/>
          <p14:tracePt t="10437" x="5632450" y="4527550"/>
          <p14:tracePt t="10454" x="5594350" y="4559300"/>
          <p14:tracePt t="10470" x="5575300" y="4597400"/>
          <p14:tracePt t="10489" x="5562600" y="4667250"/>
          <p14:tracePt t="10505" x="5562600" y="4711700"/>
          <p14:tracePt t="10520" x="5568950" y="4762500"/>
          <p14:tracePt t="10538" x="5607050" y="4826000"/>
          <p14:tracePt t="10554" x="5638800" y="4864100"/>
          <p14:tracePt t="10571" x="5683250" y="4889500"/>
          <p14:tracePt t="10587" x="5772150" y="4914900"/>
          <p14:tracePt t="10603" x="5873750" y="4914900"/>
          <p14:tracePt t="10621" x="5988050" y="4902200"/>
          <p14:tracePt t="10636" x="6165850" y="4857750"/>
          <p14:tracePt t="10653" x="6292850" y="4787900"/>
          <p14:tracePt t="10671" x="6419850" y="4667250"/>
          <p14:tracePt t="10686" x="6477000" y="4603750"/>
          <p14:tracePt t="10703" x="6502400" y="4559300"/>
          <p14:tracePt t="10720" x="6508750" y="4533900"/>
          <p14:tracePt t="10736" x="6508750" y="4521200"/>
          <p14:tracePt t="10753" x="6489700" y="4489450"/>
          <p14:tracePt t="10770" x="6438900" y="4451350"/>
          <p14:tracePt t="10786" x="6388100" y="4432300"/>
          <p14:tracePt t="10803" x="6299200" y="4413250"/>
          <p14:tracePt t="10819" x="6203950" y="4413250"/>
          <p14:tracePt t="10836" x="6108700" y="4432300"/>
          <p14:tracePt t="10853" x="5981700" y="4502150"/>
          <p14:tracePt t="10869" x="5886450" y="4565650"/>
          <p14:tracePt t="10886" x="5835650" y="4616450"/>
          <p14:tracePt t="10902" x="5797550" y="4679950"/>
          <p14:tracePt t="10919" x="5791200" y="4724400"/>
          <p14:tracePt t="10936" x="5791200" y="4775200"/>
          <p14:tracePt t="10952" x="5816600" y="4838700"/>
          <p14:tracePt t="10969" x="5861050" y="4870450"/>
          <p14:tracePt t="10986" x="5924550" y="4902200"/>
          <p14:tracePt t="11002" x="6070600" y="4927600"/>
          <p14:tracePt t="11019" x="6216650" y="4921250"/>
          <p14:tracePt t="11036" x="6451600" y="4851400"/>
          <p14:tracePt t="11052" x="6584950" y="4794250"/>
          <p14:tracePt t="11069" x="6724650" y="4737100"/>
          <p14:tracePt t="11085" x="6870700" y="4622800"/>
          <p14:tracePt t="11102" x="6934200" y="4559300"/>
          <p14:tracePt t="11119" x="6978650" y="4483100"/>
          <p14:tracePt t="11135" x="6978650" y="4457700"/>
          <p14:tracePt t="11151" x="6972300" y="4445000"/>
          <p14:tracePt t="11169" x="6934200" y="4394200"/>
          <p14:tracePt t="11185" x="6902450" y="4368800"/>
          <p14:tracePt t="11201" x="6794500" y="4343400"/>
          <p14:tracePt t="11218" x="6667500" y="4330700"/>
          <p14:tracePt t="11235" x="6604000" y="4330700"/>
          <p14:tracePt t="11252" x="6432550" y="4368800"/>
          <p14:tracePt t="11268" x="6280150" y="4438650"/>
          <p14:tracePt t="11284" x="6229350" y="4464050"/>
          <p14:tracePt t="11301" x="6108700" y="4552950"/>
          <p14:tracePt t="11318" x="6013450" y="4654550"/>
          <p14:tracePt t="11334" x="5988050" y="4699000"/>
          <p14:tracePt t="11351" x="5962650" y="4781550"/>
          <p14:tracePt t="11367" x="5962650" y="4864100"/>
          <p14:tracePt t="11384" x="5962650" y="4902200"/>
          <p14:tracePt t="11401" x="5988050" y="4953000"/>
          <p14:tracePt t="11417" x="6045200" y="5003800"/>
          <p14:tracePt t="11435" x="6146800" y="5022850"/>
          <p14:tracePt t="11450" x="6223000" y="5022850"/>
          <p14:tracePt t="11467" x="6305550" y="5016500"/>
          <p14:tracePt t="11484" x="6540500" y="4933950"/>
          <p14:tracePt t="11500" x="6750050" y="4806950"/>
          <p14:tracePt t="11517" x="6845300" y="4730750"/>
          <p14:tracePt t="11534" x="6959600" y="4603750"/>
          <p14:tracePt t="11550" x="7010400" y="4514850"/>
          <p14:tracePt t="11568" x="7010400" y="4464050"/>
          <p14:tracePt t="11583" x="7010400" y="4451350"/>
          <p14:tracePt t="11600" x="6965950" y="4394200"/>
          <p14:tracePt t="11618" x="6864350" y="4356100"/>
          <p14:tracePt t="11634" x="6788150" y="4343400"/>
          <p14:tracePt t="11650" x="6623050" y="4337050"/>
          <p14:tracePt t="11667" x="6413500" y="4356100"/>
          <p14:tracePt t="11683" x="6324600" y="4387850"/>
          <p14:tracePt t="11700" x="6229350" y="4419600"/>
          <p14:tracePt t="11716" x="6019800" y="4572000"/>
          <p14:tracePt t="11733" x="5969000" y="4641850"/>
          <p14:tracePt t="11750" x="5911850" y="4749800"/>
          <p14:tracePt t="11766" x="5911850" y="4857750"/>
          <p14:tracePt t="11783" x="5924550" y="4895850"/>
          <p14:tracePt t="11800" x="5962650" y="4953000"/>
          <p14:tracePt t="11816" x="5981700" y="4972050"/>
          <p14:tracePt t="11832" x="6083300" y="5010150"/>
          <p14:tracePt t="11849" x="6223000" y="5016500"/>
          <p14:tracePt t="11866" x="6305550" y="5003800"/>
          <p14:tracePt t="11883" x="6464300" y="4933950"/>
          <p14:tracePt t="11899" x="6629400" y="4832350"/>
          <p14:tracePt t="11915" x="6673850" y="4794250"/>
          <p14:tracePt t="11933" x="6731000" y="4737100"/>
          <p14:tracePt t="11949" x="6737350" y="4705350"/>
          <p14:tracePt t="11965" x="6737350" y="4692650"/>
          <p14:tracePt t="11998" x="6692900" y="4641850"/>
          <p14:tracePt t="12015" x="6654800" y="4610100"/>
          <p14:tracePt t="12032" x="6572250" y="4572000"/>
          <p14:tracePt t="12048" x="6515100" y="4559300"/>
          <p14:tracePt t="12066" x="6432550" y="4533900"/>
          <p14:tracePt t="12082" x="6375400" y="4527550"/>
          <p14:tracePt t="12099" x="6356350" y="4527550"/>
          <p14:tracePt t="12115" x="6299200" y="4533900"/>
          <p14:tracePt t="12132" x="6286500" y="4540250"/>
          <p14:tracePt t="12751" x="6292850" y="4521200"/>
          <p14:tracePt t="12759" x="6318250" y="4489450"/>
          <p14:tracePt t="12773" x="6343650" y="4457700"/>
          <p14:tracePt t="12782" x="6362700" y="4438650"/>
          <p14:tracePt t="12795" x="6388100" y="4400550"/>
          <p14:tracePt t="12812" x="6438900" y="4337050"/>
          <p14:tracePt t="12830" x="6489700" y="4273550"/>
          <p14:tracePt t="12846" x="6515100" y="4235450"/>
          <p14:tracePt t="12863" x="6540500" y="4203700"/>
          <p14:tracePt t="12879" x="6597650" y="4108450"/>
          <p14:tracePt t="12896" x="6610350" y="4076700"/>
          <p14:tracePt t="12913" x="6654800" y="3987800"/>
          <p14:tracePt t="12929" x="6673850" y="3949700"/>
          <p14:tracePt t="12945" x="6705600" y="3860800"/>
          <p14:tracePt t="12963" x="6737350" y="3784600"/>
          <p14:tracePt t="12979" x="6756400" y="3752850"/>
          <p14:tracePt t="12995" x="6775450" y="3695700"/>
          <p14:tracePt t="13012" x="6800850" y="3651250"/>
          <p14:tracePt t="13028" x="6813550" y="3638550"/>
          <p14:tracePt t="13045" x="6826250" y="3594100"/>
          <p14:tracePt t="13061" x="6858000" y="3556000"/>
          <p14:tracePt t="13078" x="6864350" y="3530600"/>
          <p14:tracePt t="13095" x="6883400" y="3498850"/>
          <p14:tracePt t="13111" x="6902450" y="3454400"/>
          <p14:tracePt t="13128" x="6921500" y="3435350"/>
          <p14:tracePt t="13145" x="6940550" y="3390900"/>
          <p14:tracePt t="13161" x="6965950" y="3359150"/>
          <p14:tracePt t="13178" x="6985000" y="3333750"/>
          <p14:tracePt t="13194" x="7029450" y="3302000"/>
          <p14:tracePt t="13211" x="7054850" y="3276600"/>
          <p14:tracePt t="13228" x="7112000" y="3219450"/>
          <p14:tracePt t="13244" x="7156450" y="3175000"/>
          <p14:tracePt t="13261" x="7181850" y="3155950"/>
          <p14:tracePt t="13278" x="7213600" y="3117850"/>
          <p14:tracePt t="13294" x="7245350" y="3092450"/>
          <p14:tracePt t="13311" x="7258050" y="3079750"/>
          <p14:tracePt t="13328" x="7277100" y="3067050"/>
          <p14:tracePt t="13343" x="7283450" y="3060700"/>
          <p14:tracePt t="13377" x="7296150" y="3054350"/>
          <p14:tracePt t="13873" x="7321550" y="3003550"/>
          <p14:tracePt t="13880" x="7346950" y="2933700"/>
          <p14:tracePt t="13895" x="7366000" y="2844800"/>
          <p14:tracePt t="13909" x="7397750" y="2749550"/>
          <p14:tracePt t="13926" x="7448550" y="2552700"/>
          <p14:tracePt t="13942" x="7473950" y="2476500"/>
          <p14:tracePt t="13958" x="7512050" y="2343150"/>
          <p14:tracePt t="13975" x="7543800" y="2254250"/>
          <p14:tracePt t="13992" x="7556500" y="2235200"/>
          <p14:tracePt t="14009" x="7581900" y="2190750"/>
          <p14:tracePt t="14025" x="7588250" y="2178050"/>
          <p14:tracePt t="14042" x="7600950" y="2159000"/>
          <p14:tracePt t="14058" x="7607300" y="2146300"/>
          <p14:tracePt t="14075" x="7626350" y="2133600"/>
          <p14:tracePt t="14091" x="7632700" y="2120900"/>
          <p14:tracePt t="14108" x="7639050" y="2108200"/>
          <p14:tracePt t="14125" x="7658100" y="2089150"/>
          <p14:tracePt t="14141" x="7677150" y="2076450"/>
          <p14:tracePt t="14158" x="7677150" y="2070100"/>
          <p14:tracePt t="14175" x="7702550" y="2051050"/>
          <p14:tracePt t="14191" x="7721600" y="2038350"/>
          <p14:tracePt t="14208" x="7740650" y="2019300"/>
          <p14:tracePt t="14225" x="7797800" y="1968500"/>
          <p14:tracePt t="14241" x="7861300" y="1911350"/>
          <p14:tracePt t="14257" x="7886700" y="1892300"/>
          <p14:tracePt t="14274" x="7943850" y="1841500"/>
          <p14:tracePt t="14291" x="7981950" y="1797050"/>
          <p14:tracePt t="14308" x="8013700" y="1765300"/>
          <p14:tracePt t="14324" x="8032750" y="1752600"/>
          <p14:tracePt t="14340" x="8039100" y="1739900"/>
          <p14:tracePt t="14357" x="8064500" y="1714500"/>
          <p14:tracePt t="14374" x="8070850" y="1708150"/>
          <p14:tracePt t="14391" x="8077200" y="1701800"/>
          <p14:tracePt t="14407" x="8083550" y="1695450"/>
          <p14:tracePt t="14447" x="8089900" y="1689100"/>
          <p14:tracePt t="14490" x="8089900" y="1682750"/>
          <p14:tracePt t="14532" x="8096250" y="1682750"/>
          <p14:tracePt t="14591" x="8102600" y="1676400"/>
          <p14:tracePt t="14690" x="8115300" y="1670050"/>
          <p14:tracePt t="14707" x="8121650" y="1663700"/>
          <p14:tracePt t="14723" x="8134350" y="1644650"/>
          <p14:tracePt t="14740" x="8140700" y="1638300"/>
          <p14:tracePt t="14758" x="8166100" y="1612900"/>
          <p14:tracePt t="14773" x="8191500" y="1581150"/>
          <p14:tracePt t="14789" x="8210550" y="1555750"/>
          <p14:tracePt t="14808" x="8242300" y="1517650"/>
          <p14:tracePt t="14823" x="8280400" y="1479550"/>
          <p14:tracePt t="14841" x="8299450" y="1454150"/>
          <p14:tracePt t="14856" x="8331200" y="1409700"/>
          <p14:tracePt t="14873" x="8350250" y="1397000"/>
          <p14:tracePt t="14889" x="8369300" y="1371600"/>
          <p14:tracePt t="14906" x="8375650" y="1358900"/>
          <p14:tracePt t="14922" x="8382000" y="1352550"/>
          <p14:tracePt t="14926" x="8388350" y="1346200"/>
          <p14:tracePt t="14956" x="8401050" y="1333500"/>
          <p14:tracePt t="14972" x="8407400" y="1327150"/>
          <p14:tracePt t="14990" x="8407400" y="1320800"/>
          <p14:tracePt t="15005" x="8413750" y="1314450"/>
          <p14:tracePt t="15039" x="8420100" y="1308100"/>
          <p14:tracePt t="15090" x="8426450" y="1301750"/>
          <p14:tracePt t="15321" x="8413750" y="1314450"/>
          <p14:tracePt t="15340" x="8343900" y="1377950"/>
          <p14:tracePt t="15355" x="8274050" y="1435100"/>
          <p14:tracePt t="15371" x="8134350" y="1555750"/>
          <p14:tracePt t="15390" x="7931150" y="1733550"/>
          <p14:tracePt t="15404" x="7816850" y="1822450"/>
          <p14:tracePt t="15421" x="7550150" y="2012950"/>
          <p14:tracePt t="15439" x="7270750" y="2241550"/>
          <p14:tracePt t="15455" x="7124700" y="2374900"/>
          <p14:tracePt t="15472" x="6870700" y="2590800"/>
          <p14:tracePt t="15488" x="6686550" y="2768600"/>
          <p14:tracePt t="15505" x="6604000" y="2838450"/>
          <p14:tracePt t="15521" x="6496050" y="2965450"/>
          <p14:tracePt t="15538" x="6419850" y="3073400"/>
          <p14:tracePt t="15554" x="6388100" y="3117850"/>
          <p14:tracePt t="15571" x="6343650" y="3181350"/>
          <p14:tracePt t="15587" x="6292850" y="3238500"/>
          <p14:tracePt t="15603" x="6280150" y="3270250"/>
          <p14:tracePt t="15620" x="6216650" y="3346450"/>
          <p14:tracePt t="15637" x="6153150" y="3448050"/>
          <p14:tracePt t="15653" x="6102350" y="3517900"/>
          <p14:tracePt t="15670" x="6007100" y="3644900"/>
          <p14:tracePt t="15686" x="5905500" y="3797300"/>
          <p14:tracePt t="15703" x="5854700" y="3867150"/>
          <p14:tracePt t="15719" x="5772150" y="4019550"/>
          <p14:tracePt t="15736" x="5734050" y="4102100"/>
          <p14:tracePt t="15753" x="5619750" y="4356100"/>
          <p14:tracePt t="15769" x="5581650" y="4432300"/>
          <p14:tracePt t="15785" x="5549900" y="4502150"/>
          <p14:tracePt t="15803" x="5492750" y="4629150"/>
          <p14:tracePt t="15819" x="5429250" y="4730750"/>
          <p14:tracePt t="15836" x="5403850" y="4787900"/>
          <p14:tracePt t="15852" x="5327650" y="4857750"/>
          <p14:tracePt t="15869" x="5251450" y="4908550"/>
          <p14:tracePt t="15885" x="5194300" y="4933950"/>
          <p14:tracePt t="15902" x="5073650" y="5003800"/>
          <p14:tracePt t="15918" x="4876800" y="5041900"/>
          <p14:tracePt t="15936" x="4730750" y="5060950"/>
          <p14:tracePt t="15952" x="4654550" y="5060950"/>
          <p14:tracePt t="15968" x="4540250" y="5060950"/>
          <p14:tracePt t="15985" x="4527550" y="5060950"/>
          <p14:tracePt t="16018" x="4527550" y="5067300"/>
          <p14:tracePt t="16508" x="4495800" y="5067300"/>
          <p14:tracePt t="16517" x="4445000" y="5067300"/>
          <p14:tracePt t="16530" x="4394200" y="5067300"/>
          <p14:tracePt t="16537" x="4343400" y="5067300"/>
          <p14:tracePt t="16553" x="4298950" y="5067300"/>
          <p14:tracePt t="16566" x="4273550" y="5067300"/>
          <p14:tracePt t="16583" x="4229100" y="5067300"/>
          <p14:tracePt t="16600" x="4216400" y="5067300"/>
          <p14:tracePt t="16616" x="4210050" y="5067300"/>
          <p14:tracePt t="16691" x="4216400" y="5067300"/>
          <p14:tracePt t="16698" x="4222750" y="5067300"/>
          <p14:tracePt t="16712" x="4248150" y="5067300"/>
          <p14:tracePt t="16719" x="4267200" y="5067300"/>
          <p14:tracePt t="16733" x="4292600" y="5067300"/>
          <p14:tracePt t="16748" x="4387850" y="5092700"/>
          <p14:tracePt t="16765" x="4457700" y="5111750"/>
          <p14:tracePt t="16783" x="4521200" y="5118100"/>
          <p14:tracePt t="16798" x="4768850" y="5168900"/>
          <p14:tracePt t="16815" x="4857750" y="5187950"/>
          <p14:tracePt t="16832" x="5067300" y="5219700"/>
          <p14:tracePt t="16849" x="5156200" y="5232400"/>
          <p14:tracePt t="16866" x="5308600" y="5251450"/>
          <p14:tracePt t="16882" x="5454650" y="5276850"/>
          <p14:tracePt t="16898" x="5511800" y="5289550"/>
          <p14:tracePt t="16916" x="5568950" y="5302250"/>
          <p14:tracePt t="16932" x="5607050" y="5308600"/>
          <p14:tracePt t="16948" x="5613400" y="5314950"/>
          <p14:tracePt t="17000" x="5613400" y="5321300"/>
          <p14:tracePt t="17021" x="5600700" y="5321300"/>
          <p14:tracePt t="17028" x="5594350" y="5327650"/>
          <p14:tracePt t="17042" x="5581650" y="5334000"/>
          <p14:tracePt t="17051" x="5568950" y="5340350"/>
          <p14:tracePt t="17065" x="5556250" y="5346700"/>
          <p14:tracePt t="17081" x="5530850" y="5365750"/>
          <p14:tracePt t="17098" x="5511800" y="5372100"/>
          <p14:tracePt t="17114" x="5511800" y="5378450"/>
          <p14:tracePt t="17131" x="5505450" y="5378450"/>
          <p14:tracePt t="17168" x="5511800" y="5378450"/>
          <p14:tracePt t="17183" x="5518150" y="5378450"/>
          <p14:tracePt t="17197" x="5524500" y="5378450"/>
          <p14:tracePt t="17214" x="5543550" y="5378450"/>
          <p14:tracePt t="17231" x="5581650" y="5378450"/>
          <p14:tracePt t="17247" x="5619750" y="5378450"/>
          <p14:tracePt t="17264" x="5657850" y="5378450"/>
          <p14:tracePt t="17281" x="5772150" y="5378450"/>
          <p14:tracePt t="17297" x="5905500" y="5378450"/>
          <p14:tracePt t="17314" x="5981700" y="5378450"/>
          <p14:tracePt t="17330" x="6134100" y="5378450"/>
          <p14:tracePt t="17347" x="6178550" y="5372100"/>
          <p14:tracePt t="17363" x="6242050" y="5372100"/>
          <p14:tracePt t="17380" x="6292850" y="5372100"/>
          <p14:tracePt t="17397" x="6305550" y="5365750"/>
          <p14:tracePt t="17414" x="6318250" y="5353050"/>
          <p14:tracePt t="17430" x="6343650" y="5353050"/>
          <p14:tracePt t="17446" x="6350000" y="5353050"/>
          <p14:tracePt t="17464" x="6362700" y="5346700"/>
          <p14:tracePt t="17491" x="6369050" y="5346700"/>
          <p14:tracePt t="17500" x="6375400" y="5340350"/>
          <p14:tracePt t="17514" x="6381750" y="5340350"/>
          <p14:tracePt t="17530" x="6394450" y="5340350"/>
          <p14:tracePt t="17546" x="6426200" y="5340350"/>
          <p14:tracePt t="17563" x="6477000" y="5340350"/>
          <p14:tracePt t="17579" x="6502400" y="5340350"/>
          <p14:tracePt t="17596" x="6572250" y="5340350"/>
          <p14:tracePt t="17612" x="6648450" y="5340350"/>
          <p14:tracePt t="17629" x="6667500" y="5340350"/>
          <p14:tracePt t="17646" x="6718300" y="5340350"/>
          <p14:tracePt t="17662" x="6737350" y="5340350"/>
          <p14:tracePt t="17709" x="6731000" y="5340350"/>
          <p14:tracePt t="17723" x="6718300" y="5346700"/>
          <p14:tracePt t="17731" x="6699250" y="5346700"/>
          <p14:tracePt t="17745" x="6654800" y="5353050"/>
          <p14:tracePt t="17762" x="6616700" y="5365750"/>
          <p14:tracePt t="17779" x="6483350" y="5372100"/>
          <p14:tracePt t="17795" x="6318250" y="5384800"/>
          <p14:tracePt t="17812" x="6229350" y="5391150"/>
          <p14:tracePt t="17829" x="6064250" y="5391150"/>
          <p14:tracePt t="17845" x="5905500" y="5410200"/>
          <p14:tracePt t="17862" x="5854700" y="5422900"/>
          <p14:tracePt t="17878" x="5797550" y="5429250"/>
          <p14:tracePt t="17895" x="5778500" y="5429250"/>
          <p14:tracePt t="17929" x="5784850" y="5429250"/>
          <p14:tracePt t="17945" x="5822950" y="5416550"/>
          <p14:tracePt t="17962" x="5924550" y="5403850"/>
          <p14:tracePt t="17978" x="6000750" y="5397500"/>
          <p14:tracePt t="17995" x="6159500" y="5378450"/>
          <p14:tracePt t="18011" x="6318250" y="5346700"/>
          <p14:tracePt t="18028" x="6369050" y="5340350"/>
          <p14:tracePt t="18044" x="6432550" y="5327650"/>
          <p14:tracePt t="18061" x="6521450" y="5308600"/>
          <p14:tracePt t="18116" x="6496050" y="5308600"/>
          <p14:tracePt t="18123" x="6457950" y="5308600"/>
          <p14:tracePt t="18131" x="6394450" y="5308600"/>
          <p14:tracePt t="18146" x="6305550" y="5308600"/>
          <p14:tracePt t="18161" x="6191250" y="5308600"/>
          <p14:tracePt t="18177" x="5911850" y="5308600"/>
          <p14:tracePt t="18194" x="5613400" y="5321300"/>
          <p14:tracePt t="18210" x="5499100" y="5334000"/>
          <p14:tracePt t="18228" x="5340350" y="5353050"/>
          <p14:tracePt t="18243" x="5308600" y="5353050"/>
          <p14:tracePt t="18260" x="5308600" y="5346700"/>
          <p14:tracePt t="18278" x="5429250" y="5321300"/>
          <p14:tracePt t="18293" x="5556250" y="5302250"/>
          <p14:tracePt t="18310" x="5861050" y="5270500"/>
          <p14:tracePt t="18327" x="6127750" y="5245100"/>
          <p14:tracePt t="18344" x="6356350" y="5238750"/>
          <p14:tracePt t="18359" x="6432550" y="5219700"/>
          <p14:tracePt t="18377" x="6578600" y="5181600"/>
          <p14:tracePt t="18393" x="6623050" y="5162550"/>
          <p14:tracePt t="18411" x="6648450" y="5156200"/>
          <p14:tracePt t="19014" x="6648450" y="5137150"/>
          <p14:tracePt t="19028" x="6648450" y="5099050"/>
          <p14:tracePt t="19035" x="6648450" y="5048250"/>
          <p14:tracePt t="19044" x="6648450" y="4991100"/>
          <p14:tracePt t="19058" x="6667500" y="4940300"/>
          <p14:tracePt t="19074" x="6667500" y="4883150"/>
          <p14:tracePt t="19091" x="6705600" y="4749800"/>
          <p14:tracePt t="19107" x="6737350" y="4610100"/>
          <p14:tracePt t="19124" x="6756400" y="4540250"/>
          <p14:tracePt t="19141" x="6781800" y="4432300"/>
          <p14:tracePt t="19157" x="6800850" y="4337050"/>
          <p14:tracePt t="19174" x="6800850" y="4298950"/>
          <p14:tracePt t="19190" x="6807200" y="4241800"/>
          <p14:tracePt t="19207" x="6800850" y="4184650"/>
          <p14:tracePt t="19224" x="6775450" y="4127500"/>
          <p14:tracePt t="19240" x="6769100" y="4108450"/>
          <p14:tracePt t="19257" x="6737350" y="4057650"/>
          <p14:tracePt t="19274" x="6718300" y="4013200"/>
          <p14:tracePt t="19290" x="6705600" y="3987800"/>
          <p14:tracePt t="19307" x="6680200" y="3962400"/>
          <p14:tracePt t="19323" x="6648450" y="3911600"/>
          <p14:tracePt t="19340" x="6635750" y="3898900"/>
          <p14:tracePt t="19357" x="6623050" y="3886200"/>
          <p14:tracePt t="19373" x="6591300" y="3860800"/>
          <p14:tracePt t="19390" x="6559550" y="3841750"/>
          <p14:tracePt t="19407" x="6553200" y="3829050"/>
          <p14:tracePt t="19423" x="6540500" y="3816350"/>
          <p14:tracePt t="20636" x="6438900" y="3778250"/>
          <p14:tracePt t="20650" x="6273800" y="3740150"/>
          <p14:tracePt t="20657" x="6013450" y="3663950"/>
          <p14:tracePt t="20672" x="5689600" y="3619500"/>
          <p14:tracePt t="20686" x="5365750" y="3568700"/>
          <p14:tracePt t="20702" x="4756150" y="3524250"/>
          <p14:tracePt t="20719" x="4406900" y="3486150"/>
          <p14:tracePt t="20735" x="3790950" y="3409950"/>
          <p14:tracePt t="20751" x="3187700" y="3295650"/>
          <p14:tracePt t="20769" x="2679700" y="3194050"/>
          <p14:tracePt t="20785" x="2476500" y="3136900"/>
          <p14:tracePt t="20801" x="2235200" y="3060700"/>
          <p14:tracePt t="20819" x="2076450" y="3009900"/>
          <p14:tracePt t="20835" x="2025650" y="3009900"/>
          <p14:tracePt t="20851" x="1981200" y="3003550"/>
          <p14:tracePt t="20868" x="1974850" y="3003550"/>
          <p14:tracePt t="20958" x="1974850" y="2997200"/>
          <p14:tracePt t="21028" x="1981200" y="2997200"/>
          <p14:tracePt t="21035" x="1981200" y="2990850"/>
          <p14:tracePt t="21049" x="1993900" y="2984500"/>
          <p14:tracePt t="21056" x="2000250" y="2978150"/>
          <p14:tracePt t="21071" x="2006600" y="2965450"/>
          <p14:tracePt t="21084" x="2012950" y="2952750"/>
          <p14:tracePt t="21100" x="2025650" y="2927350"/>
          <p14:tracePt t="21117" x="2032000" y="2914650"/>
          <p14:tracePt t="21134" x="2038350" y="2908300"/>
          <p14:tracePt t="21150" x="2038350" y="2901950"/>
        </p14:tracePtLst>
      </p14:laserTrace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So what is </a:t>
            </a:r>
            <a:r>
              <a:rPr lang="en-US" altLang="en-US" sz="4000" b="1" dirty="0" smtClean="0">
                <a:latin typeface="Lucida Console" panose="020B0609040504020204" pitchFamily="49" charset="0"/>
              </a:rPr>
              <a:t>property</a:t>
            </a:r>
            <a:r>
              <a:rPr lang="en-US" altLang="en-US" sz="4400" dirty="0" smtClean="0">
                <a:latin typeface="Copperplate Gothic Bold" panose="020E0705020206020404" pitchFamily="34" charset="0"/>
              </a:rPr>
              <a:t>(</a:t>
            </a:r>
            <a:r>
              <a:rPr lang="en-US" altLang="en-US" sz="1600" dirty="0" smtClean="0">
                <a:latin typeface="Copperplate Gothic Bold" panose="020E0705020206020404" pitchFamily="34" charset="0"/>
              </a:rPr>
              <a:t> </a:t>
            </a:r>
            <a:r>
              <a:rPr lang="en-US" altLang="en-US" sz="4400" dirty="0" smtClean="0">
                <a:latin typeface="Copperplate Gothic Bold" panose="020E0705020206020404" pitchFamily="34" charset="0"/>
              </a:rPr>
              <a:t>)</a:t>
            </a:r>
            <a:r>
              <a:rPr lang="en-US" altLang="en-US" sz="4400" dirty="0" smtClean="0">
                <a:latin typeface="Elephant" panose="02020904090505020303" pitchFamily="18" charset="0"/>
              </a:rPr>
              <a:t>?</a:t>
            </a:r>
            <a:endParaRPr lang="en-US" altLang="en-US" sz="4000" dirty="0">
              <a:latin typeface="Elephant" panose="02020904090505020303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838200"/>
            <a:ext cx="871728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3200" dirty="0" smtClean="0"/>
              <a:t>It is a built-in function that provides the client with the illusion of a public attribute.</a:t>
            </a:r>
          </a:p>
        </p:txBody>
      </p:sp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553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04"/>
    </mc:Choice>
    <mc:Fallback xmlns="">
      <p:transition spd="slow" advTm="30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7746" x="4387850" y="2520950"/>
          <p14:tracePt t="7754" x="4470400" y="2489200"/>
          <p14:tracePt t="7760" x="4559300" y="2470150"/>
          <p14:tracePt t="7772" x="4654550" y="2438400"/>
          <p14:tracePt t="7789" x="4959350" y="2400300"/>
          <p14:tracePt t="7806" x="5245100" y="2374900"/>
          <p14:tracePt t="7823" x="5505450" y="2406650"/>
          <p14:tracePt t="7839" x="5810250" y="2425700"/>
          <p14:tracePt t="7856" x="6038850" y="2425700"/>
          <p14:tracePt t="7873" x="6203950" y="2425700"/>
          <p14:tracePt t="7889" x="6438900" y="2413000"/>
          <p14:tracePt t="7906" x="6591300" y="2381250"/>
          <p14:tracePt t="7922" x="6794500" y="2324100"/>
          <p14:tracePt t="7938" x="6889750" y="2298700"/>
          <p14:tracePt t="7956" x="6991350" y="2254250"/>
          <p14:tracePt t="7972" x="7112000" y="2171700"/>
          <p14:tracePt t="7989" x="7162800" y="2146300"/>
          <p14:tracePt t="8006" x="7239000" y="2095500"/>
          <p14:tracePt t="8022" x="7289800" y="2044700"/>
          <p14:tracePt t="8038" x="7359650" y="2006600"/>
          <p14:tracePt t="8055" x="7435850" y="1943100"/>
          <p14:tracePt t="8071" x="7512050" y="1885950"/>
          <p14:tracePt t="8088" x="7569200" y="1828800"/>
          <p14:tracePt t="8105" x="7639050" y="1758950"/>
          <p14:tracePt t="8121" x="7689850" y="1695450"/>
          <p14:tracePt t="8138" x="7747000" y="1625600"/>
          <p14:tracePt t="8155" x="7816850" y="1536700"/>
          <p14:tracePt t="8172" x="7886700" y="1479550"/>
          <p14:tracePt t="8188" x="8020050" y="1390650"/>
          <p14:tracePt t="8204" x="8083550" y="1358900"/>
          <p14:tracePt t="8221" x="8153400" y="1333500"/>
          <p14:tracePt t="8238" x="8242300" y="1327150"/>
          <p14:tracePt t="8254" x="8318500" y="1327150"/>
          <p14:tracePt t="8271" x="8375650" y="1327150"/>
          <p14:tracePt t="8288" x="8458200" y="1327150"/>
          <p14:tracePt t="8304" x="8528050" y="1327150"/>
          <p14:tracePt t="8321" x="8597900" y="1327150"/>
          <p14:tracePt t="8337" x="8642350" y="1314450"/>
          <p14:tracePt t="8354" x="8680450" y="1308100"/>
          <p14:tracePt t="8371" x="8737600" y="1301750"/>
          <p14:tracePt t="8388" x="8763000" y="1295400"/>
          <p14:tracePt t="8403" x="8782050" y="1289050"/>
          <p14:tracePt t="8420" x="8813800" y="1276350"/>
          <p14:tracePt t="8437" x="8820150" y="1276350"/>
          <p14:tracePt t="8454" x="8832850" y="1270000"/>
          <p14:tracePt t="8470" x="8845550" y="1257300"/>
          <p14:tracePt t="8504" x="8851900" y="1257300"/>
          <p14:tracePt t="8539" x="8851900" y="1250950"/>
          <p14:tracePt t="8595" x="8851900" y="1244600"/>
          <p14:tracePt t="8693" x="8845550" y="1244600"/>
          <p14:tracePt t="8707" x="8839200" y="1244600"/>
          <p14:tracePt t="8714" x="8839200" y="1238250"/>
          <p14:tracePt t="8728" x="8826500" y="1238250"/>
          <p14:tracePt t="8736" x="8813800" y="1238250"/>
          <p14:tracePt t="8752" x="8801100" y="1238250"/>
          <p14:tracePt t="8770" x="8756650" y="1238250"/>
          <p14:tracePt t="8786" x="8674100" y="1225550"/>
          <p14:tracePt t="8802" x="8578850" y="1225550"/>
          <p14:tracePt t="8820" x="8362950" y="1231900"/>
          <p14:tracePt t="8836" x="8185150" y="1238250"/>
          <p14:tracePt t="8853" x="7994650" y="1250950"/>
          <p14:tracePt t="8869" x="7683500" y="1270000"/>
          <p14:tracePt t="8886" x="7486650" y="1270000"/>
          <p14:tracePt t="8902" x="7270750" y="1270000"/>
          <p14:tracePt t="8919" x="7004050" y="1282700"/>
          <p14:tracePt t="8935" x="6807200" y="1301750"/>
          <p14:tracePt t="8952" x="6553200" y="1333500"/>
          <p14:tracePt t="8968" x="6445250" y="1352550"/>
          <p14:tracePt t="8985" x="6337300" y="1377950"/>
          <p14:tracePt t="9002" x="6159500" y="1422400"/>
          <p14:tracePt t="9018" x="6038850" y="1441450"/>
          <p14:tracePt t="9035" x="5949950" y="1447800"/>
          <p14:tracePt t="9052" x="5829300" y="1454150"/>
          <p14:tracePt t="9068" x="5765800" y="1454150"/>
          <p14:tracePt t="9085" x="5721350" y="1447800"/>
          <p14:tracePt t="9101" x="5664200" y="1435100"/>
          <p14:tracePt t="9118" x="5626100" y="1435100"/>
          <p14:tracePt t="9486" x="5594350" y="1428750"/>
          <p14:tracePt t="9492" x="5556250" y="1422400"/>
          <p14:tracePt t="9502" x="5511800" y="1403350"/>
          <p14:tracePt t="9516" x="5416550" y="1384300"/>
          <p14:tracePt t="9534" x="5276850" y="1384300"/>
          <p14:tracePt t="9551" x="5207000" y="1384300"/>
          <p14:tracePt t="9566" x="5130800" y="1390650"/>
          <p14:tracePt t="9585" x="5048250" y="1403350"/>
          <p14:tracePt t="9600" x="5016500" y="1422400"/>
          <p14:tracePt t="9616" x="4991100" y="1422400"/>
          <p14:tracePt t="9634" x="4965700" y="1422400"/>
          <p14:tracePt t="9649" x="4959350" y="1422400"/>
          <p14:tracePt t="9689" x="4953000" y="1422400"/>
          <p14:tracePt t="9801" x="4953000" y="1416050"/>
          <p14:tracePt t="9817" x="4959350" y="1416050"/>
          <p14:tracePt t="9836" x="4965700" y="1403350"/>
          <p14:tracePt t="9843" x="4972050" y="1403350"/>
          <p14:tracePt t="9851" x="4972050" y="1390650"/>
          <p14:tracePt t="9866" x="4984750" y="1352550"/>
          <p14:tracePt t="9882" x="4991100" y="1314450"/>
          <p14:tracePt t="9900" x="5003800" y="1250950"/>
          <p14:tracePt t="9916" x="5010150" y="1193800"/>
          <p14:tracePt t="9932" x="5010150" y="1155700"/>
          <p14:tracePt t="9949" x="5010150" y="1092200"/>
          <p14:tracePt t="9965" x="5003800" y="1060450"/>
          <p14:tracePt t="9981" x="4997450" y="1028700"/>
          <p14:tracePt t="9998" x="4984750" y="1003300"/>
          <p14:tracePt t="10015" x="4978400" y="990600"/>
          <p14:tracePt t="10032" x="4965700" y="971550"/>
          <p14:tracePt t="10048" x="4953000" y="958850"/>
          <p14:tracePt t="10065" x="4940300" y="952500"/>
          <p14:tracePt t="10082" x="4933950" y="946150"/>
          <p14:tracePt t="10327" x="4933950" y="939800"/>
          <p14:tracePt t="10334" x="4940300" y="939800"/>
          <p14:tracePt t="10346" x="4946650" y="939800"/>
          <p14:tracePt t="10364" x="4972050" y="939800"/>
          <p14:tracePt t="10380" x="4997450" y="939800"/>
          <p14:tracePt t="10398" x="5041900" y="933450"/>
          <p14:tracePt t="10413" x="5073650" y="927100"/>
          <p14:tracePt t="10430" x="5124450" y="927100"/>
          <p14:tracePt t="10447" x="5181600" y="920750"/>
          <p14:tracePt t="10463" x="5226050" y="914400"/>
          <p14:tracePt t="10480" x="5276850" y="908050"/>
          <p14:tracePt t="10497" x="5346700" y="895350"/>
          <p14:tracePt t="10513" x="5403850" y="895350"/>
          <p14:tracePt t="10530" x="5467350" y="895350"/>
          <p14:tracePt t="10546" x="5588000" y="882650"/>
          <p14:tracePt t="10563" x="5683250" y="876300"/>
          <p14:tracePt t="10580" x="5835650" y="876300"/>
          <p14:tracePt t="10596" x="5924550" y="876300"/>
          <p14:tracePt t="10613" x="6032500" y="863600"/>
          <p14:tracePt t="10630" x="6115050" y="857250"/>
          <p14:tracePt t="10646" x="6153150" y="850900"/>
          <p14:tracePt t="10663" x="6184900" y="838200"/>
          <p14:tracePt t="10666" x="6191250" y="838200"/>
          <p14:tracePt t="10679" x="6210300" y="831850"/>
          <p14:tracePt t="10804" x="6203950" y="838200"/>
          <p14:tracePt t="10812" x="6197600" y="838200"/>
          <p14:tracePt t="10818" x="6184900" y="838200"/>
          <p14:tracePt t="10828" x="6172200" y="838200"/>
          <p14:tracePt t="10846" x="6146800" y="838200"/>
          <p14:tracePt t="10862" x="6070600" y="838200"/>
          <p14:tracePt t="10879" x="5981700" y="844550"/>
          <p14:tracePt t="10896" x="5848350" y="863600"/>
          <p14:tracePt t="10912" x="5740400" y="869950"/>
          <p14:tracePt t="10928" x="5645150" y="882650"/>
          <p14:tracePt t="10945" x="5549900" y="901700"/>
          <p14:tracePt t="10962" x="5511800" y="914400"/>
          <p14:tracePt t="10979" x="5499100" y="914400"/>
          <p14:tracePt t="10995" x="5492750" y="920750"/>
          <p14:tracePt t="11031" x="5499100" y="920750"/>
          <p14:tracePt t="11044" x="5511800" y="920750"/>
          <p14:tracePt t="11061" x="5543550" y="914400"/>
          <p14:tracePt t="11078" x="5676900" y="914400"/>
          <p14:tracePt t="11094" x="5791200" y="927100"/>
          <p14:tracePt t="11111" x="5956300" y="927100"/>
          <p14:tracePt t="11128" x="6191250" y="933450"/>
          <p14:tracePt t="11145" x="6318250" y="920750"/>
          <p14:tracePt t="11163" x="6457950" y="895350"/>
          <p14:tracePt t="11178" x="6496050" y="882650"/>
          <p14:tracePt t="11195" x="6534150" y="869950"/>
          <p14:tracePt t="11211" x="6572250" y="844550"/>
          <p14:tracePt t="11227" x="6584950" y="838200"/>
          <p14:tracePt t="11244" x="6591300" y="825500"/>
          <p14:tracePt t="11281" x="6591300" y="819150"/>
          <p14:tracePt t="11310" x="6584950" y="819150"/>
          <p14:tracePt t="11316" x="6578600" y="819150"/>
          <p14:tracePt t="11327" x="6565900" y="819150"/>
          <p14:tracePt t="11344" x="6527800" y="812800"/>
          <p14:tracePt t="11360" x="6413500" y="793750"/>
          <p14:tracePt t="11377" x="6311900" y="793750"/>
          <p14:tracePt t="11394" x="6235700" y="793750"/>
          <p14:tracePt t="11410" x="6083300" y="800100"/>
          <p14:tracePt t="11426" x="5962650" y="812800"/>
          <p14:tracePt t="11443" x="5867400" y="850900"/>
          <p14:tracePt t="11460" x="5822950" y="857250"/>
          <p14:tracePt t="11477" x="5765800" y="876300"/>
          <p14:tracePt t="11493" x="5740400" y="889000"/>
          <p14:tracePt t="11510" x="5734050" y="889000"/>
          <p14:tracePt t="11527" x="5727700" y="889000"/>
          <p14:tracePt t="11543" x="5734050" y="889000"/>
          <p14:tracePt t="11559" x="5740400" y="895350"/>
          <p14:tracePt t="11577" x="5784850" y="895350"/>
          <p14:tracePt t="11593" x="5822950" y="895350"/>
          <p14:tracePt t="11609" x="5937250" y="895350"/>
          <p14:tracePt t="11626" x="6115050" y="895350"/>
          <p14:tracePt t="11642" x="6216650" y="895350"/>
          <p14:tracePt t="11661" x="6508750" y="901700"/>
          <p14:tracePt t="11676" x="6604000" y="895350"/>
          <p14:tracePt t="11693" x="6680200" y="876300"/>
          <p14:tracePt t="11710" x="6800850" y="844550"/>
          <p14:tracePt t="11726" x="6877050" y="812800"/>
          <p14:tracePt t="11742" x="6896100" y="800100"/>
          <p14:tracePt t="11759" x="6921500" y="787400"/>
          <p14:tracePt t="11776" x="6927850" y="781050"/>
          <p14:tracePt t="11814" x="6927850" y="774700"/>
          <p14:tracePt t="11864" x="6915150" y="774700"/>
          <p14:tracePt t="11885" x="6902450" y="774700"/>
          <p14:tracePt t="11906" x="6889750" y="774700"/>
          <p14:tracePt t="11913" x="6877050" y="774700"/>
          <p14:tracePt t="11928" x="6870700" y="781050"/>
          <p14:tracePt t="11942" x="6851650" y="781050"/>
          <p14:tracePt t="11958" x="6845300" y="787400"/>
          <p14:tracePt t="11991" x="6832600" y="793750"/>
          <p14:tracePt t="12008" x="6813550" y="800100"/>
          <p14:tracePt t="12026" x="6781800" y="812800"/>
          <p14:tracePt t="12041" x="6750050" y="825500"/>
          <p14:tracePt t="12058" x="6680200" y="850900"/>
          <p14:tracePt t="12075" x="6546850" y="889000"/>
          <p14:tracePt t="12091" x="6464300" y="901700"/>
          <p14:tracePt t="12107" x="6299200" y="939800"/>
          <p14:tracePt t="12124" x="6115050" y="971550"/>
          <p14:tracePt t="12141" x="6026150" y="977900"/>
          <p14:tracePt t="12158" x="5861050" y="996950"/>
          <p14:tracePt t="12174" x="5702300" y="1016000"/>
          <p14:tracePt t="12190" x="5651500" y="1028700"/>
          <p14:tracePt t="12194" x="5607050" y="1028700"/>
          <p14:tracePt t="12208" x="5581650" y="1035050"/>
          <p14:tracePt t="12224" x="5556250" y="1041400"/>
          <p14:tracePt t="12240" x="5549900" y="1041400"/>
          <p14:tracePt t="12874" x="5518150" y="1041400"/>
          <p14:tracePt t="12881" x="5473700" y="1041400"/>
          <p14:tracePt t="12895" x="5410200" y="1028700"/>
          <p14:tracePt t="12909" x="5340350" y="1022350"/>
          <p14:tracePt t="12921" x="5276850" y="1009650"/>
          <p14:tracePt t="12938" x="5162550" y="1009650"/>
          <p14:tracePt t="12955" x="5111750" y="1009650"/>
          <p14:tracePt t="12972" x="5029200" y="1016000"/>
          <p14:tracePt t="12988" x="4933950" y="1009650"/>
          <p14:tracePt t="13004" x="4908550" y="1009650"/>
          <p14:tracePt t="13021" x="4857750" y="1009650"/>
          <p14:tracePt t="13038" x="4819650" y="1009650"/>
          <p14:tracePt t="13054" x="4806950" y="1009650"/>
          <p14:tracePt t="13071" x="4781550" y="1009650"/>
          <p14:tracePt t="13088" x="4768850" y="1003300"/>
          <p14:tracePt t="13126" x="4768850" y="996950"/>
          <p14:tracePt t="13600" x="4749800" y="996950"/>
          <p14:tracePt t="13607" x="4724400" y="1016000"/>
          <p14:tracePt t="13622" x="4686300" y="1054100"/>
          <p14:tracePt t="13636" x="4641850" y="1079500"/>
          <p14:tracePt t="13653" x="4552950" y="1162050"/>
          <p14:tracePt t="13669" x="4489450" y="1219200"/>
          <p14:tracePt t="13686" x="4362450" y="1352550"/>
          <p14:tracePt t="13702" x="4216400" y="1485900"/>
          <p14:tracePt t="13719" x="4095750" y="1612900"/>
          <p14:tracePt t="13735" x="4051300" y="1676400"/>
          <p14:tracePt t="13752" x="3981450" y="1778000"/>
          <p14:tracePt t="13769" x="3879850" y="1930400"/>
          <p14:tracePt t="13785" x="3841750" y="1993900"/>
          <p14:tracePt t="13803" x="3765550" y="2108200"/>
          <p14:tracePt t="13818" x="3689350" y="2260600"/>
          <p14:tracePt t="13835" x="3657600" y="2305050"/>
          <p14:tracePt t="13852" x="3638550" y="2368550"/>
          <p14:tracePt t="13868" x="3632200" y="2400300"/>
          <p14:tracePt t="13885" x="3625850" y="2419350"/>
          <p14:tracePt t="13902" x="3644900" y="2451100"/>
          <p14:tracePt t="13917" x="3663950" y="2451100"/>
        </p14:tracePtLst>
      </p14:laserTraceLst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So what is </a:t>
            </a:r>
            <a:r>
              <a:rPr lang="en-US" altLang="en-US" sz="4000" b="1" dirty="0" smtClean="0">
                <a:latin typeface="Lucida Console" panose="020B0609040504020204" pitchFamily="49" charset="0"/>
              </a:rPr>
              <a:t>property</a:t>
            </a:r>
            <a:r>
              <a:rPr lang="en-US" altLang="en-US" sz="4400" dirty="0" smtClean="0">
                <a:latin typeface="Copperplate Gothic Bold" panose="020E0705020206020404" pitchFamily="34" charset="0"/>
              </a:rPr>
              <a:t>(</a:t>
            </a:r>
            <a:r>
              <a:rPr lang="en-US" altLang="en-US" sz="1600" dirty="0" smtClean="0">
                <a:latin typeface="Copperplate Gothic Bold" panose="020E0705020206020404" pitchFamily="34" charset="0"/>
              </a:rPr>
              <a:t> </a:t>
            </a:r>
            <a:r>
              <a:rPr lang="en-US" altLang="en-US" sz="4400" dirty="0" smtClean="0">
                <a:latin typeface="Copperplate Gothic Bold" panose="020E0705020206020404" pitchFamily="34" charset="0"/>
              </a:rPr>
              <a:t>)</a:t>
            </a:r>
            <a:r>
              <a:rPr lang="en-US" altLang="en-US" sz="4400" dirty="0" smtClean="0">
                <a:latin typeface="Elephant" panose="02020904090505020303" pitchFamily="18" charset="0"/>
              </a:rPr>
              <a:t>?</a:t>
            </a:r>
            <a:endParaRPr lang="en-US" altLang="en-US" sz="4000" dirty="0">
              <a:latin typeface="Elephant" panose="02020904090505020303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74320" y="838200"/>
            <a:ext cx="8717280" cy="6019800"/>
          </a:xfrm>
        </p:spPr>
        <p:txBody>
          <a:bodyPr/>
          <a:lstStyle/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3200" dirty="0" smtClean="0"/>
              <a:t>It is a built-in function that provides the client with the illusion of a public attribute.</a:t>
            </a:r>
          </a:p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3200" dirty="0" smtClean="0"/>
              <a:t>It can be called with 1, 2, 3, or 4 arguments.</a:t>
            </a:r>
          </a:p>
          <a:p>
            <a:pPr eaLnBrk="1" hangingPunct="1">
              <a:lnSpc>
                <a:spcPct val="95000"/>
              </a:lnSpc>
              <a:spcBef>
                <a:spcPts val="0"/>
              </a:spcBef>
            </a:pPr>
            <a:r>
              <a:rPr lang="en-US" altLang="en-US" sz="3000" dirty="0" smtClean="0"/>
              <a:t>A default is assumed for the </a:t>
            </a:r>
            <a:r>
              <a:rPr lang="en-US" altLang="en-US" sz="3000" dirty="0" err="1" smtClean="0"/>
              <a:t>unprovided</a:t>
            </a:r>
            <a:r>
              <a:rPr lang="en-US" altLang="en-US" sz="3000" dirty="0" smtClean="0"/>
              <a:t> </a:t>
            </a:r>
            <a:r>
              <a:rPr lang="en-US" altLang="en-US" sz="3000" dirty="0" err="1" smtClean="0"/>
              <a:t>args</a:t>
            </a:r>
            <a:r>
              <a:rPr lang="en-US" altLang="en-US" sz="3000" dirty="0" smtClean="0"/>
              <a:t>.</a:t>
            </a: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1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st</a:t>
            </a:r>
            <a:r>
              <a:rPr lang="en-US" altLang="en-US" sz="2400" baseline="30000" dirty="0" smtClean="0">
                <a:solidFill>
                  <a:schemeClr val="accent2"/>
                </a:solidFill>
              </a:rPr>
              <a:t> </a:t>
            </a:r>
            <a:r>
              <a:rPr lang="en-US" altLang="en-US" sz="2400" dirty="0" smtClean="0"/>
              <a:t> </a:t>
            </a:r>
            <a:r>
              <a:rPr lang="en-US" altLang="en-US" sz="3000" dirty="0" smtClean="0"/>
              <a:t>argument indicates the 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read</a:t>
            </a:r>
            <a:r>
              <a:rPr lang="en-US" altLang="en-US" sz="3000" dirty="0" smtClean="0"/>
              <a:t> the alias.</a:t>
            </a: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2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nd</a:t>
            </a:r>
            <a:r>
              <a:rPr lang="en-US" altLang="en-US" sz="1600" dirty="0" smtClean="0"/>
              <a:t> </a:t>
            </a:r>
            <a:r>
              <a:rPr lang="en-US" altLang="en-US" sz="3000" dirty="0" smtClean="0"/>
              <a:t>argumen</a:t>
            </a:r>
            <a:r>
              <a:rPr lang="en-US" altLang="en-US" sz="3000" dirty="0"/>
              <a:t>t indicates t</a:t>
            </a:r>
            <a:r>
              <a:rPr lang="en-US" altLang="en-US" sz="3000" dirty="0" smtClean="0"/>
              <a:t>he </a:t>
            </a:r>
            <a:r>
              <a:rPr lang="en-US" altLang="en-US" sz="3000" dirty="0"/>
              <a:t>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write</a:t>
            </a:r>
            <a:r>
              <a:rPr lang="en-US" altLang="en-US" sz="3000" dirty="0" smtClean="0"/>
              <a:t> to </a:t>
            </a:r>
            <a:r>
              <a:rPr lang="en-US" altLang="en-US" sz="3000" dirty="0"/>
              <a:t>the alias</a:t>
            </a:r>
            <a:r>
              <a:rPr lang="en-US" altLang="en-US" sz="3000" dirty="0" smtClean="0"/>
              <a:t>.</a:t>
            </a:r>
          </a:p>
          <a:p>
            <a:pPr marL="1028700" lvl="2" indent="-342900" eaLnBrk="1" hangingPunct="1">
              <a:lnSpc>
                <a:spcPct val="95000"/>
              </a:lnSpc>
              <a:spcBef>
                <a:spcPts val="0"/>
              </a:spcBef>
            </a:pPr>
            <a:r>
              <a:rPr lang="en-US" altLang="en-US" sz="2800" dirty="0" smtClean="0">
                <a:solidFill>
                  <a:srgbClr val="FF0000"/>
                </a:solidFill>
              </a:rPr>
              <a:t>Default</a:t>
            </a:r>
            <a:r>
              <a:rPr lang="en-US" altLang="en-US" sz="2800" dirty="0" smtClean="0"/>
              <a:t> value: alias is </a:t>
            </a:r>
            <a:r>
              <a:rPr lang="en-US" altLang="en-US" sz="2800" dirty="0" smtClean="0">
                <a:solidFill>
                  <a:srgbClr val="FF0000"/>
                </a:solidFill>
              </a:rPr>
              <a:t>read-only</a:t>
            </a:r>
            <a:r>
              <a:rPr lang="en-US" altLang="en-US" sz="2800" dirty="0" smtClean="0"/>
              <a:t>.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marL="571500" indent="-5715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3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rd</a:t>
            </a:r>
            <a:r>
              <a:rPr lang="en-US" altLang="en-US" sz="3000" dirty="0" smtClean="0"/>
              <a:t> argumen</a:t>
            </a:r>
            <a:r>
              <a:rPr lang="en-US" altLang="en-US" sz="3000" dirty="0"/>
              <a:t>t indicates t</a:t>
            </a:r>
            <a:r>
              <a:rPr lang="en-US" altLang="en-US" sz="3000" dirty="0" smtClean="0"/>
              <a:t>he </a:t>
            </a:r>
            <a:r>
              <a:rPr lang="en-US" altLang="en-US" sz="3000" dirty="0"/>
              <a:t>method to invoke when the client tries to </a:t>
            </a:r>
            <a:r>
              <a:rPr lang="en-US" altLang="en-US" sz="3000" dirty="0" smtClean="0">
                <a:solidFill>
                  <a:schemeClr val="accent2"/>
                </a:solidFill>
              </a:rPr>
              <a:t>delete</a:t>
            </a:r>
            <a:r>
              <a:rPr lang="en-US" altLang="en-US" sz="3000" dirty="0" smtClean="0"/>
              <a:t> </a:t>
            </a:r>
            <a:r>
              <a:rPr lang="en-US" altLang="en-US" sz="3000" dirty="0"/>
              <a:t>the alias</a:t>
            </a:r>
            <a:r>
              <a:rPr lang="en-US" altLang="en-US" sz="3000" dirty="0" smtClean="0"/>
              <a:t>.</a:t>
            </a:r>
          </a:p>
          <a:p>
            <a:pPr marL="457200" indent="-457200" eaLnBrk="1" hangingPunct="1">
              <a:lnSpc>
                <a:spcPct val="95000"/>
              </a:lnSpc>
              <a:buNone/>
            </a:pPr>
            <a:r>
              <a:rPr lang="en-US" altLang="en-US" sz="3000" dirty="0" smtClean="0">
                <a:solidFill>
                  <a:schemeClr val="accent2"/>
                </a:solidFill>
              </a:rPr>
              <a:t>4</a:t>
            </a:r>
            <a:r>
              <a:rPr lang="en-US" altLang="en-US" sz="3000" baseline="30000" dirty="0" smtClean="0">
                <a:solidFill>
                  <a:schemeClr val="accent2"/>
                </a:solidFill>
              </a:rPr>
              <a:t>th</a:t>
            </a:r>
            <a:r>
              <a:rPr lang="en-US" altLang="en-US" sz="3000" dirty="0" smtClean="0"/>
              <a:t> </a:t>
            </a:r>
            <a:r>
              <a:rPr lang="en-US" altLang="en-US" sz="3000" dirty="0"/>
              <a:t>argument </a:t>
            </a:r>
            <a:r>
              <a:rPr lang="en-US" altLang="en-US" sz="3000" dirty="0" smtClean="0"/>
              <a:t>is a mostly-</a:t>
            </a:r>
            <a:r>
              <a:rPr lang="en-US" altLang="en-US" sz="3000" dirty="0" smtClean="0">
                <a:solidFill>
                  <a:schemeClr val="accent2"/>
                </a:solidFill>
              </a:rPr>
              <a:t>useless</a:t>
            </a:r>
            <a:r>
              <a:rPr lang="en-US" altLang="en-US" sz="3000" dirty="0" smtClean="0"/>
              <a:t> string.</a:t>
            </a:r>
            <a:endParaRPr lang="en-US" altLang="en-US" sz="30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13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Part C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4668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656"/>
    </mc:Choice>
    <mc:Fallback xmlns="">
      <p:transition spd="slow" advTm="11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760" x="4425950" y="2298700"/>
          <p14:tracePt t="6793" x="4095750" y="2051050"/>
          <p14:tracePt t="6826" x="3898900" y="1879600"/>
          <p14:tracePt t="6860" x="3632200" y="1701800"/>
          <p14:tracePt t="6878" x="3575050" y="1663700"/>
          <p14:tracePt t="6909" x="3448050" y="1612900"/>
          <p14:tracePt t="6946" x="3302000" y="1568450"/>
          <p14:tracePt t="6978" x="3251200" y="1562100"/>
          <p14:tracePt t="7009" x="3168650" y="1555750"/>
          <p14:tracePt t="7046" x="3092450" y="1549400"/>
          <p14:tracePt t="7078" x="2990850" y="1549400"/>
          <p14:tracePt t="7125" x="2927350" y="1543050"/>
          <p14:tracePt t="7162" x="2908300" y="1543050"/>
          <p14:tracePt t="7193" x="2895600" y="1555750"/>
          <p14:tracePt t="7245" x="2889250" y="1581150"/>
          <p14:tracePt t="7293" x="2882900" y="1587500"/>
          <p14:tracePt t="7325" x="2882900" y="1593850"/>
          <p14:tracePt t="7374" x="2882900" y="1600200"/>
          <p14:tracePt t="7408" x="2882900" y="1606550"/>
          <p14:tracePt t="7446" x="2908300" y="1612900"/>
          <p14:tracePt t="7476" x="2940050" y="1612900"/>
          <p14:tracePt t="7508" x="3149600" y="1638300"/>
          <p14:tracePt t="7531" x="3289300" y="1657350"/>
          <p14:tracePt t="7563" x="3575050" y="1689100"/>
          <p14:tracePt t="7592" x="3841750" y="1695450"/>
          <p14:tracePt t="7624" x="4025900" y="1708150"/>
          <p14:tracePt t="7661" x="4152900" y="1701800"/>
          <p14:tracePt t="7692" x="4178300" y="1695450"/>
          <p14:tracePt t="7723" x="4203700" y="1689100"/>
          <p14:tracePt t="7760" x="4210050" y="1689100"/>
          <p14:tracePt t="8421" x="4070350" y="1733550"/>
          <p14:tracePt t="8455" x="3854450" y="1822450"/>
          <p14:tracePt t="8477" x="3689350" y="1905000"/>
          <p14:tracePt t="8510" x="3587750" y="1974850"/>
          <p14:tracePt t="8539" x="3467100" y="2038350"/>
          <p14:tracePt t="8570" x="3409950" y="2076450"/>
          <p14:tracePt t="8603" x="3384550" y="2095500"/>
          <p14:tracePt t="8653" x="3371850" y="2120900"/>
          <p14:tracePt t="8686" x="3352800" y="2146300"/>
          <p14:tracePt t="8720" x="3327400" y="2159000"/>
          <p14:tracePt t="8753" x="3327400" y="2165350"/>
          <p14:tracePt t="8786" x="3321050" y="2178050"/>
          <p14:tracePt t="8852" x="3314700" y="2190750"/>
          <p14:tracePt t="8886" x="3308350" y="2197100"/>
          <p14:tracePt t="8919" x="3302000" y="2209800"/>
          <p14:tracePt t="8953" x="3302000" y="2216150"/>
          <p14:tracePt t="8987" x="3302000" y="2228850"/>
          <p14:tracePt t="9035" x="3302000" y="2241550"/>
          <p14:tracePt t="9068" x="3302000" y="2247900"/>
          <p14:tracePt t="9102" x="3308350" y="2266950"/>
          <p14:tracePt t="9135" x="3321050" y="2273300"/>
          <p14:tracePt t="9168" x="3346450" y="2279650"/>
          <p14:tracePt t="9201" x="3409950" y="2286000"/>
          <p14:tracePt t="9234" x="3517900" y="2298700"/>
          <p14:tracePt t="9267" x="3657600" y="2292350"/>
          <p14:tracePt t="9301" x="3803650" y="2286000"/>
          <p14:tracePt t="9334" x="3917950" y="2266950"/>
          <p14:tracePt t="9367" x="3937000" y="2260600"/>
          <p14:tracePt t="9400" x="3956050" y="2260600"/>
          <p14:tracePt t="9434" x="3968750" y="2260600"/>
          <p14:tracePt t="9453" x="3975100" y="2260600"/>
          <p14:tracePt t="9517" x="3981450" y="2260600"/>
          <p14:tracePt t="9551" x="3994150" y="2260600"/>
          <p14:tracePt t="9600" x="4006850" y="2260600"/>
          <p14:tracePt t="9633" x="4013200" y="2260600"/>
          <p14:tracePt t="9737" x="4019550" y="2254250"/>
          <p14:tracePt t="9783" x="4032250" y="2247900"/>
          <p14:tracePt t="9816" x="4044950" y="2247900"/>
          <p14:tracePt t="9866" x="4057650" y="2247900"/>
          <p14:tracePt t="9915" x="4064000" y="2247900"/>
          <p14:tracePt t="9984" x="4076700" y="2247900"/>
          <p14:tracePt t="10015" x="4083050" y="2247900"/>
          <p14:tracePt t="10052" x="4095750" y="2247900"/>
          <p14:tracePt t="10131" x="4102100" y="2247900"/>
          <p14:tracePt t="10165" x="4114800" y="2247900"/>
          <p14:tracePt t="10198" x="4127500" y="2241550"/>
          <p14:tracePt t="10232" x="4140200" y="2241550"/>
          <p14:tracePt t="10268" x="4171950" y="2235200"/>
          <p14:tracePt t="10299" x="4203700" y="2235200"/>
          <p14:tracePt t="10331" x="4311650" y="2228850"/>
          <p14:tracePt t="10368" x="4406900" y="2222500"/>
          <p14:tracePt t="10399" x="4495800" y="2216150"/>
          <p14:tracePt t="10431" x="4572000" y="2216150"/>
          <p14:tracePt t="10453" x="4603750" y="2209800"/>
          <p14:tracePt t="10482" x="4660900" y="2197100"/>
          <p14:tracePt t="10514" x="4692650" y="2197100"/>
          <p14:tracePt t="10551" x="4737100" y="2197100"/>
          <p14:tracePt t="10582" x="4775200" y="2190750"/>
          <p14:tracePt t="10599" x="4794250" y="2190750"/>
          <p14:tracePt t="10630" x="4838700" y="2190750"/>
          <p14:tracePt t="10667" x="4914900" y="2203450"/>
          <p14:tracePt t="10698" x="4959350" y="2203450"/>
          <p14:tracePt t="10730" x="4997450" y="2203450"/>
          <p14:tracePt t="10769" x="5029200" y="2203450"/>
          <p14:tracePt t="10797" x="5048250" y="2203450"/>
          <p14:tracePt t="10829" x="5080000" y="2197100"/>
          <p14:tracePt t="10879" x="5156200" y="2184400"/>
          <p14:tracePt t="10916" x="5245100" y="2184400"/>
          <p14:tracePt t="10947" x="5314950" y="2184400"/>
          <p14:tracePt t="10969" x="5365750" y="2184400"/>
          <p14:tracePt t="11001" x="5454650" y="2190750"/>
          <p14:tracePt t="11030" x="5511800" y="2190750"/>
          <p14:tracePt t="11078" x="5638800" y="2197100"/>
          <p14:tracePt t="11101" x="5676900" y="2197100"/>
          <p14:tracePt t="11130" x="5759450" y="2203450"/>
          <p14:tracePt t="11178" x="5810250" y="2209800"/>
          <p14:tracePt t="11200" x="5835650" y="2209800"/>
          <p14:tracePt t="11229" x="5854700" y="2209800"/>
          <p14:tracePt t="11261" x="5867400" y="2209800"/>
          <p14:tracePt t="12290" x="5816600" y="2241550"/>
          <p14:tracePt t="12324" x="5702300" y="2330450"/>
          <p14:tracePt t="12357" x="5543550" y="2432050"/>
          <p14:tracePt t="12390" x="5340350" y="2552700"/>
          <p14:tracePt t="12423" x="5111750" y="2660650"/>
          <p14:tracePt t="12457" x="4800600" y="2781300"/>
          <p14:tracePt t="12491" x="4622800" y="2863850"/>
          <p14:tracePt t="12510" x="4521200" y="2914650"/>
          <p14:tracePt t="12525" x="4476750" y="2940050"/>
          <p14:tracePt t="12557" x="4362450" y="2990850"/>
          <p14:tracePt t="12590" x="4267200" y="3022600"/>
          <p14:tracePt t="12623" x="4178300" y="3048000"/>
          <p14:tracePt t="12657" x="4121150" y="3067050"/>
          <p14:tracePt t="12690" x="4057650" y="3054350"/>
          <p14:tracePt t="13137" x="4000500" y="3054350"/>
          <p14:tracePt t="13156" x="3905250" y="3048000"/>
          <p14:tracePt t="13188" x="3752850" y="3048000"/>
          <p14:tracePt t="13221" x="3562350" y="3048000"/>
          <p14:tracePt t="13258" x="3371850" y="3048000"/>
          <p14:tracePt t="13290" x="3314700" y="3048000"/>
          <p14:tracePt t="13320" x="3295650" y="3048000"/>
          <p14:tracePt t="13387" x="3289300" y="3048000"/>
          <p14:tracePt t="13586" x="3302000" y="3048000"/>
          <p14:tracePt t="13619" x="3435350" y="3028950"/>
          <p14:tracePt t="13642" x="3594100" y="2997200"/>
          <p14:tracePt t="13671" x="3771900" y="2959100"/>
          <p14:tracePt t="13703" x="4146550" y="2882900"/>
          <p14:tracePt t="13736" x="4279900" y="2857500"/>
          <p14:tracePt t="13773" x="4419600" y="2832100"/>
          <p14:tracePt t="13819" x="4432300" y="2832100"/>
          <p14:tracePt t="13841" x="4438650" y="2832100"/>
          <p14:tracePt t="13874" x="4445000" y="2838450"/>
          <p14:tracePt t="13903" x="4457700" y="2844800"/>
          <p14:tracePt t="13935" x="4470400" y="2844800"/>
          <p14:tracePt t="13972" x="4502150" y="2851150"/>
          <p14:tracePt t="14003" x="4527550" y="2857500"/>
          <p14:tracePt t="14020" x="4546600" y="2857500"/>
          <p14:tracePt t="14037" x="4610100" y="2876550"/>
          <p14:tracePt t="14073" x="4705350" y="2889250"/>
          <p14:tracePt t="14092" x="4762500" y="2895600"/>
          <p14:tracePt t="14124" x="4851400" y="2901950"/>
          <p14:tracePt t="14156" x="4870450" y="2901950"/>
          <p14:tracePt t="14186" x="4883150" y="2908300"/>
          <p14:tracePt t="14250" x="4883150" y="2914650"/>
          <p14:tracePt t="14350" x="4883150" y="2921000"/>
          <p14:tracePt t="14404" x="4883150" y="2927350"/>
          <p14:tracePt t="14483" x="4895850" y="2940050"/>
          <p14:tracePt t="14506" x="4902200" y="2952750"/>
          <p14:tracePt t="14535" x="4921250" y="2978150"/>
          <p14:tracePt t="14583" x="4965700" y="3028950"/>
          <p14:tracePt t="14606" x="5016500" y="3086100"/>
          <p14:tracePt t="14638" x="5048250" y="3130550"/>
          <p14:tracePt t="14667" x="5060950" y="3162300"/>
          <p14:tracePt t="14688" x="5060950" y="3181350"/>
          <p14:tracePt t="14721" x="5073650" y="3219450"/>
          <p14:tracePt t="14765" x="5092700" y="3219450"/>
          <p14:tracePt t="20799" x="5067300" y="3251200"/>
          <p14:tracePt t="20830" x="5003800" y="3365500"/>
          <p14:tracePt t="20865" x="4946650" y="3486150"/>
          <p14:tracePt t="20896" x="4902200" y="3581400"/>
          <p14:tracePt t="20928" x="4857750" y="3670300"/>
          <p14:tracePt t="20946" x="4851400" y="3695700"/>
          <p14:tracePt t="20967" x="4845050" y="3733800"/>
          <p14:tracePt t="20999" x="4845050" y="3765550"/>
          <p14:tracePt t="21029" x="4857750" y="3784600"/>
          <p14:tracePt t="21077" x="4876800" y="3803650"/>
          <p14:tracePt t="21114" x="4883150" y="3816350"/>
          <p14:tracePt t="21145" x="4889500" y="3829050"/>
          <p14:tracePt t="21193" x="4902200" y="3848100"/>
          <p14:tracePt t="21216" x="4921250" y="3848100"/>
          <p14:tracePt t="21245" x="4933950" y="3867150"/>
          <p14:tracePt t="21266" x="4953000" y="3879850"/>
          <p14:tracePt t="21298" x="5010150" y="3905250"/>
          <p14:tracePt t="21332" x="5060950" y="3937000"/>
          <p14:tracePt t="21376" x="5092700" y="3943350"/>
          <p14:tracePt t="21398" x="5118100" y="3943350"/>
          <p14:tracePt t="40227" x="5588000" y="3924300"/>
          <p14:tracePt t="40246" x="5619750" y="3898900"/>
          <p14:tracePt t="40277" x="5295900" y="3651250"/>
          <p14:tracePt t="40310" x="4800600" y="3371850"/>
          <p14:tracePt t="40343" x="4648200" y="3276600"/>
          <p14:tracePt t="40377" x="4635500" y="3276600"/>
          <p14:tracePt t="40426" x="4629150" y="3270250"/>
          <p14:tracePt t="40460" x="4616450" y="3251200"/>
          <p14:tracePt t="40494" x="4591050" y="3219450"/>
          <p14:tracePt t="40526" x="4559300" y="3181350"/>
          <p14:tracePt t="40559" x="4521200" y="3130550"/>
          <p14:tracePt t="40593" x="4483100" y="3060700"/>
          <p14:tracePt t="40626" x="4457700" y="3041650"/>
          <p14:tracePt t="40659" x="4438650" y="3035300"/>
          <p14:tracePt t="40692" x="4419600" y="3022600"/>
          <p14:tracePt t="40726" x="4273550" y="2971800"/>
          <p14:tracePt t="40758" x="4146550" y="2933700"/>
          <p14:tracePt t="40792" x="3905250" y="2857500"/>
          <p14:tracePt t="40825" x="3829050" y="2844800"/>
          <p14:tracePt t="40859" x="3790950" y="2844800"/>
          <p14:tracePt t="40877" x="3778250" y="2844800"/>
          <p14:tracePt t="40908" x="3746500" y="2851150"/>
          <p14:tracePt t="40942" x="3727450" y="2870200"/>
          <p14:tracePt t="40975" x="3714750" y="2876550"/>
          <p14:tracePt t="40995" x="3695700" y="2882900"/>
          <p14:tracePt t="41026" x="3676650" y="2901950"/>
          <p14:tracePt t="41058" x="3587750" y="2965450"/>
          <p14:tracePt t="41080" x="3517900" y="3028950"/>
          <p14:tracePt t="41110" x="3422650" y="3111500"/>
          <p14:tracePt t="41141" x="3181350" y="3295650"/>
          <p14:tracePt t="41174" x="3003550" y="3454400"/>
          <p14:tracePt t="41211" x="2781300" y="3689350"/>
          <p14:tracePt t="41243" x="2698750" y="3765550"/>
          <p14:tracePt t="41274" x="2686050" y="3759200"/>
          <p14:tracePt t="52224" x="2736850" y="3613150"/>
          <p14:tracePt t="52255" x="2774950" y="3359150"/>
          <p14:tracePt t="52286" x="2755900" y="2901950"/>
          <p14:tracePt t="52323" x="2654300" y="2432050"/>
          <p14:tracePt t="52354" x="2482850" y="1981200"/>
          <p14:tracePt t="52385" x="2336800" y="1733550"/>
          <p14:tracePt t="52408" x="2286000" y="1593850"/>
          <p14:tracePt t="52437" x="2241550" y="1466850"/>
          <p14:tracePt t="52468" x="2209800" y="1403350"/>
          <p14:tracePt t="52505" x="2209800" y="1358900"/>
          <p14:tracePt t="52537" x="2203450" y="1314450"/>
          <p14:tracePt t="52569" x="2203450" y="1295400"/>
          <p14:tracePt t="52618" x="2203450" y="1282700"/>
          <p14:tracePt t="52640" x="2209800" y="1276350"/>
          <p14:tracePt t="52670" x="2222500" y="1289050"/>
          <p14:tracePt t="52687" x="2235200" y="1301750"/>
          <p14:tracePt t="52723" x="2254250" y="1320800"/>
          <p14:tracePt t="52752" x="2286000" y="1339850"/>
          <p14:tracePt t="52784" x="2374900" y="1365250"/>
          <p14:tracePt t="52822" x="2584450" y="1377950"/>
          <p14:tracePt t="52856" x="3162300" y="1384300"/>
          <p14:tracePt t="52892" x="3416300" y="1384300"/>
          <p14:tracePt t="52922" x="3784600" y="1416050"/>
          <p14:tracePt t="52955" x="4006850" y="1511300"/>
          <p14:tracePt t="52985" x="4292600" y="1720850"/>
          <p14:tracePt t="53033" x="4508500" y="2051050"/>
          <p14:tracePt t="53055" x="4572000" y="2419350"/>
          <p14:tracePt t="53085" x="4521200" y="2889250"/>
          <p14:tracePt t="53116" x="4514850" y="2965450"/>
          <p14:tracePt t="53930" x="4381500" y="3067050"/>
          <p14:tracePt t="53948" x="4324350" y="3105150"/>
          <p14:tracePt t="53980" x="4070350" y="3257550"/>
          <p14:tracePt t="54013" x="3860800" y="3397250"/>
          <p14:tracePt t="54046" x="3670300" y="3486150"/>
          <p14:tracePt t="54079" x="3517900" y="3549650"/>
          <p14:tracePt t="54113" x="3454400" y="3575050"/>
          <p14:tracePt t="54146" x="3403600" y="3594100"/>
          <p14:tracePt t="54179" x="3346450" y="3613150"/>
          <p14:tracePt t="54213" x="3276600" y="3619500"/>
          <p14:tracePt t="54245" x="3219450" y="3625850"/>
          <p14:tracePt t="54279" x="3155950" y="3632200"/>
          <p14:tracePt t="54312" x="3079750" y="3632200"/>
          <p14:tracePt t="64676" x="3155950" y="3511550"/>
          <p14:tracePt t="64709" x="3365500" y="3162300"/>
          <p14:tracePt t="64743" x="3479800" y="2844800"/>
          <p14:tracePt t="64776" x="3536950" y="2647950"/>
          <p14:tracePt t="64809" x="3549650" y="2546350"/>
          <p14:tracePt t="64842" x="3549650" y="2495550"/>
          <p14:tracePt t="64877" x="3530600" y="2438400"/>
          <p14:tracePt t="64908" x="3549650" y="2425700"/>
          <p14:tracePt t="65307" x="3498850" y="2432050"/>
          <p14:tracePt t="65340" x="3422650" y="2438400"/>
          <p14:tracePt t="65360" x="3314700" y="2444750"/>
          <p14:tracePt t="65390" x="3219450" y="2438400"/>
          <p14:tracePt t="65424" x="3067050" y="2393950"/>
          <p14:tracePt t="65457" x="2984500" y="2374900"/>
          <p14:tracePt t="65490" x="2914650" y="2349500"/>
          <p14:tracePt t="65528" x="2825750" y="2324100"/>
          <p14:tracePt t="65558" x="2724150" y="2292350"/>
          <p14:tracePt t="65590" x="2565400" y="2254250"/>
          <p14:tracePt t="65627" x="2444750" y="2184400"/>
          <p14:tracePt t="65658" x="2343150" y="2082800"/>
          <p14:tracePt t="65690" x="2273300" y="2012950"/>
          <p14:tracePt t="65727" x="2235200" y="1968500"/>
          <p14:tracePt t="65758" x="2228850" y="1955800"/>
          <p14:tracePt t="65806" x="2228850" y="1949450"/>
          <p14:tracePt t="65855" x="2235200" y="1968500"/>
          <p14:tracePt t="65875" x="2235200" y="1981200"/>
          <p14:tracePt t="65907" x="2247900" y="2000250"/>
          <p14:tracePt t="65942" x="2324100" y="2120900"/>
          <p14:tracePt t="65974" x="2387600" y="2209800"/>
          <p14:tracePt t="66005" x="2540000" y="2413000"/>
          <p14:tracePt t="66042" x="2673350" y="2578100"/>
          <p14:tracePt t="66074" x="2794000" y="2781300"/>
          <p14:tracePt t="66090" x="2819400" y="2825750"/>
          <p14:tracePt t="66110" x="2857500" y="2876550"/>
          <p14:tracePt t="66143" x="2882900" y="2908300"/>
          <p14:tracePt t="66160" x="2882900" y="2914650"/>
          <p14:tracePt t="66204" x="2895600" y="2914650"/>
          <p14:tracePt t="66258" x="2901950" y="2914650"/>
          <p14:tracePt t="66289" x="2908300" y="2895600"/>
          <p14:tracePt t="66310" x="2908300" y="2876550"/>
          <p14:tracePt t="66342" x="2895600" y="2730500"/>
          <p14:tracePt t="66361" x="2876550" y="2667000"/>
          <p14:tracePt t="66389" x="2768600" y="2438400"/>
          <p14:tracePt t="66436" x="2533650" y="2012950"/>
          <p14:tracePt t="66474" x="2413000" y="1822450"/>
          <p14:tracePt t="66505" x="2362200" y="1758950"/>
          <p14:tracePt t="66540" x="2330450" y="1733550"/>
          <p14:tracePt t="66576" x="2311400" y="1714500"/>
          <p14:tracePt t="66604" x="2298700" y="1714500"/>
          <p14:tracePt t="66653" x="2286000" y="1714500"/>
          <p14:tracePt t="66690" x="2273300" y="1708150"/>
          <p14:tracePt t="66736" x="2254250" y="1708150"/>
          <p14:tracePt t="66773" x="2247900" y="1708150"/>
          <p14:tracePt t="66818" x="2241550" y="1708150"/>
          <p14:tracePt t="66952" x="2260600" y="1708150"/>
          <p14:tracePt t="66974" x="2298700" y="1708150"/>
          <p14:tracePt t="67007" x="2400300" y="1708150"/>
          <p14:tracePt t="67051" x="2717800" y="1708150"/>
          <p14:tracePt t="67074" x="2908300" y="1701800"/>
          <p14:tracePt t="67107" x="3289300" y="1701800"/>
          <p14:tracePt t="67136" x="3524250" y="1695450"/>
          <p14:tracePt t="67167" x="3663950" y="1682750"/>
          <p14:tracePt t="67190" x="3860800" y="1670050"/>
          <p14:tracePt t="67234" x="4171950" y="1619250"/>
          <p14:tracePt t="67267" x="4387850" y="1562100"/>
          <p14:tracePt t="67290" x="4470400" y="1530350"/>
          <p14:tracePt t="67319" x="4578350" y="1492250"/>
          <p14:tracePt t="67350" x="4648200" y="1466850"/>
          <p14:tracePt t="67383" x="4724400" y="1460500"/>
          <p14:tracePt t="67406" x="4775200" y="1460500"/>
          <p14:tracePt t="67450" x="4902200" y="1441450"/>
          <p14:tracePt t="67483" x="4972050" y="1441450"/>
          <p14:tracePt t="67505" x="5060950" y="1441450"/>
          <p14:tracePt t="67549" x="5232400" y="1460500"/>
          <p14:tracePt t="67583" x="5378450" y="1473200"/>
          <p14:tracePt t="67616" x="5473700" y="1473200"/>
          <p14:tracePt t="67649" x="5581650" y="1485900"/>
          <p14:tracePt t="67682" x="5657850" y="1504950"/>
          <p14:tracePt t="67716" x="5759450" y="1511300"/>
          <p14:tracePt t="67749" x="5797550" y="1517650"/>
          <p14:tracePt t="67782" x="5829300" y="1524000"/>
          <p14:tracePt t="67815" x="5835650" y="1524000"/>
          <p14:tracePt t="67998" x="5835650" y="1517650"/>
          <p14:tracePt t="68048" x="5835650" y="1511300"/>
          <p14:tracePt t="68131" x="5835650" y="1504950"/>
          <p14:tracePt t="68164" x="5835650" y="1498600"/>
          <p14:tracePt t="68231" x="5829300" y="1498600"/>
          <p14:tracePt t="68297" x="5829300" y="1492250"/>
          <p14:tracePt t="68330" x="5810250" y="1492250"/>
          <p14:tracePt t="68363" x="5803900" y="1504950"/>
          <p14:tracePt t="68383" x="5765800" y="1524000"/>
          <p14:tracePt t="68413" x="5632450" y="1651000"/>
          <p14:tracePt t="68447" x="5181600" y="2152650"/>
          <p14:tracePt t="68480" x="4673600" y="2794000"/>
          <p14:tracePt t="68499" x="4502150" y="3035300"/>
          <p14:tracePt t="68534" x="3867150" y="3879850"/>
          <p14:tracePt t="68565" x="3422650" y="4559300"/>
          <p14:tracePt t="68596" x="3270250" y="4813300"/>
          <p14:tracePt t="68633" x="3086100" y="5118100"/>
          <p14:tracePt t="68664" x="3060700" y="5149850"/>
          <p14:tracePt t="69331" x="2978150" y="5054600"/>
          <p14:tracePt t="69362" x="2863850" y="4959350"/>
          <p14:tracePt t="69393" x="2609850" y="4781550"/>
          <p14:tracePt t="69412" x="2552700" y="4743450"/>
          <p14:tracePt t="69447" x="2355850" y="4603750"/>
          <p14:tracePt t="69478" x="2247900" y="4559300"/>
          <p14:tracePt t="69510" x="2190750" y="4540250"/>
          <p14:tracePt t="69532" x="2152650" y="4540250"/>
          <p14:tracePt t="69565" x="2120900" y="4533900"/>
          <p14:tracePt t="69594" x="2101850" y="4533900"/>
          <p14:tracePt t="69642" x="2076450" y="4521200"/>
          <p14:tracePt t="69680" x="2070100" y="4508500"/>
          <p14:tracePt t="69711" x="2082800" y="4502150"/>
          <p14:tracePt t="69731" x="2139950" y="4495800"/>
          <p14:tracePt t="69764" x="2286000" y="4476750"/>
          <p14:tracePt t="69794" x="2940050" y="4406900"/>
          <p14:tracePt t="69842" x="3816350" y="4305300"/>
          <p14:tracePt t="69860" x="3911600" y="4292600"/>
          <p14:tracePt t="69880" x="4006850" y="4279900"/>
          <p14:tracePt t="69910" x="4032250" y="4273550"/>
          <p14:tracePt t="69996" x="4013200" y="4279900"/>
          <p14:tracePt t="70026" x="3987800" y="4292600"/>
          <p14:tracePt t="70523" x="3911600" y="4445000"/>
          <p14:tracePt t="70556" x="3892550" y="4489450"/>
          <p14:tracePt t="70589" x="3860800" y="4527550"/>
          <p14:tracePt t="70622" x="3848100" y="4540250"/>
          <p14:tracePt t="70655" x="3841750" y="4546600"/>
          <p14:tracePt t="70722" x="3835400" y="4552950"/>
          <p14:tracePt t="70788" x="3829050" y="4552950"/>
          <p14:tracePt t="70821" x="3803650" y="4552950"/>
          <p14:tracePt t="70855" x="3771900" y="4552950"/>
          <p14:tracePt t="70888" x="3670300" y="4552950"/>
          <p14:tracePt t="70921" x="3568700" y="4546600"/>
          <p14:tracePt t="70941" x="3524250" y="4540250"/>
          <p14:tracePt t="70973" x="3492500" y="4533900"/>
          <p14:tracePt t="71004" x="3486150" y="4533900"/>
          <p14:tracePt t="71071" x="3498850" y="4540250"/>
          <p14:tracePt t="71121" x="3517900" y="4540250"/>
          <p14:tracePt t="71171" x="3536950" y="4533900"/>
          <p14:tracePt t="71203" x="3549650" y="4527550"/>
          <p14:tracePt t="71237" x="3568700" y="4508500"/>
          <p14:tracePt t="71270" x="3613150" y="4457700"/>
          <p14:tracePt t="71303" x="3657600" y="4400550"/>
          <p14:tracePt t="71337" x="3708400" y="4362450"/>
          <p14:tracePt t="71370" x="3721100" y="4349750"/>
          <p14:tracePt t="71403" x="3733800" y="4343400"/>
          <p14:tracePt t="71453" x="3740150" y="4343400"/>
          <p14:tracePt t="71486" x="3740150" y="4349750"/>
          <p14:tracePt t="71536" x="3740150" y="4356100"/>
          <p14:tracePt t="71619" x="3740150" y="4368800"/>
          <p14:tracePt t="71652" x="3740150" y="4381500"/>
          <p14:tracePt t="71718" x="3746500" y="4394200"/>
          <p14:tracePt t="71752" x="3759200" y="4394200"/>
          <p14:tracePt t="71785" x="3771900" y="4406900"/>
          <p14:tracePt t="71803" x="3778250" y="4406900"/>
          <p14:tracePt t="71839" x="3790950" y="4413250"/>
          <p14:tracePt t="71870" x="3810000" y="4425950"/>
          <p14:tracePt t="71917" x="3822700" y="4432300"/>
          <p14:tracePt t="71936" x="3835400" y="4432300"/>
          <p14:tracePt t="71968" x="3841750" y="4438650"/>
          <p14:tracePt t="72017" x="3848100" y="4438650"/>
          <p14:tracePt t="72068" x="3860800" y="4445000"/>
          <p14:tracePt t="72137" x="3886200" y="4445000"/>
          <p14:tracePt t="72482" x="3892550" y="4476750"/>
          <p14:tracePt t="72516" x="3924300" y="4546600"/>
          <p14:tracePt t="72553" x="4032250" y="4660900"/>
          <p14:tracePt t="72585" x="4089400" y="4718050"/>
          <p14:tracePt t="72615" x="4140200" y="4768850"/>
          <p14:tracePt t="72653" x="4178300" y="4832350"/>
          <p14:tracePt t="72684" x="4184650" y="4870450"/>
          <p14:tracePt t="72715" x="4159250" y="4895850"/>
          <p14:tracePt t="72738" x="4127500" y="4933950"/>
          <p14:tracePt t="72771" x="3962400" y="5010150"/>
          <p14:tracePt t="72800" x="3867150" y="5048250"/>
          <p14:tracePt t="72848" x="3568700" y="5111750"/>
          <p14:tracePt t="72885" x="3346450" y="5143500"/>
          <p14:tracePt t="72916" x="3238500" y="5143500"/>
          <p14:tracePt t="72937" x="3168650" y="5143500"/>
          <p14:tracePt t="72970" x="3098800" y="5162550"/>
          <p14:tracePt t="73003" x="3060700" y="5162550"/>
          <p14:tracePt t="73101" x="3079750" y="5156200"/>
          <p14:tracePt t="73133" x="3213100" y="5137150"/>
          <p14:tracePt t="73180" x="3498850" y="5080000"/>
          <p14:tracePt t="73202" x="3657600" y="5054600"/>
          <p14:tracePt t="73246" x="4019550" y="5003800"/>
          <p14:tracePt t="73269" x="4178300" y="4984750"/>
          <p14:tracePt t="73302" x="4413250" y="4965700"/>
          <p14:tracePt t="73346" x="4495800" y="4959350"/>
          <p14:tracePt t="73379" x="4546600" y="4959350"/>
          <p14:tracePt t="73402" x="4578350" y="4959350"/>
          <p14:tracePt t="73431" x="4641850" y="4959350"/>
          <p14:tracePt t="73463" x="4730750" y="4959350"/>
          <p14:tracePt t="73495" x="4781550" y="4965700"/>
          <p14:tracePt t="73518" x="4806950" y="4965700"/>
          <p14:tracePt t="73562" x="4826000" y="4978400"/>
          <p14:tracePt t="73612" x="4826000" y="4984750"/>
          <p14:tracePt t="73645" x="4832350" y="4984750"/>
          <p14:tracePt t="73695" x="4838700" y="4991100"/>
          <p14:tracePt t="73717" x="4845050" y="4997450"/>
          <p14:tracePt t="73811" x="4838700" y="4997450"/>
          <p14:tracePt t="73844" x="4832350" y="4997450"/>
          <p14:tracePt t="74708" x="4832350" y="5003800"/>
          <p14:tracePt t="74775" x="4832350" y="5010150"/>
          <p14:tracePt t="74807" x="4832350" y="5016500"/>
          <p14:tracePt t="74874" x="4845050" y="5016500"/>
          <p14:tracePt t="74907" x="4864100" y="5016500"/>
          <p14:tracePt t="74940" x="4870450" y="5010150"/>
          <p14:tracePt t="74974" x="4883150" y="5010150"/>
          <p14:tracePt t="75007" x="4902200" y="5010150"/>
          <p14:tracePt t="75040" x="4908550" y="5010150"/>
          <p14:tracePt t="75075" x="4921250" y="5003800"/>
          <p14:tracePt t="75107" x="4940300" y="4997450"/>
          <p14:tracePt t="75157" x="4946650" y="4997450"/>
          <p14:tracePt t="75190" x="4965700" y="4997450"/>
          <p14:tracePt t="75243" x="4978400" y="4991100"/>
          <p14:tracePt t="75275" x="4991100" y="4991100"/>
          <p14:tracePt t="75327" x="5003800" y="4984750"/>
          <p14:tracePt t="75358" x="5016500" y="4984750"/>
          <p14:tracePt t="75406" x="5035550" y="4984750"/>
          <p14:tracePt t="75459" x="5041900" y="4984750"/>
          <p14:tracePt t="75506" x="5054600" y="4984750"/>
          <p14:tracePt t="75572" x="5067300" y="4984750"/>
          <p14:tracePt t="75621" x="5080000" y="4978400"/>
          <p14:tracePt t="75721" x="5092700" y="4978400"/>
          <p14:tracePt t="75758" x="5099050" y="4972050"/>
          <p14:tracePt t="75805" x="5118100" y="4972050"/>
          <p14:tracePt t="75874" x="5124450" y="4972050"/>
          <p14:tracePt t="77101" x="5060950" y="4864100"/>
          <p14:tracePt t="77133" x="4965700" y="4775200"/>
          <p14:tracePt t="77166" x="4927600" y="4749800"/>
          <p14:tracePt t="77199" x="4914900" y="4737100"/>
          <p14:tracePt t="77232" x="4908550" y="4737100"/>
          <p14:tracePt t="77299" x="4908550" y="4756150"/>
          <p14:tracePt t="77332" x="4914900" y="4762500"/>
          <p14:tracePt t="77366" x="4914900" y="4781550"/>
          <p14:tracePt t="77399" x="4933950" y="4800600"/>
          <p14:tracePt t="77432" x="5003800" y="4857750"/>
          <p14:tracePt t="77450" x="5029200" y="4876800"/>
          <p14:tracePt t="77482" x="5168900" y="4965700"/>
          <p14:tracePt t="77515" x="5295900" y="5022850"/>
          <p14:tracePt t="77549" x="5391150" y="5073650"/>
          <p14:tracePt t="77582" x="5499100" y="5130800"/>
          <p14:tracePt t="77615" x="5556250" y="5175250"/>
          <p14:tracePt t="77633" x="5568950" y="5181600"/>
          <p14:tracePt t="77665" x="5594350" y="5213350"/>
          <p14:tracePt t="77714" x="5600700" y="5219700"/>
          <p14:tracePt t="77781" x="5594350" y="5219700"/>
          <p14:tracePt t="77814" x="5588000" y="5219700"/>
          <p14:tracePt t="78733" x="5562600" y="5219700"/>
          <p14:tracePt t="78767" x="5391150" y="5213350"/>
          <p14:tracePt t="78796" x="5251450" y="5213350"/>
          <p14:tracePt t="78827" x="5168900" y="5213350"/>
          <p14:tracePt t="78865" x="4959350" y="5213350"/>
          <p14:tracePt t="78895" x="4889500" y="5200650"/>
          <p14:tracePt t="78927" x="4768850" y="5175250"/>
          <p14:tracePt t="78964" x="4711700" y="5162550"/>
          <p14:tracePt t="78995" x="4654550" y="5143500"/>
          <p14:tracePt t="79027" x="4584700" y="5124450"/>
          <p14:tracePt t="79049" x="4552950" y="5124450"/>
          <p14:tracePt t="79082" x="4489450" y="5105400"/>
          <p14:tracePt t="79100" x="4419600" y="5080000"/>
          <p14:tracePt t="79128" x="4324350" y="5054600"/>
          <p14:tracePt t="79176" x="4057650" y="4959350"/>
          <p14:tracePt t="79198" x="3962400" y="4927600"/>
          <p14:tracePt t="79228" x="3829050" y="4876800"/>
          <p14:tracePt t="79244" x="3810000" y="4870450"/>
          <p14:tracePt t="79265" x="3765550" y="4857750"/>
          <p14:tracePt t="79298" x="3695700" y="4832350"/>
          <p14:tracePt t="79315" x="3683000" y="4826000"/>
          <p14:tracePt t="79358" x="3657600" y="4813300"/>
          <p14:tracePt t="79413" x="3651250" y="4813300"/>
          <p14:tracePt t="79443" x="3657600" y="4813300"/>
          <p14:tracePt t="79475" x="3670300" y="4819650"/>
          <p14:tracePt t="79498" x="3689350" y="4826000"/>
          <p14:tracePt t="79530" x="3746500" y="4832350"/>
          <p14:tracePt t="79574" x="3962400" y="4876800"/>
          <p14:tracePt t="79597" x="4083050" y="4914900"/>
          <p14:tracePt t="79615" x="4229100" y="4940300"/>
          <p14:tracePt t="79658" x="4508500" y="4984750"/>
          <p14:tracePt t="79691" x="4578350" y="4997450"/>
          <p14:tracePt t="79709" x="4584700" y="4997450"/>
          <p14:tracePt t="79791" x="4559300" y="4991100"/>
          <p14:tracePt t="79813" x="4552950" y="4984750"/>
          <p14:tracePt t="79857" x="4508500" y="4972050"/>
          <p14:tracePt t="79890" x="4419600" y="4959350"/>
          <p14:tracePt t="79923" x="4298950" y="4953000"/>
          <p14:tracePt t="79956" x="4152900" y="4933950"/>
          <p14:tracePt t="79990" x="3867150" y="4895850"/>
          <p14:tracePt t="80023" x="3644900" y="4864100"/>
          <p14:tracePt t="80056" x="3371850" y="4819650"/>
          <p14:tracePt t="80089" x="3238500" y="4787900"/>
          <p14:tracePt t="80123" x="2946400" y="4724400"/>
          <p14:tracePt t="80157" x="2717800" y="4610100"/>
          <p14:tracePt t="80189" x="2406650" y="4451350"/>
          <p14:tracePt t="80207" x="2324100" y="4413250"/>
          <p14:tracePt t="80239" x="1924050" y="4089400"/>
          <p14:tracePt t="80272" x="1733550" y="3790950"/>
          <p14:tracePt t="80305" x="1638300" y="3587750"/>
          <p14:tracePt t="80339" x="1612900" y="3460750"/>
          <p14:tracePt t="80372" x="1606550" y="3435350"/>
          <p14:tracePt t="80405" x="1606550" y="3416300"/>
          <p14:tracePt t="80455" x="1619250" y="3409950"/>
          <p14:tracePt t="80504" x="1625600" y="3416300"/>
          <p14:tracePt t="80538" x="1631950" y="3435350"/>
          <p14:tracePt t="80571" x="1644650" y="3454400"/>
          <p14:tracePt t="80604" x="1651000" y="3460750"/>
          <p14:tracePt t="80638" x="1657350" y="3467100"/>
          <p14:tracePt t="80737" x="1663700" y="3448050"/>
          <p14:tracePt t="80803" x="1663700" y="3441700"/>
          <p14:tracePt t="80837" x="1670050" y="3435350"/>
          <p14:tracePt t="80887" x="1682750" y="3422650"/>
          <p14:tracePt t="80920" x="1720850" y="3403600"/>
          <p14:tracePt t="80953" x="1803400" y="3365500"/>
          <p14:tracePt t="80986" x="2273300" y="3200400"/>
          <p14:tracePt t="81019" x="2927350" y="3003550"/>
          <p14:tracePt t="81053" x="3841750" y="2711450"/>
          <p14:tracePt t="81086" x="4343400" y="2559050"/>
          <p14:tracePt t="81119" x="4629150" y="2463800"/>
          <p14:tracePt t="81139" x="4705350" y="2413000"/>
          <p14:tracePt t="81171" x="4705350" y="2381250"/>
          <p14:tracePt t="81638" x="4705350" y="2387600"/>
          <p14:tracePt t="81669" x="4705350" y="2470150"/>
          <p14:tracePt t="81701" x="4705350" y="2698750"/>
          <p14:tracePt t="81734" x="4699000" y="2978150"/>
          <p14:tracePt t="81771" x="4591050" y="3556000"/>
          <p14:tracePt t="81789" x="4559300" y="3644900"/>
          <p14:tracePt t="81819" x="4445000" y="3975100"/>
          <p14:tracePt t="81854" x="4279900" y="4311650"/>
          <p14:tracePt t="81885" x="4235450" y="4413250"/>
          <p14:tracePt t="81916" x="4210050" y="4451350"/>
          <p14:tracePt t="82282" x="4057650" y="4502150"/>
          <p14:tracePt t="82304" x="3886200" y="4597400"/>
          <p14:tracePt t="82334" x="3606800" y="4724400"/>
          <p14:tracePt t="82381" x="3143250" y="4908550"/>
          <p14:tracePt t="82404" x="3028950" y="4984750"/>
          <p14:tracePt t="82433" x="2901950" y="5054600"/>
          <p14:tracePt t="82464" x="2895600" y="5060950"/>
          <p14:tracePt t="82487" x="2889250" y="5073650"/>
          <p14:tracePt t="82536" x="2889250" y="5080000"/>
          <p14:tracePt t="82614" x="2914650" y="5067300"/>
          <p14:tracePt t="82637" x="3086100" y="5041900"/>
          <p14:tracePt t="82647" x="3181350" y="5029200"/>
          <p14:tracePt t="82681" x="3587750" y="5010150"/>
          <p14:tracePt t="82703" x="3962400" y="4997450"/>
          <p14:tracePt t="82736" x="4756150" y="5010150"/>
          <p14:tracePt t="82780" x="5187950" y="5035550"/>
          <p14:tracePt t="82813" x="5334000" y="5048250"/>
          <p14:tracePt t="82836" x="5378450" y="5048250"/>
          <p14:tracePt t="82879" x="5384800" y="5048250"/>
          <p14:tracePt t="82913" x="5391150" y="5054600"/>
          <p14:tracePt t="82979" x="5397500" y="5054600"/>
          <p14:tracePt t="83062" x="5378450" y="5054600"/>
          <p14:tracePt t="83096" x="5340350" y="5054600"/>
          <p14:tracePt t="83129" x="5111750" y="5054600"/>
          <p14:tracePt t="83162" x="4756150" y="5041900"/>
          <p14:tracePt t="83195" x="4298950" y="5029200"/>
          <p14:tracePt t="83229" x="3536950" y="4965700"/>
          <p14:tracePt t="83262" x="3086100" y="4921250"/>
          <p14:tracePt t="83295" x="2800350" y="4921250"/>
          <p14:tracePt t="83328" x="2628900" y="4933950"/>
          <p14:tracePt t="83361" x="2597150" y="4940300"/>
          <p14:tracePt t="83395" x="2597150" y="4946650"/>
          <p14:tracePt t="83511" x="2622550" y="4946650"/>
          <p14:tracePt t="83544" x="2692400" y="4927600"/>
          <p14:tracePt t="83578" x="3124200" y="4921250"/>
          <p14:tracePt t="83611" x="3600450" y="4921250"/>
          <p14:tracePt t="83644" x="3968750" y="4953000"/>
          <p14:tracePt t="83677" x="4165600" y="4972050"/>
          <p14:tracePt t="83697" x="4184650" y="4972050"/>
          <p14:tracePt t="83760" x="4159250" y="4965700"/>
          <p14:tracePt t="83793" x="4114800" y="4959350"/>
          <p14:tracePt t="83826" x="4025900" y="4933950"/>
          <p14:tracePt t="83860" x="3822700" y="4902200"/>
          <p14:tracePt t="83893" x="3676650" y="4876800"/>
          <p14:tracePt t="83926" x="3600450" y="4857750"/>
          <p14:tracePt t="83959" x="3600450" y="4845050"/>
          <p14:tracePt t="83993" x="3695700" y="4819650"/>
          <p14:tracePt t="84026" x="3956050" y="4756150"/>
          <p14:tracePt t="84059" x="4279900" y="4660900"/>
          <p14:tracePt t="84092" x="4527550" y="4552950"/>
          <p14:tracePt t="84125" x="4572000" y="4502150"/>
          <p14:tracePt t="84159" x="4572000" y="4457700"/>
          <p14:tracePt t="84192" x="4572000" y="4381500"/>
          <p14:tracePt t="84211" x="4578350" y="4349750"/>
          <p14:tracePt t="84242" x="4597400" y="4292600"/>
          <p14:tracePt t="84275" x="4610100" y="4260850"/>
          <p14:tracePt t="84308" x="4616450" y="4260850"/>
          <p14:tracePt t="84362" x="4603750" y="4267200"/>
          <p14:tracePt t="84393" x="4584700" y="4298950"/>
          <p14:tracePt t="84424" x="4502150" y="4387850"/>
          <p14:tracePt t="84462" x="4241800" y="4572000"/>
          <p14:tracePt t="84493" x="4076700" y="4679950"/>
          <p14:tracePt t="84524" x="3975100" y="4724400"/>
          <p14:tracePt t="84561" x="3949700" y="4737100"/>
          <p14:tracePt t="84607" x="3994150" y="4711700"/>
          <p14:tracePt t="84641" x="4114800" y="4660900"/>
          <p14:tracePt t="84659" x="4311650" y="4603750"/>
          <p14:tracePt t="84690" x="4457700" y="4565650"/>
          <p14:tracePt t="84710" x="4616450" y="4527550"/>
          <p14:tracePt t="84742" x="4806950" y="4508500"/>
          <p14:tracePt t="84762" x="4826000" y="4508500"/>
          <p14:tracePt t="84792" x="4851400" y="4508500"/>
          <p14:tracePt t="84840" x="4851400" y="4502150"/>
          <p14:tracePt t="84877" x="4838700" y="4502150"/>
          <p14:tracePt t="84908" x="4832350" y="4502150"/>
          <p14:tracePt t="84940" x="4813300" y="4502150"/>
          <p14:tracePt t="85023" x="4813300" y="4514850"/>
          <p14:tracePt t="85077" x="4813300" y="4521200"/>
          <p14:tracePt t="85122" x="4813300" y="4533900"/>
          <p14:tracePt t="85172" x="4806950" y="4597400"/>
          <p14:tracePt t="85209" x="4806950" y="4686300"/>
          <p14:tracePt t="85225" x="4806950" y="4730750"/>
          <p14:tracePt t="85261" x="4838700" y="4819650"/>
          <p14:tracePt t="85278" x="4870450" y="4832350"/>
          <p14:tracePt t="85307" x="5016500" y="4838700"/>
          <p14:tracePt t="85338" x="5213350" y="4851400"/>
          <p14:tracePt t="85361" x="5391150" y="4870450"/>
          <p14:tracePt t="85393" x="5511800" y="4876800"/>
          <p14:tracePt t="85423" x="5626100" y="4883150"/>
          <p14:tracePt t="85471" x="5676900" y="4889500"/>
          <p14:tracePt t="85494" x="5702300" y="4895850"/>
          <p14:tracePt t="85527" x="5721350" y="4902200"/>
          <p14:tracePt t="85555" x="5746750" y="4914900"/>
          <p14:tracePt t="85576" x="5784850" y="4921250"/>
          <p14:tracePt t="85609" x="5848350" y="4933950"/>
          <p14:tracePt t="85639" x="5949950" y="4959350"/>
          <p14:tracePt t="85687" x="6127750" y="4991100"/>
          <p14:tracePt t="85724" x="6223000" y="5003800"/>
          <p14:tracePt t="85770" x="6280150" y="5016500"/>
          <p14:tracePt t="85803" x="6299200" y="5016500"/>
          <p14:tracePt t="85840" x="6305550" y="5016500"/>
          <p14:tracePt t="88929" x="6229350" y="5048250"/>
          <p14:tracePt t="88961" x="5956300" y="5175250"/>
          <p14:tracePt t="89009" x="5454650" y="5397500"/>
          <p14:tracePt t="89046" x="5118100" y="5524500"/>
          <p14:tracePt t="89081" x="4838700" y="5607050"/>
          <p14:tracePt t="89114" x="4699000" y="5619750"/>
          <p14:tracePt t="89144" x="4654550" y="5619750"/>
          <p14:tracePt t="89191" x="4629150" y="5619750"/>
          <p14:tracePt t="89324" x="4629150" y="5613400"/>
          <p14:tracePt t="89374" x="4629150" y="5600700"/>
          <p14:tracePt t="89507" x="4629150" y="5594350"/>
          <p14:tracePt t="89574" x="4648200" y="5594350"/>
          <p14:tracePt t="89607" x="4686300" y="5600700"/>
          <p14:tracePt t="89640" x="4864100" y="5626100"/>
          <p14:tracePt t="89658" x="4927600" y="5632450"/>
          <p14:tracePt t="89689" x="5187950" y="5664200"/>
          <p14:tracePt t="89723" x="5295900" y="5676900"/>
          <p14:tracePt t="89745" x="5384800" y="5695950"/>
          <p14:tracePt t="89774" x="5422900" y="5708650"/>
          <p14:tracePt t="89807" x="5441950" y="5708650"/>
          <p14:tracePt t="109276" x="5372100" y="5778500"/>
          <p14:tracePt t="109307" x="5289550" y="5848350"/>
          <p14:tracePt t="109327" x="5226050" y="5899150"/>
          <p14:tracePt t="109361" x="5022850" y="5975350"/>
          <p14:tracePt t="109404" x="4781550" y="6045200"/>
          <p14:tracePt t="109427" x="4635500" y="6064250"/>
          <p14:tracePt t="109460" x="4260850" y="6070600"/>
          <p14:tracePt t="109504" x="3797300" y="6051550"/>
          <p14:tracePt t="109524" x="3543300" y="6019800"/>
          <p14:tracePt t="109543" x="3257550" y="6007100"/>
          <p14:tracePt t="109576" x="3219450" y="6000750"/>
          <p14:tracePt t="110003" x="3251200" y="6007100"/>
          <p14:tracePt t="110022" x="3289300" y="6032500"/>
          <p14:tracePt t="110054" x="3416300" y="6070600"/>
          <p14:tracePt t="110075" x="3530600" y="6096000"/>
          <p14:tracePt t="110119" x="3797300" y="6140450"/>
          <p14:tracePt t="110152" x="4006850" y="6140450"/>
          <p14:tracePt t="110185" x="4165600" y="6153150"/>
          <p14:tracePt t="110219" x="4337050" y="6172200"/>
          <p14:tracePt t="110252" x="4527550" y="6184900"/>
          <p14:tracePt t="110285" x="4673600" y="6191250"/>
          <p14:tracePt t="110318" x="4781550" y="6203950"/>
          <p14:tracePt t="110351" x="4864100" y="6229350"/>
          <p14:tracePt t="110385" x="4984750" y="6267450"/>
          <p14:tracePt t="110418" x="5073650" y="6286500"/>
          <p14:tracePt t="110451" x="5124450" y="6299200"/>
          <p14:tracePt t="110484" x="5175250" y="6305550"/>
          <p14:tracePt t="110518" x="5194300" y="6311900"/>
          <p14:tracePt t="110567" x="5207000" y="6311900"/>
          <p14:tracePt t="110982" x="5295900" y="6311900"/>
          <p14:tracePt t="111016" x="5568950" y="6324600"/>
          <p14:tracePt t="111035" x="5746750" y="6330950"/>
          <p14:tracePt t="111067" x="5969000" y="6381750"/>
          <p14:tracePt t="111099" x="6096000" y="6413500"/>
          <p14:tracePt t="111132" x="6172200" y="6432550"/>
          <p14:tracePt t="111165" x="6178550" y="6438900"/>
          <p14:tracePt t="111215" x="6184900" y="6445250"/>
          <p14:tracePt t="111265" x="6172200" y="6438900"/>
          <p14:tracePt t="111298" x="6159500" y="6432550"/>
          <p14:tracePt t="111332" x="6153150" y="6419850"/>
          <p14:tracePt t="111847" x="6019800" y="6432550"/>
          <p14:tracePt t="111880" x="5829300" y="6457950"/>
          <p14:tracePt t="111916" x="5518150" y="6483350"/>
          <p14:tracePt t="111948" x="5264150" y="6483350"/>
          <p14:tracePt t="111979" x="4991100" y="6470650"/>
          <p14:tracePt t="112016" x="4660900" y="6432550"/>
          <p14:tracePt t="112048" x="4489450" y="6413500"/>
          <p14:tracePt t="112064" x="4438650" y="6413500"/>
          <p14:tracePt t="112101" x="4419600" y="6419850"/>
          <p14:tracePt t="112130" x="4413250" y="6419850"/>
          <p14:tracePt t="112162" x="4394200" y="641350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5968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FF0000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18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73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8872">
        <p14:ripple/>
      </p:transition>
    </mc:Choice>
    <mc:Fallback>
      <p:transition spd="slow" advTm="887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7" x="3924300" y="3302000"/>
          <p14:tracePt t="66" x="3835400" y="3441700"/>
          <p14:tracePt t="89" x="3784600" y="3524250"/>
          <p14:tracePt t="119" x="3689350" y="3683000"/>
          <p14:tracePt t="155" x="3562350" y="3867150"/>
          <p14:tracePt t="202" x="3448050" y="4038600"/>
          <p14:tracePt t="257" x="3359150" y="4197350"/>
          <p14:tracePt t="262" x="3340100" y="4229100"/>
          <p14:tracePt t="283" x="3302000" y="4292600"/>
          <p14:tracePt t="315" x="3270250" y="4356100"/>
          <p14:tracePt t="348" x="3194050" y="4508500"/>
          <p14:tracePt t="385" x="3149600" y="4622800"/>
          <p14:tracePt t="434" x="3086100" y="4749800"/>
          <p14:tracePt t="466" x="3041650" y="4851400"/>
          <p14:tracePt t="498" x="2990850" y="4972050"/>
          <p14:tracePt t="531" x="2965450" y="5060950"/>
          <p14:tracePt t="564" x="2921000" y="5118100"/>
          <p14:tracePt t="614" x="2914650" y="5130800"/>
          <p14:tracePt t="1228" x="2755900" y="5124450"/>
          <p14:tracePt t="1278" x="2565400" y="5099050"/>
          <p14:tracePt t="1311" x="2482850" y="5092700"/>
          <p14:tracePt t="1345" x="2400300" y="5067300"/>
          <p14:tracePt t="1378" x="2260600" y="5029200"/>
          <p14:tracePt t="1411" x="2120900" y="5003800"/>
          <p14:tracePt t="1445" x="2000250" y="4978400"/>
          <p14:tracePt t="1478" x="1943100" y="4972050"/>
          <p14:tracePt t="1511" x="1924050" y="4972050"/>
          <p14:tracePt t="1727" x="1930400" y="4972050"/>
          <p14:tracePt t="1776" x="1955800" y="4978400"/>
          <p14:tracePt t="1843" x="2197100" y="5067300"/>
          <p14:tracePt t="1876" x="2463800" y="5149850"/>
          <p14:tracePt t="1910" x="2768600" y="5200650"/>
          <p14:tracePt t="1946" x="3028950" y="5232400"/>
          <p14:tracePt t="1965" x="3092450" y="5238750"/>
          <p14:tracePt t="1994" x="3225800" y="5251450"/>
          <p14:tracePt t="2029" x="3340100" y="5232400"/>
          <p14:tracePt t="2047" x="3359150" y="5226050"/>
          <p14:tracePt t="2081" x="3397250" y="5219700"/>
          <p14:tracePt t="2208" x="3397250" y="5207000"/>
          <p14:tracePt t="2258" x="3390900" y="5207000"/>
          <p14:tracePt t="2294" x="3384550" y="5200650"/>
          <p14:tracePt t="2358" x="3384550" y="5194300"/>
          <p14:tracePt t="7640" x="3244850" y="5175250"/>
          <p14:tracePt t="7658" x="3187700" y="5168900"/>
          <p14:tracePt t="7690" x="2997200" y="5099050"/>
          <p14:tracePt t="7723" x="2705100" y="4991100"/>
          <p14:tracePt t="7742" x="2476500" y="4914900"/>
          <p14:tracePt t="7789" x="2063750" y="4756150"/>
          <p14:tracePt t="7855" x="1854200" y="4673600"/>
          <p14:tracePt t="7922" x="1847850" y="466725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zh-TW" b="1" dirty="0" smtClean="0"/>
              <a:t>As you know already…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2400" y="762000"/>
            <a:ext cx="57150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 properties (</a:t>
            </a:r>
            <a:r>
              <a:rPr lang="zh-TW" altLang="en-US" dirty="0" smtClean="0">
                <a:solidFill>
                  <a:srgbClr val="FF0000"/>
                </a:solidFill>
              </a:rPr>
              <a:t>属性</a:t>
            </a:r>
            <a:r>
              <a:rPr lang="en-US" altLang="zh-TW" dirty="0" smtClean="0">
                <a:solidFill>
                  <a:srgbClr val="FF0000"/>
                </a:solidFill>
              </a:rPr>
              <a:t>) of a circle (</a:t>
            </a:r>
            <a:r>
              <a:rPr lang="zh-TW" altLang="en-US" dirty="0">
                <a:solidFill>
                  <a:srgbClr val="FF0000"/>
                </a:solidFill>
              </a:rPr>
              <a:t>圆</a:t>
            </a:r>
            <a:r>
              <a:rPr lang="en-US" altLang="zh-TW" dirty="0" smtClean="0">
                <a:solidFill>
                  <a:srgbClr val="FF0000"/>
                </a:solidFill>
              </a:rPr>
              <a:t>) are: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buClrTx/>
            </a:pPr>
            <a:r>
              <a:rPr lang="en-US" altLang="zh-TW" dirty="0" smtClean="0">
                <a:solidFill>
                  <a:srgbClr val="FF0000"/>
                </a:solidFill>
              </a:rPr>
              <a:t>Its radius(</a:t>
            </a:r>
            <a:r>
              <a:rPr lang="zh-CN" altLang="en-US" dirty="0">
                <a:solidFill>
                  <a:srgbClr val="FF0000"/>
                </a:solidFill>
              </a:rPr>
              <a:t>半径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buClrTx/>
            </a:pPr>
            <a:r>
              <a:rPr lang="en-US" altLang="zh-TW" dirty="0" smtClean="0">
                <a:solidFill>
                  <a:srgbClr val="FF0000"/>
                </a:solidFill>
              </a:rPr>
              <a:t>Its area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面積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marL="630238" lvl="1" indent="-284163"/>
            <a:r>
              <a:rPr lang="en-US" altLang="zh-TW" dirty="0" smtClean="0"/>
              <a:t>But area is a </a:t>
            </a:r>
            <a:r>
              <a:rPr lang="en-US" altLang="zh-TW" b="1" i="1" dirty="0" smtClean="0">
                <a:solidFill>
                  <a:srgbClr val="FFC000"/>
                </a:solidFill>
              </a:rPr>
              <a:t>dependent </a:t>
            </a:r>
            <a:br>
              <a:rPr lang="en-US" altLang="zh-TW" b="1" i="1" dirty="0" smtClean="0">
                <a:solidFill>
                  <a:srgbClr val="FFC000"/>
                </a:solidFill>
              </a:rPr>
            </a:br>
            <a:r>
              <a:rPr lang="en-US" altLang="zh-TW" b="1" i="1" dirty="0" smtClean="0">
                <a:solidFill>
                  <a:srgbClr val="FFC000"/>
                </a:solidFill>
              </a:rPr>
              <a:t>property</a:t>
            </a:r>
            <a:r>
              <a:rPr lang="en-US" altLang="zh-TW" dirty="0" smtClean="0"/>
              <a:t>, because its value</a:t>
            </a:r>
            <a:br>
              <a:rPr lang="en-US" altLang="zh-TW" dirty="0" smtClean="0"/>
            </a:br>
            <a:r>
              <a:rPr lang="en-US" altLang="zh-TW" dirty="0" smtClean="0"/>
              <a:t>is </a:t>
            </a:r>
            <a:r>
              <a:rPr lang="en-US" altLang="zh-TW" b="1" dirty="0" smtClean="0">
                <a:solidFill>
                  <a:srgbClr val="FFC000"/>
                </a:solidFill>
              </a:rPr>
              <a:t>calculated from </a:t>
            </a:r>
            <a:r>
              <a:rPr lang="en-US" altLang="zh-TW" dirty="0" smtClean="0"/>
              <a:t>the radius. </a:t>
            </a:r>
          </a:p>
          <a:p>
            <a:pPr marL="630238" lvl="1" indent="-284163"/>
            <a:r>
              <a:rPr lang="en-US" altLang="zh-TW" dirty="0" smtClean="0"/>
              <a:t>Only way to </a:t>
            </a:r>
            <a:r>
              <a:rPr lang="en-US" altLang="zh-TW" dirty="0" smtClean="0">
                <a:solidFill>
                  <a:srgbClr val="C40C94"/>
                </a:solidFill>
              </a:rPr>
              <a:t>change the area</a:t>
            </a:r>
            <a:br>
              <a:rPr lang="en-US" altLang="zh-TW" dirty="0" smtClean="0">
                <a:solidFill>
                  <a:srgbClr val="C40C94"/>
                </a:solidFill>
              </a:rPr>
            </a:br>
            <a:r>
              <a:rPr lang="en-US" altLang="zh-TW" dirty="0" smtClean="0"/>
              <a:t>is </a:t>
            </a:r>
            <a:r>
              <a:rPr lang="en-US" altLang="zh-TW" dirty="0" smtClean="0">
                <a:solidFill>
                  <a:srgbClr val="C40C94"/>
                </a:solidFill>
              </a:rPr>
              <a:t>by changing the radius</a:t>
            </a:r>
            <a:r>
              <a:rPr lang="en-US" altLang="zh-TW" dirty="0" smtClean="0"/>
              <a:t>.</a:t>
            </a:r>
            <a:endParaRPr lang="en-US" altLang="zh-TW" sz="1000" dirty="0" smtClean="0"/>
          </a:p>
          <a:p>
            <a:pPr marL="0" indent="0">
              <a:buNone/>
            </a:pPr>
            <a:endParaRPr lang="en-US" altLang="zh-TW" sz="1000" dirty="0">
              <a:solidFill>
                <a:srgbClr val="006600"/>
              </a:solidFill>
            </a:endParaRPr>
          </a:p>
          <a:p>
            <a:r>
              <a:rPr lang="en-US" altLang="zh-TW" dirty="0">
                <a:solidFill>
                  <a:schemeClr val="accent2"/>
                </a:solidFill>
              </a:rPr>
              <a:t>3</a:t>
            </a:r>
            <a:r>
              <a:rPr lang="en-US" altLang="zh-TW" dirty="0" smtClean="0">
                <a:solidFill>
                  <a:schemeClr val="accent2"/>
                </a:solidFill>
              </a:rPr>
              <a:t> </a:t>
            </a:r>
            <a:r>
              <a:rPr lang="en-US" altLang="zh-TW" dirty="0">
                <a:solidFill>
                  <a:schemeClr val="accent2"/>
                </a:solidFill>
              </a:rPr>
              <a:t>properties (</a:t>
            </a:r>
            <a:r>
              <a:rPr lang="zh-TW" altLang="en-US" dirty="0">
                <a:solidFill>
                  <a:schemeClr val="accent2"/>
                </a:solidFill>
              </a:rPr>
              <a:t>属性</a:t>
            </a:r>
            <a:r>
              <a:rPr lang="en-US" altLang="zh-TW" dirty="0">
                <a:solidFill>
                  <a:schemeClr val="accent2"/>
                </a:solidFill>
              </a:rPr>
              <a:t>) </a:t>
            </a:r>
            <a:r>
              <a:rPr lang="en-US" altLang="zh-TW" dirty="0" smtClean="0">
                <a:solidFill>
                  <a:schemeClr val="accent2"/>
                </a:solidFill>
              </a:rPr>
              <a:t>of a </a:t>
            </a:r>
            <a:br>
              <a:rPr lang="en-US" altLang="zh-TW" dirty="0" smtClean="0">
                <a:solidFill>
                  <a:schemeClr val="accent2"/>
                </a:solidFill>
              </a:rPr>
            </a:br>
            <a:r>
              <a:rPr lang="en-US" altLang="zh-TW" dirty="0" smtClean="0">
                <a:solidFill>
                  <a:schemeClr val="accent2"/>
                </a:solidFill>
              </a:rPr>
              <a:t>cylinder (</a:t>
            </a:r>
            <a:r>
              <a:rPr lang="zh-TW" altLang="en-US" dirty="0">
                <a:solidFill>
                  <a:schemeClr val="accent2"/>
                </a:solidFill>
              </a:rPr>
              <a:t>圓柱體</a:t>
            </a:r>
            <a:r>
              <a:rPr lang="en-US" altLang="zh-TW" dirty="0" smtClean="0">
                <a:solidFill>
                  <a:schemeClr val="accent2"/>
                </a:solidFill>
              </a:rPr>
              <a:t>) are:</a:t>
            </a:r>
            <a:endParaRPr lang="en-US" altLang="zh-TW" dirty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TW" dirty="0">
                <a:solidFill>
                  <a:schemeClr val="accent2"/>
                </a:solidFill>
              </a:rPr>
              <a:t>Its radius(</a:t>
            </a:r>
            <a:r>
              <a:rPr lang="zh-CN" altLang="en-US" dirty="0">
                <a:solidFill>
                  <a:schemeClr val="accent2"/>
                </a:solidFill>
              </a:rPr>
              <a:t>半径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solidFill>
                  <a:schemeClr val="accent2"/>
                </a:solidFill>
              </a:rPr>
              <a:t>Its height(</a:t>
            </a:r>
            <a:r>
              <a:rPr lang="zh-CN" altLang="en-US" dirty="0">
                <a:solidFill>
                  <a:schemeClr val="accent2"/>
                </a:solidFill>
              </a:rPr>
              <a:t>高度</a:t>
            </a:r>
            <a:r>
              <a:rPr lang="en-US" altLang="zh-TW" dirty="0" smtClean="0">
                <a:solidFill>
                  <a:schemeClr val="accent2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TW" dirty="0" smtClean="0">
                <a:solidFill>
                  <a:schemeClr val="accent2"/>
                </a:solidFill>
              </a:rPr>
              <a:t>Its volume(</a:t>
            </a:r>
            <a:r>
              <a:rPr lang="zh-TW" altLang="en-US" dirty="0">
                <a:solidFill>
                  <a:schemeClr val="accent2"/>
                </a:solidFill>
              </a:rPr>
              <a:t>体积</a:t>
            </a:r>
            <a:r>
              <a:rPr lang="en-US" altLang="zh-TW" dirty="0" smtClean="0">
                <a:solidFill>
                  <a:schemeClr val="accent2"/>
                </a:solidFill>
              </a:rPr>
              <a:t>)</a:t>
            </a:r>
          </a:p>
          <a:p>
            <a:pPr marL="630238" lvl="1" indent="-284163">
              <a:spcBef>
                <a:spcPts val="300"/>
              </a:spcBef>
            </a:pPr>
            <a:r>
              <a:rPr lang="en-US" altLang="zh-TW" dirty="0" smtClean="0"/>
              <a:t>Also a </a:t>
            </a:r>
            <a:r>
              <a:rPr lang="en-US" altLang="zh-TW" b="1" i="1" dirty="0" smtClean="0">
                <a:solidFill>
                  <a:srgbClr val="FFC000"/>
                </a:solidFill>
              </a:rPr>
              <a:t>dependent property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pic>
        <p:nvPicPr>
          <p:cNvPr id="2050" name="Picture 2" descr="Area of a Circle (examples, videos, worksheets, solutions, activities)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2CC"/>
              </a:clrFrom>
              <a:clrTo>
                <a:srgbClr val="FFF2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" t="20088" r="45856" b="4784"/>
          <a:stretch/>
        </p:blipFill>
        <p:spPr bwMode="auto">
          <a:xfrm>
            <a:off x="4942839" y="1595120"/>
            <a:ext cx="2133601" cy="215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mula Volume of Cylinder. Explained with pictures and examples ...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CCCCFF"/>
              </a:clrFrom>
              <a:clrTo>
                <a:srgbClr val="CCCC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2" b="5066"/>
          <a:stretch/>
        </p:blipFill>
        <p:spPr bwMode="auto">
          <a:xfrm>
            <a:off x="4913030" y="4460240"/>
            <a:ext cx="2097370" cy="216916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7086600" y="2286000"/>
            <a:ext cx="1828800" cy="838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Area of a circle: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</a:t>
            </a:r>
            <a:r>
              <a:rPr kumimoji="0" lang="en-US" sz="12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=</a:t>
            </a:r>
            <a:r>
              <a:rPr kumimoji="0" lang="en-US" sz="1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</a:rPr>
              <a:t>p</a:t>
            </a:r>
            <a:r>
              <a:rPr kumimoji="0" lang="en-US" sz="10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</a:rPr>
              <a:t>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r</a:t>
            </a:r>
            <a:r>
              <a:rPr kumimoji="0" lang="en-US" sz="7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2</a:t>
            </a:r>
            <a:endParaRPr kumimoji="0" lang="en-US" sz="24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239000" y="5029200"/>
            <a:ext cx="1676400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Volume of a cylinder: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V</a:t>
            </a:r>
            <a:r>
              <a:rPr kumimoji="0" lang="en-US" sz="12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=</a:t>
            </a:r>
            <a:r>
              <a:rPr kumimoji="0" lang="en-US" sz="14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</a:rPr>
              <a:t>p</a:t>
            </a:r>
            <a:r>
              <a:rPr kumimoji="0" lang="en-US" sz="10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</a:rPr>
              <a:t>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r</a:t>
            </a:r>
            <a:r>
              <a:rPr kumimoji="0" lang="en-US" sz="7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 </a:t>
            </a:r>
            <a:r>
              <a:rPr kumimoji="0" lang="en-US" sz="2400" b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2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h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876800" y="4343400"/>
            <a:ext cx="2438400" cy="13185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1059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547"/>
    </mc:Choice>
    <mc:Fallback>
      <p:transition spd="slow" advTm="385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7" grpId="0" animBg="1"/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2473" x="1993900" y="4527550"/>
          <p14:tracePt t="2521" x="2247900" y="4248150"/>
          <p14:tracePt t="2555" x="2540000" y="3994150"/>
          <p14:tracePt t="2588" x="3098800" y="3562350"/>
          <p14:tracePt t="2606" x="3333750" y="3365500"/>
          <p14:tracePt t="2654" x="3613150" y="3155950"/>
          <p14:tracePt t="2673" x="3670300" y="3124200"/>
          <p14:tracePt t="2704" x="3740150" y="3060700"/>
          <p14:tracePt t="2737" x="3803650" y="3022600"/>
          <p14:tracePt t="2771" x="3873500" y="2984500"/>
          <p14:tracePt t="2806" x="3981450" y="2908300"/>
          <p14:tracePt t="2841" x="4044950" y="2851150"/>
          <p14:tracePt t="2876" x="4064000" y="2819400"/>
          <p14:tracePt t="2908" x="4070350" y="2768600"/>
          <p14:tracePt t="2953" x="4076700" y="2768600"/>
          <p14:tracePt t="3468" x="4349750" y="2698750"/>
          <p14:tracePt t="3534" x="4546600" y="2578100"/>
          <p14:tracePt t="3601" x="4972050" y="2317750"/>
          <p14:tracePt t="3620" x="5003800" y="2305050"/>
          <p14:tracePt t="3651" x="5022850" y="2298700"/>
          <p14:tracePt t="3687" x="5048250" y="2292350"/>
          <p14:tracePt t="3719" x="5124450" y="2279650"/>
          <p14:tracePt t="3784" x="5156200" y="2273300"/>
          <p14:tracePt t="3850" x="5156200" y="2279650"/>
          <p14:tracePt t="3883" x="5143500" y="2292350"/>
          <p14:tracePt t="3916" x="5105400" y="2311400"/>
          <p14:tracePt t="3953" x="4959350" y="2400300"/>
          <p14:tracePt t="3985" x="4794250" y="2527300"/>
          <p14:tracePt t="4033" x="4603750" y="2743200"/>
          <p14:tracePt t="4066" x="4572000" y="2870200"/>
          <p14:tracePt t="4099" x="4584700" y="2971800"/>
          <p14:tracePt t="4133" x="4692650" y="3067050"/>
          <p14:tracePt t="4154" x="4883150" y="3149600"/>
          <p14:tracePt t="4216" x="5264150" y="3206750"/>
          <p14:tracePt t="4249" x="5308600" y="3200400"/>
          <p14:tracePt t="4285" x="5314950" y="3200400"/>
          <p14:tracePt t="4531" x="5435600" y="3181350"/>
          <p14:tracePt t="4597" x="5715000" y="3130550"/>
          <p14:tracePt t="4647" x="5962650" y="3041650"/>
          <p14:tracePt t="4681" x="6178550" y="2952750"/>
          <p14:tracePt t="4713" x="6267450" y="2921000"/>
          <p14:tracePt t="4763" x="6280150" y="2914650"/>
          <p14:tracePt t="4830" x="6286500" y="2914650"/>
          <p14:tracePt t="4880" x="6286500" y="2908300"/>
          <p14:tracePt t="5079" x="6286500" y="2901950"/>
          <p14:tracePt t="5112" x="6292850" y="2901950"/>
          <p14:tracePt t="5145" x="6318250" y="2895600"/>
          <p14:tracePt t="5179" x="6375400" y="2882900"/>
          <p14:tracePt t="5201" x="6445250" y="2870200"/>
          <p14:tracePt t="5246" x="6731000" y="2851150"/>
          <p14:tracePt t="5295" x="6927850" y="2844800"/>
          <p14:tracePt t="5329" x="6946900" y="2844800"/>
          <p14:tracePt t="5395" x="6940550" y="2838450"/>
          <p14:tracePt t="5428" x="6934200" y="2838450"/>
          <p14:tracePt t="5462" x="6927850" y="2838450"/>
          <p14:tracePt t="5530" x="6921500" y="2838450"/>
          <p14:tracePt t="5611" x="6908800" y="2838450"/>
          <p14:tracePt t="5677" x="6845300" y="2825750"/>
          <p14:tracePt t="5711" x="6483350" y="2654300"/>
          <p14:tracePt t="5733" x="6089650" y="2457450"/>
          <p14:tracePt t="5777" x="5137150" y="2032000"/>
          <p14:tracePt t="5810" x="4229100" y="1714500"/>
          <p14:tracePt t="5844" x="3778250" y="1606550"/>
          <p14:tracePt t="5877" x="3390900" y="1555750"/>
          <p14:tracePt t="5910" x="3181350" y="1549400"/>
          <p14:tracePt t="5943" x="3060700" y="1536700"/>
          <p14:tracePt t="5977" x="2946400" y="1536700"/>
          <p14:tracePt t="6010" x="2876550" y="1530350"/>
          <p14:tracePt t="6059" x="2857500" y="1530350"/>
          <p14:tracePt t="6146" x="2863850" y="1517650"/>
          <p14:tracePt t="6181" x="2901950" y="1504950"/>
          <p14:tracePt t="6215" x="2908300" y="1504950"/>
          <p14:tracePt t="7774" x="3143250" y="1562100"/>
          <p14:tracePt t="7819" x="4095750" y="1797050"/>
          <p14:tracePt t="7825" x="4330700" y="1873250"/>
          <p14:tracePt t="7870" x="5251450" y="2178050"/>
          <p14:tracePt t="7906" x="5734050" y="2374900"/>
          <p14:tracePt t="7939" x="6076950" y="2559050"/>
          <p14:tracePt t="7972" x="6318250" y="2698750"/>
          <p14:tracePt t="8005" x="6343650" y="2705100"/>
          <p14:tracePt t="8039" x="6356350" y="2705100"/>
          <p14:tracePt t="8074" x="6356350" y="2698750"/>
          <p14:tracePt t="8152" x="6362700" y="2692400"/>
          <p14:tracePt t="8189" x="6375400" y="2673350"/>
          <p14:tracePt t="8223" x="6381750" y="2667000"/>
          <p14:tracePt t="8256" x="6388100" y="2667000"/>
          <p14:tracePt t="8302" x="6394450" y="2667000"/>
          <p14:tracePt t="8335" x="6400800" y="2667000"/>
          <p14:tracePt t="8368" x="6445250" y="2667000"/>
          <p14:tracePt t="8390" x="6496050" y="2667000"/>
          <p14:tracePt t="8435" x="6661150" y="2692400"/>
          <p14:tracePt t="8453" x="6692900" y="2692400"/>
          <p14:tracePt t="8485" x="6737350" y="2698750"/>
          <p14:tracePt t="8538" x="6419850" y="2794000"/>
          <p14:tracePt t="8573" x="5619750" y="3111500"/>
          <p14:tracePt t="8606" x="4610100" y="3498850"/>
          <p14:tracePt t="8639" x="4133850" y="3594100"/>
          <p14:tracePt t="8672" x="3829050" y="3613150"/>
          <p14:tracePt t="8705" x="3390900" y="3568700"/>
          <p14:tracePt t="8739" x="3009900" y="3448050"/>
          <p14:tracePt t="8772" x="2647950" y="3282950"/>
          <p14:tracePt t="8805" x="2425700" y="3130550"/>
          <p14:tracePt t="8838" x="2228850" y="2990850"/>
          <p14:tracePt t="8883" x="2089150" y="2921000"/>
          <p14:tracePt t="8905" x="2057400" y="2908300"/>
          <p14:tracePt t="8950" x="2063750" y="2863850"/>
          <p14:tracePt t="8983" x="2101850" y="2781300"/>
          <p14:tracePt t="9016" x="2133600" y="2679700"/>
          <p14:tracePt t="9049" x="2159000" y="2616200"/>
          <p14:tracePt t="9084" x="2159000" y="2603500"/>
          <p14:tracePt t="9133" x="2165350" y="2597150"/>
          <p14:tracePt t="9165" x="2165350" y="2590800"/>
          <p14:tracePt t="9281" x="2165350" y="2584450"/>
          <p14:tracePt t="11424" x="2622550" y="2546350"/>
          <p14:tracePt t="11490" x="2921000" y="2482850"/>
          <p14:tracePt t="11524" x="3105150" y="2463800"/>
          <p14:tracePt t="11557" x="3327400" y="2438400"/>
          <p14:tracePt t="11594" x="3365500" y="2432050"/>
          <p14:tracePt t="11629" x="3378200" y="2432050"/>
          <p14:tracePt t="11673" x="3384550" y="2432050"/>
          <p14:tracePt t="11992" x="3365500" y="2438400"/>
          <p14:tracePt t="12028" x="3333750" y="2457450"/>
          <p14:tracePt t="12060" x="3244850" y="2514600"/>
          <p14:tracePt t="12094" x="3105150" y="2584450"/>
          <p14:tracePt t="12124" x="2940050" y="2647950"/>
          <p14:tracePt t="12155" x="2768600" y="2717800"/>
          <p14:tracePt t="12188" x="2527300" y="2781300"/>
          <p14:tracePt t="12221" x="2381250" y="2813050"/>
          <p14:tracePt t="12255" x="2286000" y="2838450"/>
          <p14:tracePt t="12288" x="2254250" y="2851150"/>
          <p14:tracePt t="12340" x="2254250" y="2857500"/>
          <p14:tracePt t="13136" x="2254250" y="2863850"/>
          <p14:tracePt t="13172" x="2330450" y="2895600"/>
          <p14:tracePt t="13218" x="2470150" y="2940050"/>
          <p14:tracePt t="13251" x="2628900" y="3003550"/>
          <p14:tracePt t="13285" x="2730500" y="3028950"/>
          <p14:tracePt t="13318" x="2889250" y="3079750"/>
          <p14:tracePt t="13351" x="2933700" y="3098800"/>
          <p14:tracePt t="13372" x="2959100" y="3105150"/>
          <p14:tracePt t="13406" x="2984500" y="3105150"/>
          <p14:tracePt t="13567" x="2997200" y="3111500"/>
          <p14:tracePt t="13600" x="3022600" y="3136900"/>
          <p14:tracePt t="13634" x="3060700" y="3162300"/>
          <p14:tracePt t="13669" x="3098800" y="3187700"/>
          <p14:tracePt t="13704" x="3124200" y="3194050"/>
          <p14:tracePt t="13783" x="3130550" y="3200400"/>
          <p14:tracePt t="13916" x="3136900" y="3206750"/>
          <p14:tracePt t="14148" x="3149600" y="3206750"/>
          <p14:tracePt t="14182" x="3200400" y="3225800"/>
          <p14:tracePt t="14218" x="3289300" y="3251200"/>
          <p14:tracePt t="14250" x="3416300" y="3276600"/>
          <p14:tracePt t="14281" x="3492500" y="3282950"/>
          <p14:tracePt t="14315" x="3581400" y="3289300"/>
          <p14:tracePt t="14347" x="3683000" y="3276600"/>
          <p14:tracePt t="14381" x="3752850" y="3276600"/>
          <p14:tracePt t="14414" x="3816350" y="3270250"/>
          <p14:tracePt t="14447" x="3829050" y="3270250"/>
          <p14:tracePt t="14480" x="3835400" y="3263900"/>
          <p14:tracePt t="14514" x="3867150" y="3263900"/>
          <p14:tracePt t="14547" x="3886200" y="3257550"/>
          <p14:tracePt t="14583" x="3937000" y="3257550"/>
          <p14:tracePt t="14618" x="3962400" y="3251200"/>
          <p14:tracePt t="14651" x="3975100" y="3244850"/>
          <p14:tracePt t="14763" x="3981450" y="3238500"/>
          <p14:tracePt t="15311" x="3994150" y="3238500"/>
          <p14:tracePt t="15344" x="4013200" y="3238500"/>
          <p14:tracePt t="15410" x="4025900" y="3238500"/>
          <p14:tracePt t="15444" x="4102100" y="3251200"/>
          <p14:tracePt t="15466" x="4229100" y="3270250"/>
          <p14:tracePt t="15510" x="4324350" y="3282950"/>
          <p14:tracePt t="15546" x="4362450" y="3282950"/>
          <p14:tracePt t="15578" x="4578350" y="3314700"/>
          <p14:tracePt t="15610" x="4940300" y="3378200"/>
          <p14:tracePt t="15676" x="5765800" y="3606800"/>
          <p14:tracePt t="15711" x="6216650" y="3746500"/>
          <p14:tracePt t="15743" x="6813550" y="3854450"/>
          <p14:tracePt t="15776" x="7245350" y="3937000"/>
          <p14:tracePt t="15797" x="7588250" y="3956050"/>
          <p14:tracePt t="15843" x="7886700" y="3930650"/>
          <p14:tracePt t="15876" x="8007350" y="3886200"/>
          <p14:tracePt t="15909" x="8096250" y="3810000"/>
          <p14:tracePt t="15942" x="8121650" y="3765550"/>
          <p14:tracePt t="15976" x="8128000" y="3714750"/>
          <p14:tracePt t="16009" x="8128000" y="3689350"/>
          <p14:tracePt t="16042" x="8115300" y="3663950"/>
          <p14:tracePt t="16078" x="8096250" y="3606800"/>
          <p14:tracePt t="16125" x="8089900" y="3581400"/>
          <p14:tracePt t="16523" x="7931150" y="3479800"/>
          <p14:tracePt t="16545" x="7816850" y="3416300"/>
          <p14:tracePt t="16578" x="7677150" y="3365500"/>
          <p14:tracePt t="16640" x="7556500" y="3295650"/>
          <p14:tracePt t="16689" x="7550150" y="3295650"/>
          <p14:tracePt t="16724" x="7543800" y="3295650"/>
          <p14:tracePt t="17104" x="7537450" y="3289300"/>
          <p14:tracePt t="17127" x="7531100" y="3282950"/>
          <p14:tracePt t="17188" x="7499350" y="3270250"/>
          <p14:tracePt t="17237" x="7467600" y="3263900"/>
          <p14:tracePt t="17271" x="7442200" y="3263900"/>
          <p14:tracePt t="17304" x="7429500" y="3263900"/>
          <p14:tracePt t="17337" x="7416800" y="3263900"/>
          <p14:tracePt t="17359" x="7397750" y="3257550"/>
          <p14:tracePt t="17407" x="7296150" y="3244850"/>
          <p14:tracePt t="17439" x="7169150" y="3213100"/>
          <p14:tracePt t="17487" x="6959600" y="3136900"/>
          <p14:tracePt t="17520" x="6870700" y="3117850"/>
          <p14:tracePt t="17553" x="6851650" y="3111500"/>
          <p14:tracePt t="17639" x="6851650" y="3105150"/>
          <p14:tracePt t="17704" x="6858000" y="3105150"/>
          <p14:tracePt t="17752" x="6864350" y="3111500"/>
          <p14:tracePt t="17785" x="6877050" y="3111500"/>
          <p14:tracePt t="17819" x="6883400" y="3111500"/>
          <p14:tracePt t="17852" x="6889750" y="3111500"/>
          <p14:tracePt t="18085" x="6851650" y="3124200"/>
          <p14:tracePt t="18121" x="6699250" y="3168650"/>
          <p14:tracePt t="18141" x="6457950" y="3232150"/>
          <p14:tracePt t="18173" x="5822950" y="3340100"/>
          <p14:tracePt t="18203" x="4883150" y="3409950"/>
          <p14:tracePt t="18237" x="4292600" y="3390900"/>
          <p14:tracePt t="18256" x="4019550" y="3365500"/>
          <p14:tracePt t="18289" x="3587750" y="3321050"/>
          <p14:tracePt t="18322" x="3124200" y="3263900"/>
          <p14:tracePt t="18370" x="2882900" y="3194050"/>
          <p14:tracePt t="18389" x="2876550" y="3168650"/>
          <p14:tracePt t="18421" x="2908300" y="3162300"/>
          <p14:tracePt t="18849" x="2838450" y="3098800"/>
          <p14:tracePt t="18882" x="2717800" y="2965450"/>
          <p14:tracePt t="18915" x="2495550" y="2736850"/>
          <p14:tracePt t="18948" x="2387600" y="2635250"/>
          <p14:tracePt t="18971" x="2273300" y="2527300"/>
          <p14:tracePt t="19000" x="2216150" y="2482850"/>
          <p14:tracePt t="19031" x="2178050" y="2451100"/>
          <p14:tracePt t="19065" x="2139950" y="2425700"/>
          <p14:tracePt t="19098" x="2101850" y="2393950"/>
          <p14:tracePt t="19131" x="2089150" y="2374900"/>
          <p14:tracePt t="19164" x="2082800" y="2368550"/>
          <p14:tracePt t="19200" x="2076450" y="2368550"/>
          <p14:tracePt t="19297" x="2000250" y="2317750"/>
          <p14:tracePt t="19363" x="1758950" y="2063750"/>
          <p14:tracePt t="19397" x="1695450" y="1962150"/>
          <p14:tracePt t="19430" x="1689100" y="1949450"/>
          <p14:tracePt t="19563" x="1695450" y="1955800"/>
          <p14:tracePt t="19596" x="1701800" y="1974850"/>
          <p14:tracePt t="19629" x="1708150" y="1987550"/>
          <p14:tracePt t="19663" x="1727200" y="2019300"/>
          <p14:tracePt t="19696" x="1771650" y="2101850"/>
          <p14:tracePt t="19729" x="1847850" y="2266950"/>
          <p14:tracePt t="19782" x="1898650" y="2374900"/>
          <p14:tracePt t="19814" x="1898650" y="2393950"/>
          <p14:tracePt t="19878" x="1885950" y="2393950"/>
          <p14:tracePt t="19928" x="1873250" y="2362200"/>
          <p14:tracePt t="19961" x="1847850" y="2279650"/>
          <p14:tracePt t="19984" x="1822450" y="2209800"/>
          <p14:tracePt t="20016" x="1809750" y="2127250"/>
          <p14:tracePt t="20047" x="1803400" y="2089150"/>
          <p14:tracePt t="20078" x="1803400" y="2082800"/>
          <p14:tracePt t="20128" x="1809750" y="2082800"/>
          <p14:tracePt t="20161" x="1822450" y="2120900"/>
          <p14:tracePt t="20194" x="1860550" y="2235200"/>
          <p14:tracePt t="20228" x="1911350" y="2463800"/>
          <p14:tracePt t="20246" x="1930400" y="2520950"/>
          <p14:tracePt t="20265" x="1955800" y="2616200"/>
          <p14:tracePt t="20295" x="1981200" y="2692400"/>
          <p14:tracePt t="20327" x="1987550" y="2711450"/>
          <p14:tracePt t="20364" x="1987550" y="2724150"/>
          <p14:tracePt t="20398" x="2000250" y="2736850"/>
          <p14:tracePt t="22486" x="2305050" y="2736850"/>
          <p14:tracePt t="22553" x="5067300" y="2495550"/>
          <p14:tracePt t="22591" x="6477000" y="2362200"/>
          <p14:tracePt t="22625" x="7175500" y="2305050"/>
          <p14:tracePt t="22672" x="7740650" y="2235200"/>
          <p14:tracePt t="22719" x="7766050" y="2222500"/>
          <p14:tracePt t="22752" x="7772400" y="2216150"/>
          <p14:tracePt t="22787" x="7797800" y="2209800"/>
          <p14:tracePt t="22818" x="8045450" y="2298700"/>
          <p14:tracePt t="22852" x="8502650" y="2527300"/>
          <p14:tracePt t="22885" x="8693150" y="2616200"/>
          <p14:tracePt t="22921" x="8724900" y="2641600"/>
          <p14:tracePt t="22953" x="8724900" y="2673350"/>
          <p14:tracePt t="22984" x="8724900" y="2724150"/>
          <p14:tracePt t="23017" x="8737600" y="2800350"/>
          <p14:tracePt t="23051" x="8750300" y="2825750"/>
          <p14:tracePt t="23069" x="8750300" y="2832100"/>
          <p14:tracePt t="23101" x="8750300" y="2838450"/>
          <p14:tracePt t="23151" x="8724900" y="2844800"/>
          <p14:tracePt t="23184" x="8674100" y="2844800"/>
          <p14:tracePt t="23234" x="8445500" y="2832100"/>
          <p14:tracePt t="23267" x="8255000" y="2832100"/>
          <p14:tracePt t="23300" x="7994650" y="2844800"/>
          <p14:tracePt t="23336" x="7848600" y="2870200"/>
          <p14:tracePt t="23372" x="7772400" y="2889250"/>
          <p14:tracePt t="23433" x="7759700" y="2895600"/>
          <p14:tracePt t="23485" x="7753350" y="2895600"/>
          <p14:tracePt t="23518" x="7740650" y="2901950"/>
          <p14:tracePt t="25940" x="7378700" y="3054350"/>
          <p14:tracePt t="25974" x="7023100" y="3181350"/>
          <p14:tracePt t="26007" x="6350000" y="3352800"/>
          <p14:tracePt t="26041" x="5676900" y="3543300"/>
          <p14:tracePt t="26077" x="5105400" y="3676650"/>
          <p14:tracePt t="26140" x="4641850" y="3740150"/>
          <p14:tracePt t="26173" x="4445000" y="3759200"/>
          <p14:tracePt t="26206" x="4235450" y="3778250"/>
          <p14:tracePt t="26240" x="3994150" y="3797300"/>
          <p14:tracePt t="26273" x="3765550" y="3841750"/>
          <p14:tracePt t="26306" x="3556000" y="3905250"/>
          <p14:tracePt t="26325" x="3454400" y="3956050"/>
          <p14:tracePt t="26390" x="3238500" y="4083050"/>
          <p14:tracePt t="26423" x="3206750" y="4089400"/>
          <p14:tracePt t="26472" x="3206750" y="4095750"/>
          <p14:tracePt t="26522" x="3187700" y="4076700"/>
          <p14:tracePt t="30575" x="3092450" y="4203700"/>
          <p14:tracePt t="30610" x="2819400" y="4521200"/>
          <p14:tracePt t="30641" x="2679700" y="4667250"/>
          <p14:tracePt t="30675" x="2482850" y="4806950"/>
          <p14:tracePt t="30708" x="2400300" y="4845050"/>
          <p14:tracePt t="30741" x="2324100" y="4851400"/>
          <p14:tracePt t="30774" x="2203450" y="4857750"/>
          <p14:tracePt t="30824" x="2095500" y="4857750"/>
          <p14:tracePt t="30874" x="2070100" y="4857750"/>
          <p14:tracePt t="30973" x="2305050" y="4940300"/>
          <p14:tracePt t="31006" x="2882900" y="5041900"/>
          <p14:tracePt t="31040" x="3987800" y="5213350"/>
          <p14:tracePt t="31073" x="5568950" y="5461000"/>
          <p14:tracePt t="31109" x="6438900" y="5600700"/>
          <p14:tracePt t="31173" x="7181850" y="5727700"/>
          <p14:tracePt t="31206" x="7207250" y="5727700"/>
          <p14:tracePt t="31239" x="7213600" y="5727700"/>
          <p14:tracePt t="31272" x="7213600" y="5721350"/>
          <p14:tracePt t="31305" x="7207250" y="5715000"/>
          <p14:tracePt t="31339" x="7200900" y="5708650"/>
          <p14:tracePt t="31375" x="7194550" y="5708650"/>
          <p14:tracePt t="31408" x="7188200" y="5708650"/>
          <p14:tracePt t="31455" x="7188200" y="5702300"/>
          <p14:tracePt t="31492" x="7175500" y="5702300"/>
          <p14:tracePt t="31513" x="7156450" y="5695950"/>
          <p14:tracePt t="31555" x="7080250" y="5664200"/>
          <p14:tracePt t="31576" x="6959600" y="5626100"/>
          <p14:tracePt t="31609" x="6584950" y="5524500"/>
          <p14:tracePt t="31671" x="5918200" y="5422900"/>
          <p14:tracePt t="31705" x="5753100" y="5403850"/>
          <p14:tracePt t="31738" x="5727700" y="5403850"/>
          <p14:tracePt t="31771" x="5721350" y="5410200"/>
          <p14:tracePt t="31820" x="5708650" y="5410200"/>
          <p14:tracePt t="31842" x="5683250" y="5410200"/>
          <p14:tracePt t="31875" x="5588000" y="5410200"/>
          <p14:tracePt t="31893" x="5530850" y="5410200"/>
          <p14:tracePt t="31922" x="5327650" y="5397500"/>
          <p14:tracePt t="31953" x="5080000" y="5378450"/>
          <p14:tracePt t="32020" x="4578350" y="5346700"/>
          <p14:tracePt t="32070" x="4324350" y="5314950"/>
          <p14:tracePt t="32091" x="4197350" y="5283200"/>
          <p14:tracePt t="32124" x="4032250" y="5238750"/>
          <p14:tracePt t="32157" x="3956050" y="5213350"/>
          <p14:tracePt t="36471" x="3879850" y="5302250"/>
          <p14:tracePt t="36506" x="3765550" y="5461000"/>
          <p14:tracePt t="36538" x="3702050" y="5568950"/>
          <p14:tracePt t="36571" x="3644900" y="5651500"/>
          <p14:tracePt t="36592" x="3619500" y="5695950"/>
          <p14:tracePt t="36625" x="3600450" y="5727700"/>
          <p14:tracePt t="36687" x="3600450" y="5753100"/>
          <p14:tracePt t="36720" x="3600450" y="5784850"/>
          <p14:tracePt t="36754" x="3600450" y="5810250"/>
          <p14:tracePt t="36803" x="3606800" y="5848350"/>
          <p14:tracePt t="36836" x="3663950" y="5918200"/>
          <p14:tracePt t="36870" x="3721100" y="5988050"/>
          <p14:tracePt t="36903" x="3765550" y="6038850"/>
          <p14:tracePt t="36969" x="3867150" y="6153150"/>
          <p14:tracePt t="37020" x="3898900" y="6210300"/>
          <p14:tracePt t="37069" x="3898900" y="6216650"/>
          <p14:tracePt t="37119" x="3917950" y="6203950"/>
        </p14:tracePtLst>
      </p14:laserTraceLst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radius(self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2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81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210"/>
    </mc:Choice>
    <mc:Fallback>
      <p:transition spd="slow" advTm="17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13" x="3784600" y="5892800"/>
          <p14:tracePt t="1246" x="3632200" y="5232400"/>
          <p14:tracePt t="1279" x="3365500" y="4298950"/>
          <p14:tracePt t="1312" x="3041650" y="3632200"/>
          <p14:tracePt t="1348" x="2622550" y="2882900"/>
          <p14:tracePt t="1381" x="2400300" y="2597150"/>
          <p14:tracePt t="1412" x="2178050" y="2400300"/>
          <p14:tracePt t="1445" x="1993900" y="2286000"/>
          <p14:tracePt t="1467" x="1778000" y="2197100"/>
          <p14:tracePt t="1484" x="1682750" y="2165350"/>
          <p14:tracePt t="1516" x="1377950" y="2133600"/>
          <p14:tracePt t="1546" x="1162050" y="2197100"/>
          <p14:tracePt t="1578" x="952500" y="2470150"/>
          <p14:tracePt t="1629" x="1003300" y="3086100"/>
          <p14:tracePt t="1661" x="1187450" y="3435350"/>
          <p14:tracePt t="1694" x="1409700" y="3733800"/>
          <p14:tracePt t="1727" x="1739900" y="3962400"/>
          <p14:tracePt t="1749" x="2089150" y="4076700"/>
          <p14:tracePt t="1811" x="3194050" y="3917950"/>
          <p14:tracePt t="1844" x="3587750" y="3530600"/>
          <p14:tracePt t="1877" x="3892550" y="2889250"/>
          <p14:tracePt t="1911" x="3943350" y="1943100"/>
          <p14:tracePt t="1944" x="3854450" y="1638300"/>
          <p14:tracePt t="1977" x="3644900" y="1517650"/>
          <p14:tracePt t="2011" x="3429000" y="1504950"/>
          <p14:tracePt t="2046" x="3048000" y="1504950"/>
          <p14:tracePt t="2078" x="2787650" y="1517650"/>
          <p14:tracePt t="2112" x="2787650" y="1530350"/>
          <p14:tracePt t="2492" x="2749550" y="1574800"/>
          <p14:tracePt t="2525" x="2520950" y="1803400"/>
          <p14:tracePt t="2559" x="2266950" y="2152650"/>
          <p14:tracePt t="2591" x="2197100" y="2406650"/>
          <p14:tracePt t="2628" x="2190750" y="2635250"/>
          <p14:tracePt t="2663" x="2266950" y="2997200"/>
          <p14:tracePt t="2693" x="2451100" y="3270250"/>
          <p14:tracePt t="2724" x="2692400" y="3479800"/>
          <p14:tracePt t="2757" x="2863850" y="3613150"/>
          <p14:tracePt t="2779" x="2990850" y="3670300"/>
          <p14:tracePt t="2809" x="3257550" y="3708400"/>
          <p14:tracePt t="2843" x="3683000" y="3644900"/>
          <p14:tracePt t="2879" x="4000500" y="3486150"/>
          <p14:tracePt t="2912" x="4267200" y="3200400"/>
          <p14:tracePt t="2957" x="4337050" y="2844800"/>
          <p14:tracePt t="2990" x="4229100" y="2546350"/>
          <p14:tracePt t="3010" x="3949700" y="2235200"/>
          <p14:tracePt t="3046" x="3549650" y="1955800"/>
          <p14:tracePt t="3079" x="3048000" y="1847850"/>
          <p14:tracePt t="3095" x="2908300" y="1854200"/>
          <p14:tracePt t="3128" x="2546350" y="1981200"/>
          <p14:tracePt t="3189" x="2025650" y="2590800"/>
          <p14:tracePt t="3240" x="2019300" y="2901950"/>
          <p14:tracePt t="3870" x="2108200" y="2990850"/>
          <p14:tracePt t="3906" x="2241550" y="3111500"/>
          <p14:tracePt t="3970" x="2679700" y="3200400"/>
          <p14:tracePt t="4004" x="3060700" y="3175000"/>
          <p14:tracePt t="4053" x="3479800" y="2984500"/>
          <p14:tracePt t="4086" x="3600450" y="2774950"/>
          <p14:tracePt t="4108" x="3600450" y="2597150"/>
          <p14:tracePt t="4141" x="3556000" y="2311400"/>
          <p14:tracePt t="4203" x="3181350" y="1816100"/>
          <p14:tracePt t="4269" x="2590800" y="1651000"/>
          <p14:tracePt t="4302" x="2368550" y="1657350"/>
          <p14:tracePt t="4335" x="2279650" y="1670050"/>
          <p14:tracePt t="4369" x="2222500" y="1676400"/>
          <p14:tracePt t="4402" x="2197100" y="1689100"/>
          <p14:tracePt t="4438" x="2152650" y="1708150"/>
          <p14:tracePt t="4473" x="2114550" y="1714500"/>
          <p14:tracePt t="4503" x="2057400" y="1720850"/>
          <p14:tracePt t="4535" x="1936750" y="1689100"/>
          <p14:tracePt t="4568" x="1828800" y="1638300"/>
          <p14:tracePt t="4601" x="1733550" y="1587500"/>
          <p14:tracePt t="4634" x="1651000" y="1562100"/>
          <p14:tracePt t="4684" x="1619250" y="1549400"/>
          <p14:tracePt t="4737" x="1625600" y="1574800"/>
          <p14:tracePt t="4769" x="1663700" y="1758950"/>
          <p14:tracePt t="4801" x="1701800" y="2063750"/>
          <p14:tracePt t="4834" x="1727200" y="2457450"/>
          <p14:tracePt t="4867" x="1771650" y="3130550"/>
          <p14:tracePt t="4900" x="1828800" y="3530600"/>
          <p14:tracePt t="4937" x="1917700" y="3898900"/>
          <p14:tracePt t="4968" x="1981200" y="4000500"/>
          <p14:tracePt t="5004" x="2082800" y="4095750"/>
          <p14:tracePt t="5017" x="2095500" y="4102100"/>
          <p14:tracePt t="5051" x="2133600" y="4127500"/>
          <p14:tracePt t="5082" x="2159000" y="4133850"/>
          <p14:tracePt t="5132" x="2197100" y="4133850"/>
          <p14:tracePt t="5166" x="2286000" y="4089400"/>
          <p14:tracePt t="5184" x="2317750" y="4076700"/>
          <p14:tracePt t="5216" x="2438400" y="3917950"/>
          <p14:tracePt t="5282" x="2622550" y="3390900"/>
          <p14:tracePt t="5332" x="2692400" y="2813050"/>
          <p14:tracePt t="5365" x="2711450" y="2559050"/>
          <p14:tracePt t="5398" x="2730500" y="2355850"/>
          <p14:tracePt t="5431" x="2736850" y="2330450"/>
          <p14:tracePt t="5465" x="2743200" y="2324100"/>
          <p14:tracePt t="5498" x="2749550" y="2324100"/>
          <p14:tracePt t="5532" x="2755900" y="2324100"/>
          <p14:tracePt t="5566" x="2787650" y="2286000"/>
          <p14:tracePt t="5584" x="2813050" y="2266950"/>
          <p14:tracePt t="5614" x="2946400" y="2184400"/>
          <p14:tracePt t="5647" x="3168650" y="2127250"/>
          <p14:tracePt t="5669" x="3302000" y="2095500"/>
          <p14:tracePt t="5702" x="3422650" y="2082800"/>
          <p14:tracePt t="5750" x="3473450" y="2076450"/>
          <p14:tracePt t="5846" x="3492500" y="2108200"/>
          <p14:tracePt t="5880" x="3549650" y="2235200"/>
          <p14:tracePt t="5913" x="3683000" y="2603500"/>
          <p14:tracePt t="5949" x="3778250" y="3016250"/>
          <p14:tracePt t="5968" x="3803650" y="3295650"/>
          <p14:tracePt t="5998" x="3746500" y="3683000"/>
          <p14:tracePt t="6030" x="3536950" y="4095750"/>
          <p14:tracePt t="6064" x="3270250" y="4305300"/>
          <p14:tracePt t="6096" x="2997200" y="4394200"/>
          <p14:tracePt t="6129" x="2724150" y="4375150"/>
          <p14:tracePt t="6165" x="2476500" y="4241800"/>
          <p14:tracePt t="6184" x="2336800" y="4133850"/>
          <p14:tracePt t="6202" x="2247900" y="3981450"/>
          <p14:tracePt t="6234" x="2165350" y="3695700"/>
          <p14:tracePt t="6266" x="2159000" y="3314700"/>
          <p14:tracePt t="6300" x="2235200" y="2800350"/>
          <p14:tracePt t="6334" x="2419350" y="2419350"/>
          <p14:tracePt t="6367" x="2603500" y="2216150"/>
          <p14:tracePt t="6397" x="2863850" y="2114550"/>
          <p14:tracePt t="6428" x="3238500" y="2165350"/>
          <p14:tracePt t="6461" x="3549650" y="2216150"/>
          <p14:tracePt t="6483" x="3708400" y="2330450"/>
          <p14:tracePt t="6516" x="3917950" y="2590800"/>
          <p14:tracePt t="6549" x="4051300" y="2959100"/>
          <p14:tracePt t="6627" x="3816350" y="3727450"/>
          <p14:tracePt t="6694" x="2927350" y="4394200"/>
          <p14:tracePt t="6727" x="2622550" y="4464050"/>
          <p14:tracePt t="6760" x="2317750" y="4381500"/>
          <p14:tracePt t="6797" x="2114550" y="4222750"/>
          <p14:tracePt t="6860" x="1809750" y="3594100"/>
          <p14:tracePt t="6927" x="1873250" y="2698750"/>
          <p14:tracePt t="6960" x="2076450" y="2254250"/>
          <p14:tracePt t="6993" x="2292350" y="2032000"/>
          <p14:tracePt t="7015" x="2393950" y="1955800"/>
          <p14:tracePt t="7048" x="2520950" y="1917700"/>
          <p14:tracePt t="7078" x="2641600" y="1911350"/>
          <p14:tracePt t="7125" x="2730500" y="1911350"/>
          <p14:tracePt t="7159" x="2743200" y="1911350"/>
          <p14:tracePt t="7208" x="2749550" y="1911350"/>
          <p14:tracePt t="7259" x="2762250" y="1911350"/>
          <p14:tracePt t="7280" x="2800350" y="1930400"/>
          <p14:tracePt t="7313" x="2908300" y="2006600"/>
          <p14:tracePt t="7358" x="3200400" y="2324100"/>
          <p14:tracePt t="7424" x="3536950" y="3181350"/>
          <p14:tracePt t="7474" x="3543300" y="3975100"/>
          <p14:tracePt t="7507" x="3352800" y="4387850"/>
          <p14:tracePt t="7529" x="3257550" y="4502150"/>
          <p14:tracePt t="7560" x="3048000" y="4597400"/>
          <p14:tracePt t="7594" x="2819400" y="4616450"/>
          <p14:tracePt t="7625" x="2400300" y="4514850"/>
          <p14:tracePt t="7656" x="2000250" y="4381500"/>
          <p14:tracePt t="7690" x="1708150" y="4229100"/>
          <p14:tracePt t="7723" x="1371600" y="3930650"/>
          <p14:tracePt t="7757" x="1244600" y="3587750"/>
          <p14:tracePt t="7775" x="1200150" y="3441700"/>
          <p14:tracePt t="7809" x="1130300" y="2889250"/>
          <p14:tracePt t="7844" x="1149350" y="2730500"/>
          <p14:tracePt t="7878" x="1200150" y="2571750"/>
          <p14:tracePt t="7911" x="1244600" y="2406650"/>
          <p14:tracePt t="7944" x="1308100" y="2317750"/>
          <p14:tracePt t="7978" x="1352550" y="2286000"/>
          <p14:tracePt t="8457" x="1314450" y="2235200"/>
          <p14:tracePt t="8492" x="1231900" y="2120900"/>
          <p14:tracePt t="8523" x="1174750" y="2044700"/>
          <p14:tracePt t="8554" x="1143000" y="2000250"/>
          <p14:tracePt t="8573" x="1123950" y="1968500"/>
          <p14:tracePt t="8620" x="1104900" y="1936750"/>
          <p14:tracePt t="8704" x="1104900" y="1930400"/>
          <p14:tracePt t="8770" x="1085850" y="1911350"/>
          <p14:tracePt t="8803" x="1079500" y="1911350"/>
          <p14:tracePt t="8836" x="1066800" y="1905000"/>
          <p14:tracePt t="8869" x="1047750" y="1892300"/>
          <p14:tracePt t="8903" x="990600" y="1860550"/>
          <p14:tracePt t="8969" x="901700" y="1816100"/>
          <p14:tracePt t="9035" x="889000" y="1803400"/>
          <p14:tracePt t="9069" x="889000" y="1797050"/>
          <p14:tracePt t="9138" x="895350" y="1797050"/>
          <p14:tracePt t="9173" x="901700" y="1797050"/>
          <p14:tracePt t="9235" x="939800" y="1797050"/>
          <p14:tracePt t="9285" x="1079500" y="1803400"/>
          <p14:tracePt t="9318" x="1168400" y="1822450"/>
          <p14:tracePt t="9351" x="1231900" y="1835150"/>
          <p14:tracePt t="9373" x="1250950" y="1841500"/>
          <p14:tracePt t="9406" x="1257300" y="1847850"/>
          <p14:tracePt t="9567" x="1244600" y="1841500"/>
          <p14:tracePt t="9586" x="1219200" y="1841500"/>
          <p14:tracePt t="9617" x="1117600" y="1828800"/>
          <p14:tracePt t="9639" x="1009650" y="1809750"/>
          <p14:tracePt t="9672" x="838200" y="1771650"/>
          <p14:tracePt t="9705" x="698500" y="1727200"/>
          <p14:tracePt t="9738" x="660400" y="1720850"/>
          <p14:tracePt t="9783" x="660400" y="1727200"/>
          <p14:tracePt t="9849" x="666750" y="1746250"/>
          <p14:tracePt t="9882" x="730250" y="1765300"/>
          <p14:tracePt t="9916" x="933450" y="1816100"/>
          <p14:tracePt t="9949" x="1073150" y="1873250"/>
          <p14:tracePt t="10015" x="1155700" y="1911350"/>
          <p14:tracePt t="10082" x="1073150" y="1981200"/>
          <p14:tracePt t="10118" x="977900" y="2038350"/>
          <p14:tracePt t="10149" x="901700" y="2082800"/>
          <p14:tracePt t="10182" x="876300" y="2095500"/>
          <p14:tracePt t="10200" x="869950" y="2095500"/>
          <p14:tracePt t="10235" x="863600" y="2114550"/>
          <p14:tracePt t="10250" x="857250" y="2120900"/>
          <p14:tracePt t="10283" x="831850" y="2159000"/>
          <p14:tracePt t="10315" x="768350" y="2286000"/>
          <p14:tracePt t="10351" x="730250" y="2355850"/>
          <p14:tracePt t="10383" x="704850" y="2400300"/>
          <p14:tracePt t="10415" x="704850" y="2413000"/>
          <p14:tracePt t="10467" x="698500" y="2425700"/>
          <p14:tracePt t="10502" x="717550" y="2451100"/>
          <p14:tracePt t="10532" x="723900" y="2457450"/>
          <p14:tracePt t="10565" x="730250" y="2470150"/>
          <p14:tracePt t="10631" x="736600" y="2476500"/>
          <p14:tracePt t="10663" x="736600" y="2495550"/>
          <p14:tracePt t="10700" x="736600" y="2501900"/>
          <p14:tracePt t="10735" x="742950" y="2501900"/>
          <p14:tracePt t="10813" x="749300" y="2514600"/>
          <p14:tracePt t="10846" x="768350" y="2533650"/>
          <p14:tracePt t="10879" x="787400" y="2559050"/>
          <p14:tracePt t="10912" x="869950" y="2654300"/>
          <p14:tracePt t="10946" x="1016000" y="2825750"/>
          <p14:tracePt t="10982" x="1066800" y="2901950"/>
          <p14:tracePt t="11046" x="1066800" y="3009900"/>
          <p14:tracePt t="11079" x="914400" y="3162300"/>
          <p14:tracePt t="11098" x="819150" y="3251200"/>
          <p14:tracePt t="11114" x="774700" y="3289300"/>
          <p14:tracePt t="11145" x="698500" y="3359150"/>
          <p14:tracePt t="11179" x="673100" y="3409950"/>
          <p14:tracePt t="11201" x="673100" y="3441700"/>
          <p14:tracePt t="11233" x="704850" y="3498850"/>
          <p14:tracePt t="11266" x="749300" y="3556000"/>
          <p14:tracePt t="11328" x="774700" y="3594100"/>
          <p14:tracePt t="11377" x="781050" y="3600450"/>
          <p14:tracePt t="11410" x="781050" y="3606800"/>
          <p14:tracePt t="11444" x="800100" y="3625850"/>
          <p14:tracePt t="11477" x="812800" y="3644900"/>
          <p14:tracePt t="11499" x="857250" y="3695700"/>
          <p14:tracePt t="11532" x="882650" y="3733800"/>
          <p14:tracePt t="11593" x="895350" y="3759200"/>
          <p14:tracePt t="11959" x="869950" y="3975100"/>
          <p14:tracePt t="11992" x="844550" y="4165600"/>
          <p14:tracePt t="12025" x="825500" y="4273550"/>
          <p14:tracePt t="12062" x="806450" y="4387850"/>
          <p14:tracePt t="12094" x="793750" y="4489450"/>
          <p14:tracePt t="12158" x="787400" y="4591050"/>
          <p14:tracePt t="12225" x="787400" y="4654550"/>
          <p14:tracePt t="12258" x="800100" y="4692650"/>
          <p14:tracePt t="12291" x="825500" y="4756150"/>
          <p14:tracePt t="12327" x="857250" y="4826000"/>
          <p14:tracePt t="12391" x="977900" y="4991100"/>
          <p14:tracePt t="12457" x="1035050" y="5029200"/>
          <p14:tracePt t="12490" x="1111250" y="5003800"/>
          <p14:tracePt t="12523" x="1231900" y="4895850"/>
          <p14:tracePt t="12557" x="1454150" y="4692650"/>
          <p14:tracePt t="12590" x="1727200" y="4495800"/>
          <p14:tracePt t="12623" x="2006600" y="4197350"/>
          <p14:tracePt t="12690" x="2222500" y="3886200"/>
          <p14:tracePt t="12723" x="2286000" y="3803650"/>
          <p14:tracePt t="12756" x="2292350" y="3797300"/>
          <p14:tracePt t="12826" x="2286000" y="3797300"/>
          <p14:tracePt t="12857" x="2228850" y="3841750"/>
          <p14:tracePt t="12907" x="2146300" y="3930650"/>
          <p14:tracePt t="12940" x="2076450" y="4032250"/>
          <p14:tracePt t="12989" x="1936750" y="4356100"/>
          <p14:tracePt t="13022" x="1758950" y="4756150"/>
          <p14:tracePt t="13055" x="1657350" y="4959350"/>
          <p14:tracePt t="13077" x="1638300" y="5016500"/>
          <p14:tracePt t="13110" x="1625600" y="5048250"/>
          <p14:tracePt t="13171" x="1600200" y="5060950"/>
          <p14:tracePt t="13221" x="1593850" y="5035550"/>
          <p14:tracePt t="13254" x="1600200" y="4972050"/>
          <p14:tracePt t="13287" x="1606550" y="4902200"/>
          <p14:tracePt t="13321" x="1606550" y="4781550"/>
          <p14:tracePt t="13354" x="1606550" y="4572000"/>
          <p14:tracePt t="13390" x="1625600" y="4451350"/>
          <p14:tracePt t="13454" x="1638300" y="4368800"/>
          <p14:tracePt t="13553" x="1644650" y="4387850"/>
          <p14:tracePt t="13586" x="1644650" y="4457700"/>
          <p14:tracePt t="13620" x="1631950" y="4552950"/>
          <p14:tracePt t="13656" x="1638300" y="4749800"/>
          <p14:tracePt t="13719" x="1771650" y="5035550"/>
          <p14:tracePt t="13786" x="1911350" y="5137150"/>
          <p14:tracePt t="13836" x="1974850" y="5162550"/>
          <p14:tracePt t="13857" x="1981200" y="5162550"/>
          <p14:tracePt t="13890" x="1987550" y="5162550"/>
          <p14:tracePt t="13969" x="1987550" y="5124450"/>
          <p14:tracePt t="14002" x="1987550" y="5054600"/>
          <p14:tracePt t="14035" x="1981200" y="4883150"/>
          <p14:tracePt t="14068" x="1955800" y="4762500"/>
          <p14:tracePt t="14101" x="1943100" y="4692650"/>
          <p14:tracePt t="14121" x="1943100" y="4667250"/>
          <p14:tracePt t="14158" x="1943100" y="4654550"/>
          <p14:tracePt t="14217" x="1943100" y="4648200"/>
          <p14:tracePt t="14437" x="1949450" y="4648200"/>
          <p14:tracePt t="14483" x="1962150" y="4648200"/>
          <p14:tracePt t="14516" x="1968500" y="4648200"/>
          <p14:tracePt t="14549" x="1981200" y="4648200"/>
          <p14:tracePt t="14603" x="1987550" y="4654550"/>
          <p14:tracePt t="14617" x="1993900" y="4654550"/>
          <p14:tracePt t="14670" x="2006600" y="4673600"/>
          <p14:tracePt t="14688" x="2012950" y="4692650"/>
          <p14:tracePt t="14718" x="2025650" y="4737100"/>
          <p14:tracePt t="14752" x="2082800" y="4902200"/>
          <p14:tracePt t="14784" x="2152650" y="5073650"/>
          <p14:tracePt t="14849" x="2330450" y="5346700"/>
          <p14:tracePt t="14882" x="2362200" y="5391150"/>
          <p14:tracePt t="14915" x="2387600" y="5403850"/>
          <p14:tracePt t="14949" x="2393950" y="5410200"/>
          <p14:tracePt t="15297" x="2311400" y="5213350"/>
          <p14:tracePt t="15331" x="2197100" y="4933950"/>
          <p14:tracePt t="15364" x="2082800" y="4616450"/>
          <p14:tracePt t="15397" x="1955800" y="4178300"/>
          <p14:tracePt t="15431" x="1885950" y="3917950"/>
          <p14:tracePt t="15467" x="1841500" y="3625850"/>
          <p14:tracePt t="15530" x="1803400" y="3308350"/>
          <p14:tracePt t="15579" x="1797050" y="3175000"/>
          <p14:tracePt t="15614" x="1790700" y="3117850"/>
          <p14:tracePt t="15632" x="1790700" y="3098800"/>
          <p14:tracePt t="15663" x="1790700" y="3086100"/>
          <p14:tracePt t="15746" x="1790700" y="3079750"/>
          <p14:tracePt t="15812" x="1797050" y="3060700"/>
          <p14:tracePt t="15849" x="1809750" y="3028950"/>
          <p14:tracePt t="15883" x="1860550" y="2876550"/>
          <p14:tracePt t="15917" x="1936750" y="2647950"/>
          <p14:tracePt t="15947" x="2012950" y="2438400"/>
          <p14:tracePt t="15966" x="2063750" y="2311400"/>
          <p14:tracePt t="16000" x="2120900" y="2171700"/>
          <p14:tracePt t="16047" x="2152650" y="2146300"/>
          <p14:tracePt t="16061" x="2159000" y="2133600"/>
        </p14:tracePtLst>
      </p14:laserTraceLst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def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radius(self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2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7"/>
          <p:cNvSpPr/>
          <p:nvPr/>
        </p:nvSpPr>
        <p:spPr bwMode="auto">
          <a:xfrm>
            <a:off x="1422400" y="0"/>
            <a:ext cx="7696200" cy="925286"/>
          </a:xfrm>
          <a:prstGeom prst="wedgeRoundRectCallout">
            <a:avLst>
              <a:gd name="adj1" fmla="val -24039"/>
              <a:gd name="adj2" fmla="val 4793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The property built-in function takes between 1 and 4 arguments.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These arguments are all methods.</a:t>
            </a:r>
          </a:p>
          <a:p>
            <a:pPr>
              <a:lnSpc>
                <a:spcPct val="85000"/>
              </a:lnSpc>
            </a:pP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5" name="Rounded Rectangular Callout 7"/>
          <p:cNvSpPr/>
          <p:nvPr/>
        </p:nvSpPr>
        <p:spPr bwMode="auto">
          <a:xfrm>
            <a:off x="3294743" y="1556657"/>
            <a:ext cx="5791200" cy="914400"/>
          </a:xfrm>
          <a:prstGeom prst="wedgeRoundRectCallout">
            <a:avLst>
              <a:gd name="adj1" fmla="val -65317"/>
              <a:gd name="adj2" fmla="val 6477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So, when using a @property, the next line (</a:t>
            </a:r>
            <a:r>
              <a:rPr lang="en-US" sz="2800" spc="-40" dirty="0" err="1" smtClean="0">
                <a:solidFill>
                  <a:srgbClr val="FF0000"/>
                </a:solidFill>
                <a:latin typeface="Times New Roman" charset="0"/>
              </a:rPr>
              <a:t>ie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, the first argument) is the getter.</a:t>
            </a: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7" name="Rounded Rectangular Callout 7"/>
          <p:cNvSpPr/>
          <p:nvPr/>
        </p:nvSpPr>
        <p:spPr bwMode="auto">
          <a:xfrm>
            <a:off x="3327400" y="1066800"/>
            <a:ext cx="5791200" cy="489857"/>
          </a:xfrm>
          <a:prstGeom prst="wedgeRoundRectCallout">
            <a:avLst>
              <a:gd name="adj1" fmla="val -66774"/>
              <a:gd name="adj2" fmla="val -13512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The first argument is always the getter.</a:t>
            </a:r>
          </a:p>
          <a:p>
            <a:pPr>
              <a:lnSpc>
                <a:spcPct val="85000"/>
              </a:lnSpc>
            </a:pP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294743" y="3429000"/>
            <a:ext cx="5791200" cy="914400"/>
          </a:xfrm>
          <a:prstGeom prst="wedgeRoundRectCallout">
            <a:avLst>
              <a:gd name="adj1" fmla="val -65317"/>
              <a:gd name="adj2" fmla="val 6477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So, when using a @property, the next line (</a:t>
            </a:r>
            <a:r>
              <a:rPr lang="en-US" sz="2800" spc="-40" dirty="0" err="1" smtClean="0">
                <a:solidFill>
                  <a:srgbClr val="FF0000"/>
                </a:solidFill>
                <a:latin typeface="Times New Roman" charset="0"/>
              </a:rPr>
              <a:t>ie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, the first argument) is the getter.</a:t>
            </a: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584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79"/>
    </mc:Choice>
    <mc:Fallback>
      <p:transition spd="slow" advTm="43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9480" x="2120900" y="2139950"/>
          <p14:tracePt t="9513" x="2070100" y="2139950"/>
          <p14:tracePt t="9546" x="1987550" y="2127250"/>
          <p14:tracePt t="9580" x="1892300" y="2114550"/>
          <p14:tracePt t="9613" x="1790700" y="2089150"/>
          <p14:tracePt t="9647" x="1720850" y="2076450"/>
          <p14:tracePt t="9713" x="1517650" y="2019300"/>
          <p14:tracePt t="9746" x="1460500" y="2000250"/>
          <p14:tracePt t="9764" x="1447800" y="1993900"/>
          <p14:tracePt t="9796" x="1441450" y="1987550"/>
          <p14:tracePt t="9850" x="1441450" y="1981200"/>
          <p14:tracePt t="9912" x="1441450" y="1974850"/>
          <p14:tracePt t="9995" x="1441450" y="1949450"/>
          <p14:tracePt t="10028" x="1441450" y="1943100"/>
          <p14:tracePt t="10078" x="1447800" y="1930400"/>
          <p14:tracePt t="10115" x="1447800" y="1924050"/>
          <p14:tracePt t="10148" x="1454150" y="1917700"/>
          <p14:tracePt t="10194" x="1454150" y="1905000"/>
          <p14:tracePt t="10261" x="1460500" y="1905000"/>
          <p14:tracePt t="10348" x="1466850" y="1898650"/>
          <p14:tracePt t="10511" x="1473200" y="1898650"/>
          <p14:tracePt t="10592" x="1479550" y="1898650"/>
          <p14:tracePt t="10626" x="1485900" y="1898650"/>
          <p14:tracePt t="10664" x="1492250" y="1892300"/>
          <p14:tracePt t="10759" x="1498600" y="1892300"/>
          <p14:tracePt t="10928" x="1504950" y="1892300"/>
          <p14:tracePt t="10960" x="1504950" y="1905000"/>
          <p14:tracePt t="11008" x="1511300" y="1911350"/>
          <p14:tracePt t="11041" x="1517650" y="1924050"/>
          <p14:tracePt t="11075" x="1524000" y="1943100"/>
          <p14:tracePt t="11108" x="1530350" y="1949450"/>
          <p14:tracePt t="11141" x="1536700" y="1968500"/>
          <p14:tracePt t="11174" x="1555750" y="2012950"/>
          <p14:tracePt t="11208" x="1574800" y="2057400"/>
          <p14:tracePt t="11274" x="1600200" y="2114550"/>
          <p14:tracePt t="11340" x="1600200" y="2133600"/>
          <p14:tracePt t="11954" x="1593850" y="2133600"/>
          <p14:tracePt t="11992" x="1581150" y="2127250"/>
          <p14:tracePt t="12024" x="1568450" y="2127250"/>
          <p14:tracePt t="12058" x="1517650" y="2120900"/>
          <p14:tracePt t="12093" x="1422400" y="2114550"/>
          <p14:tracePt t="12123" x="1276350" y="2108200"/>
          <p14:tracePt t="12154" x="1149350" y="2101850"/>
          <p14:tracePt t="12187" x="1104900" y="2095500"/>
          <p14:tracePt t="12209" x="1085850" y="2089150"/>
          <p14:tracePt t="12242" x="1079500" y="2089150"/>
          <p14:tracePt t="12387" x="1104900" y="2089150"/>
          <p14:tracePt t="12437" x="1143000" y="2089150"/>
          <p14:tracePt t="12470" x="1212850" y="2076450"/>
          <p14:tracePt t="12492" x="1422400" y="2063750"/>
          <p14:tracePt t="12525" x="1638300" y="2044700"/>
          <p14:tracePt t="12558" x="1784350" y="2044700"/>
          <p14:tracePt t="12591" x="1847850" y="2044700"/>
          <p14:tracePt t="12625" x="1860550" y="2044700"/>
          <p14:tracePt t="12669" x="1866900" y="2044700"/>
          <p14:tracePt t="12868" x="1860550" y="2044700"/>
          <p14:tracePt t="14180" x="1917700" y="2044700"/>
          <p14:tracePt t="14217" x="2000250" y="2051050"/>
          <p14:tracePt t="14252" x="2082800" y="2057400"/>
          <p14:tracePt t="14285" x="2171700" y="2057400"/>
          <p14:tracePt t="14318" x="2247900" y="2057400"/>
          <p14:tracePt t="14354" x="2419350" y="2057400"/>
          <p14:tracePt t="14397" x="2565400" y="2063750"/>
          <p14:tracePt t="14430" x="2647950" y="2070100"/>
          <p14:tracePt t="14496" x="2794000" y="2082800"/>
          <p14:tracePt t="14546" x="2825750" y="2095500"/>
          <p14:tracePt t="14596" x="2832100" y="2095500"/>
          <p14:tracePt t="15082" x="2838450" y="2095500"/>
          <p14:tracePt t="15101" x="2844800" y="2101850"/>
          <p14:tracePt t="15132" x="2863850" y="2108200"/>
          <p14:tracePt t="15162" x="2921000" y="2114550"/>
          <p14:tracePt t="15194" x="3067050" y="2146300"/>
          <p14:tracePt t="15260" x="3454400" y="2235200"/>
          <p14:tracePt t="15294" x="3676650" y="2279650"/>
          <p14:tracePt t="15327" x="3797300" y="2286000"/>
          <p14:tracePt t="15360" x="3937000" y="2311400"/>
          <p14:tracePt t="15393" x="4000500" y="2311400"/>
          <p14:tracePt t="15430" x="4064000" y="2311400"/>
          <p14:tracePt t="15493" x="4089400" y="2311400"/>
          <p14:tracePt t="15542" x="4114800" y="2311400"/>
          <p14:tracePt t="15576" x="4146550" y="2311400"/>
          <p14:tracePt t="15625" x="4171950" y="2311400"/>
          <p14:tracePt t="15659" x="4210050" y="2305050"/>
          <p14:tracePt t="15677" x="4254500" y="2298700"/>
          <p14:tracePt t="15698" x="4318000" y="2292350"/>
          <p14:tracePt t="15742" x="4464050" y="2273300"/>
          <p14:tracePt t="15776" x="4572000" y="2266950"/>
          <p14:tracePt t="15808" x="4654550" y="2273300"/>
          <p14:tracePt t="15858" x="4667250" y="2286000"/>
          <p14:tracePt t="16556" x="4997450" y="2235200"/>
          <p14:tracePt t="16589" x="5232400" y="2197100"/>
          <p14:tracePt t="16622" x="5638800" y="2190750"/>
          <p14:tracePt t="16655" x="6076950" y="2203450"/>
          <p14:tracePt t="16689" x="6502400" y="2209800"/>
          <p14:tracePt t="16722" x="6597650" y="2222500"/>
          <p14:tracePt t="16741" x="6680200" y="2203450"/>
          <p14:tracePt t="16772" x="6902450" y="2184400"/>
          <p14:tracePt t="16790" x="6934200" y="2171700"/>
          <p14:tracePt t="16822" x="6978650" y="2165350"/>
          <p14:tracePt t="16855" x="6997700" y="2165350"/>
          <p14:tracePt t="16888" x="7048500" y="2165350"/>
          <p14:tracePt t="16924" x="7124700" y="2178050"/>
          <p14:tracePt t="16943" x="7131050" y="2178050"/>
          <p14:tracePt t="17004" x="7137400" y="2178050"/>
          <p14:tracePt t="17953" x="6775450" y="2089150"/>
          <p14:tracePt t="17984" x="6000750" y="1930400"/>
          <p14:tracePt t="18017" x="5562600" y="1905000"/>
          <p14:tracePt t="18054" x="4445000" y="1733550"/>
          <p14:tracePt t="18117" x="3136900" y="1498600"/>
          <p14:tracePt t="18183" x="2533650" y="1416050"/>
          <p14:tracePt t="18217" x="2235200" y="1409700"/>
          <p14:tracePt t="18250" x="2006600" y="1416050"/>
          <p14:tracePt t="18286" x="1809750" y="1416050"/>
          <p14:tracePt t="18322" x="1733550" y="1409700"/>
          <p14:tracePt t="18352" x="1625600" y="1422400"/>
          <p14:tracePt t="18386" x="1492250" y="1441450"/>
          <p14:tracePt t="18418" x="1365250" y="1473200"/>
          <p14:tracePt t="18434" x="1352550" y="1479550"/>
          <p14:tracePt t="18465" x="1320800" y="1498600"/>
          <p14:tracePt t="18499" x="1295400" y="1536700"/>
          <p14:tracePt t="18533" x="1289050" y="1600200"/>
          <p14:tracePt t="18582" x="1301750" y="1714500"/>
          <p14:tracePt t="18632" x="1346200" y="1828800"/>
          <p14:tracePt t="18665" x="1371600" y="1879600"/>
          <p14:tracePt t="18731" x="1384300" y="1917700"/>
          <p14:tracePt t="19068" x="1409700" y="1936750"/>
          <p14:tracePt t="19085" x="1441450" y="1962150"/>
          <p14:tracePt t="19115" x="1562100" y="2051050"/>
          <p14:tracePt t="19150" x="1784350" y="2203450"/>
          <p14:tracePt t="19182" x="1905000" y="2273300"/>
          <p14:tracePt t="19213" x="1943100" y="2292350"/>
          <p14:tracePt t="19247" x="1955800" y="2298700"/>
          <p14:tracePt t="19415" x="1962150" y="2298700"/>
          <p14:tracePt t="19612" x="1962150" y="2292350"/>
          <p14:tracePt t="19665" x="1949450" y="2279650"/>
          <p14:tracePt t="19697" x="1936750" y="2266950"/>
          <p14:tracePt t="19761" x="1873250" y="2152650"/>
          <p14:tracePt t="19796" x="1835150" y="2101850"/>
          <p14:tracePt t="19829" x="1809750" y="2063750"/>
          <p14:tracePt t="19846" x="1803400" y="2063750"/>
          <p14:tracePt t="19866" x="1803400" y="2057400"/>
          <p14:tracePt t="19899" x="1797050" y="2057400"/>
          <p14:tracePt t="20277" x="1822450" y="2051050"/>
          <p14:tracePt t="20309" x="1892300" y="2038350"/>
          <p14:tracePt t="20343" x="2032000" y="2025650"/>
          <p14:tracePt t="20376" x="2120900" y="2012950"/>
          <p14:tracePt t="20397" x="2171700" y="2012950"/>
          <p14:tracePt t="20443" x="2216150" y="2032000"/>
          <p14:tracePt t="20476" x="2222500" y="2032000"/>
          <p14:tracePt t="20509" x="2235200" y="2025650"/>
          <p14:tracePt t="20542" x="2241550" y="2025650"/>
          <p14:tracePt t="20575" x="2247900" y="2019300"/>
          <p14:tracePt t="20625" x="2260600" y="2012950"/>
          <p14:tracePt t="20691" x="2273300" y="2000250"/>
          <p14:tracePt t="20725" x="2292350" y="2000250"/>
          <p14:tracePt t="20758" x="2305050" y="1993900"/>
          <p14:tracePt t="20777" x="2317750" y="1987550"/>
          <p14:tracePt t="20793" x="2343150" y="1987550"/>
          <p14:tracePt t="20824" x="2355850" y="1981200"/>
          <p14:tracePt t="20858" x="2406650" y="1968500"/>
          <p14:tracePt t="20891" x="2425700" y="1962150"/>
          <p14:tracePt t="20924" x="2438400" y="1962150"/>
          <p14:tracePt t="20977" x="2457450" y="1955800"/>
          <p14:tracePt t="21040" x="2476500" y="1955800"/>
          <p14:tracePt t="21123" x="2489200" y="1949450"/>
          <p14:tracePt t="21173" x="2495550" y="1943100"/>
          <p14:tracePt t="21206" x="2501900" y="1943100"/>
          <p14:tracePt t="21256" x="2520950" y="1943100"/>
          <p14:tracePt t="21289" x="2533650" y="1943100"/>
          <p14:tracePt t="21322" x="2540000" y="1943100"/>
          <p14:tracePt t="21672" x="2419350" y="1981200"/>
          <p14:tracePt t="21693" x="2336800" y="2019300"/>
          <p14:tracePt t="21726" x="2171700" y="2095500"/>
          <p14:tracePt t="21756" x="2057400" y="2120900"/>
          <p14:tracePt t="21821" x="1816100" y="2159000"/>
          <p14:tracePt t="21871" x="1714500" y="2171700"/>
          <p14:tracePt t="21904" x="1695450" y="2171700"/>
          <p14:tracePt t="21937" x="1689100" y="2171700"/>
          <p14:tracePt t="21958" x="1682750" y="2171700"/>
          <p14:tracePt t="22073" x="1701800" y="2171700"/>
          <p14:tracePt t="22120" x="1778000" y="2133600"/>
          <p14:tracePt t="22139" x="1828800" y="2127250"/>
          <p14:tracePt t="22170" x="2146300" y="2057400"/>
          <p14:tracePt t="22203" x="2425700" y="2025650"/>
          <p14:tracePt t="22236" x="2616200" y="2019300"/>
          <p14:tracePt t="22269" x="2705100" y="2019300"/>
          <p14:tracePt t="22304" x="2711450" y="2019300"/>
          <p14:tracePt t="22369" x="2692400" y="2019300"/>
          <p14:tracePt t="22403" x="2590800" y="2025650"/>
          <p14:tracePt t="22438" x="2425700" y="2038350"/>
          <p14:tracePt t="22471" x="2216150" y="2044700"/>
          <p14:tracePt t="22507" x="2089150" y="2025650"/>
          <p14:tracePt t="22540" x="1974850" y="2019300"/>
          <p14:tracePt t="22574" x="1892300" y="2012950"/>
          <p14:tracePt t="22604" x="1866900" y="2012950"/>
          <p14:tracePt t="22635" x="1860550" y="2012950"/>
          <p14:tracePt t="22668" x="1854200" y="2012950"/>
          <p14:tracePt t="23532" x="1917700" y="2044700"/>
          <p14:tracePt t="23571" x="1981200" y="2082800"/>
          <p14:tracePt t="23600" x="2063750" y="2101850"/>
          <p14:tracePt t="23634" x="2152650" y="2120900"/>
          <p14:tracePt t="23666" x="2247900" y="2133600"/>
          <p14:tracePt t="23698" x="2305050" y="2139950"/>
          <p14:tracePt t="23731" x="2336800" y="2139950"/>
          <p14:tracePt t="23764" x="2349500" y="2139950"/>
          <p14:tracePt t="23814" x="2355850" y="2139950"/>
          <p14:tracePt t="24465" x="2368550" y="2133600"/>
          <p14:tracePt t="24499" x="2381250" y="2120900"/>
          <p14:tracePt t="24533" x="2400300" y="2114550"/>
          <p14:tracePt t="24566" x="2444750" y="2095500"/>
          <p14:tracePt t="24600" x="2514600" y="2057400"/>
          <p14:tracePt t="24633" x="2597150" y="2012950"/>
          <p14:tracePt t="24677" x="2667000" y="1968500"/>
          <p14:tracePt t="24727" x="2679700" y="1968500"/>
          <p14:tracePt t="24777" x="2692400" y="1955800"/>
          <p14:tracePt t="24827" x="2698750" y="1955800"/>
          <p14:tracePt t="24863" x="2705100" y="1949450"/>
          <p14:tracePt t="24926" x="2711450" y="1943100"/>
          <p14:tracePt t="31405" x="2654300" y="2019300"/>
          <p14:tracePt t="31438" x="2438400" y="2266950"/>
          <p14:tracePt t="31471" x="2178050" y="2546350"/>
          <p14:tracePt t="31508" x="1879600" y="2832100"/>
          <p14:tracePt t="31539" x="1663700" y="3060700"/>
          <p14:tracePt t="31571" x="1473200" y="3289300"/>
          <p14:tracePt t="31604" x="1295400" y="3460750"/>
          <p14:tracePt t="31637" x="1168400" y="3606800"/>
          <p14:tracePt t="31670" x="1104900" y="3714750"/>
          <p14:tracePt t="31703" x="1085850" y="3803650"/>
          <p14:tracePt t="31725" x="1085850" y="3848100"/>
          <p14:tracePt t="31758" x="1111250" y="3911600"/>
          <p14:tracePt t="31820" x="1263650" y="4121150"/>
          <p14:tracePt t="31886" x="1530350" y="4318000"/>
          <p14:tracePt t="31936" x="1581150" y="4318000"/>
          <p14:tracePt t="31970" x="1644650" y="4305300"/>
          <p14:tracePt t="31989" x="1676400" y="4305300"/>
          <p14:tracePt t="32020" x="1752600" y="4273550"/>
          <p14:tracePt t="32055" x="1790700" y="4267200"/>
          <p14:tracePt t="32087" x="1828800" y="4254500"/>
          <p14:tracePt t="32119" x="1885950" y="4241800"/>
          <p14:tracePt t="32152" x="1930400" y="4216400"/>
          <p14:tracePt t="32202" x="1936750" y="4203700"/>
          <p14:tracePt t="32235" x="1943100" y="4191000"/>
          <p14:tracePt t="32268" x="1955800" y="4171950"/>
          <p14:tracePt t="32302" x="1968500" y="4152900"/>
          <p14:tracePt t="32335" x="1974850" y="4146550"/>
          <p14:tracePt t="32371" x="1981200" y="4140200"/>
          <p14:tracePt t="32403" x="1981200" y="4133850"/>
          <p14:tracePt t="32434" x="1981200" y="4127500"/>
          <p14:tracePt t="32537" x="1981200" y="4121150"/>
          <p14:tracePt t="32667" x="1974850" y="4114800"/>
          <p14:tracePt t="33414" x="2025650" y="4108450"/>
          <p14:tracePt t="33447" x="2044700" y="4108450"/>
          <p14:tracePt t="33513" x="2070100" y="4102100"/>
          <p14:tracePt t="33546" x="2076450" y="4102100"/>
          <p14:tracePt t="33583" x="2082800" y="4102100"/>
          <p14:tracePt t="33647" x="2108200" y="4095750"/>
          <p14:tracePt t="33713" x="2120900" y="4089400"/>
          <p14:tracePt t="33746" x="2133600" y="4089400"/>
          <p14:tracePt t="33780" x="2139950" y="4089400"/>
          <p14:tracePt t="33829" x="2146300" y="4089400"/>
          <p14:tracePt t="33862" x="2152650" y="4083050"/>
          <p14:tracePt t="33929" x="2171700" y="4076700"/>
          <p14:tracePt t="34461" x="2133600" y="4076700"/>
          <p14:tracePt t="34494" x="2089150" y="4083050"/>
          <p14:tracePt t="34528" x="2006600" y="4083050"/>
          <p14:tracePt t="34560" x="1936750" y="4064000"/>
          <p14:tracePt t="34593" x="1866900" y="4013200"/>
          <p14:tracePt t="34627" x="1790700" y="3937000"/>
          <p14:tracePt t="34663" x="1739900" y="3879850"/>
          <p14:tracePt t="34710" x="1670050" y="3790950"/>
          <p14:tracePt t="34743" x="1644650" y="3771900"/>
          <p14:tracePt t="34776" x="1638300" y="3765550"/>
          <p14:tracePt t="34826" x="1631950" y="3759200"/>
          <p14:tracePt t="34859" x="1619250" y="3746500"/>
          <p14:tracePt t="34881" x="1619250" y="3733800"/>
          <p14:tracePt t="34914" x="1612900" y="3733800"/>
          <p14:tracePt t="34947" x="1606550" y="3727450"/>
          <p14:tracePt t="35009" x="1600200" y="3714750"/>
          <p14:tracePt t="35058" x="1593850" y="3702050"/>
          <p14:tracePt t="35108" x="1587500" y="3702050"/>
          <p14:tracePt t="35460" x="1593850" y="3702050"/>
          <p14:tracePt t="35673" x="1638300" y="3733800"/>
          <p14:tracePt t="35695" x="1689100" y="3765550"/>
          <p14:tracePt t="35756" x="1854200" y="3911600"/>
          <p14:tracePt t="35822" x="1905000" y="3956050"/>
          <p14:tracePt t="36719" x="1943100" y="3968750"/>
          <p14:tracePt t="36769" x="2139950" y="4000500"/>
          <p14:tracePt t="36806" x="2247900" y="4032250"/>
          <p14:tracePt t="36869" x="2279650" y="4025900"/>
          <p14:tracePt t="36902" x="2254250" y="4013200"/>
          <p14:tracePt t="36936" x="2063750" y="3994150"/>
          <p14:tracePt t="36968" x="1822450" y="3975100"/>
          <p14:tracePt t="37002" x="1555750" y="3968750"/>
          <p14:tracePt t="37038" x="1250950" y="3968750"/>
          <p14:tracePt t="37071" x="1155700" y="3956050"/>
          <p14:tracePt t="37103" x="1149350" y="3956050"/>
          <p14:tracePt t="37135" x="1143000" y="3956050"/>
          <p14:tracePt t="37168" x="1162050" y="3956050"/>
          <p14:tracePt t="37202" x="1282700" y="3937000"/>
          <p14:tracePt t="37219" x="1333500" y="3937000"/>
          <p14:tracePt t="37241" x="1498600" y="3898900"/>
          <p14:tracePt t="37275" x="1854200" y="3829050"/>
          <p14:tracePt t="37320" x="1987550" y="3810000"/>
          <p14:tracePt t="37352" x="2000250" y="3803650"/>
          <p14:tracePt t="37434" x="1981200" y="3810000"/>
          <p14:tracePt t="37452" x="1962150" y="3816350"/>
          <p14:tracePt t="37484" x="1841500" y="3854450"/>
          <p14:tracePt t="37520" x="1689100" y="3905250"/>
          <p14:tracePt t="37538" x="1631950" y="3917950"/>
          <p14:tracePt t="37553" x="1504950" y="3924300"/>
          <p14:tracePt t="37571" x="1460500" y="3924300"/>
          <p14:tracePt t="37601" x="1409700" y="3917950"/>
          <p14:tracePt t="37633" x="1397000" y="3917950"/>
          <p14:tracePt t="37666" x="1447800" y="3892550"/>
          <p14:tracePt t="37699" x="1631950" y="3860800"/>
          <p14:tracePt t="37733" x="1828800" y="3841750"/>
          <p14:tracePt t="37766" x="2025650" y="3848100"/>
          <p14:tracePt t="37815" x="2101850" y="3860800"/>
          <p14:tracePt t="37837" x="2108200" y="3867150"/>
          <p14:tracePt t="37932" x="2063750" y="3873500"/>
          <p14:tracePt t="37965" x="1955800" y="3905250"/>
          <p14:tracePt t="37999" x="1689100" y="3968750"/>
          <p14:tracePt t="38032" x="1479550" y="4019550"/>
          <p14:tracePt t="38053" x="1409700" y="4025900"/>
          <p14:tracePt t="38071" x="1377950" y="4032250"/>
          <p14:tracePt t="38103" x="1365250" y="4032250"/>
          <p14:tracePt t="38136" x="1447800" y="4032250"/>
          <p14:tracePt t="38153" x="1511300" y="4032250"/>
          <p14:tracePt t="38183" x="1746250" y="4044950"/>
          <p14:tracePt t="38214" x="2012950" y="4044950"/>
          <p14:tracePt t="38247" x="2216150" y="4038600"/>
          <p14:tracePt t="38281" x="2286000" y="4032250"/>
          <p14:tracePt t="38314" x="2292350" y="4032250"/>
          <p14:tracePt t="40227" x="2292350" y="3930650"/>
          <p14:tracePt t="40259" x="2305050" y="3841750"/>
          <p14:tracePt t="40291" x="2317750" y="3771900"/>
          <p14:tracePt t="40327" x="2343150" y="3619500"/>
          <p14:tracePt t="40362" x="2362200" y="3441700"/>
          <p14:tracePt t="40395" x="2393950" y="3282950"/>
          <p14:tracePt t="40429" x="2400300" y="3251200"/>
          <p14:tracePt t="40473" x="2400300" y="3244850"/>
          <p14:tracePt t="40988" x="2387600" y="3136900"/>
          <p14:tracePt t="41006" x="2387600" y="2952750"/>
          <p14:tracePt t="41041" x="2387600" y="2813050"/>
          <p14:tracePt t="41073" x="2387600" y="2711450"/>
          <p14:tracePt t="41107" x="2368550" y="2616200"/>
          <p14:tracePt t="41139" x="2336800" y="2451100"/>
          <p14:tracePt t="41171" x="2324100" y="2381250"/>
          <p14:tracePt t="41204" x="2324100" y="2336800"/>
          <p14:tracePt t="41225" x="2324100" y="2317750"/>
          <p14:tracePt t="41258" x="2324100" y="2292350"/>
          <p14:tracePt t="41308" x="2324100" y="2286000"/>
          <p14:tracePt t="41373" x="2317750" y="2273300"/>
          <p14:tracePt t="41408" x="2305050" y="2260600"/>
          <p14:tracePt t="41441" x="2298700" y="2254250"/>
          <p14:tracePt t="41486" x="2298700" y="2247900"/>
          <p14:tracePt t="41519" x="2292350" y="2241550"/>
          <p14:tracePt t="41585" x="2286000" y="2228850"/>
          <p14:tracePt t="41604" x="2279650" y="2222500"/>
          <p14:tracePt t="41635" x="2279650" y="2216150"/>
          <p14:tracePt t="41685" x="2279650" y="2209800"/>
          <p14:tracePt t="41755" x="2286000" y="2222500"/>
          <p14:tracePt t="41789" x="2286000" y="2241550"/>
          <p14:tracePt t="41820" x="2311400" y="2393950"/>
          <p14:tracePt t="41884" x="2368550" y="2946400"/>
          <p14:tracePt t="41934" x="2381250" y="3429000"/>
          <p14:tracePt t="41967" x="2387600" y="3619500"/>
          <p14:tracePt t="42001" x="2374900" y="3822700"/>
          <p14:tracePt t="42019" x="2368550" y="3841750"/>
          <p14:tracePt t="42039" x="2362200" y="3873500"/>
          <p14:tracePt t="42100" x="2349500" y="3892550"/>
          <p14:tracePt t="42134" x="2349500" y="3898900"/>
          <p14:tracePt t="42201" x="2343150" y="3905250"/>
          <p14:tracePt t="42251" x="2343150" y="3917950"/>
          <p14:tracePt t="42366" x="2336800" y="3917950"/>
          <p14:tracePt t="42482" x="2336800" y="390525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smtClean="0">
                <a:latin typeface="Arial Narrow" panose="020B0606020202030204" pitchFamily="34" charset="0"/>
              </a:rPr>
              <a:t>@</a:t>
            </a:r>
            <a:r>
              <a:rPr lang="en-US" b="1" kern="0" spc="-100" smtClean="0"/>
              <a:t>classmethod,</a:t>
            </a:r>
            <a:r>
              <a:rPr lang="en-US" sz="2800" b="1" kern="0" spc="-100" smtClean="0"/>
              <a:t> </a:t>
            </a:r>
            <a:r>
              <a:rPr lang="en-US" b="1" kern="0" spc="-100" smtClean="0">
                <a:latin typeface="Arial Narrow" panose="020B0606020202030204" pitchFamily="34" charset="0"/>
              </a:rPr>
              <a:t>@</a:t>
            </a:r>
            <a:r>
              <a:rPr lang="en-US" b="1" kern="0" spc="-100" smtClean="0"/>
              <a:t>staticmethod,</a:t>
            </a:r>
            <a:r>
              <a:rPr lang="en-US" sz="2800" b="1" kern="0" spc="-100" smtClean="0"/>
              <a:t> </a:t>
            </a:r>
            <a:r>
              <a:rPr lang="en-US" b="1" kern="0" spc="-100" smtClean="0"/>
              <a:t>&amp;</a:t>
            </a:r>
            <a:r>
              <a:rPr lang="en-US" sz="2800" b="1" kern="0" spc="-100" smtClean="0"/>
              <a:t> </a:t>
            </a:r>
            <a:r>
              <a:rPr lang="en-US" b="1" kern="0" spc="-100" smtClean="0">
                <a:latin typeface="Arial Narrow" panose="020B0606020202030204" pitchFamily="34" charset="0"/>
              </a:rPr>
              <a:t>@</a:t>
            </a:r>
            <a:r>
              <a:rPr lang="en-US" b="1" kern="0" spc="-10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h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1447800" y="0"/>
            <a:ext cx="7696200" cy="1295400"/>
          </a:xfrm>
          <a:prstGeom prst="wedgeRoundRectCallout">
            <a:avLst>
              <a:gd name="adj1" fmla="val -33657"/>
              <a:gd name="adj2" fmla="val 12076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radius is a mutable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property (can get a new value). But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by defining a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setter(),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we can do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error testing.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Access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properties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like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attributes:</a:t>
            </a:r>
            <a:r>
              <a:rPr lang="en-US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without</a:t>
            </a:r>
            <a:r>
              <a:rPr lang="en-US" sz="2400" spc="-4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parentheses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173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875"/>
    </mc:Choice>
    <mc:Fallback>
      <p:transition spd="slow" advTm="568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</p:bldLst>
  </p:timing>
  <p:extLst>
    <p:ext uri="{3A86A75C-4F4B-4683-9AE1-C65F6400EC91}">
      <p14:laserTraceLst xmlns:p14="http://schemas.microsoft.com/office/powerpoint/2010/main">
        <p14:tracePtLst>
          <p14:tracePt t="1844" x="2260600" y="3441700"/>
          <p14:tracePt t="1877" x="2241550" y="3371850"/>
          <p14:tracePt t="1911" x="2247900" y="3149600"/>
          <p14:tracePt t="1944" x="2260600" y="2990850"/>
          <p14:tracePt t="1977" x="2279650" y="2844800"/>
          <p14:tracePt t="2013" x="2279650" y="2768600"/>
          <p14:tracePt t="2046" x="2279650" y="2698750"/>
          <p14:tracePt t="2077" x="2228850" y="2571750"/>
          <p14:tracePt t="2113" x="2165350" y="2463800"/>
          <p14:tracePt t="2148" x="2082800" y="2381250"/>
          <p14:tracePt t="2181" x="1993900" y="2336800"/>
          <p14:tracePt t="2214" x="1835150" y="2286000"/>
          <p14:tracePt t="2251" x="1638300" y="2247900"/>
          <p14:tracePt t="2283" x="1530350" y="2279650"/>
          <p14:tracePt t="2316" x="1460500" y="2330450"/>
          <p14:tracePt t="2348" x="1435100" y="2393950"/>
          <p14:tracePt t="2392" x="1397000" y="2590800"/>
          <p14:tracePt t="2442" x="1447800" y="2857500"/>
          <p14:tracePt t="2463" x="1530350" y="2984500"/>
          <p14:tracePt t="2497" x="1727200" y="3143250"/>
          <p14:tracePt t="2527" x="1828800" y="3181350"/>
          <p14:tracePt t="2559" x="2095500" y="3175000"/>
          <p14:tracePt t="2577" x="2152650" y="3155950"/>
          <p14:tracePt t="2608" x="2413000" y="3009900"/>
          <p14:tracePt t="2641" x="2590800" y="2857500"/>
          <p14:tracePt t="2674" x="2705100" y="2692400"/>
          <p14:tracePt t="2708" x="2762250" y="2533650"/>
          <p14:tracePt t="2741" x="2768600" y="2482850"/>
          <p14:tracePt t="2774" x="2762250" y="2438400"/>
          <p14:tracePt t="2807" x="2686050" y="2400300"/>
          <p14:tracePt t="2874" x="2209800" y="2292350"/>
          <p14:tracePt t="2907" x="1962150" y="2241550"/>
          <p14:tracePt t="2956" x="1600200" y="2235200"/>
          <p14:tracePt t="2978" x="1466850" y="2279650"/>
          <p14:tracePt t="3012" x="1346200" y="2355850"/>
          <p14:tracePt t="3056" x="1301750" y="2451100"/>
          <p14:tracePt t="3123" x="1320800" y="2686050"/>
          <p14:tracePt t="3189" x="1454150" y="2882900"/>
          <p14:tracePt t="3225" x="1765300" y="3035300"/>
          <p14:tracePt t="3256" x="2089150" y="3073400"/>
          <p14:tracePt t="3289" x="2451100" y="3035300"/>
          <p14:tracePt t="3326" x="2571750" y="2952750"/>
          <p14:tracePt t="3389" x="2667000" y="2400300"/>
          <p14:tracePt t="3438" x="2336800" y="1981200"/>
          <p14:tracePt t="3472" x="2159000" y="1905000"/>
          <p14:tracePt t="3490" x="2114550" y="1885950"/>
          <p14:tracePt t="3525" x="1758950" y="1892300"/>
          <p14:tracePt t="3543" x="1524000" y="1943100"/>
          <p14:tracePt t="3573" x="1308100" y="2044700"/>
          <p14:tracePt t="3607" x="1149350" y="2152650"/>
          <p14:tracePt t="3671" x="1054100" y="2362200"/>
          <p14:tracePt t="3705" x="1079500" y="2451100"/>
          <p14:tracePt t="3737" x="1200150" y="2571750"/>
          <p14:tracePt t="3770" x="1358900" y="2686050"/>
          <p14:tracePt t="3805" x="1600200" y="2844800"/>
          <p14:tracePt t="3838" x="1765300" y="2921000"/>
          <p14:tracePt t="3903" x="2000250" y="2876550"/>
          <p14:tracePt t="3970" x="2114550" y="2489200"/>
          <p14:tracePt t="4003" x="2095500" y="2260600"/>
          <p14:tracePt t="4036" x="1993900" y="2133600"/>
          <p14:tracePt t="4070" x="1727200" y="2032000"/>
          <p14:tracePt t="4106" x="1327150" y="1968500"/>
          <p14:tracePt t="4141" x="1219200" y="1962150"/>
          <p14:tracePt t="4186" x="1047750" y="1968500"/>
          <p14:tracePt t="4220" x="977900" y="2000250"/>
          <p14:tracePt t="4269" x="990600" y="2095500"/>
          <p14:tracePt t="4302" x="1174750" y="2362200"/>
          <p14:tracePt t="4335" x="1358900" y="2603500"/>
          <p14:tracePt t="4372" x="1581150" y="2806700"/>
          <p14:tracePt t="4435" x="1638300" y="2813050"/>
          <p14:tracePt t="4850" x="1517650" y="2832100"/>
          <p14:tracePt t="4883" x="1409700" y="2832100"/>
          <p14:tracePt t="4916" x="1314450" y="2806700"/>
          <p14:tracePt t="4983" x="1270000" y="2774950"/>
          <p14:tracePt t="5016" x="1257300" y="2730500"/>
          <p14:tracePt t="5066" x="1155700" y="2393950"/>
          <p14:tracePt t="5099" x="1149350" y="2076450"/>
          <p14:tracePt t="5121" x="1187450" y="1962150"/>
          <p14:tracePt t="5154" x="1333500" y="1860550"/>
          <p14:tracePt t="5199" x="1670050" y="1746250"/>
          <p14:tracePt t="5218" x="1765300" y="1746250"/>
          <p14:tracePt t="5251" x="2006600" y="1778000"/>
          <p14:tracePt t="5283" x="2273300" y="1866900"/>
          <p14:tracePt t="5315" x="2432050" y="1981200"/>
          <p14:tracePt t="5349" x="2540000" y="2241550"/>
          <p14:tracePt t="5385" x="2527300" y="2495550"/>
          <p14:tracePt t="5403" x="2457450" y="2647950"/>
          <p14:tracePt t="5433" x="2273300" y="2838450"/>
          <p14:tracePt t="5465" x="2057400" y="2946400"/>
          <p14:tracePt t="5498" x="1822450" y="2984500"/>
          <p14:tracePt t="5532" x="1689100" y="2978150"/>
          <p14:tracePt t="5564" x="1473200" y="2927350"/>
          <p14:tracePt t="5598" x="1263650" y="2870200"/>
          <p14:tracePt t="5620" x="1162050" y="2819400"/>
          <p14:tracePt t="5652" x="1111250" y="2762250"/>
          <p14:tracePt t="5686" x="1079500" y="2622550"/>
          <p14:tracePt t="5747" x="1104900" y="2368550"/>
          <p14:tracePt t="5814" x="1409700" y="1993900"/>
          <p14:tracePt t="5864" x="1797050" y="1847850"/>
          <p14:tracePt t="5885" x="1892300" y="1835150"/>
          <p14:tracePt t="5918" x="2178050" y="1866900"/>
          <p14:tracePt t="5951" x="2330450" y="1968500"/>
          <p14:tracePt t="6013" x="2546350" y="2355850"/>
          <p14:tracePt t="6063" x="2419350" y="2781300"/>
          <p14:tracePt t="6096" x="2203450" y="2984500"/>
          <p14:tracePt t="6129" x="1930400" y="3124200"/>
          <p14:tracePt t="6162" x="1822450" y="3136900"/>
          <p14:tracePt t="6181" x="1752600" y="3136900"/>
          <p14:tracePt t="6215" x="1625600" y="3136900"/>
          <p14:tracePt t="6230" x="1555750" y="3124200"/>
          <p14:tracePt t="6264" x="1371600" y="3048000"/>
          <p14:tracePt t="6295" x="1276350" y="2990850"/>
          <p14:tracePt t="6362" x="1231900" y="2838450"/>
          <p14:tracePt t="6395" x="1276350" y="2698750"/>
          <p14:tracePt t="6428" x="1352550" y="2495550"/>
          <p14:tracePt t="6461" x="1460500" y="2247900"/>
          <p14:tracePt t="6498" x="1492250" y="2190750"/>
          <p14:tracePt t="6530" x="1581150" y="2139950"/>
          <p14:tracePt t="6594" x="1847850" y="2089150"/>
          <p14:tracePt t="6661" x="1924050" y="2070100"/>
          <p14:tracePt t="6679" x="1936750" y="2070100"/>
          <p14:tracePt t="7395" x="1987550" y="2127250"/>
          <p14:tracePt t="7429" x="2089150" y="2273300"/>
          <p14:tracePt t="7460" x="2139950" y="2336800"/>
          <p14:tracePt t="7480" x="2152650" y="2349500"/>
          <p14:tracePt t="7527" x="2159000" y="2355850"/>
          <p14:tracePt t="7724" x="2146300" y="2336800"/>
          <p14:tracePt t="7743" x="2120900" y="2311400"/>
          <p14:tracePt t="7790" x="1892300" y="2127250"/>
          <p14:tracePt t="7840" x="1631950" y="1962150"/>
          <p14:tracePt t="7873" x="1574800" y="1924050"/>
          <p14:tracePt t="7907" x="1555750" y="1917700"/>
          <p14:tracePt t="8056" x="1593850" y="1924050"/>
          <p14:tracePt t="8106" x="1771650" y="1949450"/>
          <p14:tracePt t="8172" x="2095500" y="1968500"/>
          <p14:tracePt t="8222" x="2228850" y="1974850"/>
          <p14:tracePt t="8255" x="2241550" y="1974850"/>
          <p14:tracePt t="8277" x="2235200" y="1974850"/>
          <p14:tracePt t="8310" x="2203450" y="1974850"/>
          <p14:tracePt t="8371" x="1905000" y="2044700"/>
          <p14:tracePt t="8421" x="1631950" y="2108200"/>
          <p14:tracePt t="8455" x="1543050" y="2133600"/>
          <p14:tracePt t="8554" x="1587500" y="2127250"/>
          <p14:tracePt t="8576" x="1682750" y="2108200"/>
          <p14:tracePt t="8638" x="2146300" y="2051050"/>
          <p14:tracePt t="8670" x="2247900" y="2051050"/>
          <p14:tracePt t="8703" x="2279650" y="2044700"/>
          <p14:tracePt t="8737" x="2286000" y="2038350"/>
          <p14:tracePt t="8820" x="2292350" y="2038350"/>
          <p14:tracePt t="8919" x="2298700" y="2038350"/>
          <p14:tracePt t="9323" x="2324100" y="2076450"/>
          <p14:tracePt t="9356" x="2381250" y="2178050"/>
          <p14:tracePt t="9401" x="2482850" y="2419350"/>
          <p14:tracePt t="9435" x="2520950" y="2495550"/>
          <p14:tracePt t="9468" x="2527300" y="2527300"/>
          <p14:tracePt t="9504" x="2527300" y="2533650"/>
          <p14:tracePt t="9783" x="2533650" y="2533650"/>
          <p14:tracePt t="9833" x="2540000" y="2527300"/>
          <p14:tracePt t="9855" x="2552700" y="2514600"/>
          <p14:tracePt t="9891" x="2565400" y="2501900"/>
          <p14:tracePt t="9949" x="2578100" y="2489200"/>
          <p14:tracePt t="9989" x="2584450" y="2476500"/>
          <p14:tracePt t="10032" x="2597150" y="2463800"/>
          <p14:tracePt t="10066" x="2603500" y="2463800"/>
          <p14:tracePt t="10115" x="2603500" y="2457450"/>
          <p14:tracePt t="10149" x="2616200" y="2451100"/>
          <p14:tracePt t="10185" x="2622550" y="2451100"/>
          <p14:tracePt t="20546" x="2749550" y="2451100"/>
          <p14:tracePt t="20579" x="3041650" y="2387600"/>
          <p14:tracePt t="20612" x="3162300" y="2324100"/>
          <p14:tracePt t="20645" x="3295650" y="2190750"/>
          <p14:tracePt t="20667" x="3371850" y="2089150"/>
          <p14:tracePt t="20700" x="3473450" y="1885950"/>
          <p14:tracePt t="20762" x="3587750" y="1435100"/>
          <p14:tracePt t="20796" x="3606800" y="1276350"/>
          <p14:tracePt t="20814" x="3606800" y="1250950"/>
          <p14:tracePt t="20845" x="3606800" y="1206500"/>
          <p14:tracePt t="20878" x="3600450" y="1123950"/>
          <p14:tracePt t="20901" x="3587750" y="1111250"/>
          <p14:tracePt t="20933" x="3568700" y="1092200"/>
          <p14:tracePt t="20966" x="3543300" y="1073150"/>
          <p14:tracePt t="21011" x="3467100" y="1047750"/>
          <p14:tracePt t="21044" x="3371850" y="1041400"/>
          <p14:tracePt t="21078" x="3225800" y="1054100"/>
          <p14:tracePt t="21111" x="3060700" y="1104900"/>
          <p14:tracePt t="21145" x="2901950" y="1193800"/>
          <p14:tracePt t="21180" x="2838450" y="1225550"/>
          <p14:tracePt t="21199" x="2825750" y="1231900"/>
          <p14:tracePt t="21232" x="2819400" y="1238250"/>
          <p14:tracePt t="21281" x="2813050" y="1238250"/>
          <p14:tracePt t="21426" x="2844800" y="1238250"/>
          <p14:tracePt t="21461" x="2940050" y="1231900"/>
          <p14:tracePt t="21493" x="3130550" y="1225550"/>
          <p14:tracePt t="21543" x="3346450" y="1219200"/>
          <p14:tracePt t="21576" x="3409950" y="1219200"/>
          <p14:tracePt t="21609" x="3435350" y="1219200"/>
          <p14:tracePt t="21642" x="3454400" y="1219200"/>
          <p14:tracePt t="21692" x="3460750" y="1219200"/>
          <p14:tracePt t="21725" x="3498850" y="1219200"/>
          <p14:tracePt t="21747" x="3511550" y="1219200"/>
          <p14:tracePt t="21795" x="3575050" y="1206500"/>
          <p14:tracePt t="21826" x="3619500" y="1193800"/>
          <p14:tracePt t="21858" x="3740150" y="1174750"/>
          <p14:tracePt t="21891" x="3835400" y="1162050"/>
          <p14:tracePt t="21914" x="3892550" y="1162050"/>
          <p14:tracePt t="21947" x="4038600" y="1162050"/>
          <p14:tracePt t="21980" x="4108450" y="1174750"/>
          <p14:tracePt t="22013" x="4171950" y="1174750"/>
          <p14:tracePt t="22042" x="4197350" y="1174750"/>
          <p14:tracePt t="22090" x="4216400" y="1174750"/>
          <p14:tracePt t="22157" x="4222750" y="1168400"/>
          <p14:tracePt t="22559" x="4267200" y="1168400"/>
          <p14:tracePt t="22605" x="4533900" y="1168400"/>
          <p14:tracePt t="22672" x="4768850" y="1168400"/>
          <p14:tracePt t="22705" x="4845050" y="1168400"/>
          <p14:tracePt t="22738" x="4895850" y="1168400"/>
          <p14:tracePt t="22771" x="4908550" y="1168400"/>
          <p14:tracePt t="22804" x="4927600" y="1168400"/>
          <p14:tracePt t="22838" x="4946650" y="1168400"/>
          <p14:tracePt t="22888" x="4991100" y="1174750"/>
          <p14:tracePt t="22921" x="5035550" y="1181100"/>
          <p14:tracePt t="22954" x="5105400" y="1187450"/>
          <p14:tracePt t="22987" x="5162550" y="1187450"/>
          <p14:tracePt t="23021" x="5213350" y="1193800"/>
          <p14:tracePt t="23070" x="5219700" y="1193800"/>
          <p14:tracePt t="23120" x="5219700" y="1187450"/>
          <p14:tracePt t="23187" x="5226050" y="1187450"/>
          <p14:tracePt t="23585" x="5524500" y="1181100"/>
          <p14:tracePt t="23607" x="5664200" y="1181100"/>
          <p14:tracePt t="23637" x="5905500" y="1181100"/>
          <p14:tracePt t="23685" x="6242050" y="1200150"/>
          <p14:tracePt t="23718" x="6362700" y="1219200"/>
          <p14:tracePt t="23751" x="6407150" y="1219200"/>
          <p14:tracePt t="23784" x="6477000" y="1219200"/>
          <p14:tracePt t="23808" x="6534150" y="1212850"/>
          <p14:tracePt t="23836" x="6553200" y="1212850"/>
          <p14:tracePt t="23884" x="6610350" y="1206500"/>
          <p14:tracePt t="23950" x="6642100" y="1206500"/>
          <p14:tracePt t="24017" x="6654800" y="1200150"/>
          <p14:tracePt t="24369" x="6718300" y="1200150"/>
          <p14:tracePt t="24404" x="6915150" y="1187450"/>
          <p14:tracePt t="24466" x="7150100" y="1181100"/>
          <p14:tracePt t="24515" x="7340600" y="1187450"/>
          <p14:tracePt t="24549" x="7410450" y="1187450"/>
          <p14:tracePt t="24582" x="7454900" y="1187450"/>
          <p14:tracePt t="24615" x="7486650" y="1187450"/>
          <p14:tracePt t="24848" x="7454900" y="1200150"/>
          <p14:tracePt t="24884" x="7289800" y="1257300"/>
          <p14:tracePt t="24903" x="7073900" y="1320800"/>
          <p14:tracePt t="24950" x="6019800" y="1625600"/>
          <p14:tracePt t="24982" x="5283200" y="1866900"/>
          <p14:tracePt t="25014" x="4572000" y="2152650"/>
          <p14:tracePt t="25047" x="4279900" y="2298700"/>
          <p14:tracePt t="25113" x="3937000" y="2457450"/>
          <p14:tracePt t="25429" x="3257550" y="2387600"/>
          <p14:tracePt t="25464" x="2692400" y="2324100"/>
          <p14:tracePt t="25496" x="2355850" y="2305050"/>
          <p14:tracePt t="25529" x="2241550" y="2305050"/>
          <p14:tracePt t="25562" x="2063750" y="2349500"/>
          <p14:tracePt t="25595" x="1962150" y="2374900"/>
          <p14:tracePt t="25628" x="1885950" y="2393950"/>
          <p14:tracePt t="25647" x="1879600" y="2393950"/>
          <p14:tracePt t="25678" x="1790700" y="2406650"/>
          <p14:tracePt t="25700" x="1746250" y="2413000"/>
          <p14:tracePt t="25730" x="1695450" y="2419350"/>
          <p14:tracePt t="25761" x="1689100" y="2425700"/>
          <p14:tracePt t="25794" x="1701800" y="2413000"/>
          <p14:tracePt t="26160" x="1841500" y="2495550"/>
          <p14:tracePt t="26178" x="1898650" y="2527300"/>
          <p14:tracePt t="26210" x="2127250" y="2654300"/>
          <p14:tracePt t="26243" x="2273300" y="2749550"/>
          <p14:tracePt t="26276" x="2349500" y="2800350"/>
          <p14:tracePt t="26309" x="2387600" y="2832100"/>
          <p14:tracePt t="26575" x="2400300" y="2851150"/>
          <p14:tracePt t="26608" x="2457450" y="2882900"/>
          <p14:tracePt t="26641" x="2597150" y="2965450"/>
          <p14:tracePt t="26675" x="2698750" y="3016250"/>
          <p14:tracePt t="26708" x="2857500" y="3022600"/>
          <p14:tracePt t="26726" x="2914650" y="3022600"/>
          <p14:tracePt t="26758" x="3073400" y="2990850"/>
          <p14:tracePt t="26795" x="3168650" y="2971800"/>
          <p14:tracePt t="26826" x="3187700" y="2959100"/>
          <p14:tracePt t="26891" x="3155950" y="2927350"/>
          <p14:tracePt t="26924" x="3009900" y="2844800"/>
          <p14:tracePt t="26957" x="2768600" y="2768600"/>
          <p14:tracePt t="26978" x="2590800" y="2717800"/>
          <p14:tracePt t="27012" x="2336800" y="2679700"/>
          <p14:tracePt t="27045" x="2292350" y="2679700"/>
          <p14:tracePt t="27075" x="2286000" y="2686050"/>
          <p14:tracePt t="27156" x="2349500" y="2781300"/>
          <p14:tracePt t="27223" x="2762250" y="2946400"/>
          <p14:tracePt t="27256" x="2959100" y="2984500"/>
          <p14:tracePt t="27289" x="3060700" y="3003550"/>
          <p14:tracePt t="27323" x="3073400" y="3003550"/>
          <p14:tracePt t="27405" x="2863850" y="2965450"/>
          <p14:tracePt t="27439" x="2654300" y="2959100"/>
          <p14:tracePt t="27458" x="2514600" y="2971800"/>
          <p14:tracePt t="27490" x="2374900" y="2990850"/>
          <p14:tracePt t="27522" x="2336800" y="2997200"/>
          <p14:tracePt t="27555" x="2330450" y="2997200"/>
          <p14:tracePt t="27591" x="2336800" y="3003550"/>
          <p14:tracePt t="27655" x="2457450" y="3009900"/>
          <p14:tracePt t="27688" x="2813050" y="3009900"/>
          <p14:tracePt t="27721" x="3041650" y="3009900"/>
          <p14:tracePt t="27754" x="3181350" y="3016250"/>
          <p14:tracePt t="27773" x="3213100" y="3016250"/>
          <p14:tracePt t="27792" x="3251200" y="3016250"/>
          <p14:tracePt t="27826" x="3276600" y="3016250"/>
          <p14:tracePt t="27904" x="3130550" y="3028950"/>
          <p14:tracePt t="27937" x="2933700" y="3060700"/>
          <p14:tracePt t="27956" x="2857500" y="3060700"/>
          <p14:tracePt t="27990" x="2597150" y="3086100"/>
          <p14:tracePt t="28025" x="2425700" y="3092450"/>
          <p14:tracePt t="28042" x="2305050" y="3111500"/>
          <p14:tracePt t="28060" x="2273300" y="3117850"/>
          <p14:tracePt t="28092" x="2235200" y="3130550"/>
          <p14:tracePt t="28124" x="2228850" y="3130550"/>
          <p14:tracePt t="28158" x="2235200" y="3117850"/>
          <p14:tracePt t="28191" x="2241550" y="3105150"/>
          <p14:tracePt t="28469" x="2190750" y="3041650"/>
          <p14:tracePt t="28504" x="2120900" y="2978150"/>
          <p14:tracePt t="28535" x="2070100" y="2933700"/>
          <p14:tracePt t="28568" x="2012950" y="2889250"/>
          <p14:tracePt t="28602" x="1993900" y="2870200"/>
          <p14:tracePt t="28651" x="1987550" y="2857500"/>
          <p14:tracePt t="28767" x="1981200" y="2857500"/>
          <p14:tracePt t="28817" x="1974850" y="2857500"/>
          <p14:tracePt t="28839" x="1962150" y="2857500"/>
          <p14:tracePt t="28873" x="1955800" y="2857500"/>
          <p14:tracePt t="28906" x="1930400" y="2857500"/>
          <p14:tracePt t="28936" x="1892300" y="2857500"/>
          <p14:tracePt t="28967" x="1822450" y="2851150"/>
          <p14:tracePt t="28987" x="1771650" y="2838450"/>
          <p14:tracePt t="29002" x="1746250" y="2819400"/>
          <p14:tracePt t="29033" x="1682750" y="2774950"/>
          <p14:tracePt t="29066" x="1651000" y="2736850"/>
          <p14:tracePt t="29099" x="1644650" y="2730500"/>
          <p14:tracePt t="29133" x="1638300" y="2724150"/>
          <p14:tracePt t="29249" x="1663700" y="2736850"/>
          <p14:tracePt t="29282" x="1708150" y="2755900"/>
          <p14:tracePt t="29315" x="1822450" y="2806700"/>
          <p14:tracePt t="29348" x="1987550" y="2870200"/>
          <p14:tracePt t="29370" x="2089150" y="2914650"/>
          <p14:tracePt t="29403" x="2171700" y="2940050"/>
          <p14:tracePt t="29465" x="2197100" y="2946400"/>
          <p14:tracePt t="29548" x="2197100" y="2940050"/>
          <p14:tracePt t="29598" x="2209800" y="2940050"/>
          <p14:tracePt t="29648" x="2222500" y="2927350"/>
          <p14:tracePt t="29670" x="2254250" y="2921000"/>
          <p14:tracePt t="29732" x="2387600" y="2889250"/>
          <p14:tracePt t="29765" x="2457450" y="2882900"/>
          <p14:tracePt t="29797" x="2533650" y="2876550"/>
          <p14:tracePt t="29831" x="2590800" y="2857500"/>
          <p14:tracePt t="29864" x="2609850" y="2857500"/>
          <p14:tracePt t="29935" x="2616200" y="2857500"/>
          <p14:tracePt t="29983" x="2622550" y="2851150"/>
          <p14:tracePt t="30080" x="2641600" y="2844800"/>
          <p14:tracePt t="30114" x="2660650" y="2844800"/>
          <p14:tracePt t="30146" x="2698750" y="2844800"/>
          <p14:tracePt t="30182" x="2736850" y="2838450"/>
          <p14:tracePt t="30220" x="2755900" y="2838450"/>
          <p14:tracePt t="30644" x="2762250" y="2870200"/>
          <p14:tracePt t="30677" x="2762250" y="2952750"/>
          <p14:tracePt t="30699" x="2762250" y="2984500"/>
          <p14:tracePt t="30732" x="2749550" y="3048000"/>
          <p14:tracePt t="30795" x="2736850" y="3124200"/>
          <p14:tracePt t="30827" x="2743200" y="3136900"/>
          <p14:tracePt t="30860" x="2749550" y="3136900"/>
          <p14:tracePt t="30894" x="2755900" y="3149600"/>
          <p14:tracePt t="30943" x="2768600" y="3155950"/>
          <p14:tracePt t="30979" x="2794000" y="3155950"/>
          <p14:tracePt t="31014" x="2800350" y="3162300"/>
          <p14:tracePt t="31033" x="2838450" y="3162300"/>
          <p14:tracePt t="31076" x="2914650" y="3155950"/>
          <p14:tracePt t="31126" x="2984500" y="3143250"/>
          <p14:tracePt t="31159" x="3003550" y="3136900"/>
          <p14:tracePt t="31226" x="3009900" y="3136900"/>
          <p14:tracePt t="31262" x="3016250" y="3136900"/>
          <p14:tracePt t="31358" x="3022600" y="3136900"/>
          <p14:tracePt t="31425" x="3028950" y="3136900"/>
          <p14:tracePt t="31627" x="3041650" y="3136900"/>
          <p14:tracePt t="31663" x="3086100" y="3136900"/>
          <p14:tracePt t="31695" x="3111500" y="3136900"/>
          <p14:tracePt t="31729" x="3130550" y="3136900"/>
          <p14:tracePt t="31777" x="3143250" y="3136900"/>
          <p14:tracePt t="31874" x="3181350" y="3136900"/>
          <p14:tracePt t="31940" x="3206750" y="3136900"/>
          <p14:tracePt t="31989" x="3219450" y="3136900"/>
          <p14:tracePt t="32011" x="3232150" y="3136900"/>
          <p14:tracePt t="32044" x="3257550" y="3136900"/>
          <p14:tracePt t="32075" x="3295650" y="3143250"/>
          <p14:tracePt t="32123" x="3346450" y="3155950"/>
          <p14:tracePt t="32155" x="3365500" y="3155950"/>
          <p14:tracePt t="32222" x="3371850" y="3155950"/>
          <p14:tracePt t="32272" x="3378200" y="3155950"/>
          <p14:tracePt t="32404" x="3397250" y="3155950"/>
          <p14:tracePt t="32454" x="3429000" y="3155950"/>
          <p14:tracePt t="32488" x="3467100" y="3155950"/>
          <p14:tracePt t="32521" x="3536950" y="3155950"/>
          <p14:tracePt t="32543" x="3638550" y="3168650"/>
          <p14:tracePt t="32573" x="3733800" y="3187700"/>
          <p14:tracePt t="32621" x="3854450" y="3200400"/>
          <p14:tracePt t="32654" x="3886200" y="3200400"/>
          <p14:tracePt t="32754" x="3917950" y="3187700"/>
          <p14:tracePt t="32787" x="3943350" y="3181350"/>
          <p14:tracePt t="32820" x="3987800" y="3181350"/>
          <p14:tracePt t="32853" x="4076700" y="3168650"/>
          <p14:tracePt t="32920" x="4146550" y="3149600"/>
          <p14:tracePt t="32986" x="4146550" y="3130550"/>
          <p14:tracePt t="33285" x="4521200" y="3130550"/>
          <p14:tracePt t="33318" x="4851400" y="3130550"/>
          <p14:tracePt t="33355" x="5105400" y="3130550"/>
          <p14:tracePt t="33386" x="5194300" y="3136900"/>
          <p14:tracePt t="33421" x="5200650" y="3136900"/>
          <p14:tracePt t="33817" x="5232400" y="3136900"/>
          <p14:tracePt t="33850" x="5289550" y="3136900"/>
          <p14:tracePt t="33883" x="5435600" y="3136900"/>
          <p14:tracePt t="33920" x="5543550" y="3136900"/>
          <p14:tracePt t="33966" x="5638800" y="3136900"/>
          <p14:tracePt t="34000" x="5683250" y="3124200"/>
          <p14:tracePt t="34032" x="5689600" y="3124200"/>
          <p14:tracePt t="34082" x="5695950" y="3124200"/>
          <p14:tracePt t="34169" x="5695950" y="3117850"/>
          <p14:tracePt t="34216" x="5683250" y="3117850"/>
          <p14:tracePt t="34249" x="5664200" y="3117850"/>
          <p14:tracePt t="34299" x="5518150" y="3098800"/>
          <p14:tracePt t="34335" x="5257800" y="3054350"/>
          <p14:tracePt t="34370" x="4889500" y="3003550"/>
          <p14:tracePt t="34386" x="4806950" y="2997200"/>
          <p14:tracePt t="34420" x="4635500" y="2997200"/>
          <p14:tracePt t="34451" x="4597400" y="2997200"/>
          <p14:tracePt t="34481" x="4591050" y="2997200"/>
          <p14:tracePt t="34597" x="4603750" y="2997200"/>
          <p14:tracePt t="34630" x="4629150" y="2997200"/>
          <p14:tracePt t="34664" x="4699000" y="2997200"/>
          <p14:tracePt t="34700" x="4914900" y="2997200"/>
          <p14:tracePt t="34750" x="5168900" y="3016250"/>
          <p14:tracePt t="34782" x="5238750" y="3028950"/>
          <p14:tracePt t="34813" x="5270500" y="3028950"/>
          <p14:tracePt t="34863" x="5276850" y="3028950"/>
          <p14:tracePt t="34930" x="5327650" y="3035300"/>
          <p14:tracePt t="34951" x="5397500" y="3041650"/>
          <p14:tracePt t="35013" x="5873750" y="3105150"/>
          <p14:tracePt t="35079" x="6477000" y="3130550"/>
          <p14:tracePt t="35113" x="6667500" y="3130550"/>
          <p14:tracePt t="35147" x="6813550" y="3130550"/>
          <p14:tracePt t="35164" x="6832600" y="3130550"/>
          <p14:tracePt t="35184" x="6851650" y="3149600"/>
          <p14:tracePt t="35245" x="6877050" y="3155950"/>
          <p14:tracePt t="35710" x="6997700" y="3130550"/>
          <p14:tracePt t="35728" x="7162800" y="3092450"/>
          <p14:tracePt t="35777" x="7378700" y="3041650"/>
          <p14:tracePt t="35810" x="7391400" y="3035300"/>
          <p14:tracePt t="35843" x="7397750" y="3035300"/>
          <p14:tracePt t="35893" x="7372350" y="3041650"/>
          <p14:tracePt t="35926" x="7308850" y="3048000"/>
          <p14:tracePt t="35959" x="7073900" y="3073400"/>
          <p14:tracePt t="35982" x="6940550" y="3092450"/>
          <p14:tracePt t="36014" x="6851650" y="3105150"/>
          <p14:tracePt t="36025" x="6838950" y="3111500"/>
          <p14:tracePt t="36062" x="6826250" y="3111500"/>
          <p14:tracePt t="36113" x="6870700" y="3111500"/>
          <p14:tracePt t="36147" x="7029450" y="3111500"/>
          <p14:tracePt t="36180" x="7270750" y="3105150"/>
          <p14:tracePt t="36210" x="7442200" y="3092450"/>
          <p14:tracePt t="36242" x="7499350" y="3086100"/>
          <p14:tracePt t="36294" x="7499350" y="3079750"/>
          <p14:tracePt t="36341" x="7467600" y="3079750"/>
          <p14:tracePt t="36374" x="7397750" y="3067050"/>
          <p14:tracePt t="36408" x="7327900" y="3060700"/>
          <p14:tracePt t="36441" x="7277100" y="3054350"/>
          <p14:tracePt t="36474" x="7258050" y="3054350"/>
          <p14:tracePt t="36890" x="6781800" y="3035300"/>
          <p14:tracePt t="36922" x="6223000" y="3009900"/>
          <p14:tracePt t="36972" x="5740400" y="3003550"/>
          <p14:tracePt t="37006" x="5511800" y="3041650"/>
          <p14:tracePt t="37027" x="5403850" y="3067050"/>
          <p14:tracePt t="37060" x="5276850" y="3098800"/>
          <p14:tracePt t="37122" x="5181600" y="3143250"/>
          <p14:tracePt t="37156" x="5124450" y="3162300"/>
          <p14:tracePt t="37205" x="5105400" y="3168650"/>
          <p14:tracePt t="37254" x="5099050" y="3168650"/>
          <p14:tracePt t="37405" x="5105400" y="3168650"/>
          <p14:tracePt t="37454" x="5118100" y="3168650"/>
          <p14:tracePt t="37520" x="5124450" y="3168650"/>
          <p14:tracePt t="37542" x="5130800" y="3168650"/>
          <p14:tracePt t="37575" x="5137150" y="3168650"/>
          <p14:tracePt t="37637" x="5175250" y="3168650"/>
          <p14:tracePt t="37656" x="5187950" y="3168650"/>
          <p14:tracePt t="37687" x="5232400" y="3162300"/>
          <p14:tracePt t="37720" x="5245100" y="3149600"/>
          <p14:tracePt t="37753" x="5251450" y="3136900"/>
          <p14:tracePt t="37786" x="5238750" y="3105150"/>
          <p14:tracePt t="37820" x="5213350" y="3060700"/>
          <p14:tracePt t="37856" x="5149850" y="2971800"/>
          <p14:tracePt t="37888" x="5111750" y="2946400"/>
          <p14:tracePt t="37920" x="5048250" y="2921000"/>
          <p14:tracePt t="37953" x="4991100" y="2914650"/>
          <p14:tracePt t="37985" x="4933950" y="2933700"/>
          <p14:tracePt t="38019" x="4889500" y="2965450"/>
          <p14:tracePt t="38052" x="4864100" y="2997200"/>
          <p14:tracePt t="38073" x="4851400" y="3016250"/>
          <p14:tracePt t="38107" x="4845050" y="3054350"/>
          <p14:tracePt t="38137" x="4845050" y="3067050"/>
          <p14:tracePt t="38169" x="4845050" y="3086100"/>
          <p14:tracePt t="38219" x="4908550" y="3136900"/>
          <p14:tracePt t="38252" x="5048250" y="3181350"/>
          <p14:tracePt t="38284" x="5162550" y="3206750"/>
          <p14:tracePt t="38318" x="5346700" y="3206750"/>
          <p14:tracePt t="38336" x="5384800" y="3187700"/>
          <p14:tracePt t="38367" x="5511800" y="3124200"/>
          <p14:tracePt t="38404" x="5575300" y="3086100"/>
          <p14:tracePt t="38437" x="5607050" y="3054350"/>
          <p14:tracePt t="38453" x="5607050" y="3041650"/>
          <p14:tracePt t="38484" x="5607050" y="3022600"/>
          <p14:tracePt t="38518" x="5594350" y="2990850"/>
          <p14:tracePt t="38551" x="5518150" y="2927350"/>
          <p14:tracePt t="38583" x="5372100" y="2844800"/>
          <p14:tracePt t="38605" x="5276850" y="2819400"/>
          <p14:tracePt t="38635" x="5137150" y="2800350"/>
          <p14:tracePt t="38683" x="5016500" y="2838450"/>
          <p14:tracePt t="38750" x="4876800" y="3003550"/>
          <p14:tracePt t="38816" x="4826000" y="3155950"/>
          <p14:tracePt t="38849" x="4857750" y="3181350"/>
          <p14:tracePt t="38882" x="4978400" y="3206750"/>
          <p14:tracePt t="38919" x="5054600" y="3213100"/>
          <p14:tracePt t="38982" x="5372100" y="3181350"/>
          <p14:tracePt t="39015" x="5461000" y="3168650"/>
          <p14:tracePt t="39049" x="5486400" y="3149600"/>
          <p14:tracePt t="39102" x="5499100" y="3124200"/>
          <p14:tracePt t="39120" x="5511800" y="3098800"/>
          <p14:tracePt t="39153" x="5511800" y="3086100"/>
          <p14:tracePt t="39183" x="5511800" y="3079750"/>
          <p14:tracePt t="39302" x="5511800" y="3073400"/>
          <p14:tracePt t="39846" x="4800600" y="3143250"/>
          <p14:tracePt t="39879" x="4470400" y="3136900"/>
          <p14:tracePt t="39912" x="3943350" y="3149600"/>
          <p14:tracePt t="39946" x="3702050" y="3136900"/>
          <p14:tracePt t="39982" x="3429000" y="3117850"/>
          <p14:tracePt t="40045" x="3092450" y="3124200"/>
          <p14:tracePt t="40078" x="2895600" y="3143250"/>
          <p14:tracePt t="40111" x="2743200" y="3168650"/>
          <p14:tracePt t="40145" x="2660650" y="3194050"/>
          <p14:tracePt t="40178" x="2597150" y="3213100"/>
          <p14:tracePt t="40211" x="2527300" y="3244850"/>
          <p14:tracePt t="40246" x="2444750" y="3289300"/>
          <p14:tracePt t="40294" x="2317750" y="3314700"/>
          <p14:tracePt t="40328" x="2279650" y="3295650"/>
          <p14:tracePt t="40361" x="2324100" y="3257550"/>
          <p14:tracePt t="40676" x="2190750" y="3238500"/>
          <p14:tracePt t="40697" x="2139950" y="3219450"/>
          <p14:tracePt t="40728" x="2063750" y="3206750"/>
          <p14:tracePt t="40762" x="1943100" y="3187700"/>
          <p14:tracePt t="40825" x="1727200" y="3181350"/>
          <p14:tracePt t="40859" x="1708150" y="3181350"/>
          <p14:tracePt t="40892" x="1701800" y="3181350"/>
          <p14:tracePt t="41259" x="1708150" y="3187700"/>
          <p14:tracePt t="41357" x="1708150" y="3194050"/>
          <p14:tracePt t="41424" x="1714500" y="3194050"/>
          <p14:tracePt t="41506" x="1720850" y="3187700"/>
          <p14:tracePt t="41560" x="1720850" y="3175000"/>
          <p14:tracePt t="41623" x="1727200" y="3162300"/>
          <p14:tracePt t="41657" x="1739900" y="3149600"/>
          <p14:tracePt t="41675" x="1739900" y="3143250"/>
          <p14:tracePt t="41706" x="1746250" y="3136900"/>
          <p14:tracePt t="41756" x="1746250" y="3130550"/>
          <p14:tracePt t="41789" x="1758950" y="3124200"/>
          <p14:tracePt t="41872" x="1778000" y="3149600"/>
          <p14:tracePt t="41939" x="1797050" y="3200400"/>
          <p14:tracePt t="41988" x="1822450" y="3244850"/>
          <p14:tracePt t="42022" x="1828800" y="3257550"/>
          <p14:tracePt t="42074" x="1828800" y="3263900"/>
          <p14:tracePt t="42154" x="1835150" y="3270250"/>
          <p14:tracePt t="42188" x="1841500" y="3270250"/>
          <p14:tracePt t="42256" x="1860550" y="3270250"/>
          <p14:tracePt t="42291" x="1892300" y="3270250"/>
          <p14:tracePt t="42309" x="1911350" y="3270250"/>
          <p14:tracePt t="42342" x="2006600" y="3289300"/>
          <p14:tracePt t="42405" x="2089150" y="3295650"/>
          <p14:tracePt t="42470" x="2095500" y="3295650"/>
          <p14:tracePt t="42703" x="2159000" y="3308350"/>
          <p14:tracePt t="42721" x="2171700" y="3308350"/>
          <p14:tracePt t="42753" x="2324100" y="3327400"/>
          <p14:tracePt t="42786" x="2470150" y="3346450"/>
          <p14:tracePt t="42807" x="2552700" y="3352800"/>
          <p14:tracePt t="42841" x="2647950" y="3352800"/>
          <p14:tracePt t="42876" x="2762250" y="3365500"/>
          <p14:tracePt t="42907" x="2870200" y="3371850"/>
          <p14:tracePt t="42940" x="2990850" y="3359150"/>
          <p14:tracePt t="42985" x="3187700" y="3359150"/>
          <p14:tracePt t="43035" x="3473450" y="3333750"/>
          <p14:tracePt t="43068" x="3587750" y="3314700"/>
          <p14:tracePt t="43090" x="3638550" y="3302000"/>
          <p14:tracePt t="43123" x="3644900" y="3302000"/>
          <p14:tracePt t="43184" x="3683000" y="3302000"/>
          <p14:tracePt t="43234" x="3721100" y="3308350"/>
          <p14:tracePt t="43284" x="3746500" y="3308350"/>
          <p14:tracePt t="43317" x="3771900" y="3308350"/>
          <p14:tracePt t="43350" x="3803650" y="3314700"/>
          <p14:tracePt t="43387" x="3860800" y="3321050"/>
          <p14:tracePt t="43450" x="3975100" y="3346450"/>
          <p14:tracePt t="43832" x="4076700" y="3340100"/>
          <p14:tracePt t="43866" x="4248150" y="3333750"/>
          <p14:tracePt t="43915" x="4781550" y="3333750"/>
          <p14:tracePt t="43934" x="4946650" y="3333750"/>
          <p14:tracePt t="43965" x="5162550" y="3333750"/>
          <p14:tracePt t="44031" x="5873750" y="3378200"/>
          <p14:tracePt t="44098" x="6572250" y="3460750"/>
          <p14:tracePt t="44131" x="6800850" y="3479800"/>
          <p14:tracePt t="44154" x="6953250" y="3479800"/>
          <p14:tracePt t="44197" x="7162800" y="3467100"/>
          <p14:tracePt t="44231" x="7340600" y="3441700"/>
          <p14:tracePt t="44281" x="7467600" y="3429000"/>
          <p14:tracePt t="44314" x="7537450" y="3422650"/>
          <p14:tracePt t="44347" x="7651750" y="3422650"/>
          <p14:tracePt t="44380" x="7715250" y="3422650"/>
          <p14:tracePt t="44401" x="7734300" y="3422650"/>
          <p14:tracePt t="44435" x="7753350" y="3422650"/>
          <p14:tracePt t="44468" x="7766050" y="3422650"/>
          <p14:tracePt t="44516" x="7766050" y="3416300"/>
          <p14:tracePt t="44649" x="7753350" y="3416300"/>
          <p14:tracePt t="44684" x="7734300" y="3416300"/>
          <p14:tracePt t="44717" x="7664450" y="3409950"/>
          <p14:tracePt t="44750" x="7372350" y="3409950"/>
          <p14:tracePt t="44784" x="7067550" y="3397250"/>
          <p14:tracePt t="44817" x="6661150" y="3422650"/>
          <p14:tracePt t="44863" x="6324600" y="3460750"/>
          <p14:tracePt t="44895" x="6127750" y="3492500"/>
          <p14:tracePt t="44931" x="5873750" y="3536950"/>
          <p14:tracePt t="44950" x="5822950" y="3549650"/>
          <p14:tracePt t="44980" x="5607050" y="3575050"/>
          <p14:tracePt t="45014" x="5486400" y="3581400"/>
          <p14:tracePt t="45046" x="5429250" y="3581400"/>
          <p14:tracePt t="45078" x="5384800" y="3581400"/>
          <p14:tracePt t="45144" x="5378450" y="3581400"/>
          <p14:tracePt t="45244" x="5378450" y="3575050"/>
          <p14:tracePt t="45576" x="5213350" y="3473450"/>
          <p14:tracePt t="45609" x="4800600" y="3327400"/>
          <p14:tracePt t="45643" x="4108450" y="3149600"/>
          <p14:tracePt t="45676" x="3676650" y="3067050"/>
          <p14:tracePt t="45726" x="3111500" y="2971800"/>
          <p14:tracePt t="45748" x="2952750" y="2946400"/>
          <p14:tracePt t="45777" x="2698750" y="2927350"/>
          <p14:tracePt t="45812" x="2374900" y="2895600"/>
          <p14:tracePt t="45843" x="2266950" y="2895600"/>
          <p14:tracePt t="45876" x="2089150" y="2933700"/>
          <p14:tracePt t="45909" x="1987550" y="2971800"/>
          <p14:tracePt t="45945" x="1917700" y="3028950"/>
          <p14:tracePt t="45963" x="1911350" y="3035300"/>
          <p14:tracePt t="45996" x="1905000" y="3060700"/>
          <p14:tracePt t="46044" x="1930400" y="3111500"/>
          <p14:tracePt t="46076" x="2038350" y="3175000"/>
          <p14:tracePt t="46096" x="2165350" y="3225800"/>
          <p14:tracePt t="46129" x="2355850" y="3289300"/>
          <p14:tracePt t="46162" x="2508250" y="3308350"/>
          <p14:tracePt t="46207" x="2546350" y="3295650"/>
          <p14:tracePt t="46240" x="2565400" y="3263900"/>
          <p14:tracePt t="46260" x="2578100" y="3232150"/>
          <p14:tracePt t="46306" x="2559050" y="3022600"/>
          <p14:tracePt t="46374" x="2292350" y="2705100"/>
          <p14:tracePt t="46423" x="2063750" y="2641600"/>
          <p14:tracePt t="46456" x="1911350" y="2660650"/>
          <p14:tracePt t="46489" x="1854200" y="2692400"/>
          <p14:tracePt t="46522" x="1809750" y="2768600"/>
          <p14:tracePt t="46544" x="1790700" y="2876550"/>
          <p14:tracePt t="46606" x="1911350" y="3371850"/>
          <p14:tracePt t="46639" x="2133600" y="3511550"/>
          <p14:tracePt t="46673" x="2457450" y="3568700"/>
          <p14:tracePt t="46691" x="2533650" y="3568700"/>
          <p14:tracePt t="46722" x="2882900" y="3441700"/>
          <p14:tracePt t="46756" x="2990850" y="3390900"/>
          <p14:tracePt t="46776" x="3060700" y="3340100"/>
          <p14:tracePt t="46810" x="3098800" y="3295650"/>
          <p14:tracePt t="46843" x="3098800" y="3270250"/>
          <p14:tracePt t="46888" x="3079750" y="3200400"/>
          <p14:tracePt t="46938" x="2959100" y="3067050"/>
          <p14:tracePt t="46971" x="2774950" y="2940050"/>
          <p14:tracePt t="47004" x="2495550" y="2794000"/>
          <p14:tracePt t="47026" x="2381250" y="2774950"/>
          <p14:tracePt t="47059" x="2247900" y="2774950"/>
          <p14:tracePt t="47104" x="2139950" y="2838450"/>
          <p14:tracePt t="47137" x="2095500" y="2959100"/>
          <p14:tracePt t="47170" x="2108200" y="3041650"/>
          <p14:tracePt t="47204" x="2159000" y="3105150"/>
          <p14:tracePt t="47237" x="2374900" y="3213100"/>
          <p14:tracePt t="47257" x="2552700" y="3251200"/>
          <p14:tracePt t="47289" x="2851150" y="3257550"/>
          <p14:tracePt t="47308" x="2990850" y="3251200"/>
          <p14:tracePt t="47338" x="3079750" y="3219450"/>
          <p14:tracePt t="47371" x="3124200" y="3168650"/>
          <p14:tracePt t="47406" x="3130550" y="3136900"/>
          <p14:tracePt t="47438" x="3117850" y="3041650"/>
          <p14:tracePt t="47458" x="3098800" y="2997200"/>
          <p14:tracePt t="47488" x="2901950" y="2755900"/>
          <p14:tracePt t="47519" x="2647950" y="2622550"/>
          <p14:tracePt t="47552" x="2444750" y="2571750"/>
          <p14:tracePt t="47586" x="2247900" y="2590800"/>
          <p14:tracePt t="47622" x="2159000" y="2654300"/>
          <p14:tracePt t="47685" x="2114550" y="2781300"/>
          <p14:tracePt t="47752" x="2197100" y="2844800"/>
          <p14:tracePt t="48233" x="2171700" y="3028950"/>
          <p14:tracePt t="48267" x="2178050" y="3086100"/>
          <p14:tracePt t="48301" x="2197100" y="3168650"/>
          <p14:tracePt t="48333" x="2235200" y="3219450"/>
          <p14:tracePt t="48366" x="2254250" y="3238500"/>
          <p14:tracePt t="48400" x="2286000" y="3238500"/>
          <p14:tracePt t="48466" x="2330450" y="3219450"/>
          <p14:tracePt t="48516" x="2393950" y="3175000"/>
          <p14:tracePt t="48549" x="2438400" y="3111500"/>
          <p14:tracePt t="48582" x="2457450" y="2984500"/>
          <p14:tracePt t="48615" x="2444750" y="2921000"/>
          <p14:tracePt t="48637" x="2400300" y="2882900"/>
          <p14:tracePt t="48699" x="2114550" y="2794000"/>
          <p14:tracePt t="48717" x="2063750" y="2794000"/>
          <p14:tracePt t="48749" x="1873250" y="2819400"/>
          <p14:tracePt t="48767" x="1854200" y="2832100"/>
          <p14:tracePt t="48799" x="1784350" y="2908300"/>
          <p14:tracePt t="48832" x="1752600" y="3009900"/>
          <p14:tracePt t="48850" x="1752600" y="3048000"/>
          <p14:tracePt t="48882" x="1784350" y="3219450"/>
          <p14:tracePt t="48899" x="1803400" y="3251200"/>
          <p14:tracePt t="48919" x="1841500" y="3314700"/>
          <p14:tracePt t="48967" x="1949450" y="3378200"/>
          <p14:tracePt t="48999" x="1993900" y="3390900"/>
          <p14:tracePt t="49031" x="2082800" y="3397250"/>
          <p14:tracePt t="49064" x="2108200" y="3397250"/>
          <p14:tracePt t="49082" x="2114550" y="3397250"/>
          <p14:tracePt t="49163" x="2114550" y="3384550"/>
          <p14:tracePt t="49744" x="2209800" y="3384550"/>
          <p14:tracePt t="49779" x="2305050" y="3365500"/>
          <p14:tracePt t="49845" x="2400300" y="3327400"/>
          <p14:tracePt t="49895" x="2444750" y="3282950"/>
          <p14:tracePt t="49927" x="2457450" y="3257550"/>
          <p14:tracePt t="49949" x="2457450" y="3244850"/>
          <p14:tracePt t="49982" x="2457450" y="3238500"/>
          <p14:tracePt t="50044" x="2438400" y="3213100"/>
          <p14:tracePt t="50110" x="2292350" y="3060700"/>
          <p14:tracePt t="50144" x="2120900" y="2921000"/>
          <p14:tracePt t="50167" x="2044700" y="2876550"/>
          <p14:tracePt t="50210" x="1905000" y="2851150"/>
          <p14:tracePt t="50243" x="1835150" y="2851150"/>
          <p14:tracePt t="50309" x="1771650" y="2927350"/>
          <p14:tracePt t="50376" x="1797050" y="3016250"/>
          <p14:tracePt t="50409" x="1860550" y="3086100"/>
          <p14:tracePt t="50442" x="1936750" y="3124200"/>
          <p14:tracePt t="50475" x="1936750" y="3130550"/>
          <p14:tracePt t="50979" x="1993900" y="3155950"/>
          <p14:tracePt t="50996" x="2051050" y="3181350"/>
          <p14:tracePt t="51029" x="2216150" y="3206750"/>
          <p14:tracePt t="51045" x="2286000" y="3213100"/>
          <p14:tracePt t="51079" x="2578100" y="3213100"/>
          <p14:tracePt t="51112" x="2762250" y="3200400"/>
          <p14:tracePt t="51147" x="2800350" y="3187700"/>
          <p14:tracePt t="51175" x="2813050" y="3168650"/>
          <p14:tracePt t="51207" x="2832100" y="3130550"/>
          <p14:tracePt t="51256" x="2806700" y="3028950"/>
          <p14:tracePt t="51293" x="2654300" y="2952750"/>
          <p14:tracePt t="51312" x="2540000" y="2933700"/>
          <p14:tracePt t="51341" x="2381250" y="2940050"/>
          <p14:tracePt t="51373" x="2266950" y="2978150"/>
          <p14:tracePt t="51406" x="2216150" y="3022600"/>
          <p14:tracePt t="51439" x="2152650" y="3117850"/>
          <p14:tracePt t="51472" x="2139950" y="3194050"/>
          <p14:tracePt t="51505" x="2152650" y="3270250"/>
          <p14:tracePt t="51539" x="2184400" y="3327400"/>
          <p14:tracePt t="51572" x="2241550" y="3378200"/>
          <p14:tracePt t="51608" x="2292350" y="3397250"/>
          <p14:tracePt t="51640" x="2374900" y="3397250"/>
          <p14:tracePt t="51672" x="2444750" y="3390900"/>
          <p14:tracePt t="51721" x="2552700" y="3333750"/>
          <p14:tracePt t="51755" x="2603500" y="3289300"/>
          <p14:tracePt t="51788" x="2647950" y="3213100"/>
          <p14:tracePt t="51810" x="2667000" y="3162300"/>
          <p14:tracePt t="51827" x="2673350" y="3149600"/>
          <p14:tracePt t="51860" x="2673350" y="3092450"/>
          <p14:tracePt t="51904" x="2660650" y="3067050"/>
          <p14:tracePt t="51937" x="2616200" y="3048000"/>
          <p14:tracePt t="52004" x="2355850" y="2952750"/>
          <p14:tracePt t="52037" x="2273300" y="2946400"/>
          <p14:tracePt t="52070" x="2216150" y="2971800"/>
          <p14:tracePt t="52137" x="2171700" y="3028950"/>
          <p14:tracePt t="52203" x="2178050" y="3073400"/>
          <p14:tracePt t="52253" x="2197100" y="3079750"/>
          <p14:tracePt t="52768" x="2235200" y="3117850"/>
          <p14:tracePt t="52801" x="2305050" y="3155950"/>
          <p14:tracePt t="52834" x="2343150" y="3162300"/>
          <p14:tracePt t="52868" x="2432050" y="3175000"/>
          <p14:tracePt t="52886" x="2489200" y="3175000"/>
          <p14:tracePt t="52917" x="2552700" y="3162300"/>
          <p14:tracePt t="52951" x="2571750" y="3143250"/>
          <p14:tracePt t="52984" x="2590800" y="3105150"/>
          <p14:tracePt t="53017" x="2590800" y="3092450"/>
          <p14:tracePt t="53067" x="2571750" y="3067050"/>
          <p14:tracePt t="53086" x="2540000" y="3041650"/>
          <p14:tracePt t="53133" x="2419350" y="2978150"/>
          <p14:tracePt t="53169" x="2260600" y="2933700"/>
          <p14:tracePt t="53202" x="2190750" y="2940050"/>
          <p14:tracePt t="53233" x="2165350" y="2990850"/>
          <p14:tracePt t="53299" x="2159000" y="3168650"/>
          <p14:tracePt t="53332" x="2178050" y="3213100"/>
          <p14:tracePt t="53352" x="2203450" y="3244850"/>
          <p14:tracePt t="53371" x="2228850" y="3251200"/>
          <p14:tracePt t="53405" x="2266950" y="3276600"/>
          <p14:tracePt t="53465" x="2343150" y="3302000"/>
          <p14:tracePt t="53515" x="2374900" y="3302000"/>
          <p14:tracePt t="53997" x="2273300" y="3302000"/>
          <p14:tracePt t="54030" x="2152650" y="3302000"/>
          <p14:tracePt t="54048" x="2095500" y="3295650"/>
          <p14:tracePt t="54080" x="2012950" y="3289300"/>
          <p14:tracePt t="54114" x="1911350" y="3276600"/>
          <p14:tracePt t="54136" x="1841500" y="3251200"/>
          <p14:tracePt t="54169" x="1816100" y="3244850"/>
          <p14:tracePt t="54201" x="1765300" y="3225800"/>
          <p14:tracePt t="54234" x="1663700" y="3213100"/>
          <p14:tracePt t="54267" x="1625600" y="3200400"/>
          <p14:tracePt t="54301" x="1587500" y="3187700"/>
          <p14:tracePt t="54363" x="1581150" y="3181350"/>
          <p14:tracePt t="54446" x="1581150" y="3175000"/>
          <p14:tracePt t="54529" x="1581150" y="3168650"/>
          <p14:tracePt t="54578" x="1600200" y="3155950"/>
          <p14:tracePt t="54597" x="1600200" y="3149600"/>
          <p14:tracePt t="54628" x="1619250" y="3136900"/>
          <p14:tracePt t="54661" x="1651000" y="3124200"/>
          <p14:tracePt t="54694" x="1758950" y="3105150"/>
          <p14:tracePt t="54716" x="1816100" y="3098800"/>
          <p14:tracePt t="54777" x="1898650" y="3092450"/>
          <p14:tracePt t="54811" x="1866900" y="3098800"/>
          <p14:tracePt t="54844" x="1771650" y="3105150"/>
          <p14:tracePt t="54881" x="1606550" y="3136900"/>
          <p14:tracePt t="54913" x="1517650" y="3143250"/>
          <p14:tracePt t="54944" x="1485900" y="3149600"/>
          <p14:tracePt t="54965" x="1479550" y="3149600"/>
          <p14:tracePt t="55043" x="1562100" y="3143250"/>
          <p14:tracePt t="55077" x="1778000" y="3136900"/>
          <p14:tracePt t="55110" x="2070100" y="3124200"/>
          <p14:tracePt t="55143" x="2292350" y="3098800"/>
          <p14:tracePt t="55176" x="2343150" y="3086100"/>
          <p14:tracePt t="55199" x="2355850" y="3086100"/>
          <p14:tracePt t="55312" x="2355850" y="3079750"/>
          <p14:tracePt t="55348" x="2362200" y="3073400"/>
        </p14:tracePtLst>
      </p14:laserTraceLst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h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447800" y="0"/>
            <a:ext cx="7696200" cy="1295400"/>
          </a:xfrm>
          <a:prstGeom prst="wedgeRoundRectCallout">
            <a:avLst>
              <a:gd name="adj1" fmla="val -33657"/>
              <a:gd name="adj2" fmla="val 12076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radius is a mutable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property (can get a new value). But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by defining a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setter(),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we can do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error testing.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Access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properties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like</a:t>
            </a:r>
            <a:r>
              <a:rPr lang="en-US" sz="2400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attributes:</a:t>
            </a:r>
            <a:r>
              <a:rPr lang="en-US" spc="-4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without</a:t>
            </a:r>
            <a:r>
              <a:rPr lang="en-US" sz="2400" spc="-4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parentheses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endParaRPr lang="en-US" sz="2800" spc="-4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447800" y="4873752"/>
            <a:ext cx="7696200" cy="1298448"/>
          </a:xfrm>
          <a:prstGeom prst="wedgeRoundRectCallout">
            <a:avLst>
              <a:gd name="adj1" fmla="val -40671"/>
              <a:gd name="adj2" fmla="val -12026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60" dirty="0" smtClean="0">
                <a:solidFill>
                  <a:srgbClr val="00B050"/>
                </a:solidFill>
                <a:latin typeface="Times New Roman" charset="0"/>
              </a:rPr>
              <a:t>.area is </a:t>
            </a:r>
            <a:r>
              <a:rPr lang="en-US" sz="2800" spc="-60" dirty="0">
                <a:solidFill>
                  <a:srgbClr val="00B050"/>
                </a:solidFill>
                <a:latin typeface="Times New Roman" charset="0"/>
              </a:rPr>
              <a:t>an immutable property:</a:t>
            </a:r>
            <a:r>
              <a:rPr lang="en-US" sz="2400" spc="-60" dirty="0">
                <a:solidFill>
                  <a:srgbClr val="00B050"/>
                </a:solidFill>
                <a:latin typeface="Times New Roman" charset="0"/>
              </a:rPr>
              <a:t> </a:t>
            </a:r>
            <a:r>
              <a:rPr lang="en-US" sz="2800" spc="-60" dirty="0" smtClean="0">
                <a:solidFill>
                  <a:srgbClr val="00B050"/>
                </a:solidFill>
                <a:latin typeface="Times New Roman" charset="0"/>
              </a:rPr>
              <a:t>with no</a:t>
            </a:r>
            <a:r>
              <a:rPr lang="en-US" sz="2400" spc="-60" dirty="0" smtClean="0">
                <a:solidFill>
                  <a:srgbClr val="00B050"/>
                </a:solidFill>
                <a:latin typeface="Times New Roman" charset="0"/>
              </a:rPr>
              <a:t> </a:t>
            </a:r>
            <a:r>
              <a:rPr lang="en-US" sz="2800" spc="-60" dirty="0">
                <a:solidFill>
                  <a:srgbClr val="00B050"/>
                </a:solidFill>
                <a:latin typeface="Times New Roman" charset="0"/>
              </a:rPr>
              <a:t>.setter</a:t>
            </a:r>
            <a:r>
              <a:rPr lang="en-US" sz="2800" spc="-60" dirty="0" smtClean="0">
                <a:solidFill>
                  <a:srgbClr val="00B050"/>
                </a:solidFill>
                <a:latin typeface="Times New Roman" charset="0"/>
              </a:rPr>
              <a:t>() given,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 it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can’t be changed.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Although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defined as a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method, you access it like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an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attribute: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without parentheses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.</a:t>
            </a:r>
            <a:endParaRPr lang="en-US" sz="2800" dirty="0">
              <a:solidFill>
                <a:srgbClr val="00B050"/>
              </a:solidFill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4456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14"/>
    </mc:Choice>
    <mc:Fallback>
      <p:transition spd="slow" advTm="378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</p:bldLst>
  </p:timing>
  <p:extLst>
    <p:ext uri="{3A86A75C-4F4B-4683-9AE1-C65F6400EC91}">
      <p14:laserTraceLst xmlns:p14="http://schemas.microsoft.com/office/powerpoint/2010/main">
        <p14:tracePtLst>
          <p14:tracePt t="1377" x="2305050" y="3346450"/>
          <p14:tracePt t="1412" x="2298700" y="3511550"/>
          <p14:tracePt t="1442" x="2298700" y="3600450"/>
          <p14:tracePt t="1474" x="2305050" y="3657600"/>
          <p14:tracePt t="1497" x="2305050" y="3683000"/>
          <p14:tracePt t="1528" x="2305050" y="3695700"/>
          <p14:tracePt t="1546" x="2298700" y="3708400"/>
          <p14:tracePt t="1606" x="2286000" y="3752850"/>
          <p14:tracePt t="1673" x="2286000" y="3797300"/>
          <p14:tracePt t="1722" x="2286000" y="3803650"/>
          <p14:tracePt t="1745" x="2286000" y="3810000"/>
          <p14:tracePt t="1855" x="2292350" y="3810000"/>
          <p14:tracePt t="1922" x="2292350" y="3803650"/>
          <p14:tracePt t="2005" x="2292350" y="3790950"/>
          <p14:tracePt t="2027" x="2305050" y="3784600"/>
          <p14:tracePt t="3935" x="2343150" y="3790950"/>
          <p14:tracePt t="3998" x="2393950" y="3797300"/>
          <p14:tracePt t="4048" x="2400300" y="3797300"/>
          <p14:tracePt t="4082" x="2400300" y="3803650"/>
          <p14:tracePt t="4131" x="2362200" y="3810000"/>
          <p14:tracePt t="4164" x="2343150" y="3810000"/>
          <p14:tracePt t="4197" x="2241550" y="3816350"/>
          <p14:tracePt t="4231" x="2152650" y="3835400"/>
          <p14:tracePt t="4281" x="2025650" y="3848100"/>
          <p14:tracePt t="4314" x="1993900" y="3848100"/>
          <p14:tracePt t="4347" x="1987550" y="3848100"/>
          <p14:tracePt t="4369" x="1981200" y="3848100"/>
          <p14:tracePt t="4402" x="1981200" y="3854450"/>
          <p14:tracePt t="4435" x="1968500" y="3867150"/>
          <p14:tracePt t="4468" x="1943100" y="3873500"/>
          <p14:tracePt t="4501" x="1905000" y="3879850"/>
          <p14:tracePt t="4546" x="1803400" y="3924300"/>
          <p14:tracePt t="4580" x="1746250" y="3943350"/>
          <p14:tracePt t="4614" x="1708150" y="3968750"/>
          <p14:tracePt t="4649" x="1689100" y="3994150"/>
          <p14:tracePt t="4684" x="1682750" y="4000500"/>
          <p14:tracePt t="4717" x="1682750" y="4019550"/>
          <p14:tracePt t="4778" x="1682750" y="4032250"/>
          <p14:tracePt t="4845" x="1682750" y="4044950"/>
          <p14:tracePt t="4912" x="1682750" y="4057650"/>
          <p14:tracePt t="5027" x="1682750" y="4064000"/>
          <p14:tracePt t="5311" x="1689100" y="4057650"/>
          <p14:tracePt t="5377" x="1701800" y="4057650"/>
          <p14:tracePt t="5409" x="1714500" y="4057650"/>
          <p14:tracePt t="5443" x="1727200" y="4057650"/>
          <p14:tracePt t="5466" x="1752600" y="4057650"/>
          <p14:tracePt t="5498" x="1790700" y="4057650"/>
          <p14:tracePt t="5528" x="1885950" y="4064000"/>
          <p14:tracePt t="5560" x="1955800" y="4076700"/>
          <p14:tracePt t="5593" x="1993900" y="4076700"/>
          <p14:tracePt t="5617" x="2012950" y="4076700"/>
          <p14:tracePt t="5648" x="2025650" y="4076700"/>
          <p14:tracePt t="5795" x="2038350" y="4076700"/>
          <p14:tracePt t="5827" x="2057400" y="4076700"/>
          <p14:tracePt t="5859" x="2070100" y="4076700"/>
          <p14:tracePt t="5891" x="2089150" y="4076700"/>
          <p14:tracePt t="5925" x="2101850" y="4076700"/>
          <p14:tracePt t="5958" x="2114550" y="4076700"/>
          <p14:tracePt t="5995" x="2127250" y="4076700"/>
          <p14:tracePt t="6026" x="2139950" y="4076700"/>
          <p14:tracePt t="6108" x="2146300" y="4076700"/>
          <p14:tracePt t="6127" x="2152650" y="4076700"/>
          <p14:tracePt t="6157" x="2159000" y="4076700"/>
          <p14:tracePt t="6190" x="2171700" y="4064000"/>
          <p14:tracePt t="6243" x="2184400" y="4044950"/>
          <p14:tracePt t="6262" x="2190750" y="4025900"/>
          <p14:tracePt t="6295" x="2216150" y="3975100"/>
          <p14:tracePt t="6325" x="2241550" y="3924300"/>
          <p14:tracePt t="6357" x="2247900" y="3867150"/>
          <p14:tracePt t="6423" x="2247900" y="3765550"/>
          <p14:tracePt t="6473" x="2247900" y="3746500"/>
          <p14:tracePt t="6738" x="2228850" y="3771900"/>
          <p14:tracePt t="6772" x="2184400" y="3797300"/>
          <p14:tracePt t="6809" x="2120900" y="3835400"/>
          <p14:tracePt t="6844" x="2051050" y="3886200"/>
          <p14:tracePt t="6876" x="2038350" y="3898900"/>
          <p14:tracePt t="6909" x="2032000" y="3905250"/>
          <p14:tracePt t="6955" x="2025650" y="3911600"/>
          <p14:tracePt t="7469" x="2044700" y="3911600"/>
          <p14:tracePt t="7519" x="2057400" y="3911600"/>
          <p14:tracePt t="7553" x="2070100" y="3911600"/>
          <p14:tracePt t="7602" x="2076450" y="3917950"/>
          <p14:tracePt t="7669" x="2089150" y="3924300"/>
          <p14:tracePt t="7719" x="2114550" y="3930650"/>
          <p14:tracePt t="7751" x="2120900" y="3937000"/>
          <p14:tracePt t="7785" x="2146300" y="3943350"/>
          <p14:tracePt t="7807" x="2171700" y="3956050"/>
          <p14:tracePt t="7841" x="2228850" y="3962400"/>
          <p14:tracePt t="7875" x="2349500" y="3968750"/>
          <p14:tracePt t="7934" x="2457450" y="3968750"/>
          <p14:tracePt t="7968" x="2482850" y="3962400"/>
          <p14:tracePt t="8084" x="2482850" y="3956050"/>
          <p14:tracePt t="8200" x="2476500" y="3956050"/>
          <p14:tracePt t="8333" x="2489200" y="3956050"/>
          <p14:tracePt t="8383" x="2501900" y="3956050"/>
          <p14:tracePt t="8401" x="2514600" y="3956050"/>
          <p14:tracePt t="8436" x="2571750" y="3937000"/>
          <p14:tracePt t="8468" x="2635250" y="3911600"/>
          <p14:tracePt t="8499" x="2755900" y="3879850"/>
          <p14:tracePt t="8565" x="2825750" y="3860800"/>
          <p14:tracePt t="8682" x="2832100" y="3860800"/>
          <p14:tracePt t="13050" x="2711450" y="3943350"/>
          <p14:tracePt t="13084" x="2578100" y="4089400"/>
          <p14:tracePt t="13117" x="2444750" y="4311650"/>
          <p14:tracePt t="13150" x="2330450" y="4521200"/>
          <p14:tracePt t="13186" x="2235200" y="4718050"/>
          <p14:tracePt t="13219" x="2216150" y="4794250"/>
          <p14:tracePt t="13249" x="2209800" y="4845050"/>
          <p14:tracePt t="13299" x="2209800" y="4851400"/>
          <p14:tracePt t="13332" x="2235200" y="4889500"/>
          <p14:tracePt t="13367" x="2292350" y="4972050"/>
          <p14:tracePt t="13388" x="2343150" y="5048250"/>
          <p14:tracePt t="13432" x="2438400" y="5168900"/>
          <p14:tracePt t="13482" x="2501900" y="5226050"/>
          <p14:tracePt t="13532" x="2540000" y="5232400"/>
          <p14:tracePt t="13599" x="2552700" y="5219700"/>
          <p14:tracePt t="13648" x="2559050" y="5213350"/>
          <p14:tracePt t="14432" x="2698750" y="5213350"/>
          <p14:tracePt t="14464" x="3175000" y="5226050"/>
          <p14:tracePt t="14498" x="3721100" y="5238750"/>
          <p14:tracePt t="14545" x="4737100" y="5308600"/>
          <p14:tracePt t="14578" x="6076950" y="5594350"/>
          <p14:tracePt t="14611" x="6870700" y="5772150"/>
          <p14:tracePt t="14645" x="7118350" y="5810250"/>
          <p14:tracePt t="14663" x="7156450" y="5816600"/>
          <p14:tracePt t="14695" x="7289800" y="5854700"/>
          <p14:tracePt t="14731" x="7397750" y="5880100"/>
          <p14:tracePt t="14794" x="7480300" y="5905500"/>
          <p14:tracePt t="14844" x="7486650" y="5905500"/>
          <p14:tracePt t="14894" x="7486650" y="5892800"/>
          <p14:tracePt t="15326" x="7562850" y="5645150"/>
          <p14:tracePt t="15392" x="7594600" y="5518150"/>
          <p14:tracePt t="15425" x="7594600" y="5505450"/>
          <p14:tracePt t="15544" x="7594600" y="5499100"/>
          <p14:tracePt t="15625" x="7594600" y="5492750"/>
          <p14:tracePt t="15691" x="7594600" y="5486400"/>
          <p14:tracePt t="15777" x="7594600" y="5480050"/>
          <p14:tracePt t="16422" x="7150100" y="5454650"/>
          <p14:tracePt t="16455" x="6769100" y="5454650"/>
          <p14:tracePt t="16488" x="6470650" y="5473700"/>
          <p14:tracePt t="16510" x="6267450" y="5505450"/>
          <p14:tracePt t="16543" x="5842000" y="5556250"/>
          <p14:tracePt t="16588" x="5397500" y="5619750"/>
          <p14:tracePt t="16624" x="4946650" y="5670550"/>
          <p14:tracePt t="16660" x="4552950" y="5689600"/>
          <p14:tracePt t="16671" x="4464050" y="5689600"/>
          <p14:tracePt t="16704" x="4235450" y="5689600"/>
          <p14:tracePt t="16738" x="4070350" y="5683250"/>
          <p14:tracePt t="16770" x="4032250" y="5657850"/>
          <p14:tracePt t="16792" x="3994150" y="5632450"/>
          <p14:tracePt t="16825" x="4032250" y="5537200"/>
          <p14:tracePt t="17601" x="4006850" y="5537200"/>
          <p14:tracePt t="17637" x="3937000" y="5537200"/>
          <p14:tracePt t="17669" x="3917950" y="5543550"/>
          <p14:tracePt t="17734" x="3905250" y="5543550"/>
          <p14:tracePt t="17784" x="3898900" y="5543550"/>
          <p14:tracePt t="17883" x="3892550" y="5543550"/>
          <p14:tracePt t="17982" x="3867150" y="5543550"/>
          <p14:tracePt t="18049" x="3854450" y="5543550"/>
          <p14:tracePt t="18102" x="3848100" y="5543550"/>
          <p14:tracePt t="18634" x="3879850" y="5537200"/>
          <p14:tracePt t="18652" x="3949700" y="5530850"/>
          <p14:tracePt t="18686" x="4140200" y="5492750"/>
          <p14:tracePt t="18716" x="4210050" y="5480050"/>
          <p14:tracePt t="18748" x="4311650" y="5467350"/>
          <p14:tracePt t="18797" x="4445000" y="5441950"/>
          <p14:tracePt t="18830" x="4533900" y="5416550"/>
          <p14:tracePt t="18863" x="4565650" y="5416550"/>
          <p14:tracePt t="18885" x="4572000" y="5416550"/>
          <p14:tracePt t="19527" x="4730750" y="5448300"/>
          <p14:tracePt t="19594" x="5207000" y="5562600"/>
          <p14:tracePt t="19644" x="5378450" y="5607050"/>
          <p14:tracePt t="19677" x="5397500" y="5607050"/>
          <p14:tracePt t="19699" x="5403850" y="5607050"/>
          <p14:tracePt t="19764" x="5410200" y="5607050"/>
          <p14:tracePt t="19810" x="5416550" y="5607050"/>
          <p14:tracePt t="19843" x="5441950" y="5607050"/>
          <p14:tracePt t="19877" x="5480050" y="5613400"/>
          <p14:tracePt t="19910" x="5524500" y="5613400"/>
          <p14:tracePt t="19943" x="5549900" y="5613400"/>
          <p14:tracePt t="19965" x="5556250" y="5613400"/>
          <p14:tracePt t="20009" x="5607050" y="5613400"/>
          <p14:tracePt t="20031" x="5651500" y="5607050"/>
          <p14:tracePt t="20061" x="5702300" y="5594350"/>
          <p14:tracePt t="20093" x="5734050" y="5588000"/>
          <p14:tracePt t="20159" x="5740400" y="5588000"/>
          <p14:tracePt t="20408" x="5715000" y="5588000"/>
          <p14:tracePt t="20441" x="5524500" y="5613400"/>
          <p14:tracePt t="20474" x="5276850" y="5651500"/>
          <p14:tracePt t="20512" x="4902200" y="5702300"/>
          <p14:tracePt t="20546" x="4711700" y="5721350"/>
          <p14:tracePt t="20607" x="4578350" y="5746750"/>
          <p14:tracePt t="20674" x="4514850" y="5753100"/>
          <p14:tracePt t="20724" x="4502150" y="5753100"/>
          <p14:tracePt t="20757" x="4483100" y="5753100"/>
          <p14:tracePt t="20776" x="4470400" y="5753100"/>
          <p14:tracePt t="20873" x="4464050" y="5753100"/>
          <p14:tracePt t="20906" x="4445000" y="5753100"/>
          <p14:tracePt t="20972" x="4432300" y="5753100"/>
          <p14:tracePt t="21471" x="4419600" y="5765800"/>
          <p14:tracePt t="21508" x="4381500" y="5791200"/>
          <p14:tracePt t="21543" x="4362450" y="5816600"/>
          <p14:tracePt t="21577" x="4349750" y="5822950"/>
          <p14:tracePt t="21624" x="4343400" y="5829300"/>
          <p14:tracePt t="21720" x="4343400" y="5835650"/>
          <p14:tracePt t="21969" x="4356100" y="5829300"/>
          <p14:tracePt t="22003" x="4375150" y="5816600"/>
          <p14:tracePt t="22036" x="4470400" y="5778500"/>
          <p14:tracePt t="22055" x="4514850" y="5765800"/>
          <p14:tracePt t="22074" x="4622800" y="5734050"/>
          <p14:tracePt t="22107" x="4838700" y="5689600"/>
          <p14:tracePt t="22152" x="5010150" y="5676900"/>
          <p14:tracePt t="22185" x="5118100" y="5689600"/>
          <p14:tracePt t="22219" x="5194300" y="5702300"/>
          <p14:tracePt t="22237" x="5207000" y="5708650"/>
          <p14:tracePt t="22269" x="5219700" y="5708650"/>
          <p14:tracePt t="22302" x="5226050" y="5708650"/>
          <p14:tracePt t="22368" x="5232400" y="5708650"/>
          <p14:tracePt t="22517" x="5232400" y="5715000"/>
          <p14:tracePt t="22966" x="5314950" y="5683250"/>
          <p14:tracePt t="23000" x="5543550" y="5638800"/>
          <p14:tracePt t="23018" x="5619750" y="5626100"/>
          <p14:tracePt t="23049" x="5854700" y="5600700"/>
          <p14:tracePt t="23067" x="5905500" y="5600700"/>
          <p14:tracePt t="23099" x="6146800" y="5626100"/>
          <p14:tracePt t="23117" x="6210300" y="5645150"/>
          <p14:tracePt t="23148" x="6426200" y="5695950"/>
          <p14:tracePt t="23185" x="6483350" y="5715000"/>
          <p14:tracePt t="23220" x="6496050" y="5715000"/>
          <p14:tracePt t="23298" x="6502400" y="5715000"/>
          <p14:tracePt t="23364" x="6508750" y="5715000"/>
          <p14:tracePt t="23663" x="6508750" y="5708650"/>
          <p14:tracePt t="23717" x="6515100" y="5708650"/>
          <p14:tracePt t="24062" x="6286500" y="5568950"/>
          <p14:tracePt t="24095" x="5651500" y="5226050"/>
          <p14:tracePt t="24132" x="5073650" y="4914900"/>
          <p14:tracePt t="24166" x="4533900" y="4648200"/>
          <p14:tracePt t="24184" x="4298950" y="4552950"/>
          <p14:tracePt t="24216" x="4102100" y="4502150"/>
          <p14:tracePt t="24247" x="3835400" y="4425950"/>
          <p14:tracePt t="24278" x="3638550" y="4387850"/>
          <p14:tracePt t="24301" x="3486150" y="4343400"/>
          <p14:tracePt t="24344" x="3352800" y="4311650"/>
          <p14:tracePt t="24410" x="3238500" y="4267200"/>
          <p14:tracePt t="24444" x="3149600" y="4254500"/>
          <p14:tracePt t="24477" x="3124200" y="4241800"/>
          <p14:tracePt t="24510" x="3124200" y="4191000"/>
          <p14:tracePt t="24810" x="2692400" y="4064000"/>
          <p14:tracePt t="24843" x="2413000" y="4006850"/>
          <p14:tracePt t="24876" x="2228850" y="3968750"/>
          <p14:tracePt t="24909" x="2120900" y="3943350"/>
          <p14:tracePt t="24942" x="2063750" y="3943350"/>
          <p14:tracePt t="24964" x="2032000" y="3949700"/>
          <p14:tracePt t="24999" x="1974850" y="3943350"/>
          <p14:tracePt t="25042" x="1917700" y="3943350"/>
          <p14:tracePt t="25075" x="1860550" y="3956050"/>
          <p14:tracePt t="25129" x="1828800" y="3956050"/>
          <p14:tracePt t="25163" x="1816100" y="3962400"/>
          <p14:tracePt t="25197" x="1790700" y="3975100"/>
          <p14:tracePt t="25214" x="1765300" y="3975100"/>
          <p14:tracePt t="25246" x="1752600" y="3981450"/>
          <p14:tracePt t="25277" x="1752600" y="3987800"/>
          <p14:tracePt t="25309" x="1746250" y="3987800"/>
          <p14:tracePt t="25374" x="1739900" y="3987800"/>
          <p14:tracePt t="25543" x="1797050" y="3987800"/>
          <p14:tracePt t="25594" x="2019300" y="3987800"/>
          <p14:tracePt t="25625" x="2203450" y="3987800"/>
          <p14:tracePt t="25657" x="2374900" y="3981450"/>
          <p14:tracePt t="25675" x="2387600" y="3981450"/>
          <p14:tracePt t="25707" x="2413000" y="3981450"/>
          <p14:tracePt t="25876" x="2400300" y="3981450"/>
          <p14:tracePt t="25911" x="2374900" y="3981450"/>
          <p14:tracePt t="25944" x="2317750" y="3981450"/>
          <p14:tracePt t="25977" x="2209800" y="3975100"/>
          <p14:tracePt t="26011" x="2044700" y="3975100"/>
          <p14:tracePt t="26044" x="1974850" y="3975100"/>
          <p14:tracePt t="26077" x="1943100" y="3975100"/>
          <p14:tracePt t="26107" x="1930400" y="3975100"/>
          <p14:tracePt t="26221" x="1924050" y="3975100"/>
          <p14:tracePt t="26288" x="1917700" y="3968750"/>
          <p14:tracePt t="26321" x="1898650" y="3968750"/>
          <p14:tracePt t="26340" x="1892300" y="3968750"/>
          <p14:tracePt t="26420" x="1860550" y="3962400"/>
          <p14:tracePt t="26454" x="1822450" y="3949700"/>
          <p14:tracePt t="26487" x="1765300" y="3943350"/>
          <p14:tracePt t="26520" x="1727200" y="3943350"/>
          <p14:tracePt t="27369" x="1720850" y="3981450"/>
          <p14:tracePt t="27389" x="1714500" y="4032250"/>
          <p14:tracePt t="27450" x="1676400" y="4133850"/>
          <p14:tracePt t="27500" x="1663700" y="4152900"/>
          <p14:tracePt t="27533" x="1657350" y="4178300"/>
          <p14:tracePt t="27567" x="1644650" y="4191000"/>
          <p14:tracePt t="27620" x="1638300" y="4197350"/>
          <p14:tracePt t="27683" x="1631950" y="4203700"/>
          <p14:tracePt t="27733" x="1619250" y="4210050"/>
          <p14:tracePt t="27766" x="1612900" y="4210050"/>
          <p14:tracePt t="27832" x="1612900" y="4203700"/>
          <p14:tracePt t="27851" x="1612900" y="4197350"/>
          <p14:tracePt t="27886" x="1625600" y="4191000"/>
          <p14:tracePt t="27948" x="1631950" y="4178300"/>
          <p14:tracePt t="27982" x="1638300" y="4171950"/>
          <p14:tracePt t="28019" x="1644650" y="4165600"/>
          <p14:tracePt t="28053" x="1657350" y="4152900"/>
          <p14:tracePt t="28098" x="1670050" y="4140200"/>
          <p14:tracePt t="28131" x="1682750" y="4133850"/>
          <p14:tracePt t="28153" x="1682750" y="4127500"/>
          <p14:tracePt t="28198" x="1695450" y="4121150"/>
          <p14:tracePt t="28248" x="1701800" y="4108450"/>
          <p14:tracePt t="28297" x="1714500" y="4095750"/>
          <p14:tracePt t="28364" x="1714500" y="4083050"/>
          <p14:tracePt t="28447" x="1727200" y="4076700"/>
          <p14:tracePt t="28912" x="1714500" y="3797300"/>
          <p14:tracePt t="28945" x="1708150" y="3606800"/>
          <p14:tracePt t="28968" x="1676400" y="3435350"/>
          <p14:tracePt t="29011" x="1638300" y="3028950"/>
          <p14:tracePt t="29078" x="1568450" y="2470150"/>
          <p14:tracePt t="29111" x="1555750" y="2400300"/>
          <p14:tracePt t="29161" x="1555750" y="2393950"/>
          <p14:tracePt t="29182" x="1555750" y="2387600"/>
          <p14:tracePt t="29247" x="1549400" y="2387600"/>
          <p14:tracePt t="29294" x="1511300" y="2330450"/>
          <p14:tracePt t="29327" x="1498600" y="2317750"/>
          <p14:tracePt t="29360" x="1492250" y="2305050"/>
          <p14:tracePt t="29395" x="1460500" y="2292350"/>
          <p14:tracePt t="29427" x="1428750" y="2266950"/>
          <p14:tracePt t="29449" x="1377950" y="2228850"/>
          <p14:tracePt t="29481" x="1339850" y="2203450"/>
          <p14:tracePt t="29543" x="1301750" y="2178050"/>
          <p14:tracePt t="29576" x="1295400" y="2178050"/>
          <p14:tracePt t="29660" x="1301750" y="2178050"/>
          <p14:tracePt t="30425" x="1320800" y="2159000"/>
          <p14:tracePt t="30456" x="1327150" y="2146300"/>
          <p14:tracePt t="30523" x="1333500" y="2133600"/>
          <p14:tracePt t="30545" x="1333500" y="2120900"/>
          <p14:tracePt t="30606" x="1333500" y="2114550"/>
          <p14:tracePt t="30722" x="1333500" y="2127250"/>
          <p14:tracePt t="30755" x="1327150" y="2146300"/>
          <p14:tracePt t="30789" x="1327150" y="2152650"/>
          <p14:tracePt t="30826" x="1327150" y="2184400"/>
          <p14:tracePt t="30872" x="1333500" y="2235200"/>
          <p14:tracePt t="30905" x="1339850" y="2273300"/>
          <p14:tracePt t="30938" x="1339850" y="2286000"/>
          <p14:tracePt t="30971" x="1346200" y="2305050"/>
          <p14:tracePt t="31005" x="1352550" y="2336800"/>
          <p14:tracePt t="31026" x="1371600" y="2400300"/>
          <p14:tracePt t="31056" x="1403350" y="2476500"/>
          <p14:tracePt t="31121" x="1435100" y="2616200"/>
          <p14:tracePt t="31188" x="1441450" y="2647950"/>
          <p14:tracePt t="31237" x="1447800" y="2654300"/>
          <p14:tracePt t="31470" x="1524000" y="2819400"/>
          <p14:tracePt t="31503" x="1587500" y="3035300"/>
          <p14:tracePt t="31536" x="1651000" y="3251200"/>
          <p14:tracePt t="31569" x="1682750" y="3460750"/>
          <p14:tracePt t="31603" x="1682750" y="3556000"/>
          <p14:tracePt t="31669" x="1676400" y="3676650"/>
          <p14:tracePt t="31719" x="1670050" y="3733800"/>
          <p14:tracePt t="31752" x="1670050" y="3765550"/>
          <p14:tracePt t="31838" x="1663700" y="3771900"/>
          <p14:tracePt t="31901" x="1663700" y="3784600"/>
          <p14:tracePt t="31921" x="1663700" y="3790950"/>
          <p14:tracePt t="31968" x="1651000" y="3803650"/>
          <p14:tracePt t="32018" x="1644650" y="3816350"/>
          <p14:tracePt t="32084" x="1644650" y="3829050"/>
          <p14:tracePt t="32121" x="1644650" y="3835400"/>
          <p14:tracePt t="32168" x="1651000" y="3841750"/>
          <p14:tracePt t="32201" x="1676400" y="3860800"/>
          <p14:tracePt t="32234" x="1733550" y="3886200"/>
          <p14:tracePt t="32268" x="1809750" y="3917950"/>
          <p14:tracePt t="32300" x="1930400" y="3949700"/>
          <p14:tracePt t="32334" x="2012950" y="3962400"/>
          <p14:tracePt t="32367" x="2063750" y="3975100"/>
          <p14:tracePt t="32385" x="2101850" y="3975100"/>
          <p14:tracePt t="32420" x="2127250" y="3981450"/>
          <p14:tracePt t="32456" x="2159000" y="3987800"/>
          <p14:tracePt t="32533" x="2165350" y="3987800"/>
          <p14:tracePt t="32599" x="2171700" y="3987800"/>
          <p14:tracePt t="32735" x="2165350" y="3987800"/>
          <p14:tracePt t="32782" x="2159000" y="3987800"/>
          <p14:tracePt t="32815" x="2133600" y="3987800"/>
          <p14:tracePt t="32848" x="2114550" y="3987800"/>
          <p14:tracePt t="32882" x="2025650" y="3981450"/>
          <p14:tracePt t="32918" x="1936750" y="3981450"/>
          <p14:tracePt t="32950" x="1866900" y="3981450"/>
          <p14:tracePt t="32998" x="1778000" y="3987800"/>
          <p14:tracePt t="33048" x="1746250" y="4000500"/>
          <p14:tracePt t="33097" x="1739900" y="4000500"/>
          <p14:tracePt t="35576" x="1784350" y="3962400"/>
          <p14:tracePt t="35607" x="1873250" y="3898900"/>
          <p14:tracePt t="35639" x="2190750" y="3695700"/>
          <p14:tracePt t="35672" x="2463800" y="3473450"/>
          <p14:tracePt t="35705" x="2724150" y="3206750"/>
          <p14:tracePt t="35738" x="3079750" y="2825750"/>
          <p14:tracePt t="35772" x="3295650" y="2489200"/>
          <p14:tracePt t="35805" x="3479800" y="2152650"/>
          <p14:tracePt t="35838" x="3549650" y="1987550"/>
          <p14:tracePt t="35888" x="3556000" y="1962150"/>
          <p14:tracePt t="35922" x="3556000" y="1974850"/>
          <p14:tracePt t="35954" x="3556000" y="1981200"/>
          <p14:tracePt t="35973" x="3556000" y="1993900"/>
          <p14:tracePt t="36021" x="3575050" y="1962150"/>
          <p14:tracePt t="36336" x="3676650" y="2057400"/>
          <p14:tracePt t="36370" x="3892550" y="2298700"/>
          <p14:tracePt t="36436" x="4248150" y="2540000"/>
          <p14:tracePt t="36502" x="4673600" y="2692400"/>
          <p14:tracePt t="36537" x="4756150" y="2698750"/>
          <p14:tracePt t="36569" x="4787900" y="2711450"/>
          <p14:tracePt t="36638" x="4794250" y="2711450"/>
          <p14:tracePt t="36769" x="4800600" y="2711450"/>
        </p14:tracePtLst>
      </p14:laserTraceLst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867400" y="3048000"/>
            <a:ext cx="3276600" cy="914400"/>
          </a:xfrm>
          <a:prstGeom prst="wedgeRoundRectCallout">
            <a:avLst>
              <a:gd name="adj1" fmla="val -100280"/>
              <a:gd name="adj2" fmla="val 7009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chemeClr val="tx1"/>
                </a:solidFill>
                <a:latin typeface="Times New Roman" charset="0"/>
              </a:rPr>
              <a:t>cylinder_volume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() is a regular method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296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687"/>
    </mc:Choice>
    <mc:Fallback>
      <p:transition spd="slow" advTm="33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9" grpId="0" animBg="1"/>
    </p:bldLst>
  </p:timing>
  <p:extLst>
    <p:ext uri="{3A86A75C-4F4B-4683-9AE1-C65F6400EC91}">
      <p14:laserTraceLst xmlns:p14="http://schemas.microsoft.com/office/powerpoint/2010/main">
        <p14:tracePtLst>
          <p14:tracePt t="1562" x="4603750" y="2990850"/>
          <p14:tracePt t="1595" x="4540250" y="3073400"/>
          <p14:tracePt t="1628" x="4406900" y="3232150"/>
          <p14:tracePt t="1650" x="4349750" y="3302000"/>
          <p14:tracePt t="1683" x="4286250" y="3346450"/>
          <p14:tracePt t="1714" x="4241800" y="3397250"/>
          <p14:tracePt t="1747" x="4210050" y="3479800"/>
          <p14:tracePt t="1778" x="4178300" y="3556000"/>
          <p14:tracePt t="1811" x="4127500" y="3670300"/>
          <p14:tracePt t="1844" x="4070350" y="3816350"/>
          <p14:tracePt t="1880" x="4025900" y="3886200"/>
          <p14:tracePt t="1899" x="3994150" y="3930650"/>
          <p14:tracePt t="1932" x="3905250" y="4013200"/>
          <p14:tracePt t="1962" x="3810000" y="4114800"/>
          <p14:tracePt t="1996" x="3759200" y="4178300"/>
          <p14:tracePt t="2061" x="3714750" y="4229100"/>
          <p14:tracePt t="2093" x="3708400" y="4229100"/>
          <p14:tracePt t="2126" x="3695700" y="4235450"/>
          <p14:tracePt t="3156" x="3606800" y="4171950"/>
          <p14:tracePt t="3206" x="3308350" y="3981450"/>
          <p14:tracePt t="3229" x="3124200" y="3841750"/>
          <p14:tracePt t="3261" x="2990850" y="3702050"/>
          <p14:tracePt t="3294" x="2813050" y="3422650"/>
          <p14:tracePt t="3355" x="2647950" y="3219450"/>
          <p14:tracePt t="3422" x="2628900" y="3200400"/>
          <p14:tracePt t="3472" x="2616200" y="3187700"/>
          <p14:tracePt t="3493" x="2578100" y="3149600"/>
          <p14:tracePt t="3527" x="2565400" y="3130550"/>
          <p14:tracePt t="3588" x="2590800" y="3105150"/>
          <p14:tracePt t="4106" x="2590800" y="3155950"/>
          <p14:tracePt t="4169" x="2590800" y="3282950"/>
          <p14:tracePt t="4203" x="2603500" y="3346450"/>
          <p14:tracePt t="4236" x="2635250" y="3467100"/>
          <p14:tracePt t="4269" x="2667000" y="3581400"/>
          <p14:tracePt t="4303" x="2711450" y="3708400"/>
          <p14:tracePt t="4336" x="2743200" y="3771900"/>
          <p14:tracePt t="4369" x="2762250" y="3829050"/>
          <p14:tracePt t="4405" x="2781300" y="3867150"/>
          <p14:tracePt t="4452" x="2806700" y="3905250"/>
          <p14:tracePt t="4486" x="2819400" y="3930650"/>
          <p14:tracePt t="4521" x="2838450" y="3975100"/>
          <p14:tracePt t="4556" x="2895600" y="4070350"/>
          <p14:tracePt t="4590" x="2933700" y="4121150"/>
          <p14:tracePt t="4623" x="2940050" y="4140200"/>
          <p14:tracePt t="4668" x="2978150" y="4140200"/>
          <p14:tracePt t="5083" x="2921000" y="4032250"/>
          <p14:tracePt t="5116" x="2838450" y="3822700"/>
          <p14:tracePt t="5149" x="2755900" y="3575050"/>
          <p14:tracePt t="5188" x="2641600" y="3130550"/>
          <p14:tracePt t="5249" x="2368550" y="2438400"/>
          <p14:tracePt t="5282" x="2178050" y="2171700"/>
          <p14:tracePt t="5301" x="2032000" y="1981200"/>
          <p14:tracePt t="5332" x="1879600" y="1778000"/>
          <p14:tracePt t="5354" x="1809750" y="1701800"/>
          <p14:tracePt t="5384" x="1778000" y="1657350"/>
          <p14:tracePt t="5684" x="1778000" y="1663700"/>
          <p14:tracePt t="5747" x="1784350" y="1676400"/>
          <p14:tracePt t="5797" x="1797050" y="1708150"/>
          <p14:tracePt t="5817" x="1803400" y="1733550"/>
          <p14:tracePt t="5848" x="1816100" y="1778000"/>
          <p14:tracePt t="5880" x="1873250" y="1860550"/>
          <p14:tracePt t="5914" x="1898650" y="1905000"/>
          <p14:tracePt t="5946" x="1917700" y="1911350"/>
          <p14:tracePt t="5980" x="1930400" y="1911350"/>
          <p14:tracePt t="6049" x="1930400" y="1892300"/>
          <p14:tracePt t="6084" x="1930400" y="1860550"/>
          <p14:tracePt t="6117" x="1930400" y="1790700"/>
          <p14:tracePt t="6162" x="1924050" y="1689100"/>
          <p14:tracePt t="6195" x="1917700" y="1663700"/>
          <p14:tracePt t="6262" x="1879600" y="1657350"/>
          <p14:tracePt t="6312" x="1797050" y="1663700"/>
          <p14:tracePt t="6345" x="1714500" y="1682750"/>
          <p14:tracePt t="6379" x="1638300" y="1752600"/>
          <p14:tracePt t="6400" x="1631950" y="1809750"/>
          <p14:tracePt t="6462" x="1720850" y="2076450"/>
          <p14:tracePt t="6498" x="1866900" y="2247900"/>
          <p14:tracePt t="6530" x="1936750" y="2330450"/>
          <p14:tracePt t="6561" x="2025650" y="2413000"/>
          <p14:tracePt t="6594" x="2082800" y="2463800"/>
          <p14:tracePt t="6627" x="2127250" y="2501900"/>
          <p14:tracePt t="6649" x="2133600" y="2514600"/>
          <p14:tracePt t="6683" x="2152650" y="2520950"/>
          <p14:tracePt t="6716" x="2165350" y="2514600"/>
          <p14:tracePt t="7014" x="2038350" y="2800350"/>
          <p14:tracePt t="7045" x="1892300" y="3086100"/>
          <p14:tracePt t="7076" x="1803400" y="3371850"/>
          <p14:tracePt t="7109" x="1739900" y="3683000"/>
          <p14:tracePt t="7143" x="1689100" y="4070350"/>
          <p14:tracePt t="7161" x="1689100" y="4146550"/>
          <p14:tracePt t="7181" x="1689100" y="4248150"/>
          <p14:tracePt t="7214" x="1689100" y="4349750"/>
          <p14:tracePt t="7247" x="1695450" y="4375150"/>
          <p14:tracePt t="7308" x="1695450" y="4381500"/>
          <p14:tracePt t="7408" x="1739900" y="4381500"/>
          <p14:tracePt t="7441" x="1860550" y="4394200"/>
          <p14:tracePt t="7475" x="2146300" y="4425950"/>
          <p14:tracePt t="7541" x="2876550" y="4432300"/>
          <p14:tracePt t="7608" x="3740150" y="4387850"/>
          <p14:tracePt t="7674" x="4324350" y="4400550"/>
          <p14:tracePt t="7707" x="4533900" y="4400550"/>
          <p14:tracePt t="7740" x="4660900" y="4406900"/>
          <p14:tracePt t="7774" x="4705350" y="4406900"/>
          <p14:tracePt t="7807" x="4749800" y="4406900"/>
          <p14:tracePt t="7841" x="4781550" y="4400550"/>
          <p14:tracePt t="7890" x="4819650" y="4400550"/>
          <p14:tracePt t="8272" x="4927600" y="4400550"/>
          <p14:tracePt t="8294" x="5041900" y="4400550"/>
          <p14:tracePt t="8326" x="5226050" y="4394200"/>
          <p14:tracePt t="8357" x="5289550" y="4387850"/>
          <p14:tracePt t="8388" x="5308600" y="4381500"/>
          <p14:tracePt t="8438" x="5314950" y="4381500"/>
          <p14:tracePt t="8471" x="5321300" y="4375150"/>
          <p14:tracePt t="8504" x="5327650" y="4375150"/>
          <p14:tracePt t="8526" x="5340350" y="4368800"/>
          <p14:tracePt t="8574" x="5346700" y="4368800"/>
          <p14:tracePt t="8606" x="5353050" y="4362450"/>
          <p14:tracePt t="8654" x="5365750" y="4362450"/>
          <p14:tracePt t="8688" x="5372100" y="4356100"/>
          <p14:tracePt t="8720" x="5378450" y="4356100"/>
          <p14:tracePt t="8753" x="5384800" y="4349750"/>
          <p14:tracePt t="8820" x="5391150" y="4349750"/>
          <p14:tracePt t="9235" x="5403850" y="4337050"/>
          <p14:tracePt t="9285" x="5410200" y="4337050"/>
          <p14:tracePt t="9318" x="5416550" y="4324350"/>
          <p14:tracePt t="9355" x="5422900" y="4318000"/>
          <p14:tracePt t="9387" x="5422900" y="4311650"/>
          <p14:tracePt t="9567" x="5429250" y="4292600"/>
          <p14:tracePt t="9589" x="5435600" y="4292600"/>
          <p14:tracePt t="9884" x="5384800" y="4292600"/>
          <p14:tracePt t="9902" x="5187950" y="4311650"/>
          <p14:tracePt t="9933" x="4806950" y="4343400"/>
          <p14:tracePt t="9999" x="4171950" y="4387850"/>
          <p14:tracePt t="10018" x="4083050" y="4381500"/>
          <p14:tracePt t="10049" x="3873500" y="4381500"/>
          <p14:tracePt t="10071" x="3822700" y="4381500"/>
          <p14:tracePt t="10104" x="3784600" y="4381500"/>
          <p14:tracePt t="10138" x="3752850" y="4381500"/>
          <p14:tracePt t="10183" x="3746500" y="4381500"/>
          <p14:tracePt t="10464" x="3689350" y="4381500"/>
          <p14:tracePt t="10501" x="3625850" y="4375150"/>
          <p14:tracePt t="10536" x="3606800" y="4375150"/>
          <p14:tracePt t="10597" x="3600450" y="4375150"/>
          <p14:tracePt t="10664" x="3632200" y="4375150"/>
          <p14:tracePt t="10685" x="3651250" y="4375150"/>
          <p14:tracePt t="10747" x="3962400" y="4375150"/>
          <p14:tracePt t="10813" x="4419600" y="4324350"/>
          <p14:tracePt t="10863" x="4679950" y="4298950"/>
          <p14:tracePt t="10881" x="4692650" y="4298950"/>
          <p14:tracePt t="10886" x="4699000" y="4298950"/>
          <p14:tracePt t="10918" x="4705350" y="4292600"/>
          <p14:tracePt t="10979" x="4711700" y="4286250"/>
          <p14:tracePt t="11062" x="4718050" y="4286250"/>
          <p14:tracePt t="11149" x="4711700" y="4286250"/>
          <p14:tracePt t="11200" x="4705350" y="4279900"/>
          <p14:tracePt t="11231" x="4699000" y="4279900"/>
          <p14:tracePt t="11261" x="4679950" y="4273550"/>
          <p14:tracePt t="11295" x="4546600" y="4248150"/>
          <p14:tracePt t="11328" x="4324350" y="4222750"/>
          <p14:tracePt t="11361" x="3987800" y="4171950"/>
          <p14:tracePt t="11383" x="3898900" y="4165600"/>
          <p14:tracePt t="11432" x="3797300" y="4159250"/>
          <p14:tracePt t="11462" x="3784600" y="4159250"/>
          <p14:tracePt t="11497" x="3784600" y="4152900"/>
          <p14:tracePt t="11594" x="3784600" y="4146550"/>
          <p14:tracePt t="11730" x="3790950" y="4146550"/>
          <p14:tracePt t="11793" x="3797300" y="4146550"/>
          <p14:tracePt t="11826" x="3822700" y="4152900"/>
          <p14:tracePt t="11860" x="3860800" y="4171950"/>
          <p14:tracePt t="11893" x="3943350" y="4229100"/>
          <p14:tracePt t="11912" x="4044950" y="4279900"/>
          <p14:tracePt t="11931" x="4159250" y="4330700"/>
          <p14:tracePt t="11964" x="4298950" y="4400550"/>
          <p14:tracePt t="12012" x="4489450" y="4457700"/>
          <p14:tracePt t="12044" x="4533900" y="4457700"/>
          <p14:tracePt t="12075" x="4546600" y="4457700"/>
          <p14:tracePt t="12125" x="4559300" y="4457700"/>
          <p14:tracePt t="12159" x="4597400" y="4445000"/>
          <p14:tracePt t="12180" x="4603750" y="4445000"/>
          <p14:tracePt t="12225" x="4667250" y="4425950"/>
          <p14:tracePt t="12261" x="4730750" y="4406900"/>
          <p14:tracePt t="12325" x="4838700" y="4375150"/>
          <p14:tracePt t="12374" x="4889500" y="4349750"/>
          <p14:tracePt t="12408" x="4908550" y="4337050"/>
          <p14:tracePt t="12426" x="4921250" y="4337050"/>
          <p14:tracePt t="12459" x="4940300" y="4337050"/>
          <p14:tracePt t="12491" x="4946650" y="4330700"/>
          <p14:tracePt t="12527" x="4953000" y="4330700"/>
          <p14:tracePt t="12623" x="4984750" y="4330700"/>
          <p14:tracePt t="12657" x="4991100" y="4324350"/>
          <p14:tracePt t="12690" x="5010150" y="4318000"/>
          <p14:tracePt t="12740" x="5029200" y="4311650"/>
          <p14:tracePt t="12793" x="5035550" y="4311650"/>
          <p14:tracePt t="12856" x="5067300" y="4305300"/>
          <p14:tracePt t="12889" x="5111750" y="4292600"/>
          <p14:tracePt t="12923" x="5168900" y="4292600"/>
          <p14:tracePt t="12942" x="5194300" y="4286250"/>
          <p14:tracePt t="12972" x="5213350" y="4286250"/>
          <p14:tracePt t="12994" x="5226050" y="4279900"/>
          <p14:tracePt t="13027" x="5232400" y="4279900"/>
          <p14:tracePt t="13105" x="5238750" y="4279900"/>
          <p14:tracePt t="13159" x="5245100" y="4279900"/>
          <p14:tracePt t="13205" x="5257800" y="4286250"/>
          <p14:tracePt t="13238" x="5276850" y="4292600"/>
          <p14:tracePt t="13275" x="5283200" y="4298950"/>
          <p14:tracePt t="13338" x="5289550" y="4305300"/>
          <p14:tracePt t="13371" x="5302250" y="4318000"/>
          <p14:tracePt t="13404" x="5314950" y="4330700"/>
          <p14:tracePt t="13437" x="5321300" y="4337050"/>
          <p14:tracePt t="13472" x="5353050" y="4362450"/>
          <p14:tracePt t="13504" x="5384800" y="4387850"/>
          <p14:tracePt t="13537" x="5391150" y="4394200"/>
          <p14:tracePt t="13570" x="5397500" y="4400550"/>
          <p14:tracePt t="13620" x="5403850" y="4400550"/>
          <p14:tracePt t="13687" x="5410200" y="4400550"/>
          <p14:tracePt t="13753" x="5416550" y="4400550"/>
          <p14:tracePt t="13856" x="5422900" y="4400550"/>
          <p14:tracePt t="13891" x="5422900" y="4387850"/>
          <p14:tracePt t="13935" x="5422900" y="4381500"/>
          <p14:tracePt t="14002" x="5422900" y="4368800"/>
          <p14:tracePt t="14102" x="5422900" y="4362450"/>
          <p14:tracePt t="14168" x="5416550" y="4356100"/>
          <p14:tracePt t="14217" x="5403850" y="4356100"/>
          <p14:tracePt t="14267" x="5391150" y="4356100"/>
          <p14:tracePt t="14334" x="5378450" y="4362450"/>
          <p14:tracePt t="14384" x="5365750" y="4362450"/>
          <p14:tracePt t="14450" x="5359400" y="4362450"/>
          <p14:tracePt t="14485" x="5359400" y="4368800"/>
          <p14:tracePt t="14533" x="5359400" y="4375150"/>
          <p14:tracePt t="14620" x="5359400" y="4368800"/>
          <p14:tracePt t="14732" x="5359400" y="4362450"/>
          <p14:tracePt t="14799" x="5359400" y="4349750"/>
          <p14:tracePt t="14821" x="5359400" y="4343400"/>
          <p14:tracePt t="14854" x="5359400" y="4337050"/>
          <p14:tracePt t="14966" x="5365750" y="4337050"/>
          <p14:tracePt t="15065" x="5365750" y="4330700"/>
          <p14:tracePt t="15087" x="5372100" y="4330700"/>
          <p14:tracePt t="15763" x="5359400" y="4337050"/>
          <p14:tracePt t="15816" x="5359400" y="4349750"/>
          <p14:tracePt t="15847" x="5353050" y="4356100"/>
          <p14:tracePt t="15879" x="5346700" y="4362450"/>
          <p14:tracePt t="15962" x="5346700" y="4368800"/>
          <p14:tracePt t="16278" x="5353050" y="4362450"/>
          <p14:tracePt t="16311" x="5359400" y="4356100"/>
          <p14:tracePt t="16377" x="5365750" y="4343400"/>
          <p14:tracePt t="16431" x="5365750" y="4337050"/>
          <p14:tracePt t="16495" x="5372100" y="4330700"/>
          <p14:tracePt t="16626" x="5378450" y="4330700"/>
          <p14:tracePt t="16726" x="5359400" y="4324350"/>
          <p14:tracePt t="16792" x="5346700" y="4318000"/>
          <p14:tracePt t="17108" x="5746750" y="4305300"/>
          <p14:tracePt t="17158" x="6178550" y="4298950"/>
          <p14:tracePt t="17191" x="6489700" y="4311650"/>
          <p14:tracePt t="17213" x="6654800" y="4318000"/>
          <p14:tracePt t="17246" x="6826250" y="4318000"/>
          <p14:tracePt t="17307" x="6965950" y="4324350"/>
          <p14:tracePt t="17341" x="7035800" y="4324350"/>
          <p14:tracePt t="17374" x="7118350" y="4324350"/>
          <p14:tracePt t="17410" x="7150100" y="4324350"/>
          <p14:tracePt t="17442" x="7200900" y="4318000"/>
          <p14:tracePt t="17459" x="7213600" y="4318000"/>
          <p14:tracePt t="17507" x="7308850" y="4298950"/>
          <p14:tracePt t="17545" x="7429500" y="4279900"/>
          <p14:tracePt t="17606" x="7556500" y="4260850"/>
          <p14:tracePt t="17656" x="7664450" y="4241800"/>
          <p14:tracePt t="17689" x="7715250" y="4241800"/>
          <p14:tracePt t="17723" x="7759700" y="4248150"/>
          <p14:tracePt t="17773" x="7778750" y="4248150"/>
          <p14:tracePt t="17809" x="7778750" y="4254500"/>
          <p14:tracePt t="18237" x="7861300" y="4260850"/>
          <p14:tracePt t="18259" x="7943850" y="4279900"/>
          <p14:tracePt t="18292" x="8102600" y="4286250"/>
          <p14:tracePt t="18354" x="8420100" y="4286250"/>
          <p14:tracePt t="18372" x="8445500" y="4286250"/>
          <p14:tracePt t="18404" x="8566150" y="4260850"/>
          <p14:tracePt t="18436" x="8604250" y="4260850"/>
          <p14:tracePt t="18470" x="8674100" y="4241800"/>
          <p14:tracePt t="18503" x="8699500" y="4229100"/>
          <p14:tracePt t="18525" x="8705850" y="4229100"/>
          <p14:tracePt t="18573" x="8712200" y="4229100"/>
          <p14:tracePt t="18686" x="8712200" y="4222750"/>
          <p14:tracePt t="18719" x="8705850" y="4222750"/>
          <p14:tracePt t="18752" x="8693150" y="4222750"/>
          <p14:tracePt t="18785" x="8667750" y="4216400"/>
          <p14:tracePt t="18819" x="8547100" y="4203700"/>
          <p14:tracePt t="18855" x="8350250" y="4184650"/>
          <p14:tracePt t="18918" x="7886700" y="4165600"/>
          <p14:tracePt t="18985" x="7670800" y="4222750"/>
          <p14:tracePt t="19018" x="7632700" y="4241800"/>
          <p14:tracePt t="19037" x="7600950" y="4254500"/>
          <p14:tracePt t="19071" x="7594600" y="4254500"/>
          <p14:tracePt t="19106" x="7575550" y="4273550"/>
          <p14:tracePt t="19137" x="7569200" y="4279900"/>
          <p14:tracePt t="19170" x="7562850" y="4286250"/>
          <p14:tracePt t="19202" x="7556500" y="4286250"/>
          <p14:tracePt t="19284" x="7581900" y="4292600"/>
          <p14:tracePt t="19305" x="7600950" y="4298950"/>
          <p14:tracePt t="19339" x="7816850" y="4337050"/>
          <p14:tracePt t="19372" x="8083550" y="4368800"/>
          <p14:tracePt t="19433" x="8413750" y="4387850"/>
          <p14:tracePt t="19500" x="8470900" y="4387850"/>
          <p14:tracePt t="19716" x="8483600" y="4375150"/>
          <p14:tracePt t="19749" x="8515350" y="4368800"/>
          <p14:tracePt t="19782" x="8566150" y="4343400"/>
          <p14:tracePt t="19815" x="8610600" y="4324350"/>
          <p14:tracePt t="19838" x="8655050" y="4311650"/>
          <p14:tracePt t="19885" x="8724900" y="4279900"/>
          <p14:tracePt t="19920" x="8731250" y="4279900"/>
          <p14:tracePt t="19981" x="8731250" y="4273550"/>
          <p14:tracePt t="20035" x="8712200" y="4273550"/>
          <p14:tracePt t="20066" x="8642350" y="4279900"/>
          <p14:tracePt t="20098" x="8407400" y="4298950"/>
          <p14:tracePt t="20119" x="8134350" y="4330700"/>
          <p14:tracePt t="20153" x="7283450" y="4425950"/>
          <p14:tracePt t="20183" x="6623050" y="4508500"/>
          <p14:tracePt t="20231" x="5632450" y="4616450"/>
          <p14:tracePt t="20297" x="4838700" y="4635500"/>
          <p14:tracePt t="20347" x="4813300" y="4591050"/>
          <p14:tracePt t="20763" x="4857750" y="4552950"/>
          <p14:tracePt t="20796" x="4933950" y="4508500"/>
          <p14:tracePt t="20828" x="5029200" y="4445000"/>
          <p14:tracePt t="20862" x="5118100" y="4406900"/>
          <p14:tracePt t="20895" x="5200650" y="4368800"/>
          <p14:tracePt t="20928" x="5251450" y="4349750"/>
          <p14:tracePt t="20965" x="5289550" y="4343400"/>
          <p14:tracePt t="21000" x="5295900" y="4337050"/>
          <p14:tracePt t="21676" x="5613400" y="4324350"/>
          <p14:tracePt t="21709" x="6108700" y="4279900"/>
          <p14:tracePt t="21730" x="6483350" y="4254500"/>
          <p14:tracePt t="21778" x="7099300" y="4197350"/>
          <p14:tracePt t="21811" x="7486650" y="4146550"/>
          <p14:tracePt t="21842" x="7696200" y="4114800"/>
          <p14:tracePt t="21875" x="7778750" y="4108450"/>
          <p14:tracePt t="21908" x="7886700" y="4095750"/>
          <p14:tracePt t="21945" x="7969250" y="4076700"/>
          <p14:tracePt t="21963" x="8013700" y="4070350"/>
          <p14:tracePt t="21996" x="8064500" y="4083050"/>
          <p14:tracePt t="22057" x="8108950" y="4089400"/>
          <p14:tracePt t="22124" x="8216900" y="4146550"/>
          <p14:tracePt t="22157" x="8293100" y="4171950"/>
          <p14:tracePt t="22176" x="8312150" y="4178300"/>
          <p14:tracePt t="22207" x="8350250" y="4197350"/>
          <p14:tracePt t="22229" x="8356600" y="4197350"/>
          <p14:tracePt t="22262" x="8362950" y="4197350"/>
          <p14:tracePt t="22340" x="8369300" y="4197350"/>
          <p14:tracePt t="22456" x="8362950" y="4191000"/>
          <p14:tracePt t="22506" x="8362950" y="4184650"/>
          <p14:tracePt t="22542" x="8356600" y="4184650"/>
          <p14:tracePt t="22575" x="8350250" y="4184650"/>
          <p14:tracePt t="22672" x="8280400" y="4171950"/>
          <p14:tracePt t="22721" x="7778750" y="4108450"/>
          <p14:tracePt t="22744" x="7366000" y="4070350"/>
          <p14:tracePt t="22776" x="6540500" y="3975100"/>
          <p14:tracePt t="22838" x="5822950" y="3905250"/>
          <p14:tracePt t="22875" x="5734050" y="3892550"/>
          <p14:tracePt t="22910" x="5715000" y="3879850"/>
          <p14:tracePt t="22942" x="5727700" y="3867150"/>
          <p14:tracePt t="28738" x="5473700" y="4057650"/>
          <p14:tracePt t="28773" x="5054600" y="4292600"/>
          <p14:tracePt t="28806" x="4673600" y="4400550"/>
          <p14:tracePt t="28839" x="4368800" y="4419600"/>
          <p14:tracePt t="28872" x="4095750" y="4451350"/>
          <p14:tracePt t="28905" x="3746500" y="4495800"/>
          <p14:tracePt t="28939" x="3486150" y="4540250"/>
          <p14:tracePt t="28972" x="3295650" y="4565650"/>
          <p14:tracePt t="29005" x="3035300" y="4565650"/>
          <p14:tracePt t="29038" x="2863850" y="4559300"/>
          <p14:tracePt t="29055" x="2749550" y="4565650"/>
          <p14:tracePt t="29089" x="2540000" y="4597400"/>
          <p14:tracePt t="29122" x="2279650" y="4610100"/>
          <p14:tracePt t="29151" x="2203450" y="4578350"/>
          <p14:tracePt t="29200" x="2114550" y="4489450"/>
          <p14:tracePt t="29234" x="2108200" y="4464050"/>
          <p14:tracePt t="29349" x="2095500" y="4457700"/>
          <p14:tracePt t="29382" x="2057400" y="4438650"/>
          <p14:tracePt t="29967" x="2057400" y="4432300"/>
          <p14:tracePt t="30129" x="2051050" y="4425950"/>
          <p14:tracePt t="30152" x="2038350" y="4413250"/>
          <p14:tracePt t="30170" x="2038350" y="4406900"/>
          <p14:tracePt t="30199" x="2032000" y="4400550"/>
          <p14:tracePt t="30262" x="2019300" y="4394200"/>
          <p14:tracePt t="30329" x="2006600" y="4368800"/>
          <p14:tracePt t="30362" x="2000250" y="4362450"/>
          <p14:tracePt t="30395" x="1987550" y="4356100"/>
          <p14:tracePt t="30465" x="1981200" y="4343400"/>
          <p14:tracePt t="30528" x="1968500" y="4330700"/>
          <p14:tracePt t="30578" x="1968500" y="4324350"/>
          <p14:tracePt t="30628" x="1968500" y="4318000"/>
          <p14:tracePt t="30699" x="1968500" y="4311650"/>
          <p14:tracePt t="30744" x="1968500" y="4305300"/>
          <p14:tracePt t="31159" x="2012950" y="4349750"/>
          <p14:tracePt t="31178" x="2038350" y="4394200"/>
          <p14:tracePt t="31213" x="2101850" y="4457700"/>
          <p14:tracePt t="31276" x="2197100" y="4559300"/>
          <p14:tracePt t="31325" x="2203450" y="4559300"/>
          <p14:tracePt t="31359" x="2209800" y="4578350"/>
          <p14:tracePt t="31392" x="2228850" y="4616450"/>
          <p14:tracePt t="31425" x="2254250" y="4667250"/>
          <p14:tracePt t="31458" x="2298700" y="4756150"/>
          <p14:tracePt t="31494" x="2317750" y="4794250"/>
          <p14:tracePt t="31530" x="2324100" y="4806950"/>
          <p14:tracePt t="31641" x="2330450" y="4832350"/>
          <p14:tracePt t="31707" x="2336800" y="4851400"/>
          <p14:tracePt t="31745" x="2336800" y="4857750"/>
          <p14:tracePt t="31791" x="2336800" y="4870450"/>
          <p14:tracePt t="31840" x="2336800" y="4876800"/>
          <p14:tracePt t="31907" x="2349500" y="4895850"/>
          <p14:tracePt t="31925" x="2349500" y="4902200"/>
          <p14:tracePt t="31956" x="2355850" y="4908550"/>
          <p14:tracePt t="31978" x="2362200" y="4921250"/>
          <p14:tracePt t="32011" x="2374900" y="4940300"/>
          <p14:tracePt t="32073" x="2476500" y="5099050"/>
          <p14:tracePt t="32123" x="2584450" y="5238750"/>
          <p14:tracePt t="32156" x="2628900" y="5289550"/>
          <p14:tracePt t="32189" x="2641600" y="5302250"/>
          <p14:tracePt t="32275" x="2647950" y="5302250"/>
          <p14:tracePt t="32325" x="2667000" y="5295900"/>
          <p14:tracePt t="32357" x="2711450" y="5276850"/>
          <p14:tracePt t="32389" x="2882900" y="5162550"/>
          <p14:tracePt t="32422" x="3346450" y="4832350"/>
          <p14:tracePt t="32455" x="3733800" y="4521200"/>
          <p14:tracePt t="32488" x="4025900" y="4273550"/>
          <p14:tracePt t="32521" x="4216400" y="4057650"/>
          <p14:tracePt t="32555" x="4254500" y="4013200"/>
          <p14:tracePt t="32621" x="4305300" y="3949700"/>
        </p14:tracePtLst>
      </p14:laserTraceLst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867400" y="3048000"/>
            <a:ext cx="3276600" cy="914400"/>
          </a:xfrm>
          <a:prstGeom prst="wedgeRoundRectCallout">
            <a:avLst>
              <a:gd name="adj1" fmla="val -100280"/>
              <a:gd name="adj2" fmla="val 7009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chemeClr val="tx1"/>
                </a:solidFill>
                <a:latin typeface="Times New Roman" charset="0"/>
              </a:rPr>
              <a:t>cylinder_volume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() is a regular method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0" y="1600200"/>
            <a:ext cx="5105400" cy="2133600"/>
          </a:xfrm>
          <a:prstGeom prst="wedgeRoundRectCallout">
            <a:avLst>
              <a:gd name="adj1" fmla="val -4802"/>
              <a:gd name="adj2" fmla="val 9887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unit_circle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() is a class method.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It</a:t>
            </a:r>
            <a:r>
              <a:rPr lang="en-US" sz="240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is</a:t>
            </a:r>
            <a:r>
              <a:rPr lang="en-US" sz="2800" spc="-300" dirty="0" smtClean="0">
                <a:solidFill>
                  <a:srgbClr val="FF0000"/>
                </a:solidFill>
                <a:latin typeface="Times New Roman" charset="0"/>
              </a:rPr>
              <a:t>n</a:t>
            </a:r>
            <a:r>
              <a:rPr lang="en-US" sz="2800" spc="-130" dirty="0" smtClean="0">
                <a:solidFill>
                  <a:srgbClr val="FF0000"/>
                </a:solidFill>
                <a:latin typeface="Times New Roman" charset="0"/>
              </a:rPr>
              <a:t>’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t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b</a:t>
            </a:r>
            <a:r>
              <a:rPr lang="en-US" sz="2800" spc="-70" dirty="0">
                <a:solidFill>
                  <a:srgbClr val="FF0000"/>
                </a:solidFill>
                <a:latin typeface="Times New Roman" charset="0"/>
              </a:rPr>
              <a:t>o</a:t>
            </a:r>
            <a:r>
              <a:rPr lang="en-US" sz="2800" spc="-10" dirty="0">
                <a:solidFill>
                  <a:srgbClr val="FF0000"/>
                </a:solidFill>
                <a:latin typeface="Times New Roman" charset="0"/>
              </a:rPr>
              <a:t>und to 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a</a:t>
            </a:r>
            <a:r>
              <a:rPr lang="en-US" sz="2800" spc="-60" dirty="0" smtClean="0">
                <a:solidFill>
                  <a:srgbClr val="FF0000"/>
                </a:solidFill>
                <a:latin typeface="Times New Roman" charset="0"/>
              </a:rPr>
              <a:t>ny</a:t>
            </a:r>
            <a:r>
              <a:rPr lang="en-US" sz="2400" spc="-6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Times New Roman" charset="0"/>
              </a:rPr>
              <a:t>on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e</a:t>
            </a:r>
            <a:r>
              <a:rPr lang="en-US" sz="2400" spc="-1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instanc</a:t>
            </a:r>
            <a:r>
              <a:rPr lang="en-US" sz="2800" spc="-60" dirty="0" smtClean="0">
                <a:solidFill>
                  <a:srgbClr val="FF0000"/>
                </a:solidFill>
                <a:latin typeface="Times New Roman" charset="0"/>
              </a:rPr>
              <a:t>e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Class methods are often used as factory methods that can create specific instances of the class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endParaRPr lang="en-US" sz="28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578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505"/>
    </mc:Choice>
    <mc:Fallback>
      <p:transition spd="slow" advTm="555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2" grpId="0" animBg="1"/>
    </p:bldLst>
  </p:timing>
  <p:extLst>
    <p:ext uri="{3A86A75C-4F4B-4683-9AE1-C65F6400EC91}">
      <p14:laserTraceLst xmlns:p14="http://schemas.microsoft.com/office/powerpoint/2010/main">
        <p14:tracePtLst>
          <p14:tracePt t="1246" x="4241800" y="4013200"/>
          <p14:tracePt t="1278" x="4064000" y="4178300"/>
          <p14:tracePt t="1342" x="3492500" y="4514850"/>
          <p14:tracePt t="1409" x="3206750" y="4654550"/>
          <p14:tracePt t="1442" x="3194050" y="4660900"/>
          <p14:tracePt t="1475" x="3187700" y="4667250"/>
          <p14:tracePt t="1545" x="3149600" y="4699000"/>
          <p14:tracePt t="1577" x="3117850" y="4730750"/>
          <p14:tracePt t="1608" x="3067050" y="4775200"/>
          <p14:tracePt t="1641" x="2997200" y="4826000"/>
          <p14:tracePt t="1675" x="2984500" y="4845050"/>
          <p14:tracePt t="1708" x="2978150" y="4845050"/>
          <p14:tracePt t="1874" x="2978150" y="4838700"/>
          <p14:tracePt t="1940" x="2984500" y="4826000"/>
          <p14:tracePt t="1973" x="3003550" y="4813300"/>
          <p14:tracePt t="2007" x="3009900" y="4800600"/>
          <p14:tracePt t="2043" x="3028950" y="4794250"/>
          <p14:tracePt t="2076" x="3035300" y="4787900"/>
          <p14:tracePt t="2140" x="3073400" y="4749800"/>
          <p14:tracePt t="2189" x="3105150" y="4718050"/>
          <p14:tracePt t="2223" x="3111500" y="4705350"/>
          <p14:tracePt t="2272" x="3117850" y="4705350"/>
          <p14:tracePt t="2372" x="3124200" y="4705350"/>
          <p14:tracePt t="2405" x="3143250" y="4699000"/>
          <p14:tracePt t="3037" x="3219450" y="4705350"/>
          <p14:tracePt t="3073" x="3257550" y="4711700"/>
          <p14:tracePt t="3108" x="3295650" y="4711700"/>
          <p14:tracePt t="3153" x="3302000" y="4718050"/>
          <p14:tracePt t="3219" x="3308350" y="4718050"/>
          <p14:tracePt t="3784" x="3327400" y="4724400"/>
          <p14:tracePt t="3817" x="3403600" y="4737100"/>
          <p14:tracePt t="3851" x="3460750" y="4749800"/>
          <p14:tracePt t="3901" x="3581400" y="4756150"/>
          <p14:tracePt t="3936" x="3606800" y="4768850"/>
          <p14:tracePt t="4000" x="3638550" y="4781550"/>
          <p14:tracePt t="4050" x="3721100" y="4794250"/>
          <p14:tracePt t="4083" x="3797300" y="4800600"/>
          <p14:tracePt t="4102" x="3854450" y="4806950"/>
          <p14:tracePt t="4137" x="3930650" y="4819650"/>
          <p14:tracePt t="4199" x="4057650" y="4832350"/>
          <p14:tracePt t="4265" x="4083050" y="4845050"/>
          <p14:tracePt t="4315" x="4089400" y="4845050"/>
          <p14:tracePt t="4368" x="4095750" y="4845050"/>
          <p14:tracePt t="4897" x="4146550" y="4845050"/>
          <p14:tracePt t="4918" x="4197350" y="4838700"/>
          <p14:tracePt t="4966" x="4318000" y="4838700"/>
          <p14:tracePt t="4998" x="4356100" y="4838700"/>
          <p14:tracePt t="5031" x="4387850" y="4838700"/>
          <p14:tracePt t="5063" x="4406900" y="4838700"/>
          <p14:tracePt t="5212" x="4394200" y="4838700"/>
          <p14:tracePt t="5246" x="4381500" y="4838700"/>
          <p14:tracePt t="5279" x="4368800" y="4838700"/>
          <p14:tracePt t="5312" x="4356100" y="4838700"/>
          <p14:tracePt t="5345" x="4343400" y="4845050"/>
          <p14:tracePt t="5379" x="4337050" y="4845050"/>
          <p14:tracePt t="5412" x="4330700" y="4845050"/>
          <p14:tracePt t="5445" x="4311650" y="4845050"/>
          <p14:tracePt t="5482" x="4216400" y="4876800"/>
          <p14:tracePt t="5501" x="4146550" y="4895850"/>
          <p14:tracePt t="5531" x="3873500" y="4946650"/>
          <p14:tracePt t="5561" x="3543300" y="4984750"/>
          <p14:tracePt t="5594" x="3219450" y="5010150"/>
          <p14:tracePt t="5612" x="3168650" y="5003800"/>
          <p14:tracePt t="5644" x="3067050" y="4991100"/>
          <p14:tracePt t="5666" x="3048000" y="4991100"/>
          <p14:tracePt t="5711" x="3035300" y="4984750"/>
          <p14:tracePt t="5729" x="3028950" y="4984750"/>
          <p14:tracePt t="5843" x="3022600" y="4984750"/>
          <p14:tracePt t="5927" x="3092450" y="4984750"/>
          <p14:tracePt t="5948" x="3168650" y="4984750"/>
          <p14:tracePt t="5982" x="3352800" y="4978400"/>
          <p14:tracePt t="6026" x="3619500" y="4978400"/>
          <p14:tracePt t="6076" x="3822700" y="4978400"/>
          <p14:tracePt t="6142" x="3867150" y="4978400"/>
          <p14:tracePt t="6177" x="3873500" y="4978400"/>
          <p14:tracePt t="7006" x="3848100" y="4972050"/>
          <p14:tracePt t="7028" x="3803650" y="4959350"/>
          <p14:tracePt t="7058" x="3752850" y="4940300"/>
          <p14:tracePt t="7092" x="3632200" y="4902200"/>
          <p14:tracePt t="7124" x="3556000" y="4870450"/>
          <p14:tracePt t="7158" x="3352800" y="4768850"/>
          <p14:tracePt t="7189" x="3149600" y="4679950"/>
          <p14:tracePt t="7222" x="2946400" y="4603750"/>
          <p14:tracePt t="7255" x="2692400" y="4527550"/>
          <p14:tracePt t="7274" x="2622550" y="4521200"/>
          <p14:tracePt t="7293" x="2501900" y="4489450"/>
          <p14:tracePt t="7355" x="2355850" y="4451350"/>
          <p14:tracePt t="7389" x="2343150" y="4451350"/>
          <p14:tracePt t="7421" x="2336800" y="4451350"/>
          <p14:tracePt t="7455" x="2330450" y="4451350"/>
          <p14:tracePt t="7524" x="2336800" y="4451350"/>
          <p14:tracePt t="7560" x="2368550" y="4470400"/>
          <p14:tracePt t="7604" x="2520950" y="4521200"/>
          <p14:tracePt t="7638" x="2730500" y="4578350"/>
          <p14:tracePt t="7671" x="3105150" y="4660900"/>
          <p14:tracePt t="7720" x="3429000" y="4737100"/>
          <p14:tracePt t="7754" x="3498850" y="4762500"/>
          <p14:tracePt t="7787" x="3543300" y="4781550"/>
          <p14:tracePt t="7810" x="3594100" y="4813300"/>
          <p14:tracePt t="7825" x="3619500" y="4819650"/>
          <p14:tracePt t="7855" x="3695700" y="4864100"/>
          <p14:tracePt t="7889" x="3765550" y="4895850"/>
          <p14:tracePt t="7921" x="3784600" y="4902200"/>
          <p14:tracePt t="8053" x="3670300" y="4870450"/>
          <p14:tracePt t="8074" x="3619500" y="4857750"/>
          <p14:tracePt t="8119" x="3556000" y="4845050"/>
          <p14:tracePt t="8138" x="3549650" y="4845050"/>
          <p14:tracePt t="8202" x="3575050" y="4845050"/>
          <p14:tracePt t="8236" x="3657600" y="4864100"/>
          <p14:tracePt t="8268" x="3708400" y="4870450"/>
          <p14:tracePt t="8302" x="3740150" y="4876800"/>
          <p14:tracePt t="8323" x="3746500" y="4876800"/>
          <p14:tracePt t="8356" x="3752850" y="4876800"/>
          <p14:tracePt t="8451" x="3790950" y="4889500"/>
          <p14:tracePt t="8517" x="3924300" y="4914900"/>
          <p14:tracePt t="8551" x="3981450" y="4927600"/>
          <p14:tracePt t="8584" x="4006850" y="4927600"/>
          <p14:tracePt t="8651" x="4000500" y="4927600"/>
          <p14:tracePt t="8700" x="3994150" y="4927600"/>
          <p14:tracePt t="8853" x="4006850" y="4927600"/>
          <p14:tracePt t="8888" x="4019550" y="4927600"/>
          <p14:tracePt t="8949" x="4038600" y="4933950"/>
          <p14:tracePt t="9016" x="4038600" y="4940300"/>
          <p14:tracePt t="9082" x="4025900" y="4946650"/>
          <p14:tracePt t="9116" x="3987800" y="4946650"/>
          <p14:tracePt t="9152" x="3943350" y="4946650"/>
          <p14:tracePt t="15744" x="3911600" y="4845050"/>
          <p14:tracePt t="15809" x="3638550" y="4406900"/>
          <p14:tracePt t="15843" x="3371850" y="4076700"/>
          <p14:tracePt t="15876" x="3149600" y="3829050"/>
          <p14:tracePt t="15910" x="2927350" y="3594100"/>
          <p14:tracePt t="15942" x="2768600" y="3422650"/>
          <p14:tracePt t="15976" x="2679700" y="3327400"/>
          <p14:tracePt t="16011" x="2641600" y="3282950"/>
          <p14:tracePt t="16043" x="2603500" y="3263900"/>
          <p14:tracePt t="16075" x="2540000" y="3194050"/>
          <p14:tracePt t="16108" x="2501900" y="3143250"/>
          <p14:tracePt t="16126" x="2501900" y="3136900"/>
          <p14:tracePt t="16158" x="2495550" y="3136900"/>
          <p14:tracePt t="16307" x="2508250" y="3149600"/>
          <p14:tracePt t="16374" x="2520950" y="3149600"/>
          <p14:tracePt t="16842" x="2527300" y="3086100"/>
          <p14:tracePt t="16877" x="2514600" y="2914650"/>
          <p14:tracePt t="16910" x="2413000" y="2698750"/>
          <p14:tracePt t="16944" x="2324100" y="2540000"/>
          <p14:tracePt t="16976" x="2279650" y="2476500"/>
          <p14:tracePt t="17009" x="2279650" y="2470150"/>
          <p14:tracePt t="17092" x="2279650" y="2489200"/>
          <p14:tracePt t="17123" x="2305050" y="2540000"/>
          <p14:tracePt t="17155" x="2374900" y="2673350"/>
          <p14:tracePt t="17188" x="2520950" y="2851150"/>
          <p14:tracePt t="17221" x="2647950" y="2978150"/>
          <p14:tracePt t="17254" x="2774950" y="3048000"/>
          <p14:tracePt t="17288" x="2794000" y="3054350"/>
          <p14:tracePt t="17321" x="2800350" y="3054350"/>
          <p14:tracePt t="17373" x="2806700" y="3054350"/>
          <p14:tracePt t="17405" x="2806700" y="3041650"/>
          <p14:tracePt t="17437" x="2794000" y="3003550"/>
          <p14:tracePt t="17470" x="2755900" y="2933700"/>
          <p14:tracePt t="17503" x="2673350" y="2825750"/>
          <p14:tracePt t="17521" x="2641600" y="2781300"/>
          <p14:tracePt t="17542" x="2584450" y="2717800"/>
          <p14:tracePt t="17575" x="2514600" y="2647950"/>
          <p14:tracePt t="17608" x="2495550" y="2635250"/>
          <p14:tracePt t="17686" x="2527300" y="2654300"/>
          <p14:tracePt t="17719" x="2597150" y="2686050"/>
          <p14:tracePt t="17753" x="2736850" y="2736850"/>
          <p14:tracePt t="17771" x="2819400" y="2774950"/>
          <p14:tracePt t="17804" x="2990850" y="2838450"/>
          <p14:tracePt t="17824" x="3155950" y="2901950"/>
          <p14:tracePt t="17857" x="3327400" y="2946400"/>
          <p14:tracePt t="17890" x="3352800" y="2946400"/>
          <p14:tracePt t="17936" x="3359150" y="2946400"/>
          <p14:tracePt t="17968" x="3467100" y="2927350"/>
          <p14:tracePt t="18002" x="3613150" y="2895600"/>
          <p14:tracePt t="18035" x="3695700" y="2882900"/>
          <p14:tracePt t="18068" x="3924300" y="2901950"/>
          <p14:tracePt t="18104" x="4413250" y="2978150"/>
          <p14:tracePt t="18136" x="4749800" y="3009900"/>
          <p14:tracePt t="18167" x="4959350" y="3048000"/>
          <p14:tracePt t="18217" x="5194300" y="3073400"/>
          <p14:tracePt t="18251" x="5213350" y="3073400"/>
          <p14:tracePt t="18367" x="5213350" y="3067050"/>
          <p14:tracePt t="18400" x="5219700" y="3067050"/>
          <p14:tracePt t="18500" x="5181600" y="3073400"/>
          <p14:tracePt t="18533" x="5137150" y="3079750"/>
          <p14:tracePt t="18566" x="5073650" y="3092450"/>
          <p14:tracePt t="18599" x="5048250" y="3092450"/>
          <p14:tracePt t="18632" x="5035550" y="3092450"/>
          <p14:tracePt t="18749" x="5067300" y="3092450"/>
          <p14:tracePt t="18783" x="5219700" y="3092450"/>
          <p14:tracePt t="18817" x="5435600" y="3092450"/>
          <p14:tracePt t="18848" x="5645150" y="3079750"/>
          <p14:tracePt t="18881" x="5791200" y="3073400"/>
          <p14:tracePt t="18918" x="5842000" y="3060700"/>
          <p14:tracePt t="18981" x="5765800" y="3041650"/>
          <p14:tracePt t="19015" x="5607050" y="3028950"/>
          <p14:tracePt t="19048" x="5499100" y="3035300"/>
          <p14:tracePt t="19081" x="5435600" y="3048000"/>
          <p14:tracePt t="19114" x="5410200" y="3054350"/>
          <p14:tracePt t="19136" x="5403850" y="3054350"/>
          <p14:tracePt t="19231" x="5410200" y="3060700"/>
          <p14:tracePt t="19297" x="5416550" y="3060700"/>
          <p14:tracePt t="19416" x="5403850" y="3060700"/>
          <p14:tracePt t="19449" x="5384800" y="3060700"/>
          <p14:tracePt t="19483" x="5365750" y="3060700"/>
          <p14:tracePt t="19779" x="5149850" y="3244850"/>
          <p14:tracePt t="19812" x="4889500" y="3479800"/>
          <p14:tracePt t="19847" x="4597400" y="3670300"/>
          <p14:tracePt t="19879" x="4298950" y="3892550"/>
          <p14:tracePt t="19915" x="4102100" y="4070350"/>
          <p14:tracePt t="19951" x="3867150" y="4273550"/>
          <p14:tracePt t="19983" x="3771900" y="4387850"/>
          <p14:tracePt t="20016" x="3695700" y="4540250"/>
          <p14:tracePt t="20028" x="3689350" y="4559300"/>
          <p14:tracePt t="20061" x="3676650" y="4597400"/>
          <p14:tracePt t="20127" x="3752850" y="4660900"/>
          <p14:tracePt t="20146" x="3797300" y="4686300"/>
          <p14:tracePt t="20177" x="3867150" y="4724400"/>
          <p14:tracePt t="20210" x="3962400" y="4781550"/>
          <p14:tracePt t="20247" x="4019550" y="4813300"/>
          <p14:tracePt t="20310" x="4051300" y="4832350"/>
          <p14:tracePt t="20626" x="4083050" y="4832350"/>
          <p14:tracePt t="20659" x="4203700" y="4826000"/>
          <p14:tracePt t="20692" x="4286250" y="4819650"/>
          <p14:tracePt t="20714" x="4318000" y="4819650"/>
          <p14:tracePt t="20758" x="4330700" y="4813300"/>
          <p14:tracePt t="20892" x="4330700" y="4806950"/>
          <p14:tracePt t="20941" x="4330700" y="4800600"/>
          <p14:tracePt t="21356" x="4533900" y="4845050"/>
          <p14:tracePt t="21390" x="4718050" y="4864100"/>
          <p14:tracePt t="21423" x="5130800" y="4870450"/>
          <p14:tracePt t="21460" x="5403850" y="4902200"/>
          <p14:tracePt t="21497" x="5588000" y="4914900"/>
          <p14:tracePt t="21528" x="5626100" y="4914900"/>
          <p14:tracePt t="21572" x="5638800" y="4914900"/>
          <p14:tracePt t="21639" x="5645150" y="4908550"/>
          <p14:tracePt t="21738" x="5651500" y="4908550"/>
          <p14:tracePt t="21808" x="5670550" y="4902200"/>
          <p14:tracePt t="21841" x="5702300" y="4902200"/>
          <p14:tracePt t="21905" x="5810250" y="4895850"/>
          <p14:tracePt t="21938" x="5867400" y="4889500"/>
          <p14:tracePt t="21971" x="5918200" y="4889500"/>
          <p14:tracePt t="22005" x="5975350" y="4895850"/>
          <p14:tracePt t="22026" x="6000750" y="4895850"/>
          <p14:tracePt t="22059" x="6045200" y="4902200"/>
          <p14:tracePt t="22092" x="6108700" y="4902200"/>
          <p14:tracePt t="22126" x="6223000" y="4902200"/>
          <p14:tracePt t="22158" x="6299200" y="4902200"/>
          <p14:tracePt t="22192" x="6413500" y="4902200"/>
          <p14:tracePt t="22253" x="6515100" y="4908550"/>
          <p14:tracePt t="22276" x="6565900" y="4902200"/>
          <p14:tracePt t="22305" x="6572250" y="4902200"/>
          <p14:tracePt t="22340" x="6572250" y="4895850"/>
          <p14:tracePt t="22372" x="6546850" y="4889500"/>
          <p14:tracePt t="22419" x="6502400" y="4889500"/>
          <p14:tracePt t="22453" x="6445250" y="4889500"/>
          <p14:tracePt t="22486" x="6369050" y="4889500"/>
          <p14:tracePt t="22504" x="6311900" y="4889500"/>
          <p14:tracePt t="22536" x="6223000" y="4889500"/>
          <p14:tracePt t="22557" x="6178550" y="4889500"/>
          <p14:tracePt t="22590" x="6108700" y="4889500"/>
          <p14:tracePt t="22652" x="6076950" y="4889500"/>
          <p14:tracePt t="22718" x="6076950" y="4902200"/>
          <p14:tracePt t="23001" x="6076950" y="4908550"/>
          <p14:tracePt t="23051" x="6070600" y="4908550"/>
          <p14:tracePt t="23084" x="6070600" y="4914900"/>
          <p14:tracePt t="23105" x="6076950" y="4921250"/>
          <p14:tracePt t="23166" x="6115050" y="4940300"/>
          <p14:tracePt t="23232" x="6197600" y="4978400"/>
          <p14:tracePt t="23316" x="6089650" y="4959350"/>
          <p14:tracePt t="23349" x="5892800" y="4933950"/>
          <p14:tracePt t="23369" x="5715000" y="4908550"/>
          <p14:tracePt t="23406" x="5283200" y="4889500"/>
          <p14:tracePt t="23465" x="4730750" y="4838700"/>
          <p14:tracePt t="23515" x="4521200" y="4813300"/>
          <p14:tracePt t="23548" x="4419600" y="4800600"/>
          <p14:tracePt t="23581" x="4375150" y="4787900"/>
          <p14:tracePt t="23603" x="4330700" y="4787900"/>
          <p14:tracePt t="23636" x="4279900" y="4787900"/>
          <p14:tracePt t="23670" x="4171950" y="4762500"/>
          <p14:tracePt t="23703" x="4140200" y="4743450"/>
          <p14:tracePt t="23737" x="4133850" y="4730750"/>
          <p14:tracePt t="24200" x="4165600" y="4730750"/>
          <p14:tracePt t="24231" x="4286250" y="4730750"/>
          <p14:tracePt t="24264" x="4508500" y="4718050"/>
          <p14:tracePt t="24297" x="4832350" y="4673600"/>
          <p14:tracePt t="24318" x="4959350" y="4673600"/>
          <p14:tracePt t="24351" x="5200650" y="4673600"/>
          <p14:tracePt t="24384" x="5473700" y="4718050"/>
          <p14:tracePt t="24401" x="5664200" y="4743450"/>
          <p14:tracePt t="24434" x="5924550" y="4787900"/>
          <p14:tracePt t="24468" x="6210300" y="4832350"/>
          <p14:tracePt t="24498" x="6343650" y="4851400"/>
          <p14:tracePt t="24529" x="6502400" y="4864100"/>
          <p14:tracePt t="24562" x="6527800" y="4864100"/>
          <p14:tracePt t="24595" x="6534150" y="4864100"/>
          <p14:tracePt t="24628" x="6540500" y="4864100"/>
          <p14:tracePt t="24662" x="6546850" y="4864100"/>
          <p14:tracePt t="24695" x="6578600" y="4864100"/>
          <p14:tracePt t="24714" x="6635750" y="4870450"/>
          <p14:tracePt t="24745" x="6699250" y="4883150"/>
          <p14:tracePt t="24778" x="6756400" y="4895850"/>
          <p14:tracePt t="24811" x="6775450" y="4895850"/>
          <p14:tracePt t="24913" x="6756400" y="4895850"/>
          <p14:tracePt t="24948" x="6743700" y="4889500"/>
          <p14:tracePt t="24994" x="6731000" y="4889500"/>
          <p14:tracePt t="25027" x="6686550" y="4883150"/>
          <p14:tracePt t="25094" x="6508750" y="4883150"/>
          <p14:tracePt t="25127" x="6451600" y="4883150"/>
          <p14:tracePt t="25160" x="6426200" y="4883150"/>
          <p14:tracePt t="25213" x="6432550" y="4889500"/>
          <p14:tracePt t="25245" x="6445250" y="4889500"/>
          <p14:tracePt t="25343" x="6451600" y="4889500"/>
          <p14:tracePt t="25410" x="6426200" y="4883150"/>
          <p14:tracePt t="25442" x="6216650" y="4819650"/>
          <p14:tracePt t="25476" x="5886450" y="4756150"/>
          <p14:tracePt t="25512" x="5334000" y="4692650"/>
          <p14:tracePt t="25575" x="4597400" y="4673600"/>
          <p14:tracePt t="25625" x="4184650" y="4692650"/>
          <p14:tracePt t="25659" x="4000500" y="4724400"/>
          <p14:tracePt t="25683" x="3949700" y="4730750"/>
          <p14:tracePt t="25713" x="3879850" y="4730750"/>
          <p14:tracePt t="25746" x="3771900" y="4743450"/>
          <p14:tracePt t="25808" x="3702050" y="4756150"/>
          <p14:tracePt t="25874" x="3695700" y="4762500"/>
          <p14:tracePt t="25893" x="3689350" y="4768850"/>
          <p14:tracePt t="26007" x="3683000" y="4775200"/>
          <p14:tracePt t="26107" x="3708400" y="4781550"/>
          <p14:tracePt t="26157" x="3968750" y="4826000"/>
          <p14:tracePt t="26190" x="4400550" y="4857750"/>
          <p14:tracePt t="26224" x="5314950" y="4927600"/>
          <p14:tracePt t="26244" x="5778500" y="4965700"/>
          <p14:tracePt t="26278" x="6261100" y="5016500"/>
          <p14:tracePt t="26339" x="6483350" y="5035550"/>
          <p14:tracePt t="26389" x="6489700" y="5029200"/>
          <p14:tracePt t="26408" x="6489700" y="5022850"/>
          <p14:tracePt t="26439" x="6502400" y="5022850"/>
          <p14:tracePt t="26473" x="6553200" y="5029200"/>
          <p14:tracePt t="26508" x="6591300" y="5029200"/>
          <p14:tracePt t="26529" x="6629400" y="5035550"/>
          <p14:tracePt t="26557" x="6667500" y="5035550"/>
          <p14:tracePt t="26605" x="6692900" y="5035550"/>
          <p14:tracePt t="26638" x="6711950" y="5035550"/>
          <p14:tracePt t="26672" x="6724650" y="5029200"/>
          <p14:tracePt t="26705" x="6731000" y="5029200"/>
          <p14:tracePt t="26755" x="6743700" y="5022850"/>
          <p14:tracePt t="26824" x="6756400" y="5010150"/>
          <p14:tracePt t="26904" x="6775450" y="5010150"/>
          <p14:tracePt t="26926" x="6794500" y="5010150"/>
          <p14:tracePt t="26971" x="6819900" y="5003800"/>
          <p14:tracePt t="26992" x="6851650" y="5003800"/>
          <p14:tracePt t="27053" x="6946900" y="4959350"/>
          <p14:tracePt t="27075" x="6991350" y="4927600"/>
          <p14:tracePt t="27136" x="7016750" y="4883150"/>
          <p14:tracePt t="27203" x="6921500" y="4851400"/>
          <p14:tracePt t="27236" x="6832600" y="4838700"/>
          <p14:tracePt t="27260" x="6623050" y="4819650"/>
          <p14:tracePt t="27293" x="6394450" y="4819650"/>
          <p14:tracePt t="27324" x="6191250" y="4826000"/>
          <p14:tracePt t="27358" x="6083300" y="4838700"/>
          <p14:tracePt t="27391" x="6076950" y="4845050"/>
          <p14:tracePt t="27435" x="6076950" y="4851400"/>
          <p14:tracePt t="27535" x="6076950" y="4857750"/>
          <p14:tracePt t="27605" x="6096000" y="4857750"/>
          <p14:tracePt t="27668" x="6172200" y="4864100"/>
          <p14:tracePt t="27718" x="6248400" y="4864100"/>
          <p14:tracePt t="27751" x="6216650" y="4864100"/>
          <p14:tracePt t="27784" x="6026150" y="4864100"/>
          <p14:tracePt t="27817" x="5670550" y="4876800"/>
          <p14:tracePt t="27851" x="5099050" y="4857750"/>
          <p14:tracePt t="27884" x="4591050" y="4826000"/>
          <p14:tracePt t="27950" x="3378200" y="4724400"/>
          <p14:tracePt t="28017" x="2705100" y="4603750"/>
          <p14:tracePt t="28050" x="2597150" y="4540250"/>
          <p14:tracePt t="28083" x="2546350" y="4527550"/>
          <p14:tracePt t="28116" x="2527300" y="4521200"/>
          <p14:tracePt t="28216" x="2527300" y="4527550"/>
          <p14:tracePt t="28266" x="2520950" y="4540250"/>
          <p14:tracePt t="28299" x="2578100" y="4552950"/>
          <p14:tracePt t="28333" x="2749550" y="4578350"/>
          <p14:tracePt t="28356" x="2927350" y="4616450"/>
          <p14:tracePt t="28399" x="3403600" y="4679950"/>
          <p14:tracePt t="28465" x="3930650" y="4730750"/>
          <p14:tracePt t="28499" x="3968750" y="4730750"/>
          <p14:tracePt t="28532" x="3981450" y="4730750"/>
          <p14:tracePt t="28581" x="3981450" y="4724400"/>
          <p14:tracePt t="28615" x="4032250" y="4724400"/>
          <p14:tracePt t="28636" x="4133850" y="4724400"/>
          <p14:tracePt t="28670" x="4622800" y="4762500"/>
          <p14:tracePt t="28702" x="5060950" y="4806950"/>
          <p14:tracePt t="28736" x="5429250" y="4838700"/>
          <p14:tracePt t="28770" x="5918200" y="4908550"/>
          <p14:tracePt t="28814" x="6146800" y="4959350"/>
          <p14:tracePt t="28847" x="6197600" y="4965700"/>
          <p14:tracePt t="28881" x="6273800" y="4972050"/>
          <p14:tracePt t="28914" x="6324600" y="4972050"/>
          <p14:tracePt t="28947" x="6400800" y="4972050"/>
          <p14:tracePt t="28967" x="6445250" y="4978400"/>
          <p14:tracePt t="28998" x="6489700" y="4978400"/>
          <p14:tracePt t="29031" x="6521450" y="4978400"/>
          <p14:tracePt t="29080" x="6534150" y="4978400"/>
          <p14:tracePt t="29113" x="6540500" y="4972050"/>
          <p14:tracePt t="29199" x="6553200" y="4972050"/>
          <p14:tracePt t="29234" x="6584950" y="4965700"/>
          <p14:tracePt t="29268" x="6629400" y="4965700"/>
          <p14:tracePt t="29301" x="6731000" y="4959350"/>
          <p14:tracePt t="29312" x="6750050" y="4959350"/>
          <p14:tracePt t="29346" x="6819900" y="4959350"/>
          <p14:tracePt t="29379" x="6870700" y="4959350"/>
          <p14:tracePt t="29413" x="6877050" y="4959350"/>
          <p14:tracePt t="29478" x="6864350" y="4965700"/>
          <p14:tracePt t="29515" x="6832600" y="4965700"/>
          <p14:tracePt t="29549" x="6769100" y="4965700"/>
          <p14:tracePt t="29583" x="6597650" y="4946650"/>
          <p14:tracePt t="29617" x="6489700" y="4940300"/>
          <p14:tracePt t="29650" x="6426200" y="4940300"/>
          <p14:tracePt t="29682" x="6407150" y="4940300"/>
          <p14:tracePt t="29893" x="6400800" y="4940300"/>
          <p14:tracePt t="29927" x="6394450" y="4933950"/>
          <p14:tracePt t="30326" x="6908800" y="4933950"/>
          <p14:tracePt t="30359" x="6978650" y="4933950"/>
          <p14:tracePt t="30408" x="6985000" y="4933950"/>
          <p14:tracePt t="30608" x="6991350" y="4933950"/>
          <p14:tracePt t="31206" x="6826250" y="4933950"/>
          <p14:tracePt t="31239" x="6502400" y="4933950"/>
          <p14:tracePt t="31272" x="5949950" y="4953000"/>
          <p14:tracePt t="31305" x="4959350" y="4946650"/>
          <p14:tracePt t="31342" x="4362450" y="4908550"/>
          <p14:tracePt t="31405" x="4032250" y="4800600"/>
          <p14:tracePt t="34129" x="3968750" y="4781550"/>
          <p14:tracePt t="34163" x="3898900" y="4737100"/>
          <p14:tracePt t="34199" x="3759200" y="4597400"/>
          <p14:tracePt t="34234" x="3606800" y="4432300"/>
          <p14:tracePt t="34267" x="3340100" y="4159250"/>
          <p14:tracePt t="34312" x="3111500" y="3898900"/>
          <p14:tracePt t="34378" x="2940050" y="3644900"/>
          <p14:tracePt t="34411" x="2882900" y="3530600"/>
          <p14:tracePt t="34445" x="2819400" y="3454400"/>
          <p14:tracePt t="34481" x="2686050" y="3282950"/>
          <p14:tracePt t="34544" x="2419350" y="3054350"/>
          <p14:tracePt t="34577" x="2228850" y="2933700"/>
          <p14:tracePt t="34611" x="2108200" y="2876550"/>
          <p14:tracePt t="34644" x="2038350" y="2857500"/>
          <p14:tracePt t="34680" x="2025650" y="2857500"/>
          <p14:tracePt t="34717" x="2032000" y="2876550"/>
          <p14:tracePt t="35126" x="1962150" y="2774950"/>
          <p14:tracePt t="35175" x="1873250" y="2647950"/>
          <p14:tracePt t="35197" x="1828800" y="2603500"/>
          <p14:tracePt t="35242" x="1758950" y="2533650"/>
          <p14:tracePt t="35275" x="1670050" y="2457450"/>
          <p14:tracePt t="35309" x="1619250" y="2406650"/>
          <p14:tracePt t="35345" x="1549400" y="2336800"/>
          <p14:tracePt t="35379" x="1511300" y="2298700"/>
          <p14:tracePt t="35413" x="1485900" y="2260600"/>
          <p14:tracePt t="35443" x="1479550" y="2254250"/>
          <p14:tracePt t="35463" x="1473200" y="2247900"/>
          <p14:tracePt t="35778" x="1485900" y="2247900"/>
          <p14:tracePt t="35840" x="1543050" y="2266950"/>
          <p14:tracePt t="35873" x="1612900" y="2279650"/>
          <p14:tracePt t="35923" x="1936750" y="2311400"/>
          <p14:tracePt t="35956" x="2209800" y="2317750"/>
          <p14:tracePt t="35978" x="2292350" y="2317750"/>
          <p14:tracePt t="36011" x="2343150" y="2317750"/>
          <p14:tracePt t="36044" x="2374900" y="2317750"/>
          <p14:tracePt t="36075" x="2444750" y="2311400"/>
          <p14:tracePt t="36139" x="2736850" y="2266950"/>
          <p14:tracePt t="36205" x="2940050" y="2279650"/>
          <p14:tracePt t="36238" x="3016250" y="2286000"/>
          <p14:tracePt t="36276" x="3117850" y="2273300"/>
          <p14:tracePt t="36293" x="3149600" y="2266950"/>
          <p14:tracePt t="36323" x="3219450" y="2247900"/>
          <p14:tracePt t="36371" x="3371850" y="2203450"/>
          <p14:tracePt t="36405" x="3422650" y="2190750"/>
          <p14:tracePt t="36437" x="3429000" y="2190750"/>
          <p14:tracePt t="36493" x="3435350" y="2184400"/>
          <p14:tracePt t="36537" x="3435350" y="2178050"/>
          <p14:tracePt t="36637" x="3441700" y="2178050"/>
          <p14:tracePt t="36753" x="3441700" y="2171700"/>
          <p14:tracePt t="36841" x="3441700" y="2165350"/>
          <p14:tracePt t="36874" x="3416300" y="2165350"/>
          <p14:tracePt t="36907" x="3308350" y="2165350"/>
          <p14:tracePt t="36941" x="3060700" y="2184400"/>
          <p14:tracePt t="36974" x="2743200" y="2222500"/>
          <p14:tracePt t="37007" x="2317750" y="2286000"/>
          <p14:tracePt t="37041" x="2082800" y="2317750"/>
          <p14:tracePt t="37074" x="1962150" y="2317750"/>
          <p14:tracePt t="37091" x="1936750" y="2324100"/>
          <p14:tracePt t="37121" x="1930400" y="2330450"/>
          <p14:tracePt t="37205" x="1930400" y="2336800"/>
          <p14:tracePt t="37484" x="1974850" y="2355850"/>
          <p14:tracePt t="37534" x="2133600" y="2406650"/>
          <p14:tracePt t="37567" x="2298700" y="2457450"/>
          <p14:tracePt t="37589" x="2355850" y="2470150"/>
          <p14:tracePt t="37622" x="2419350" y="2489200"/>
          <p14:tracePt t="37683" x="2444750" y="2489200"/>
          <p14:tracePt t="37750" x="2470150" y="2489200"/>
          <p14:tracePt t="37784" x="2546350" y="2495550"/>
          <p14:tracePt t="37816" x="2635250" y="2508250"/>
          <p14:tracePt t="37849" x="2711450" y="2508250"/>
          <p14:tracePt t="37887" x="2755900" y="2508250"/>
          <p14:tracePt t="37949" x="3054350" y="2463800"/>
          <p14:tracePt t="38016" x="3327400" y="2470150"/>
          <p14:tracePt t="38049" x="3359150" y="2476500"/>
          <p14:tracePt t="38082" x="3403600" y="2476500"/>
          <p14:tracePt t="38115" x="3416300" y="2470150"/>
          <p14:tracePt t="38153" x="3422650" y="2470150"/>
          <p14:tracePt t="38215" x="3511550" y="2463800"/>
          <p14:tracePt t="38265" x="3587750" y="2463800"/>
          <p14:tracePt t="38298" x="3606800" y="2463800"/>
          <p14:tracePt t="38384" x="3613150" y="2457450"/>
          <p14:tracePt t="38434" x="3619500" y="2457450"/>
          <p14:tracePt t="38497" x="3638550" y="2457450"/>
          <p14:tracePt t="38547" x="3657600" y="2457450"/>
          <p14:tracePt t="38580" x="3721100" y="2463800"/>
          <p14:tracePt t="38613" x="3810000" y="2482850"/>
          <p14:tracePt t="38633" x="3892550" y="2495550"/>
          <p14:tracePt t="38680" x="4038600" y="2546350"/>
          <p14:tracePt t="38701" x="4057650" y="2552700"/>
          <p14:tracePt t="38763" x="4070350" y="2552700"/>
          <p14:tracePt t="38829" x="4076700" y="2552700"/>
          <p14:tracePt t="39147" x="4070350" y="2559050"/>
          <p14:tracePt t="39195" x="4025900" y="2565400"/>
          <p14:tracePt t="39231" x="3848100" y="2628900"/>
          <p14:tracePt t="39295" x="3321050" y="2806700"/>
          <p14:tracePt t="39328" x="3136900" y="2857500"/>
          <p14:tracePt t="39346" x="3124200" y="2863850"/>
          <p14:tracePt t="39377" x="3098800" y="2876550"/>
          <p14:tracePt t="39411" x="3098800" y="2882900"/>
          <p14:tracePt t="39432" x="3098800" y="2889250"/>
          <p14:tracePt t="39495" x="3130550" y="2901950"/>
          <p14:tracePt t="39530" x="3194050" y="2908300"/>
          <p14:tracePt t="39565" x="3429000" y="2914650"/>
          <p14:tracePt t="39598" x="3721100" y="2946400"/>
          <p14:tracePt t="39632" x="4025900" y="2959100"/>
          <p14:tracePt t="39666" x="4171950" y="2952750"/>
          <p14:tracePt t="39698" x="4241800" y="2946400"/>
          <p14:tracePt t="39731" x="4260850" y="2927350"/>
          <p14:tracePt t="39843" x="4267200" y="2952750"/>
          <p14:tracePt t="40291" x="4464050" y="2959100"/>
          <p14:tracePt t="40324" x="4629150" y="2946400"/>
          <p14:tracePt t="40357" x="4648200" y="2946400"/>
          <p14:tracePt t="40390" x="4667250" y="2946400"/>
          <p14:tracePt t="40423" x="4699000" y="2946400"/>
          <p14:tracePt t="40457" x="4724400" y="2946400"/>
          <p14:tracePt t="40839" x="4724400" y="3003550"/>
          <p14:tracePt t="40873" x="4724400" y="3086100"/>
          <p14:tracePt t="40905" x="4711700" y="3219450"/>
          <p14:tracePt t="40939" x="4705350" y="3270250"/>
          <p14:tracePt t="40972" x="4699000" y="3289300"/>
          <p14:tracePt t="41026" x="4699000" y="3295650"/>
          <p14:tracePt t="41254" x="4705350" y="3263900"/>
          <p14:tracePt t="41276" x="4711700" y="3219450"/>
          <p14:tracePt t="41306" x="4743450" y="3098800"/>
          <p14:tracePt t="41354" x="4762500" y="3022600"/>
          <p14:tracePt t="41420" x="4768850" y="3003550"/>
          <p14:tracePt t="41487" x="4775200" y="2990850"/>
          <p14:tracePt t="41553" x="4775200" y="2984500"/>
          <p14:tracePt t="41636" x="4775200" y="2997200"/>
          <p14:tracePt t="41703" x="4775200" y="3009900"/>
          <p14:tracePt t="41736" x="4775200" y="3022600"/>
          <p14:tracePt t="41769" x="4762500" y="3079750"/>
          <p14:tracePt t="41802" x="4749800" y="3149600"/>
          <p14:tracePt t="41836" x="4743450" y="3206750"/>
          <p14:tracePt t="41869" x="4737100" y="3244850"/>
          <p14:tracePt t="42002" x="4730750" y="3251200"/>
          <p14:tracePt t="42219" x="4768850" y="3162300"/>
          <p14:tracePt t="42251" x="4800600" y="3098800"/>
          <p14:tracePt t="42288" x="4813300" y="3041650"/>
          <p14:tracePt t="42323" x="4819650" y="3016250"/>
          <p14:tracePt t="42352" x="4826000" y="3003550"/>
          <p14:tracePt t="42404" x="4826000" y="2997200"/>
          <p14:tracePt t="42616" x="4806950" y="3073400"/>
          <p14:tracePt t="42653" x="4756150" y="3238500"/>
          <p14:tracePt t="42684" x="4730750" y="3321050"/>
          <p14:tracePt t="42716" x="4718050" y="3359150"/>
          <p14:tracePt t="42749" x="4705350" y="3378200"/>
          <p14:tracePt t="42782" x="4705350" y="3384550"/>
          <p14:tracePt t="43433" x="4718050" y="3333750"/>
          <p14:tracePt t="43497" x="4762500" y="3206750"/>
          <p14:tracePt t="43530" x="4781550" y="3136900"/>
          <p14:tracePt t="43563" x="4800600" y="3092450"/>
          <p14:tracePt t="43599" x="4800600" y="3086100"/>
          <p14:tracePt t="43649" x="4800600" y="3079750"/>
          <p14:tracePt t="43762" x="4806950" y="3079750"/>
          <p14:tracePt t="43812" x="4806950" y="3098800"/>
          <p14:tracePt t="43831" x="4800600" y="3098800"/>
          <p14:tracePt t="43862" x="4781550" y="3149600"/>
          <p14:tracePt t="43896" x="4749800" y="3263900"/>
          <p14:tracePt t="43928" x="4718050" y="3378200"/>
          <p14:tracePt t="43962" x="4699000" y="3441700"/>
          <p14:tracePt t="44011" x="4679950" y="3486150"/>
          <p14:tracePt t="44045" x="4679950" y="3492500"/>
          <p14:tracePt t="44094" x="4679950" y="3498850"/>
          <p14:tracePt t="46337" x="4584700" y="3689350"/>
          <p14:tracePt t="46387" x="4540250" y="3810000"/>
          <p14:tracePt t="46436" x="4508500" y="3930650"/>
          <p14:tracePt t="46470" x="4489450" y="4032250"/>
          <p14:tracePt t="46503" x="4483100" y="4095750"/>
          <p14:tracePt t="46536" x="4483100" y="4178300"/>
          <p14:tracePt t="46557" x="4483100" y="4260850"/>
          <p14:tracePt t="46591" x="4470400" y="4419600"/>
          <p14:tracePt t="46652" x="4457700" y="4616450"/>
          <p14:tracePt t="46719" x="4464050" y="4711700"/>
          <p14:tracePt t="46769" x="4464050" y="4768850"/>
          <p14:tracePt t="46787" x="4457700" y="4775200"/>
          <p14:tracePt t="46820" x="4451350" y="4800600"/>
          <p14:tracePt t="46869" x="4445000" y="4826000"/>
          <p14:tracePt t="47483" x="4387850" y="4838700"/>
          <p14:tracePt t="47517" x="4343400" y="4876800"/>
          <p14:tracePt t="47549" x="4318000" y="4883150"/>
          <p14:tracePt t="47583" x="4318000" y="4895850"/>
          <p14:tracePt t="47649" x="4318000" y="4902200"/>
          <p14:tracePt t="47682" x="4318000" y="4908550"/>
          <p14:tracePt t="47716" x="4330700" y="4914900"/>
          <p14:tracePt t="47782" x="4349750" y="4921250"/>
          <p14:tracePt t="47816" x="4362450" y="4927600"/>
          <p14:tracePt t="47850" x="4394200" y="4927600"/>
          <p14:tracePt t="47885" x="4451350" y="4927600"/>
          <p14:tracePt t="47932" x="4502150" y="4933950"/>
          <p14:tracePt t="47964" x="4508500" y="4933950"/>
          <p14:tracePt t="47998" x="4514850" y="4927600"/>
          <p14:tracePt t="48097" x="4502150" y="4914900"/>
          <p14:tracePt t="48131" x="4476750" y="4908550"/>
          <p14:tracePt t="48167" x="4394200" y="4876800"/>
          <p14:tracePt t="48202" x="4216400" y="4806950"/>
          <p14:tracePt t="48236" x="3854450" y="4654550"/>
          <p14:tracePt t="48280" x="3556000" y="4476750"/>
          <p14:tracePt t="48302" x="3454400" y="4400550"/>
          <p14:tracePt t="48335" x="3327400" y="4292600"/>
          <p14:tracePt t="48380" x="3257550" y="4248150"/>
          <p14:tracePt t="48417" x="3175000" y="4197350"/>
          <p14:tracePt t="48448" x="3079750" y="4146550"/>
          <p14:tracePt t="48496" x="2876550" y="4057650"/>
          <p14:tracePt t="48529" x="2724150" y="4019550"/>
          <p14:tracePt t="48562" x="2565400" y="4013200"/>
          <p14:tracePt t="48596" x="2508250" y="4032250"/>
          <p14:tracePt t="48629" x="2495550" y="4070350"/>
          <p14:tracePt t="48650" x="2495550" y="4127500"/>
          <p14:tracePt t="48684" x="2546350" y="4305300"/>
          <p14:tracePt t="48745" x="2622550" y="4616450"/>
          <p14:tracePt t="48794" x="2667000" y="4756150"/>
          <p14:tracePt t="48814" x="2667000" y="4768850"/>
          <p14:tracePt t="48846" x="2673350" y="4768850"/>
          <p14:tracePt t="48960" x="2679700" y="4781550"/>
          <p14:tracePt t="48979" x="2686050" y="4787900"/>
          <p14:tracePt t="49060" x="2717800" y="4800600"/>
          <p14:tracePt t="49127" x="2743200" y="4806950"/>
          <p14:tracePt t="49160" x="2762250" y="4806950"/>
          <p14:tracePt t="49197" x="2774950" y="4806950"/>
          <p14:tracePt t="49231" x="2813050" y="4787900"/>
          <p14:tracePt t="49293" x="2921000" y="4749800"/>
          <p14:tracePt t="49327" x="2952750" y="4730750"/>
          <p14:tracePt t="49376" x="2984500" y="4705350"/>
          <p14:tracePt t="49409" x="2990850" y="4673600"/>
          <p14:tracePt t="49431" x="3003550" y="4641850"/>
          <p14:tracePt t="49465" x="3009900" y="4559300"/>
          <p14:tracePt t="49495" x="3028950" y="4451350"/>
          <p14:tracePt t="49542" x="3035300" y="4337050"/>
          <p14:tracePt t="49576" x="3035300" y="4311650"/>
          <p14:tracePt t="49642" x="3035300" y="4305300"/>
          <p14:tracePt t="49725" x="3041650" y="4305300"/>
          <p14:tracePt t="50107" x="2952750" y="3829050"/>
          <p14:tracePt t="50157" x="2768600" y="3175000"/>
          <p14:tracePt t="50190" x="2546350" y="2559050"/>
          <p14:tracePt t="50212" x="2273300" y="1930400"/>
          <p14:tracePt t="50245" x="2095500" y="1663700"/>
          <p14:tracePt t="50278" x="1962150" y="1517650"/>
          <p14:tracePt t="50340" x="1803400" y="1422400"/>
          <p14:tracePt t="50788" x="1816100" y="1428750"/>
          <p14:tracePt t="50824" x="1841500" y="1441450"/>
          <p14:tracePt t="50844" x="1866900" y="1454150"/>
          <p14:tracePt t="50876" x="1974850" y="1517650"/>
          <p14:tracePt t="50909" x="2114550" y="1619250"/>
          <p14:tracePt t="50942" x="2349500" y="1860550"/>
          <p14:tracePt t="50976" x="2578100" y="2108200"/>
          <p14:tracePt t="51006" x="2813050" y="2393950"/>
          <p14:tracePt t="51026" x="2940050" y="2597150"/>
          <p14:tracePt t="51059" x="3111500" y="2914650"/>
          <p14:tracePt t="51104" x="3390900" y="3371850"/>
          <p14:tracePt t="51137" x="3467100" y="3536950"/>
          <p14:tracePt t="51170" x="3505200" y="3702050"/>
          <p14:tracePt t="51204" x="3511550" y="3886200"/>
          <p14:tracePt t="51237" x="3492500" y="3994150"/>
          <p14:tracePt t="51270" x="3479800" y="4044950"/>
          <p14:tracePt t="51304" x="3460750" y="4083050"/>
          <p14:tracePt t="51340" x="3435350" y="4146550"/>
          <p14:tracePt t="51358" x="3403600" y="4203700"/>
          <p14:tracePt t="51388" x="3365500" y="4267200"/>
          <p14:tracePt t="51419" x="3346450" y="4292600"/>
          <p14:tracePt t="51485" x="3340100" y="4311650"/>
          <p14:tracePt t="51535" x="3340100" y="4324350"/>
          <p14:tracePt t="51558" x="3340100" y="4337050"/>
          <p14:tracePt t="51591" x="3340100" y="4362450"/>
          <p14:tracePt t="51620" x="3352800" y="4425950"/>
          <p14:tracePt t="51652" x="3397250" y="4584700"/>
          <p14:tracePt t="51685" x="3429000" y="4679950"/>
          <p14:tracePt t="51721" x="3498850" y="4838700"/>
          <p14:tracePt t="51768" x="3511550" y="4857750"/>
          <p14:tracePt t="51951" x="3505200" y="4857750"/>
          <p14:tracePt t="52004" x="3492500" y="4857750"/>
          <p14:tracePt t="52051" x="3486150" y="4864100"/>
          <p14:tracePt t="52100" x="3479800" y="4864100"/>
          <p14:tracePt t="52183" x="3498850" y="4864100"/>
          <p14:tracePt t="52216" x="3568700" y="4864100"/>
          <p14:tracePt t="52283" x="4083050" y="4921250"/>
          <p14:tracePt t="52333" x="4324350" y="4946650"/>
          <p14:tracePt t="52355" x="4356100" y="4946650"/>
          <p14:tracePt t="52385" x="4375150" y="4946650"/>
          <p14:tracePt t="52482" x="4381500" y="4946650"/>
          <p14:tracePt t="52532" x="4387850" y="4946650"/>
          <p14:tracePt t="52620" x="4394200" y="4946650"/>
          <p14:tracePt t="53246" x="4476750" y="4946650"/>
          <p14:tracePt t="53279" x="4749800" y="4933950"/>
          <p14:tracePt t="53313" x="5029200" y="4914900"/>
          <p14:tracePt t="53346" x="5194300" y="4908550"/>
          <p14:tracePt t="53364" x="5213350" y="4914900"/>
          <p14:tracePt t="53396" x="5308600" y="4921250"/>
          <p14:tracePt t="53432" x="5441950" y="4940300"/>
          <p14:tracePt t="53468" x="5676900" y="4940300"/>
          <p14:tracePt t="53501" x="5854700" y="4946650"/>
          <p14:tracePt t="53545" x="6115050" y="4959350"/>
          <p14:tracePt t="53612" x="6280150" y="4991100"/>
          <p14:tracePt t="53695" x="6286500" y="4959350"/>
          <p14:tracePt t="53731" x="6286500" y="4965700"/>
          <p14:tracePt t="53778" x="6286500" y="4972050"/>
        </p14:tracePtLst>
      </p14:laserTraceLst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endParaRPr lang="en-US" altLang="en-US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838200" y="5715000"/>
            <a:ext cx="8305800" cy="1143000"/>
          </a:xfrm>
          <a:prstGeom prst="wedgeRoundRectCallout">
            <a:avLst>
              <a:gd name="adj1" fmla="val -37784"/>
              <a:gd name="adj2" fmla="val -70139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pi() is a static method.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It doesn’t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really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depend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on the Circle class, except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for being in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its namespace. Static methods can be called on either an instance or the class.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Times New Roman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867400" y="3048000"/>
            <a:ext cx="3276600" cy="914400"/>
          </a:xfrm>
          <a:prstGeom prst="wedgeRoundRectCallout">
            <a:avLst>
              <a:gd name="adj1" fmla="val -100280"/>
              <a:gd name="adj2" fmla="val 7009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chemeClr val="tx1"/>
                </a:solidFill>
                <a:latin typeface="Times New Roman" charset="0"/>
              </a:rPr>
              <a:t>cylinder_volume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() is a regular method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0" y="1600200"/>
            <a:ext cx="5105400" cy="2133600"/>
          </a:xfrm>
          <a:prstGeom prst="wedgeRoundRectCallout">
            <a:avLst>
              <a:gd name="adj1" fmla="val -4802"/>
              <a:gd name="adj2" fmla="val 9887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unit_circle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() is a class method.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It</a:t>
            </a:r>
            <a:r>
              <a:rPr lang="en-US" sz="240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is</a:t>
            </a:r>
            <a:r>
              <a:rPr lang="en-US" sz="2800" spc="-300" dirty="0" smtClean="0">
                <a:solidFill>
                  <a:srgbClr val="FF0000"/>
                </a:solidFill>
                <a:latin typeface="Times New Roman" charset="0"/>
              </a:rPr>
              <a:t>n</a:t>
            </a:r>
            <a:r>
              <a:rPr lang="en-US" sz="2800" spc="-130" dirty="0" smtClean="0">
                <a:solidFill>
                  <a:srgbClr val="FF0000"/>
                </a:solidFill>
                <a:latin typeface="Times New Roman" charset="0"/>
              </a:rPr>
              <a:t>’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t </a:t>
            </a:r>
            <a:r>
              <a:rPr lang="en-US" sz="2800" spc="-40" dirty="0">
                <a:solidFill>
                  <a:srgbClr val="FF0000"/>
                </a:solidFill>
                <a:latin typeface="Times New Roman" charset="0"/>
              </a:rPr>
              <a:t>b</a:t>
            </a:r>
            <a:r>
              <a:rPr lang="en-US" sz="2800" spc="-70" dirty="0">
                <a:solidFill>
                  <a:srgbClr val="FF0000"/>
                </a:solidFill>
                <a:latin typeface="Times New Roman" charset="0"/>
              </a:rPr>
              <a:t>o</a:t>
            </a:r>
            <a:r>
              <a:rPr lang="en-US" sz="2800" spc="-10" dirty="0">
                <a:solidFill>
                  <a:srgbClr val="FF0000"/>
                </a:solidFill>
                <a:latin typeface="Times New Roman" charset="0"/>
              </a:rPr>
              <a:t>und to 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a</a:t>
            </a:r>
            <a:r>
              <a:rPr lang="en-US" sz="2800" spc="-60" dirty="0" smtClean="0">
                <a:solidFill>
                  <a:srgbClr val="FF0000"/>
                </a:solidFill>
                <a:latin typeface="Times New Roman" charset="0"/>
              </a:rPr>
              <a:t>ny</a:t>
            </a:r>
            <a:r>
              <a:rPr lang="en-US" sz="2400" spc="-6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Times New Roman" charset="0"/>
              </a:rPr>
              <a:t>on</a:t>
            </a:r>
            <a:r>
              <a:rPr lang="en-US" sz="2800" spc="-40" dirty="0" smtClean="0">
                <a:solidFill>
                  <a:srgbClr val="FF0000"/>
                </a:solidFill>
                <a:latin typeface="Times New Roman" charset="0"/>
              </a:rPr>
              <a:t>e</a:t>
            </a:r>
            <a:r>
              <a:rPr lang="en-US" sz="2400" spc="-1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instanc</a:t>
            </a:r>
            <a:r>
              <a:rPr lang="en-US" sz="2800" spc="-60" dirty="0" smtClean="0">
                <a:solidFill>
                  <a:srgbClr val="FF0000"/>
                </a:solidFill>
                <a:latin typeface="Times New Roman" charset="0"/>
              </a:rPr>
              <a:t>e</a:t>
            </a:r>
            <a:r>
              <a:rPr lang="en-US" sz="2800" spc="-1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Class methods are often used as factory methods that can create specific instances of the class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.</a:t>
            </a:r>
            <a:endParaRPr lang="en-US" sz="28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1019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462"/>
    </mc:Choice>
    <mc:Fallback>
      <p:transition spd="slow" advTm="49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1279" x="6127750" y="5048250"/>
          <p14:tracePt t="1303" x="5949950" y="5130800"/>
          <p14:tracePt t="1350" x="5664200" y="5232400"/>
          <p14:tracePt t="1385" x="5486400" y="5289550"/>
          <p14:tracePt t="1414" x="5378450" y="5334000"/>
          <p14:tracePt t="1445" x="5264150" y="5372100"/>
          <p14:tracePt t="1465" x="5181600" y="5391150"/>
          <p14:tracePt t="1497" x="5054600" y="5441950"/>
          <p14:tracePt t="1531" x="4946650" y="5473700"/>
          <p14:tracePt t="1567" x="4921250" y="5480050"/>
          <p14:tracePt t="1681" x="4921250" y="5473700"/>
          <p14:tracePt t="1713" x="4921250" y="5467350"/>
          <p14:tracePt t="1777" x="4921250" y="5454650"/>
          <p14:tracePt t="1826" x="4921250" y="5441950"/>
          <p14:tracePt t="1860" x="4921250" y="5422900"/>
          <p14:tracePt t="1881" x="4914900" y="5422900"/>
          <p14:tracePt t="1929" x="4914900" y="5416550"/>
          <p14:tracePt t="1976" x="4914900" y="5410200"/>
          <p14:tracePt t="2009" x="4914900" y="5397500"/>
          <p14:tracePt t="2043" x="4908550" y="5391150"/>
          <p14:tracePt t="2109" x="4908550" y="5384800"/>
          <p14:tracePt t="2142" x="4902200" y="5384800"/>
          <p14:tracePt t="7026" x="4914900" y="5416550"/>
          <p14:tracePt t="7075" x="4940300" y="5461000"/>
          <p14:tracePt t="7109" x="4984750" y="5543550"/>
          <p14:tracePt t="7131" x="5016500" y="5600700"/>
          <p14:tracePt t="7164" x="5080000" y="5734050"/>
          <p14:tracePt t="7209" x="5124450" y="5835650"/>
          <p14:tracePt t="7242" x="5143500" y="5886450"/>
          <p14:tracePt t="7292" x="5149850" y="5899150"/>
          <p14:tracePt t="7358" x="5149850" y="5905500"/>
          <p14:tracePt t="7524" x="5130800" y="5905500"/>
          <p14:tracePt t="7559" x="5118100" y="5911850"/>
          <p14:tracePt t="7590" x="5111750" y="5918200"/>
          <p14:tracePt t="7624" x="5099050" y="5918200"/>
          <p14:tracePt t="7657" x="5086350" y="5924550"/>
          <p14:tracePt t="7691" x="5080000" y="5930900"/>
          <p14:tracePt t="9667" x="5067300" y="5962650"/>
          <p14:tracePt t="9700" x="5041900" y="5975350"/>
          <p14:tracePt t="9733" x="5016500" y="5994400"/>
          <p14:tracePt t="9751" x="5010150" y="6000750"/>
          <p14:tracePt t="9800" x="4946650" y="6019800"/>
          <p14:tracePt t="9849" x="4845050" y="6064250"/>
          <p14:tracePt t="9883" x="4819650" y="6064250"/>
          <p14:tracePt t="9932" x="4813300" y="6064250"/>
          <p14:tracePt t="9982" x="4806950" y="6045200"/>
          <p14:tracePt t="10397" x="4927600" y="6051550"/>
          <p14:tracePt t="10431" x="4997450" y="6064250"/>
          <p14:tracePt t="10463" x="5060950" y="6064250"/>
          <p14:tracePt t="10497" x="5130800" y="6076950"/>
          <p14:tracePt t="10533" x="5137150" y="6076950"/>
          <p14:tracePt t="10552" x="5143500" y="6076950"/>
          <p14:tracePt t="10666" x="5124450" y="6076950"/>
          <p14:tracePt t="10701" x="5086350" y="6089650"/>
          <p14:tracePt t="10734" x="5003800" y="6102350"/>
          <p14:tracePt t="10764" x="4826000" y="6127750"/>
          <p14:tracePt t="10796" x="4552950" y="6165850"/>
          <p14:tracePt t="10817" x="4464050" y="6172200"/>
          <p14:tracePt t="10851" x="4413250" y="6172200"/>
          <p14:tracePt t="11195" x="3841750" y="6311900"/>
          <p14:tracePt t="11261" x="3371850" y="6350000"/>
          <p14:tracePt t="11311" x="3200400" y="6350000"/>
          <p14:tracePt t="11344" x="3111500" y="6350000"/>
          <p14:tracePt t="11366" x="3060700" y="6350000"/>
          <p14:tracePt t="11427" x="2914650" y="6362700"/>
          <p14:tracePt t="11461" x="2851150" y="6381750"/>
          <p14:tracePt t="11494" x="2813050" y="6381750"/>
          <p14:tracePt t="11527" x="2813050" y="6362700"/>
          <p14:tracePt t="12291" x="2813050" y="6286500"/>
          <p14:tracePt t="12324" x="2813050" y="6216650"/>
          <p14:tracePt t="12357" x="2813050" y="6165850"/>
          <p14:tracePt t="12410" x="2806700" y="6153150"/>
          <p14:tracePt t="12491" x="2800350" y="6146800"/>
          <p14:tracePt t="12524" x="2781300" y="6134100"/>
          <p14:tracePt t="12558" x="2762250" y="6121400"/>
          <p14:tracePt t="12577" x="2717800" y="6115050"/>
          <p14:tracePt t="12608" x="2660650" y="6096000"/>
          <p14:tracePt t="12640" x="2584450" y="6083300"/>
          <p14:tracePt t="12673" x="2559050" y="6076950"/>
          <p14:tracePt t="12709" x="2540000" y="6076950"/>
          <p14:tracePt t="12756" x="2527300" y="6076950"/>
          <p14:tracePt t="15297" x="2559050" y="6076950"/>
          <p14:tracePt t="15347" x="2679700" y="6076950"/>
          <p14:tracePt t="15397" x="2889250" y="6083300"/>
          <p14:tracePt t="15463" x="3060700" y="6134100"/>
          <p14:tracePt t="15496" x="3079750" y="6140450"/>
          <p14:tracePt t="15530" x="3175000" y="6184900"/>
          <p14:tracePt t="15563" x="3251200" y="6216650"/>
          <p14:tracePt t="15596" x="3295650" y="6229350"/>
          <p14:tracePt t="15614" x="3308350" y="6235700"/>
          <p14:tracePt t="15663" x="3454400" y="6248400"/>
          <p14:tracePt t="15712" x="3740150" y="6286500"/>
          <p14:tracePt t="15746" x="3860800" y="6292850"/>
          <p14:tracePt t="15779" x="3994150" y="6299200"/>
          <p14:tracePt t="15797" x="4038600" y="6311900"/>
          <p14:tracePt t="15829" x="4184650" y="6318250"/>
          <p14:tracePt t="15865" x="4222750" y="6324600"/>
          <p14:tracePt t="15897" x="4241800" y="6324600"/>
          <p14:tracePt t="15929" x="4349750" y="6330950"/>
          <p14:tracePt t="15978" x="4464050" y="6337300"/>
          <p14:tracePt t="16011" x="4476750" y="6337300"/>
          <p14:tracePt t="16045" x="4489450" y="6343650"/>
          <p14:tracePt t="16078" x="4495800" y="6337300"/>
          <p14:tracePt t="16609" x="4578350" y="6337300"/>
          <p14:tracePt t="16642" x="4673600" y="6311900"/>
          <p14:tracePt t="16677" x="4775200" y="6261100"/>
          <p14:tracePt t="16742" x="5080000" y="6134100"/>
          <p14:tracePt t="16776" x="5238750" y="6096000"/>
          <p14:tracePt t="16809" x="5359400" y="6070600"/>
          <p14:tracePt t="16842" x="5378450" y="6070600"/>
          <p14:tracePt t="16875" x="5384800" y="6064250"/>
          <p14:tracePt t="16991" x="5391150" y="6064250"/>
          <p14:tracePt t="17373" x="5340350" y="6064250"/>
          <p14:tracePt t="17395" x="5226050" y="6076950"/>
          <p14:tracePt t="17428" x="5092700" y="6108700"/>
          <p14:tracePt t="17461" x="4927600" y="6121400"/>
          <p14:tracePt t="17494" x="4845050" y="6134100"/>
          <p14:tracePt t="17511" x="4813300" y="6140450"/>
          <p14:tracePt t="17573" x="4654550" y="6203950"/>
          <p14:tracePt t="17606" x="4635500" y="6203950"/>
          <p14:tracePt t="17639" x="4616450" y="6216650"/>
          <p14:tracePt t="17672" x="4603750" y="6216650"/>
          <p14:tracePt t="17692" x="4603750" y="6229350"/>
          <p14:tracePt t="17742" x="4591050" y="6242050"/>
          <p14:tracePt t="17789" x="4584700" y="6248400"/>
          <p14:tracePt t="17822" x="4578350" y="6254750"/>
          <p14:tracePt t="18187" x="4565650" y="6292850"/>
          <p14:tracePt t="18208" x="4559300" y="6318250"/>
          <p14:tracePt t="18254" x="4540250" y="6350000"/>
          <p14:tracePt t="18287" x="4527550" y="6369050"/>
          <p14:tracePt t="18320" x="4514850" y="6388100"/>
          <p14:tracePt t="18353" x="4514850" y="6394450"/>
          <p14:tracePt t="18436" x="4514850" y="6400800"/>
          <p14:tracePt t="18655" x="4578350" y="6400800"/>
          <p14:tracePt t="18690" x="4711700" y="6375400"/>
          <p14:tracePt t="18708" x="4794250" y="6369050"/>
          <p14:tracePt t="18740" x="4902200" y="6356350"/>
          <p14:tracePt t="18801" x="5022850" y="6330950"/>
          <p14:tracePt t="18834" x="5073650" y="6330950"/>
          <p14:tracePt t="18885" x="5118100" y="6330950"/>
          <p14:tracePt t="18917" x="5130800" y="6330950"/>
          <p14:tracePt t="19304" x="5187950" y="6324600"/>
          <p14:tracePt t="19335" x="5308600" y="6305550"/>
          <p14:tracePt t="19366" x="5359400" y="6305550"/>
          <p14:tracePt t="19416" x="5581650" y="6292850"/>
          <p14:tracePt t="19449" x="5803900" y="6318250"/>
          <p14:tracePt t="19482" x="5949950" y="6330950"/>
          <p14:tracePt t="19533" x="6254750" y="6381750"/>
          <p14:tracePt t="19582" x="6438900" y="6394450"/>
          <p14:tracePt t="19649" x="6445250" y="6394450"/>
          <p14:tracePt t="19715" x="6502400" y="6407150"/>
          <p14:tracePt t="19734" x="6508750" y="6407150"/>
          <p14:tracePt t="19851" x="6515100" y="6413500"/>
          <p14:tracePt t="19932" x="6540500" y="6413500"/>
          <p14:tracePt t="19965" x="6584950" y="6413500"/>
          <p14:tracePt t="19999" x="6705600" y="6413500"/>
          <p14:tracePt t="20031" x="6940550" y="6400800"/>
          <p14:tracePt t="20064" x="7118350" y="6394450"/>
          <p14:tracePt t="20101" x="7366000" y="6375400"/>
          <p14:tracePt t="20132" x="7454900" y="6362700"/>
          <p14:tracePt t="20164" x="7480300" y="6356350"/>
          <p14:tracePt t="20197" x="7486650" y="6356350"/>
          <p14:tracePt t="20234" x="7493000" y="6356350"/>
          <p14:tracePt t="20347" x="7499350" y="6362700"/>
          <p14:tracePt t="21977" x="7435850" y="6311900"/>
          <p14:tracePt t="22009" x="7315200" y="6216650"/>
          <p14:tracePt t="22074" x="6908800" y="5886450"/>
          <p14:tracePt t="22107" x="6654800" y="5689600"/>
          <p14:tracePt t="22130" x="6527800" y="5575300"/>
          <p14:tracePt t="22162" x="6381750" y="5480050"/>
          <p14:tracePt t="22195" x="6273800" y="5391150"/>
          <p14:tracePt t="22256" x="6064250" y="5251450"/>
          <p14:tracePt t="22290" x="5981700" y="5213350"/>
          <p14:tracePt t="22325" x="5892800" y="5175250"/>
          <p14:tracePt t="22356" x="5708650" y="5124450"/>
          <p14:tracePt t="22393" x="5461000" y="5035550"/>
          <p14:tracePt t="22411" x="5226050" y="4978400"/>
          <p14:tracePt t="22446" x="4737100" y="4895850"/>
          <p14:tracePt t="22475" x="4419600" y="4864100"/>
          <p14:tracePt t="22505" x="4216400" y="4845050"/>
          <p14:tracePt t="22572" x="3549650" y="4749800"/>
          <p14:tracePt t="22606" x="3225800" y="4699000"/>
          <p14:tracePt t="22624" x="3175000" y="4699000"/>
          <p14:tracePt t="22655" x="2978150" y="4667250"/>
          <p14:tracePt t="22677" x="2933700" y="4648200"/>
          <p14:tracePt t="22710" x="2940050" y="4591050"/>
          <p14:tracePt t="22743" x="3009900" y="4546600"/>
          <p14:tracePt t="23087" x="2997200" y="4711700"/>
          <p14:tracePt t="23120" x="2990850" y="4819650"/>
          <p14:tracePt t="23153" x="3009900" y="4940300"/>
          <p14:tracePt t="23187" x="3079750" y="5137150"/>
          <p14:tracePt t="23208" x="3105150" y="5219700"/>
          <p14:tracePt t="23242" x="3143250" y="5295900"/>
          <p14:tracePt t="23303" x="3168650" y="5334000"/>
          <p14:tracePt t="23337" x="3175000" y="5334000"/>
          <p14:tracePt t="23386" x="3187700" y="5334000"/>
          <p14:tracePt t="23419" x="3219450" y="5334000"/>
          <p14:tracePt t="23452" x="3257550" y="5334000"/>
          <p14:tracePt t="23474" x="3289300" y="5334000"/>
          <p14:tracePt t="23508" x="3403600" y="5334000"/>
          <p14:tracePt t="23569" x="3549650" y="5327650"/>
          <p14:tracePt t="23602" x="3619500" y="5321300"/>
          <p14:tracePt t="23635" x="3632200" y="5321300"/>
          <p14:tracePt t="23684" x="3638550" y="5321300"/>
          <p14:tracePt t="24499" x="3505200" y="5302250"/>
          <p14:tracePt t="24521" x="3448050" y="5302250"/>
          <p14:tracePt t="24566" x="3270250" y="5308600"/>
          <p14:tracePt t="24631" x="2813050" y="5276850"/>
          <p14:tracePt t="24698" x="2495550" y="5276850"/>
          <p14:tracePt t="24717" x="2470150" y="5276850"/>
          <p14:tracePt t="24748" x="2393950" y="5289550"/>
          <p14:tracePt t="24770" x="2368550" y="5289550"/>
          <p14:tracePt t="24803" x="2343150" y="5295900"/>
          <p14:tracePt t="24835" x="2336800" y="5295900"/>
          <p14:tracePt t="25332" x="2336800" y="5302250"/>
          <p14:tracePt t="25365" x="2425700" y="5327650"/>
          <p14:tracePt t="25429" x="2571750" y="5334000"/>
          <p14:tracePt t="25462" x="2660650" y="5334000"/>
          <p14:tracePt t="25496" x="2724150" y="5334000"/>
          <p14:tracePt t="25529" x="2755900" y="5340350"/>
          <p14:tracePt t="25562" x="2774950" y="5340350"/>
          <p14:tracePt t="25595" x="2781300" y="5340350"/>
          <p14:tracePt t="25698" x="2755900" y="5340350"/>
          <p14:tracePt t="25733" x="2679700" y="5340350"/>
          <p14:tracePt t="25745" x="2641600" y="5340350"/>
          <p14:tracePt t="25778" x="2520950" y="5327650"/>
          <p14:tracePt t="25811" x="2387600" y="5321300"/>
          <p14:tracePt t="25844" x="2330450" y="5314950"/>
          <p14:tracePt t="25877" x="2254250" y="5302250"/>
          <p14:tracePt t="25927" x="2216150" y="5302250"/>
          <p14:tracePt t="25960" x="2197100" y="5295900"/>
          <p14:tracePt t="25994" x="2184400" y="5289550"/>
          <p14:tracePt t="26043" x="2178050" y="5289550"/>
          <p14:tracePt t="26093" x="2171700" y="5289550"/>
          <p14:tracePt t="26179" x="2165350" y="5283200"/>
          <p14:tracePt t="26242" x="2133600" y="5270500"/>
          <p14:tracePt t="26293" x="2044700" y="5251450"/>
          <p14:tracePt t="26326" x="1892300" y="5226050"/>
          <p14:tracePt t="26359" x="1784350" y="5226050"/>
          <p14:tracePt t="26379" x="1733550" y="5226050"/>
          <p14:tracePt t="26414" x="1663700" y="5226050"/>
          <p14:tracePt t="26447" x="1631950" y="5251450"/>
          <p14:tracePt t="26480" x="1600200" y="5270500"/>
          <p14:tracePt t="26513" x="1568450" y="5295900"/>
          <p14:tracePt t="26558" x="1555750" y="5302250"/>
          <p14:tracePt t="26608" x="1549400" y="5308600"/>
          <p14:tracePt t="26629" x="1549400" y="5314950"/>
          <p14:tracePt t="26696" x="1543050" y="5314950"/>
          <p14:tracePt t="26791" x="1543050" y="5321300"/>
          <p14:tracePt t="26857" x="1543050" y="5327650"/>
          <p14:tracePt t="26891" x="1543050" y="5334000"/>
          <p14:tracePt t="26912" x="1543050" y="5340350"/>
          <p14:tracePt t="26942" x="1543050" y="5353050"/>
          <p14:tracePt t="27009" x="1536700" y="5372100"/>
          <p14:tracePt t="27073" x="1530350" y="5391150"/>
          <p14:tracePt t="27123" x="1524000" y="5391150"/>
          <p14:tracePt t="27144" x="1517650" y="5397500"/>
          <p14:tracePt t="27178" x="1511300" y="5397500"/>
          <p14:tracePt t="27211" x="1498600" y="5397500"/>
          <p14:tracePt t="27272" x="1485900" y="5391150"/>
          <p14:tracePt t="27388" x="1485900" y="5384800"/>
          <p14:tracePt t="27426" x="1498600" y="5384800"/>
          <p14:tracePt t="27460" x="1543050" y="5384800"/>
          <p14:tracePt t="27493" x="1682750" y="5391150"/>
          <p14:tracePt t="27554" x="2286000" y="5461000"/>
          <p14:tracePt t="27621" x="2921000" y="5467350"/>
          <p14:tracePt t="27654" x="3155950" y="5435600"/>
          <p14:tracePt t="27687" x="3359150" y="5391150"/>
          <p14:tracePt t="27720" x="3498850" y="5340350"/>
          <p14:tracePt t="27787" x="3556000" y="5321300"/>
          <p14:tracePt t="27853" x="3568700" y="5321300"/>
          <p14:tracePt t="27937" x="3549650" y="5321300"/>
          <p14:tracePt t="27958" x="3536950" y="5327650"/>
          <p14:tracePt t="27993" x="3448050" y="5327650"/>
          <p14:tracePt t="28025" x="3244850" y="5327650"/>
          <p14:tracePt t="28058" x="2978150" y="5327650"/>
          <p14:tracePt t="28103" x="2844800" y="5327650"/>
          <p14:tracePt t="28136" x="2825750" y="5327650"/>
          <p14:tracePt t="28169" x="2813050" y="5327650"/>
          <p14:tracePt t="28219" x="2832100" y="5327650"/>
          <p14:tracePt t="28269" x="2908300" y="5327650"/>
          <p14:tracePt t="28335" x="3155950" y="5327650"/>
          <p14:tracePt t="28402" x="3257550" y="5327650"/>
          <p14:tracePt t="28437" x="3238500" y="5308600"/>
          <p14:tracePt t="28468" x="3136900" y="5276850"/>
          <p14:tracePt t="28490" x="3041650" y="5251450"/>
          <p14:tracePt t="28523" x="2800350" y="5194300"/>
          <p14:tracePt t="28553" x="2628900" y="5187950"/>
          <p14:tracePt t="28585" x="2463800" y="5187950"/>
          <p14:tracePt t="28651" x="2305050" y="5200650"/>
          <p14:tracePt t="28701" x="2171700" y="5175250"/>
          <p14:tracePt t="28719" x="2139950" y="5175250"/>
          <p14:tracePt t="28751" x="2057400" y="5168900"/>
          <p14:tracePt t="28788" x="2006600" y="5162550"/>
          <p14:tracePt t="28850" x="1873250" y="5073650"/>
          <p14:tracePt t="28917" x="1663700" y="4908550"/>
          <p14:tracePt t="28967" x="1555750" y="4787900"/>
          <p14:tracePt t="29000" x="1504950" y="4724400"/>
          <p14:tracePt t="29021" x="1473200" y="4686300"/>
          <p14:tracePt t="29054" x="1447800" y="4622800"/>
          <p14:tracePt t="29099" x="1441450" y="4597400"/>
          <p14:tracePt t="29166" x="1441450" y="4584700"/>
          <p14:tracePt t="29302" x="1447800" y="4584700"/>
          <p14:tracePt t="29365" x="1466850" y="4654550"/>
          <p14:tracePt t="29432" x="1543050" y="4972050"/>
          <p14:tracePt t="29482" x="1568450" y="5219700"/>
          <p14:tracePt t="29515" x="1581150" y="5283200"/>
          <p14:tracePt t="29537" x="1581150" y="5321300"/>
          <p14:tracePt t="29571" x="1581150" y="5327650"/>
          <p14:tracePt t="29631" x="1581150" y="5340350"/>
          <p14:tracePt t="29681" x="1574800" y="5327650"/>
          <p14:tracePt t="29730" x="1574800" y="5302250"/>
          <p14:tracePt t="29764" x="1555750" y="5194300"/>
          <p14:tracePt t="29798" x="1549400" y="5003800"/>
          <p14:tracePt t="29831" x="1511300" y="4718050"/>
          <p14:tracePt t="29864" x="1504950" y="4622800"/>
          <p14:tracePt t="29897" x="1498600" y="4565650"/>
          <p14:tracePt t="29916" x="1498600" y="4559300"/>
          <p14:tracePt t="29980" x="1498600" y="4565650"/>
          <p14:tracePt t="30013" x="1498600" y="4597400"/>
          <p14:tracePt t="30032" x="1498600" y="4610100"/>
          <p14:tracePt t="30051" x="1511300" y="4641850"/>
          <p14:tracePt t="30084" x="1549400" y="4787900"/>
          <p14:tracePt t="30117" x="1581150" y="4933950"/>
          <p14:tracePt t="30152" x="1606550" y="5086350"/>
          <p14:tracePt t="30184" x="1619250" y="5156200"/>
          <p14:tracePt t="30229" x="1619250" y="5168900"/>
          <p14:tracePt t="30296" x="1619250" y="5187950"/>
          <p14:tracePt t="30345" x="1625600" y="5200650"/>
          <p14:tracePt t="30794" x="1663700" y="5200650"/>
          <p14:tracePt t="30827" x="1670050" y="5200650"/>
          <p14:tracePt t="30860" x="1689100" y="5200650"/>
          <p14:tracePt t="30893" x="1701800" y="5200650"/>
          <p14:tracePt t="30927" x="1708150" y="5200650"/>
          <p14:tracePt t="31010" x="1714500" y="5200650"/>
          <p14:tracePt t="31060" x="1727200" y="5200650"/>
          <p14:tracePt t="31092" x="1733550" y="5194300"/>
          <p14:tracePt t="31114" x="1733550" y="5187950"/>
          <p14:tracePt t="31147" x="1746250" y="5175250"/>
          <p14:tracePt t="31209" x="1758950" y="5162550"/>
          <p14:tracePt t="31259" x="1771650" y="5143500"/>
          <p14:tracePt t="31292" x="1778000" y="5130800"/>
          <p14:tracePt t="31325" x="1790700" y="5118100"/>
          <p14:tracePt t="31358" x="1803400" y="5060950"/>
          <p14:tracePt t="31380" x="1809750" y="5016500"/>
          <p14:tracePt t="31413" x="1809750" y="4959350"/>
          <p14:tracePt t="31443" x="1809750" y="4914900"/>
          <p14:tracePt t="31476" x="1803400" y="4895850"/>
          <p14:tracePt t="31508" x="1803400" y="4889500"/>
          <p14:tracePt t="31674" x="1822450" y="4889500"/>
          <p14:tracePt t="31707" x="1854200" y="4889500"/>
          <p14:tracePt t="31774" x="2273300" y="4946650"/>
          <p14:tracePt t="31807" x="2711450" y="4978400"/>
          <p14:tracePt t="31840" x="3302000" y="5010150"/>
          <p14:tracePt t="31873" x="3644900" y="5010150"/>
          <p14:tracePt t="31906" x="3879850" y="4991100"/>
          <p14:tracePt t="31940" x="4019550" y="4959350"/>
          <p14:tracePt t="31974" x="4051300" y="4946650"/>
          <p14:tracePt t="32010" x="4064000" y="4940300"/>
          <p14:tracePt t="32056" x="4070350" y="4933950"/>
          <p14:tracePt t="32172" x="4070350" y="4927600"/>
          <p14:tracePt t="32225" x="4064000" y="4927600"/>
          <p14:tracePt t="32524" x="4057650" y="4927600"/>
          <p14:tracePt t="32556" x="4051300" y="4933950"/>
          <p14:tracePt t="32587" x="4044950" y="4933950"/>
          <p14:tracePt t="32621" x="4044950" y="4940300"/>
          <p14:tracePt t="32670" x="4006850" y="4946650"/>
          <p14:tracePt t="32692" x="3905250" y="4972050"/>
          <p14:tracePt t="32725" x="3689350" y="5029200"/>
          <p14:tracePt t="32770" x="3302000" y="5118100"/>
          <p14:tracePt t="32803" x="2933700" y="5232400"/>
          <p14:tracePt t="32837" x="2743200" y="5321300"/>
          <p14:tracePt t="32873" x="2590800" y="5384800"/>
          <p14:tracePt t="32908" x="2520950" y="5397500"/>
          <p14:tracePt t="32941" x="2451100" y="5410200"/>
          <p14:tracePt t="32986" x="2381250" y="5416550"/>
          <p14:tracePt t="33020" x="2324100" y="5416550"/>
          <p14:tracePt t="33057" x="2279650" y="5422900"/>
          <p14:tracePt t="33119" x="2228850" y="5429250"/>
          <p14:tracePt t="33186" x="2216150" y="5429250"/>
          <p14:tracePt t="33285" x="2209800" y="5422900"/>
          <p14:tracePt t="33502" x="2203450" y="5416550"/>
          <p14:tracePt t="33554" x="2197100" y="5410200"/>
          <p14:tracePt t="33600" x="2190750" y="5410200"/>
          <p14:tracePt t="33671" x="2190750" y="5403850"/>
          <p14:tracePt t="33717" x="2184400" y="5403850"/>
          <p14:tracePt t="33783" x="2178050" y="5397500"/>
          <p14:tracePt t="33883" x="2171700" y="5397500"/>
          <p14:tracePt t="34481" x="2178050" y="5397500"/>
          <p14:tracePt t="34514" x="2184400" y="5397500"/>
          <p14:tracePt t="34584" x="2197100" y="5397500"/>
          <p14:tracePt t="34631" x="2209800" y="5397500"/>
          <p14:tracePt t="34663" x="2222500" y="5397500"/>
          <p14:tracePt t="34716" x="2254250" y="5391150"/>
          <p14:tracePt t="34751" x="2311400" y="5391150"/>
          <p14:tracePt t="34782" x="2438400" y="5372100"/>
          <p14:tracePt t="34813" x="2628900" y="5353050"/>
          <p14:tracePt t="34835" x="2863850" y="5327650"/>
          <p14:tracePt t="34879" x="3200400" y="5295900"/>
          <p14:tracePt t="34916" x="3390900" y="5283200"/>
          <p14:tracePt t="34948" x="3549650" y="5276850"/>
          <p14:tracePt t="34979" x="3613150" y="5276850"/>
          <p14:tracePt t="35029" x="3670300" y="5270500"/>
          <p14:tracePt t="35062" x="3689350" y="5270500"/>
          <p14:tracePt t="35084" x="3702050" y="5270500"/>
          <p14:tracePt t="35117" x="3733800" y="5270500"/>
          <p14:tracePt t="35179" x="3740150" y="5270500"/>
          <p14:tracePt t="35644" x="3841750" y="5270500"/>
          <p14:tracePt t="35677" x="3975100" y="5270500"/>
          <p14:tracePt t="35695" x="4006850" y="5264150"/>
          <p14:tracePt t="35726" x="4121150" y="5251450"/>
          <p14:tracePt t="35780" x="4260850" y="5238750"/>
          <p14:tracePt t="35812" x="4349750" y="5213350"/>
          <p14:tracePt t="35844" x="4387850" y="5194300"/>
          <p14:tracePt t="38109" x="4584700" y="5384800"/>
          <p14:tracePt t="38138" x="4673600" y="5435600"/>
          <p14:tracePt t="38168" x="4705350" y="5454650"/>
          <p14:tracePt t="38201" x="4718050" y="5467350"/>
          <p14:tracePt t="38234" x="4743450" y="5492750"/>
          <p14:tracePt t="38268" x="4768850" y="5524500"/>
          <p14:tracePt t="38304" x="4826000" y="5607050"/>
          <p14:tracePt t="38367" x="4933950" y="5759450"/>
          <p14:tracePt t="38417" x="5010150" y="5854700"/>
          <p14:tracePt t="38450" x="5060950" y="5930900"/>
          <p14:tracePt t="38483" x="5105400" y="6013450"/>
          <p14:tracePt t="38505" x="5118100" y="6045200"/>
          <p14:tracePt t="38550" x="5118100" y="6140450"/>
          <p14:tracePt t="38616" x="5054600" y="6235700"/>
          <p14:tracePt t="38652" x="4997450" y="6286500"/>
          <p14:tracePt t="38683" x="4972050" y="6305550"/>
          <p14:tracePt t="38716" x="4946650" y="6324600"/>
          <p14:tracePt t="38735" x="4933950" y="6324600"/>
          <p14:tracePt t="38754" x="4927600" y="6330950"/>
          <p14:tracePt t="38788" x="4921250" y="6337300"/>
          <p14:tracePt t="39198" x="4978400" y="6337300"/>
          <p14:tracePt t="39232" x="5054600" y="6330950"/>
          <p14:tracePt t="39264" x="5200650" y="6286500"/>
          <p14:tracePt t="39298" x="5257800" y="6273800"/>
          <p14:tracePt t="39331" x="5327650" y="6248400"/>
          <p14:tracePt t="39365" x="5340350" y="6242050"/>
          <p14:tracePt t="39398" x="5346700" y="6229350"/>
          <p14:tracePt t="39447" x="5353050" y="6229350"/>
          <p14:tracePt t="39497" x="5353050" y="6223000"/>
          <p14:tracePt t="39580" x="5353050" y="6216650"/>
          <p14:tracePt t="39617" x="5353050" y="6210300"/>
          <p14:tracePt t="39746" x="5353050" y="6203950"/>
          <p14:tracePt t="39802" x="5346700" y="6203950"/>
          <p14:tracePt t="39879" x="5346700" y="6197600"/>
          <p14:tracePt t="40128" x="5334000" y="6197600"/>
          <p14:tracePt t="40178" x="5302250" y="6203950"/>
          <p14:tracePt t="40244" x="5181600" y="6203950"/>
          <p14:tracePt t="40294" x="5054600" y="6184900"/>
          <p14:tracePt t="40327" x="5016500" y="6172200"/>
          <p14:tracePt t="40349" x="5003800" y="6165850"/>
          <p14:tracePt t="40382" x="4984750" y="6153150"/>
          <p14:tracePt t="40444" x="4972050" y="6121400"/>
          <p14:tracePt t="40510" x="4946650" y="6089650"/>
          <p14:tracePt t="40544" x="4921250" y="6070600"/>
          <p14:tracePt t="40576" x="4889500" y="6051550"/>
          <p14:tracePt t="40610" x="4851400" y="6032500"/>
          <p14:tracePt t="40631" x="4826000" y="6026150"/>
          <p14:tracePt t="40649" x="4813300" y="6019800"/>
          <p14:tracePt t="40709" x="4806950" y="6019800"/>
          <p14:tracePt t="40759" x="4800600" y="6019800"/>
          <p14:tracePt t="40809" x="4794250" y="6032500"/>
          <p14:tracePt t="40875" x="4775200" y="6038850"/>
          <p14:tracePt t="40897" x="4775200" y="6051550"/>
          <p14:tracePt t="40958" x="4749800" y="6102350"/>
          <p14:tracePt t="40992" x="4743450" y="6172200"/>
          <p14:tracePt t="41058" x="4775200" y="6261100"/>
          <p14:tracePt t="41108" x="4838700" y="6286500"/>
          <p14:tracePt t="41130" x="4857750" y="6286500"/>
          <p14:tracePt t="41163" x="4889500" y="6286500"/>
          <p14:tracePt t="41211" x="4902200" y="6286500"/>
          <p14:tracePt t="41307" x="4908550" y="6286500"/>
          <p14:tracePt t="41357" x="4914900" y="6286500"/>
          <p14:tracePt t="41427" x="4921250" y="6286500"/>
          <p14:tracePt t="41523" x="4927600" y="6280150"/>
          <p14:tracePt t="41589" x="4933950" y="6273800"/>
          <p14:tracePt t="41639" x="4933950" y="6261100"/>
          <p14:tracePt t="41673" x="4933950" y="6235700"/>
          <p14:tracePt t="41723" x="4902200" y="6159500"/>
          <p14:tracePt t="41756" x="4838700" y="6051550"/>
          <p14:tracePt t="41789" x="4762500" y="5918200"/>
          <p14:tracePt t="41826" x="4660900" y="5772150"/>
          <p14:tracePt t="41861" x="4622800" y="5695950"/>
          <p14:tracePt t="41893" x="4597400" y="5645150"/>
          <p14:tracePt t="41910" x="4591050" y="5632450"/>
          <p14:tracePt t="41943" x="4584700" y="5626100"/>
          <p14:tracePt t="41977" x="4584700" y="5619750"/>
          <p14:tracePt t="42104" x="4584700" y="5638800"/>
          <p14:tracePt t="42154" x="4597400" y="5664200"/>
          <p14:tracePt t="42173" x="4610100" y="5689600"/>
          <p14:tracePt t="42221" x="4737100" y="5892800"/>
          <p14:tracePt t="42271" x="4870450" y="6115050"/>
          <p14:tracePt t="42337" x="4921250" y="6203950"/>
          <p14:tracePt t="42370" x="4921250" y="6210300"/>
          <p14:tracePt t="42437" x="4927600" y="6210300"/>
          <p14:tracePt t="42586" x="4933950" y="6210300"/>
          <p14:tracePt t="42652" x="4940300" y="6210300"/>
          <p14:tracePt t="42719" x="4946650" y="6203950"/>
          <p14:tracePt t="42771" x="4946650" y="6197600"/>
          <p14:tracePt t="42822" x="4946650" y="6191250"/>
          <p14:tracePt t="42854" x="4965700" y="6191250"/>
          <p14:tracePt t="42885" x="4978400" y="6191250"/>
          <p14:tracePt t="43251" x="4978400" y="6153150"/>
          <p14:tracePt t="43273" x="4965700" y="6083300"/>
          <p14:tracePt t="43305" x="4921250" y="5994400"/>
          <p14:tracePt t="43339" x="4826000" y="5816600"/>
          <p14:tracePt t="43372" x="4737100" y="5695950"/>
          <p14:tracePt t="43405" x="4629150" y="5556250"/>
          <p14:tracePt t="43438" x="4565650" y="5499100"/>
          <p14:tracePt t="43471" x="4489450" y="5467350"/>
          <p14:tracePt t="43504" x="4387850" y="5422900"/>
          <p14:tracePt t="43538" x="4324350" y="5391150"/>
          <p14:tracePt t="43571" x="4292600" y="5384800"/>
          <p14:tracePt t="43616" x="4273550" y="5384800"/>
          <p14:tracePt t="43682" x="4267200" y="5384800"/>
          <p14:tracePt t="43717" x="4260850" y="5391150"/>
          <p14:tracePt t="43765" x="4254500" y="5391150"/>
          <p14:tracePt t="43819" x="4248150" y="5391150"/>
          <p14:tracePt t="43865" x="4235450" y="5391150"/>
          <p14:tracePt t="43902" x="4222750" y="5391150"/>
          <p14:tracePt t="43985" x="4216400" y="5391150"/>
          <p14:tracePt t="44031" x="4216400" y="5384800"/>
          <p14:tracePt t="44097" x="4216400" y="5372100"/>
          <p14:tracePt t="44184" x="4210050" y="5353050"/>
          <p14:tracePt t="44264" x="4210050" y="5340350"/>
          <p14:tracePt t="44285" x="4210050" y="5334000"/>
          <p14:tracePt t="44363" x="4203700" y="5321300"/>
          <p14:tracePt t="44446" x="4203700" y="5302250"/>
          <p14:tracePt t="44562" x="4197350" y="5295900"/>
          <p14:tracePt t="45078" x="4216400" y="5073650"/>
          <p14:tracePt t="45114" x="4222750" y="4718050"/>
          <p14:tracePt t="45149" x="4152900" y="4210050"/>
          <p14:tracePt t="45179" x="3949700" y="3562350"/>
          <p14:tracePt t="45210" x="3594100" y="2679700"/>
          <p14:tracePt t="45277" x="2527300" y="1225550"/>
          <p14:tracePt t="45310" x="2355850" y="1079500"/>
          <p14:tracePt t="45343" x="2330450" y="1066800"/>
          <p14:tracePt t="45376" x="2317750" y="1066800"/>
          <p14:tracePt t="45443" x="2317750" y="1085850"/>
          <p14:tracePt t="45493" x="2266950" y="1111250"/>
          <p14:tracePt t="45559" x="2120900" y="1143000"/>
          <p14:tracePt t="45592" x="2082800" y="1149350"/>
          <p14:tracePt t="45626" x="2070100" y="1162050"/>
          <p14:tracePt t="45662" x="2038350" y="1181100"/>
          <p14:tracePt t="45726" x="2025650" y="1193800"/>
          <p14:tracePt t="45825" x="2019300" y="1193800"/>
          <p14:tracePt t="45892" x="2038350" y="1193800"/>
          <p14:tracePt t="45928" x="2076450" y="1181100"/>
          <p14:tracePt t="45963" x="2203450" y="1168400"/>
          <p14:tracePt t="45998" x="2305050" y="1143000"/>
          <p14:tracePt t="46029" x="2368550" y="1136650"/>
          <p14:tracePt t="46062" x="2419350" y="1136650"/>
          <p14:tracePt t="46107" x="2425700" y="1136650"/>
          <p14:tracePt t="46241" x="2425700" y="1143000"/>
          <p14:tracePt t="46323" x="2425700" y="1149350"/>
          <p14:tracePt t="46356" x="2444750" y="1162050"/>
          <p14:tracePt t="46390" x="2508250" y="1225550"/>
          <p14:tracePt t="46408" x="2552700" y="1257300"/>
          <p14:tracePt t="46440" x="2794000" y="1466850"/>
          <p14:tracePt t="46476" x="3244850" y="1879600"/>
          <p14:tracePt t="46508" x="3905250" y="2514600"/>
          <p14:tracePt t="46539" x="4857750" y="3524250"/>
          <p14:tracePt t="46572" x="5365750" y="4152900"/>
          <p14:tracePt t="46606" x="5530850" y="4438650"/>
          <p14:tracePt t="46639" x="5638800" y="4654550"/>
          <p14:tracePt t="46672" x="5740400" y="4857750"/>
          <p14:tracePt t="46708" x="5803900" y="4940300"/>
          <p14:tracePt t="46741" x="5822950" y="4991100"/>
          <p14:tracePt t="46805" x="5854700" y="5073650"/>
          <p14:tracePt t="46871" x="5892800" y="5181600"/>
          <p14:tracePt t="46921" x="5892800" y="5187950"/>
          <p14:tracePt t="47107" x="5765800" y="5168900"/>
          <p14:tracePt t="47139" x="5499100" y="5137150"/>
          <p14:tracePt t="47171" x="5181600" y="5105400"/>
          <p14:tracePt t="47207" x="4800600" y="5099050"/>
          <p14:tracePt t="47239" x="4533900" y="5099050"/>
          <p14:tracePt t="47272" x="4273550" y="5086350"/>
          <p14:tracePt t="47304" x="3892550" y="5048250"/>
          <p14:tracePt t="47340" x="3581400" y="4991100"/>
          <p14:tracePt t="47374" x="3232150" y="4933950"/>
          <p14:tracePt t="47419" x="2908300" y="4895850"/>
          <p14:tracePt t="47452" x="2787650" y="4889500"/>
          <p14:tracePt t="47486" x="2717800" y="4895850"/>
          <p14:tracePt t="47522" x="2686050" y="4914900"/>
          <p14:tracePt t="47554" x="2654300" y="4933950"/>
          <p14:tracePt t="47619" x="2540000" y="5048250"/>
          <p14:tracePt t="47685" x="2451100" y="5143500"/>
          <p14:tracePt t="47718" x="2400300" y="5200650"/>
          <p14:tracePt t="47738" x="2368550" y="5219700"/>
          <p14:tracePt t="47785" x="2305050" y="5264150"/>
          <p14:tracePt t="47819" x="2209800" y="5327650"/>
          <p14:tracePt t="47868" x="2095500" y="5365750"/>
          <p14:tracePt t="47901" x="2051050" y="5391150"/>
          <p14:tracePt t="47935" x="2025650" y="5397500"/>
          <p14:tracePt t="47984" x="2019300" y="5410200"/>
          <p14:tracePt t="48037" x="2019300" y="5416550"/>
          <p14:tracePt t="48084" x="2044700" y="5410200"/>
          <p14:tracePt t="48150" x="2419350" y="5334000"/>
          <p14:tracePt t="48200" x="3003550" y="5289550"/>
          <p14:tracePt t="48233" x="3721100" y="5283200"/>
          <p14:tracePt t="48253" x="3987800" y="5302250"/>
          <p14:tracePt t="48285" x="4349750" y="5353050"/>
          <p14:tracePt t="48320" x="4508500" y="5378450"/>
          <p14:tracePt t="48351" x="4572000" y="5397500"/>
          <p14:tracePt t="48416" x="4591050" y="5391150"/>
          <p14:tracePt t="48466" x="4603750" y="5378450"/>
          <p14:tracePt t="48499" x="4641850" y="5359400"/>
          <p14:tracePt t="48521" x="4679950" y="5353050"/>
          <p14:tracePt t="48554" x="4819650" y="5321300"/>
          <p14:tracePt t="48599" x="5080000" y="5295900"/>
          <p14:tracePt t="48665" x="5480050" y="5283200"/>
          <p14:tracePt t="48698" x="5556250" y="5276850"/>
          <p14:tracePt t="48731" x="5632450" y="5276850"/>
        </p14:tracePtLst>
      </p14:laserTraceLst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2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0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98"/>
    </mc:Choice>
    <mc:Fallback>
      <p:transition spd="slow" advTm="5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c.area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78.5398163375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447800" y="1749552"/>
            <a:ext cx="7696200" cy="1298448"/>
          </a:xfrm>
          <a:prstGeom prst="wedgeRoundRectCallout">
            <a:avLst>
              <a:gd name="adj1" fmla="val -40786"/>
              <a:gd name="adj2" fmla="val 11356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.area is </a:t>
            </a:r>
            <a:r>
              <a:rPr lang="en-US" sz="2800" spc="-60" dirty="0">
                <a:solidFill>
                  <a:schemeClr val="tx1"/>
                </a:solidFill>
                <a:latin typeface="Times New Roman" charset="0"/>
              </a:rPr>
              <a:t>an immutable property:</a:t>
            </a:r>
            <a:r>
              <a:rPr lang="en-US" sz="2400" spc="-6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with no</a:t>
            </a:r>
            <a:r>
              <a:rPr lang="en-US" sz="2400" spc="-6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60" dirty="0">
                <a:solidFill>
                  <a:schemeClr val="tx1"/>
                </a:solidFill>
                <a:latin typeface="Times New Roman" charset="0"/>
              </a:rPr>
              <a:t>.setter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() given,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it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can’t be changed.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Although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defined as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method, you access it like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an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attribute: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without parentheses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016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848"/>
    </mc:Choice>
    <mc:Fallback>
      <p:transition spd="slow" advTm="25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6780" x="5600700" y="5321300"/>
          <p14:tracePt t="6798" x="5575300" y="5340350"/>
          <p14:tracePt t="6831" x="5524500" y="5391150"/>
          <p14:tracePt t="6864" x="5480050" y="5416550"/>
          <p14:tracePt t="6897" x="5454650" y="5429250"/>
          <p14:tracePt t="6914" x="5435600" y="5435600"/>
          <p14:tracePt t="6947" x="5422900" y="5441950"/>
          <p14:tracePt t="6992" x="5397500" y="5473700"/>
          <p14:tracePt t="7042" x="5359400" y="5581650"/>
          <p14:tracePt t="7075" x="5314950" y="5670550"/>
          <p14:tracePt t="7093" x="5302250" y="5702300"/>
          <p14:tracePt t="7125" x="5276850" y="5784850"/>
          <p14:tracePt t="7144" x="5264150" y="5816600"/>
          <p14:tracePt t="7174" x="5238750" y="5899150"/>
          <p14:tracePt t="7196" x="5226050" y="5930900"/>
          <p14:tracePt t="7231" x="5213350" y="5962650"/>
          <p14:tracePt t="7277" x="5207000" y="6000750"/>
          <p14:tracePt t="7309" x="5200650" y="6032500"/>
          <p14:tracePt t="7341" x="5200650" y="6051550"/>
          <p14:tracePt t="7407" x="5200650" y="6064250"/>
          <p14:tracePt t="7490" x="5200650" y="6083300"/>
          <p14:tracePt t="11513" x="5200650" y="6064250"/>
          <p14:tracePt t="11545" x="5200650" y="5854700"/>
          <p14:tracePt t="11576" x="5168900" y="5632450"/>
          <p14:tracePt t="11610" x="5092700" y="5314950"/>
          <p14:tracePt t="11643" x="4946650" y="4933950"/>
          <p14:tracePt t="11680" x="4787900" y="4533900"/>
          <p14:tracePt t="11698" x="4711700" y="4400550"/>
          <p14:tracePt t="11717" x="4641850" y="4298950"/>
          <p14:tracePt t="11759" x="4464050" y="4076700"/>
          <p14:tracePt t="11792" x="4375150" y="3981450"/>
          <p14:tracePt t="11826" x="4286250" y="3886200"/>
          <p14:tracePt t="11875" x="4121150" y="3784600"/>
          <p14:tracePt t="11925" x="3886200" y="3702050"/>
          <p14:tracePt t="11947" x="3810000" y="3689350"/>
          <p14:tracePt t="11981" x="3625850" y="3670300"/>
          <p14:tracePt t="12013" x="3492500" y="3683000"/>
          <p14:tracePt t="12075" x="3333750" y="3727450"/>
          <p14:tracePt t="12125" x="3200400" y="3803650"/>
          <p14:tracePt t="12143" x="3175000" y="3822700"/>
          <p14:tracePt t="12174" x="3073400" y="3873500"/>
          <p14:tracePt t="12208" x="2997200" y="3886200"/>
          <p14:tracePt t="12227" x="2946400" y="3886200"/>
          <p14:tracePt t="12260" x="2876550" y="3886200"/>
          <p14:tracePt t="12295" x="2755900" y="3854450"/>
          <p14:tracePt t="12325" x="2736850" y="3848100"/>
          <p14:tracePt t="12958" x="2667000" y="3848100"/>
          <p14:tracePt t="12993" x="2628900" y="3848100"/>
          <p14:tracePt t="13010" x="2616200" y="3848100"/>
          <p14:tracePt t="13043" x="2584450" y="3848100"/>
          <p14:tracePt t="13073" x="2540000" y="3841750"/>
          <p14:tracePt t="13108" x="2495550" y="3822700"/>
          <p14:tracePt t="13140" x="2470150" y="3803650"/>
          <p14:tracePt t="13174" x="2463800" y="3803650"/>
          <p14:tracePt t="13206" x="2457450" y="3797300"/>
          <p14:tracePt t="13224" x="2451100" y="3784600"/>
          <p14:tracePt t="13274" x="2438400" y="3778250"/>
          <p14:tracePt t="13323" x="2432050" y="3765550"/>
          <p14:tracePt t="13355" x="2425700" y="3759200"/>
          <p14:tracePt t="13470" x="2419350" y="3752850"/>
          <p14:tracePt t="13653" x="2419350" y="3759200"/>
          <p14:tracePt t="13703" x="2425700" y="3759200"/>
          <p14:tracePt t="13722" x="2432050" y="3759200"/>
          <p14:tracePt t="13757" x="2444750" y="3759200"/>
          <p14:tracePt t="13818" x="2444750" y="3752850"/>
          <p14:tracePt t="13902" x="2451100" y="3752850"/>
          <p14:tracePt t="13952" x="2457450" y="3740150"/>
          <p14:tracePt t="14051" x="2463800" y="3733800"/>
          <p14:tracePt t="14117" x="2470150" y="3727450"/>
          <p14:tracePt t="14184" x="2470150" y="3733800"/>
          <p14:tracePt t="14237" x="2476500" y="3733800"/>
          <p14:tracePt t="14284" x="2495550" y="3733800"/>
          <p14:tracePt t="14317" x="2527300" y="3733800"/>
          <p14:tracePt t="14350" x="2552700" y="3733800"/>
          <p14:tracePt t="14383" x="2622550" y="3721100"/>
          <p14:tracePt t="14416" x="2679700" y="3708400"/>
          <p14:tracePt t="14466" x="2717800" y="3695700"/>
          <p14:tracePt t="14500" x="2724150" y="3695700"/>
          <p14:tracePt t="14549" x="2724150" y="3689350"/>
          <p14:tracePt t="15313" x="2768600" y="3689350"/>
          <p14:tracePt t="15346" x="2819400" y="3689350"/>
          <p14:tracePt t="15379" x="2870200" y="3676650"/>
          <p14:tracePt t="15413" x="2921000" y="3657600"/>
          <p14:tracePt t="15479" x="2971800" y="3632200"/>
          <p14:tracePt t="15529" x="2990850" y="3613150"/>
          <p14:tracePt t="15579" x="2997200" y="3606800"/>
          <p14:tracePt t="16314" x="3079750" y="3536950"/>
          <p14:tracePt t="16348" x="3124200" y="3486150"/>
          <p14:tracePt t="16381" x="3162300" y="3454400"/>
          <p14:tracePt t="16414" x="3232150" y="3390900"/>
          <p14:tracePt t="16431" x="3244850" y="3365500"/>
          <p14:tracePt t="16464" x="3302000" y="3308350"/>
          <p14:tracePt t="16494" x="3327400" y="3282950"/>
          <p14:tracePt t="16529" x="3365500" y="3244850"/>
          <p14:tracePt t="16561" x="3397250" y="3232150"/>
          <p14:tracePt t="16592" x="3422650" y="3213100"/>
          <p14:tracePt t="16626" x="3441700" y="3200400"/>
          <p14:tracePt t="16659" x="3454400" y="3194050"/>
          <p14:tracePt t="16693" x="3473450" y="3181350"/>
          <p14:tracePt t="16714" x="3479800" y="3181350"/>
          <p14:tracePt t="16775" x="3479800" y="3168650"/>
          <p14:tracePt t="16794" x="3486150" y="3168650"/>
          <p14:tracePt t="16827" x="3498850" y="3162300"/>
          <p14:tracePt t="16858" x="3498850" y="3155950"/>
          <p14:tracePt t="16892" x="3498850" y="3149600"/>
          <p14:tracePt t="16924" x="3505200" y="3143250"/>
          <p14:tracePt t="16977" x="3517900" y="3136900"/>
          <p14:tracePt t="16996" x="3524250" y="3130550"/>
          <p14:tracePt t="17044" x="3543300" y="3124200"/>
          <p14:tracePt t="17076" x="3549650" y="3117850"/>
          <p14:tracePt t="17111" x="3594100" y="3098800"/>
          <p14:tracePt t="17143" x="3651250" y="3079750"/>
          <p14:tracePt t="17173" x="3727450" y="3048000"/>
          <p14:tracePt t="17207" x="3848100" y="3009900"/>
          <p14:tracePt t="17230" x="3905250" y="3003550"/>
          <p14:tracePt t="17262" x="3968750" y="2997200"/>
          <p14:tracePt t="17295" x="4000500" y="2997200"/>
          <p14:tracePt t="17340" x="3994150" y="3003550"/>
          <p14:tracePt t="17406" x="3987800" y="3003550"/>
          <p14:tracePt t="17755" x="3873500" y="3009900"/>
          <p14:tracePt t="17773" x="3848100" y="3016250"/>
          <p14:tracePt t="17793" x="3803650" y="3022600"/>
          <p14:tracePt t="17824" x="3752850" y="3041650"/>
          <p14:tracePt t="17887" x="3714750" y="3041650"/>
          <p14:tracePt t="17954" x="3721100" y="3048000"/>
          <p14:tracePt t="17988" x="3746500" y="3048000"/>
          <p14:tracePt t="18024" x="3778250" y="3048000"/>
          <p14:tracePt t="18059" x="3937000" y="3048000"/>
          <p14:tracePt t="18092" x="4127500" y="3048000"/>
          <p14:tracePt t="18137" x="4425950" y="3022600"/>
          <p14:tracePt t="18187" x="4768850" y="2971800"/>
          <p14:tracePt t="18221" x="5003800" y="2946400"/>
          <p14:tracePt t="18243" x="5105400" y="2946400"/>
          <p14:tracePt t="18286" x="5276850" y="2946400"/>
          <p14:tracePt t="18320" x="5441950" y="2940050"/>
          <p14:tracePt t="18353" x="5524500" y="2940050"/>
          <p14:tracePt t="18387" x="5638800" y="2940050"/>
          <p14:tracePt t="18405" x="5657850" y="2940050"/>
          <p14:tracePt t="18437" x="5784850" y="2940050"/>
          <p14:tracePt t="18469" x="5861050" y="2940050"/>
          <p14:tracePt t="18503" x="6007100" y="2940050"/>
          <p14:tracePt t="18536" x="6121400" y="2940050"/>
          <p14:tracePt t="18557" x="6191250" y="2940050"/>
          <p14:tracePt t="18591" x="6318250" y="2940050"/>
          <p14:tracePt t="18624" x="6413500" y="2940050"/>
          <p14:tracePt t="18657" x="6521450" y="2940050"/>
          <p14:tracePt t="18690" x="6642100" y="2940050"/>
          <p14:tracePt t="18735" x="6756400" y="2946400"/>
          <p14:tracePt t="18769" x="6819900" y="2946400"/>
          <p14:tracePt t="18802" x="6851650" y="2946400"/>
          <p14:tracePt t="18951" x="6851650" y="2952750"/>
          <p14:tracePt t="19050" x="6838950" y="3016250"/>
          <p14:tracePt t="19084" x="6775450" y="3200400"/>
          <p14:tracePt t="19117" x="6680200" y="3429000"/>
          <p14:tracePt t="19183" x="6432550" y="4038600"/>
          <p14:tracePt t="19233" x="6356350" y="4394200"/>
          <p14:tracePt t="19266" x="6318250" y="4572000"/>
          <p14:tracePt t="19300" x="6254750" y="4826000"/>
          <p14:tracePt t="19319" x="6235700" y="4902200"/>
          <p14:tracePt t="19350" x="6096000" y="5162550"/>
          <p14:tracePt t="19386" x="5981700" y="5346700"/>
          <p14:tracePt t="19418" x="5791200" y="5537200"/>
          <p14:tracePt t="19487" x="5397500" y="5803900"/>
          <p14:tracePt t="19518" x="5302250" y="5861050"/>
          <p14:tracePt t="19549" x="5238750" y="5905500"/>
          <p14:tracePt t="19582" x="5168900" y="5962650"/>
          <p14:tracePt t="19615" x="5149850" y="5981700"/>
          <p14:tracePt t="19648" x="5124450" y="6007100"/>
          <p14:tracePt t="19682" x="5111750" y="6019800"/>
          <p14:tracePt t="19749" x="5105400" y="6038850"/>
          <p14:tracePt t="19781" x="5099050" y="6045200"/>
          <p14:tracePt t="19818" x="5086350" y="6057900"/>
          <p14:tracePt t="19869" x="5073650" y="6076950"/>
          <p14:tracePt t="19902" x="5067300" y="6096000"/>
          <p14:tracePt t="19967" x="5067300" y="6102350"/>
          <p14:tracePt t="19999" x="5067300" y="6108700"/>
          <p14:tracePt t="22228" x="4667250" y="6267450"/>
          <p14:tracePt t="22261" x="4337050" y="6356350"/>
          <p14:tracePt t="22291" x="4140200" y="6407150"/>
          <p14:tracePt t="22326" x="4013200" y="6426200"/>
          <p14:tracePt t="22345" x="3949700" y="6438900"/>
          <p14:tracePt t="22377" x="3854450" y="6445250"/>
          <p14:tracePt t="22411" x="3721100" y="6445250"/>
          <p14:tracePt t="22441" x="3587750" y="6451600"/>
          <p14:tracePt t="22457" x="3549650" y="6451600"/>
          <p14:tracePt t="22488" x="3441700" y="6464300"/>
          <p14:tracePt t="22524" x="3314700" y="6457950"/>
          <p14:tracePt t="22572" x="3175000" y="6445250"/>
          <p14:tracePt t="22638" x="3022600" y="6419850"/>
          <p14:tracePt t="22672" x="2990850" y="6407150"/>
          <p14:tracePt t="22705" x="2895600" y="6369050"/>
          <p14:tracePt t="22737" x="2825750" y="6350000"/>
          <p14:tracePt t="22771" x="2768600" y="6343650"/>
          <p14:tracePt t="22807" x="2743200" y="6337300"/>
          <p14:tracePt t="22871" x="2724150" y="6337300"/>
          <p14:tracePt t="22921" x="2717800" y="6337300"/>
          <p14:tracePt t="22970" x="2717800" y="6343650"/>
          <p14:tracePt t="23037" x="2717800" y="6350000"/>
          <p14:tracePt t="23186" x="2717800" y="6356350"/>
          <p14:tracePt t="23269" x="2717800" y="6362700"/>
          <p14:tracePt t="23322" x="2724150" y="6369050"/>
          <p14:tracePt t="23389" x="2736850" y="6369050"/>
          <p14:tracePt t="23452" x="2768600" y="6369050"/>
          <p14:tracePt t="23502" x="2806700" y="6369050"/>
          <p14:tracePt t="23535" x="2870200" y="6369050"/>
          <p14:tracePt t="23557" x="2921000" y="6356350"/>
          <p14:tracePt t="23590" x="3003550" y="6343650"/>
          <p14:tracePt t="23623" x="3168650" y="6318250"/>
          <p14:tracePt t="23654" x="3263900" y="6305550"/>
          <p14:tracePt t="23685" x="3454400" y="6261100"/>
          <p14:tracePt t="23718" x="3536950" y="6235700"/>
          <p14:tracePt t="23752" x="3581400" y="6216650"/>
          <p14:tracePt t="23786" x="3619500" y="6197600"/>
          <p14:tracePt t="23806" x="3625850" y="6191250"/>
          <p14:tracePt t="23853" x="3625850" y="6184900"/>
          <p14:tracePt t="23886" x="3619500" y="6184900"/>
          <p14:tracePt t="23918" x="3613150" y="6184900"/>
          <p14:tracePt t="23983" x="3594100" y="6184900"/>
          <p14:tracePt t="24016" x="3511550" y="6191250"/>
          <p14:tracePt t="24053" x="3346450" y="6191250"/>
          <p14:tracePt t="24085" x="3086100" y="6178550"/>
          <p14:tracePt t="24119" x="2959100" y="6178550"/>
          <p14:tracePt t="24154" x="2889250" y="6178550"/>
          <p14:tracePt t="24187" x="2876550" y="6178550"/>
          <p14:tracePt t="24265" x="2882900" y="6165850"/>
          <p14:tracePt t="24315" x="3028950" y="6121400"/>
          <p14:tracePt t="24333" x="3092450" y="6102350"/>
          <p14:tracePt t="24353" x="3289300" y="6051550"/>
          <p14:tracePt t="24387" x="3848100" y="5892800"/>
          <p14:tracePt t="24417" x="4381500" y="5708650"/>
          <p14:tracePt t="24451" x="4933950" y="5480050"/>
          <p14:tracePt t="24484" x="5391150" y="5257800"/>
          <p14:tracePt t="24503" x="5473700" y="5219700"/>
          <p14:tracePt t="24534" x="5657850" y="5048250"/>
          <p14:tracePt t="24565" x="5689600" y="5041900"/>
        </p14:tracePtLst>
      </p14:laserTraceLst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c.radius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447800" y="0"/>
            <a:ext cx="7696200" cy="1295400"/>
          </a:xfrm>
          <a:prstGeom prst="wedgeRoundRectCallout">
            <a:avLst>
              <a:gd name="adj1" fmla="val -35849"/>
              <a:gd name="adj2" fmla="val 10363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radius is a mutable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property (can get a new value). But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by defining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setter(),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we can do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error testing.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Access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properties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like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attributes:</a:t>
            </a:r>
            <a:r>
              <a:rPr lang="en-US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without</a:t>
            </a:r>
            <a:r>
              <a:rPr lang="en-US" sz="2400" spc="-4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parentheses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spc="-40" dirty="0">
              <a:solidFill>
                <a:schemeClr val="tx1"/>
              </a:solidFill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5702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71"/>
    </mc:Choice>
    <mc:Fallback>
      <p:transition spd="slow" advTm="214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1395" x="5689600" y="5067300"/>
          <p14:tracePt t="1429" x="5689600" y="5175250"/>
          <p14:tracePt t="1459" x="5695950" y="5283200"/>
          <p14:tracePt t="1494" x="5753100" y="5391150"/>
          <p14:tracePt t="1529" x="5880100" y="5549900"/>
          <p14:tracePt t="1562" x="5949950" y="5670550"/>
          <p14:tracePt t="1595" x="5975350" y="5746750"/>
          <p14:tracePt t="1628" x="5975350" y="5765800"/>
          <p14:tracePt t="1661" x="5969000" y="5791200"/>
          <p14:tracePt t="1695" x="5962650" y="5810250"/>
          <p14:tracePt t="1728" x="5956300" y="5829300"/>
          <p14:tracePt t="1761" x="5943600" y="5854700"/>
          <p14:tracePt t="1795" x="5924550" y="5892800"/>
          <p14:tracePt t="1828" x="5873750" y="5975350"/>
          <p14:tracePt t="1861" x="5842000" y="6032500"/>
          <p14:tracePt t="1891" x="5822950" y="6045200"/>
          <p14:tracePt t="1922" x="5816600" y="6051550"/>
          <p14:tracePt t="1959" x="5810250" y="6057900"/>
          <p14:tracePt t="2105" x="5810250" y="6051550"/>
          <p14:tracePt t="5028" x="5448300" y="5600700"/>
          <p14:tracePt t="5062" x="4876800" y="4813300"/>
          <p14:tracePt t="5095" x="4546600" y="4406900"/>
          <p14:tracePt t="5128" x="4032250" y="3848100"/>
          <p14:tracePt t="5146" x="3556000" y="3422650"/>
          <p14:tracePt t="5181" x="3092450" y="3067050"/>
          <p14:tracePt t="5213" x="2679700" y="2724150"/>
          <p14:tracePt t="5244" x="2311400" y="2381250"/>
          <p14:tracePt t="5277" x="2051050" y="2139950"/>
          <p14:tracePt t="5311" x="1822450" y="1949450"/>
          <p14:tracePt t="5333" x="1657350" y="1790700"/>
          <p14:tracePt t="5362" x="1530350" y="1701800"/>
          <p14:tracePt t="5397" x="1454150" y="1670050"/>
          <p14:tracePt t="5729" x="1670050" y="1670050"/>
          <p14:tracePt t="5761" x="1962150" y="1670050"/>
          <p14:tracePt t="5792" x="2228850" y="1682750"/>
          <p14:tracePt t="5826" x="2527300" y="1739900"/>
          <p14:tracePt t="5859" x="2736850" y="1828800"/>
          <p14:tracePt t="5892" x="2927350" y="1911350"/>
          <p14:tracePt t="5914" x="3060700" y="1981200"/>
          <p14:tracePt t="5947" x="3321050" y="2089150"/>
          <p14:tracePt t="5980" x="3467100" y="2159000"/>
          <p14:tracePt t="6013" x="3606800" y="2235200"/>
          <p14:tracePt t="6058" x="3778250" y="2266950"/>
          <p14:tracePt t="6092" x="3892550" y="2273300"/>
          <p14:tracePt t="6125" x="3987800" y="2273300"/>
          <p14:tracePt t="6146" x="4102100" y="2273300"/>
          <p14:tracePt t="6179" x="4406900" y="2247900"/>
          <p14:tracePt t="6197" x="4521200" y="2241550"/>
          <p14:tracePt t="6229" x="4876800" y="2209800"/>
          <p14:tracePt t="6262" x="5187950" y="2171700"/>
          <p14:tracePt t="6296" x="5416550" y="2114550"/>
          <p14:tracePt t="6340" x="5581650" y="2082800"/>
          <p14:tracePt t="6390" x="5778500" y="2038350"/>
          <p14:tracePt t="6413" x="5848350" y="2025650"/>
          <p14:tracePt t="6456" x="6007100" y="2000250"/>
          <p14:tracePt t="6474" x="6032500" y="1993900"/>
          <p14:tracePt t="6506" x="6146800" y="1993900"/>
          <p14:tracePt t="6572" x="6254750" y="1993900"/>
          <p14:tracePt t="6606" x="6261100" y="1993900"/>
          <p14:tracePt t="6672" x="6273800" y="2025650"/>
          <p14:tracePt t="6706" x="6280150" y="2057400"/>
          <p14:tracePt t="6740" x="6292850" y="2114550"/>
          <p14:tracePt t="6772" x="6305550" y="2178050"/>
          <p14:tracePt t="6805" x="6311900" y="2203450"/>
          <p14:tracePt t="6838" x="6311900" y="2209800"/>
          <p14:tracePt t="6874" x="6311900" y="2216150"/>
          <p14:tracePt t="7304" x="6489700" y="2216150"/>
          <p14:tracePt t="7337" x="6623050" y="2222500"/>
          <p14:tracePt t="7371" x="6781800" y="2228850"/>
          <p14:tracePt t="7404" x="6877050" y="2228850"/>
          <p14:tracePt t="7441" x="6940550" y="2216150"/>
          <p14:tracePt t="7460" x="6946900" y="2209800"/>
          <p14:tracePt t="7520" x="6946900" y="2184400"/>
          <p14:tracePt t="7586" x="6883400" y="2184400"/>
          <p14:tracePt t="7652" x="6635750" y="2203450"/>
          <p14:tracePt t="7702" x="6445250" y="2228850"/>
          <p14:tracePt t="7722" x="6400800" y="2228850"/>
          <p14:tracePt t="7757" x="6375400" y="2228850"/>
          <p14:tracePt t="7787" x="6369050" y="2228850"/>
          <p14:tracePt t="8051" x="6438900" y="2197100"/>
          <p14:tracePt t="8085" x="6515100" y="2165350"/>
          <p14:tracePt t="8118" x="6546850" y="2146300"/>
          <p14:tracePt t="8218" x="6515100" y="2152650"/>
          <p14:tracePt t="8251" x="6407150" y="2190750"/>
          <p14:tracePt t="8269" x="6362700" y="2209800"/>
          <p14:tracePt t="8300" x="6235700" y="2247900"/>
          <p14:tracePt t="8350" x="6178550" y="2260600"/>
          <p14:tracePt t="8450" x="6216650" y="2235200"/>
          <p14:tracePt t="8483" x="6343650" y="2165350"/>
          <p14:tracePt t="8516" x="6451600" y="2114550"/>
          <p14:tracePt t="8553" x="6502400" y="2082800"/>
          <p14:tracePt t="8666" x="6477000" y="2108200"/>
          <p14:tracePt t="8699" x="6426200" y="2146300"/>
          <p14:tracePt t="8718" x="6381750" y="2190750"/>
          <p14:tracePt t="8751" x="6337300" y="2241550"/>
          <p14:tracePt t="8782" x="6330950" y="2241550"/>
          <p14:tracePt t="8815" x="6324600" y="2254250"/>
          <p14:tracePt t="8885" x="6356350" y="2241550"/>
          <p14:tracePt t="8917" x="6413500" y="2203450"/>
          <p14:tracePt t="8965" x="6496050" y="2139950"/>
          <p14:tracePt t="9014" x="6521450" y="2120900"/>
          <p14:tracePt t="9036" x="6508750" y="2120900"/>
          <p14:tracePt t="9070" x="6464300" y="2152650"/>
          <p14:tracePt t="9131" x="6280150" y="2260600"/>
          <p14:tracePt t="9197" x="6235700" y="2311400"/>
          <p14:tracePt t="9230" x="6261100" y="2286000"/>
          <p14:tracePt t="9264" x="6311900" y="2222500"/>
          <p14:tracePt t="9297" x="6388100" y="2070100"/>
          <p14:tracePt t="9319" x="6394450" y="2038350"/>
          <p14:tracePt t="9351" x="6394450" y="2019300"/>
          <p14:tracePt t="9397" x="6375400" y="2032000"/>
          <p14:tracePt t="9430" x="6337300" y="2063750"/>
          <p14:tracePt t="9463" x="6286500" y="2108200"/>
          <p14:tracePt t="9496" x="6248400" y="2159000"/>
          <p14:tracePt t="9529" x="6248400" y="2171700"/>
          <p14:tracePt t="9596" x="6286500" y="2139950"/>
          <p14:tracePt t="9632" x="6337300" y="2114550"/>
          <p14:tracePt t="9664" x="6356350" y="2095500"/>
          <p14:tracePt t="9763" x="6356350" y="2114550"/>
          <p14:tracePt t="9797" x="6356350" y="2139950"/>
          <p14:tracePt t="9828" x="6356350" y="2165350"/>
          <p14:tracePt t="9861" x="6362700" y="2171700"/>
          <p14:tracePt t="9898" x="6400800" y="2152650"/>
          <p14:tracePt t="9933" x="6426200" y="2114550"/>
          <p14:tracePt t="9966" x="6438900" y="2082800"/>
          <p14:tracePt t="10044" x="6426200" y="2089150"/>
          <p14:tracePt t="10078" x="6394450" y="2146300"/>
          <p14:tracePt t="10127" x="6375400" y="2222500"/>
          <p14:tracePt t="10149" x="6407150" y="2260600"/>
          <p14:tracePt t="10179" x="6521450" y="2292350"/>
          <p14:tracePt t="10210" x="6616700" y="2286000"/>
          <p14:tracePt t="10277" x="6686550" y="2228850"/>
          <p14:tracePt t="10326" x="6654800" y="2197100"/>
          <p14:tracePt t="10360" x="6553200" y="2184400"/>
          <p14:tracePt t="10383" x="6457950" y="2184400"/>
          <p14:tracePt t="10427" x="6324600" y="2209800"/>
          <p14:tracePt t="10459" x="6311900" y="2228850"/>
          <p14:tracePt t="10493" x="6311900" y="2247900"/>
          <p14:tracePt t="10529" x="6362700" y="2292350"/>
          <p14:tracePt t="10564" x="6489700" y="2343150"/>
          <p14:tracePt t="10598" x="6648450" y="2343150"/>
          <p14:tracePt t="10632" x="6737350" y="2286000"/>
          <p14:tracePt t="10663" x="6762750" y="2247900"/>
          <p14:tracePt t="10695" x="6756400" y="2209800"/>
          <p14:tracePt t="10729" x="6731000" y="2197100"/>
          <p14:tracePt t="10764" x="6686550" y="2190750"/>
          <p14:tracePt t="10796" x="6629400" y="2184400"/>
          <p14:tracePt t="10830" x="6540500" y="2197100"/>
          <p14:tracePt t="10863" x="6515100" y="2209800"/>
          <p14:tracePt t="10880" x="6508750" y="2216150"/>
          <p14:tracePt t="10913" x="6508750" y="2222500"/>
          <p14:tracePt t="10974" x="6502400" y="2228850"/>
          <p14:tracePt t="11091" x="6489700" y="2235200"/>
          <p14:tracePt t="11124" x="6477000" y="2241550"/>
          <p14:tracePt t="11173" x="6464300" y="2247900"/>
          <p14:tracePt t="11227" x="6457950" y="2254250"/>
          <p14:tracePt t="11259" x="6451600" y="2254250"/>
          <p14:tracePt t="11323" x="6483350" y="2247900"/>
          <p14:tracePt t="11373" x="6597650" y="2235200"/>
          <p14:tracePt t="11406" x="6654800" y="2216150"/>
          <p14:tracePt t="11428" x="6686550" y="2209800"/>
          <p14:tracePt t="11461" x="6705600" y="2203450"/>
          <p14:tracePt t="11722" x="6667500" y="2203450"/>
          <p14:tracePt t="11788" x="6305550" y="2241550"/>
          <p14:tracePt t="11838" x="5930900" y="2279650"/>
          <p14:tracePt t="11871" x="5854700" y="2279650"/>
          <p14:tracePt t="11904" x="5765800" y="2260600"/>
          <p14:tracePt t="11926" x="5765800" y="2254250"/>
          <p14:tracePt t="12237" x="5435600" y="2222500"/>
          <p14:tracePt t="12258" x="5156200" y="2190750"/>
          <p14:tracePt t="12289" x="4660900" y="2152650"/>
          <p14:tracePt t="12353" x="3962400" y="2127250"/>
          <p14:tracePt t="12403" x="3568700" y="2146300"/>
          <p14:tracePt t="12436" x="3282950" y="2159000"/>
          <p14:tracePt t="12469" x="3092450" y="2159000"/>
          <p14:tracePt t="12491" x="3003550" y="2159000"/>
          <p14:tracePt t="12552" x="2755900" y="2159000"/>
          <p14:tracePt t="12602" x="2616200" y="2203450"/>
          <p14:tracePt t="12635" x="2565400" y="2209800"/>
          <p14:tracePt t="12668" x="2489200" y="2228850"/>
          <p14:tracePt t="12702" x="2463800" y="2235200"/>
          <p14:tracePt t="12735" x="2457450" y="2241550"/>
          <p14:tracePt t="12758" x="2451100" y="2247900"/>
          <p14:tracePt t="12787" x="2444750" y="2247900"/>
          <p14:tracePt t="12901" x="2463800" y="2235200"/>
          <p14:tracePt t="12934" x="2470150" y="2222500"/>
          <p14:tracePt t="12968" x="2482850" y="2222500"/>
          <p14:tracePt t="13018" x="2489200" y="2216150"/>
          <p14:tracePt t="13054" x="2495550" y="2209800"/>
          <p14:tracePt t="13089" x="2501900" y="2203450"/>
          <p14:tracePt t="13136" x="2508250" y="2184400"/>
          <p14:tracePt t="13184" x="2514600" y="2184400"/>
          <p14:tracePt t="13233" x="2527300" y="2184400"/>
          <p14:tracePt t="13283" x="2540000" y="2184400"/>
          <p14:tracePt t="13499" x="2546350" y="2165350"/>
          <p14:tracePt t="13521" x="2552700" y="2159000"/>
          <p14:tracePt t="13551" x="2565400" y="2152650"/>
          <p14:tracePt t="13599" x="2698750" y="1993900"/>
          <p14:tracePt t="13632" x="2895600" y="1752600"/>
          <p14:tracePt t="13650" x="2959100" y="1670050"/>
          <p14:tracePt t="13682" x="3105150" y="1447800"/>
          <p14:tracePt t="13718" x="3225800" y="1200150"/>
          <p14:tracePt t="13753" x="3257550" y="1060450"/>
          <p14:tracePt t="13770" x="3263900" y="1003300"/>
          <p14:tracePt t="13790" x="3263900" y="971550"/>
          <p14:tracePt t="13821" x="3263900" y="927100"/>
          <p14:tracePt t="13865" x="3263900" y="838200"/>
          <p14:tracePt t="13931" x="3282950" y="755650"/>
          <p14:tracePt t="13997" x="3333750" y="679450"/>
          <p14:tracePt t="14016" x="3346450" y="673100"/>
          <p14:tracePt t="14047" x="3403600" y="647700"/>
          <p14:tracePt t="14070" x="3441700" y="641350"/>
          <p14:tracePt t="14102" x="3524250" y="622300"/>
          <p14:tracePt t="14132" x="3606800" y="609600"/>
          <p14:tracePt t="14163" x="3683000" y="615950"/>
          <p14:tracePt t="14197" x="3784600" y="609600"/>
          <p14:tracePt t="14230" x="3835400" y="603250"/>
          <p14:tracePt t="14263" x="3854450" y="603250"/>
          <p14:tracePt t="14429" x="3854450" y="609600"/>
          <p14:tracePt t="14545" x="3854450" y="615950"/>
          <p14:tracePt t="14612" x="3841750" y="622300"/>
          <p14:tracePt t="14661" x="3810000" y="673100"/>
          <p14:tracePt t="14728" x="3670300" y="908050"/>
          <p14:tracePt t="14761" x="3613150" y="996950"/>
          <p14:tracePt t="14795" x="3587750" y="1035050"/>
          <p14:tracePt t="14814" x="3581400" y="1047750"/>
          <p14:tracePt t="14833" x="3581400" y="1054100"/>
          <p14:tracePt t="15010" x="3575050" y="1054100"/>
          <p14:tracePt t="15376" x="3575050" y="1155700"/>
          <p14:tracePt t="15397" x="3562350" y="1231900"/>
          <p14:tracePt t="15430" x="3543300" y="1333500"/>
          <p14:tracePt t="15463" x="3517900" y="1460500"/>
          <p14:tracePt t="15496" x="3505200" y="1568450"/>
          <p14:tracePt t="15530" x="3486150" y="1771650"/>
          <p14:tracePt t="15608" x="3467100" y="2070100"/>
          <p14:tracePt t="15642" x="3460750" y="2095500"/>
          <p14:tracePt t="15728" x="3486150" y="2082800"/>
          <p14:tracePt t="16476" x="3486150" y="2114550"/>
          <p14:tracePt t="16507" x="3486150" y="2184400"/>
          <p14:tracePt t="16539" x="3486150" y="2247900"/>
          <p14:tracePt t="16572" x="3486150" y="2311400"/>
          <p14:tracePt t="16638" x="3505200" y="2609850"/>
          <p14:tracePt t="16688" x="3625850" y="2990850"/>
          <p14:tracePt t="16721" x="3702050" y="3194050"/>
          <p14:tracePt t="16758" x="3740150" y="3359150"/>
          <p14:tracePt t="16821" x="3752850" y="3403600"/>
          <p14:tracePt t="16855" x="3771900" y="3435350"/>
          <p14:tracePt t="16904" x="3854450" y="3498850"/>
          <p14:tracePt t="16954" x="3886200" y="3517900"/>
          <p14:tracePt t="16977" x="3905250" y="3524250"/>
          <p14:tracePt t="17020" x="3924300" y="3524250"/>
          <p14:tracePt t="17336" x="4070350" y="3695700"/>
          <p14:tracePt t="17385" x="4394200" y="4013200"/>
          <p14:tracePt t="17418" x="4775200" y="4292600"/>
          <p14:tracePt t="17452" x="4927600" y="4425950"/>
          <p14:tracePt t="17485" x="5283200" y="4737100"/>
          <p14:tracePt t="17507" x="5467350" y="4927600"/>
          <p14:tracePt t="17568" x="5600700" y="5118100"/>
          <p14:tracePt t="17586" x="5619750" y="5149850"/>
          <p14:tracePt t="17618" x="5683250" y="5257800"/>
          <p14:tracePt t="17651" x="5695950" y="5295900"/>
          <p14:tracePt t="17684" x="5715000" y="5308600"/>
        </p14:tracePtLst>
      </p14:laserTraceLst>
    </p:ext>
  </p:extLs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c.radius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=-1;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: Radius must be positive</a:t>
            </a:r>
            <a:endParaRPr lang="en-US" altLang="en-US" sz="240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447800" y="0"/>
            <a:ext cx="7696200" cy="1295400"/>
          </a:xfrm>
          <a:prstGeom prst="wedgeRoundRectCallout">
            <a:avLst>
              <a:gd name="adj1" fmla="val -33444"/>
              <a:gd name="adj2" fmla="val 122117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radius is a mutable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property (can get a new value). But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by defining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setter(),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we can do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error testing.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Access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properties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like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attributes:</a:t>
            </a:r>
            <a:r>
              <a:rPr lang="en-US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without</a:t>
            </a:r>
            <a:r>
              <a:rPr lang="en-US" sz="2400" spc="-4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parentheses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spc="-40" dirty="0">
              <a:solidFill>
                <a:schemeClr val="tx1"/>
              </a:solidFill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4166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42"/>
    </mc:Choice>
    <mc:Fallback>
      <p:transition spd="slow" advTm="119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817" x="5588000" y="5664200"/>
          <p14:tracePt t="4851" x="5511800" y="5816600"/>
          <p14:tracePt t="4884" x="5473700" y="5892800"/>
          <p14:tracePt t="4918" x="5473700" y="5905500"/>
          <p14:tracePt t="5000" x="5473700" y="5911850"/>
          <p14:tracePt t="5034" x="5473700" y="5943600"/>
          <p14:tracePt t="5051" x="5473700" y="5949950"/>
          <p14:tracePt t="5086" x="5473700" y="5981700"/>
          <p14:tracePt t="5118" x="5473700" y="5988050"/>
          <p14:tracePt t="5149" x="5473700" y="5994400"/>
          <p14:tracePt t="5232" x="5467350" y="6000750"/>
          <p14:tracePt t="5282" x="5480050" y="6026150"/>
          <p14:tracePt t="5316" x="5511800" y="6051550"/>
          <p14:tracePt t="5349" x="5556250" y="6089650"/>
          <p14:tracePt t="5382" x="5613400" y="6115050"/>
          <p14:tracePt t="5415" x="5638800" y="6127750"/>
          <p14:tracePt t="5448" x="5645150" y="6127750"/>
          <p14:tracePt t="5518" x="5651500" y="6127750"/>
          <p14:tracePt t="5566" x="5651500" y="6121400"/>
          <p14:tracePt t="5631" x="5632450" y="6115050"/>
          <p14:tracePt t="5664" x="5607050" y="6115050"/>
          <p14:tracePt t="5714" x="5505450" y="6115050"/>
          <p14:tracePt t="5747" x="5448300" y="6115050"/>
          <p14:tracePt t="5780" x="5435600" y="6115050"/>
          <p14:tracePt t="5802" x="5429250" y="6115050"/>
          <p14:tracePt t="5864" x="5422900" y="6115050"/>
          <p14:tracePt t="5946" x="5441950" y="6115050"/>
          <p14:tracePt t="5996" x="5473700" y="6108700"/>
          <p14:tracePt t="6018" x="5492750" y="6096000"/>
          <p14:tracePt t="6049" x="5518150" y="6089650"/>
          <p14:tracePt t="6084" x="5524500" y="6083300"/>
          <p14:tracePt t="6229" x="5511800" y="6083300"/>
          <p14:tracePt t="6280" x="5492750" y="6096000"/>
          <p14:tracePt t="6315" x="5480050" y="6096000"/>
          <p14:tracePt t="6347" x="5473700" y="6102350"/>
          <p14:tracePt t="6478" x="5486400" y="6108700"/>
          <p14:tracePt t="6511" x="5511800" y="6102350"/>
          <p14:tracePt t="6544" x="5568950" y="6089650"/>
          <p14:tracePt t="6564" x="5600700" y="6083300"/>
          <p14:tracePt t="6599" x="5638800" y="6076950"/>
          <p14:tracePt t="6632" x="5645150" y="6070600"/>
          <p14:tracePt t="6777" x="5645150" y="6064250"/>
          <p14:tracePt t="6877" x="5645150" y="6057900"/>
          <p14:tracePt t="6926" x="5645150" y="6051550"/>
          <p14:tracePt t="6960" x="5657850" y="6045200"/>
          <p14:tracePt t="7043" x="5664200" y="6045200"/>
          <p14:tracePt t="7076" x="5670550" y="6045200"/>
          <p14:tracePt t="7126" x="5689600" y="6038850"/>
          <p14:tracePt t="7149" x="5708650" y="6032500"/>
          <p14:tracePt t="7209" x="5886450" y="5962650"/>
          <p14:tracePt t="7243" x="6089650" y="5861050"/>
          <p14:tracePt t="7277" x="6197600" y="5797550"/>
          <p14:tracePt t="7311" x="6216650" y="5784850"/>
        </p14:tracePtLst>
      </p14:laserTraceLst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@property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def area(self):return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c.radius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=2;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c.area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12.566370614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447800" y="0"/>
            <a:ext cx="7696200" cy="1295400"/>
          </a:xfrm>
          <a:prstGeom prst="wedgeRoundRectCallout">
            <a:avLst>
              <a:gd name="adj1" fmla="val -33444"/>
              <a:gd name="adj2" fmla="val 122117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radius is a mutable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property (can get a new value). But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by defining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setter(),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we can do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error testing.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Access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properties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like</a:t>
            </a:r>
            <a:r>
              <a:rPr lang="en-US" sz="2400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attributes:</a:t>
            </a:r>
            <a:r>
              <a:rPr lang="en-US" spc="-4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without</a:t>
            </a:r>
            <a:r>
              <a:rPr lang="en-US" sz="2400" spc="-4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parentheses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spc="-40" dirty="0">
              <a:solidFill>
                <a:schemeClr val="tx1"/>
              </a:solidFill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48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27"/>
    </mc:Choice>
    <mc:Fallback>
      <p:transition spd="slow" advTm="74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66" x="6070600" y="5873750"/>
          <p14:tracePt t="1313" x="5619750" y="6146800"/>
          <p14:tracePt t="1346" x="5467350" y="6248400"/>
          <p14:tracePt t="1379" x="5384800" y="6299200"/>
          <p14:tracePt t="1412" x="5334000" y="6311900"/>
          <p14:tracePt t="1446" x="5327650" y="6305550"/>
          <p14:tracePt t="1545" x="5308600" y="6311900"/>
          <p14:tracePt t="1827" x="5321300" y="6299200"/>
          <p14:tracePt t="1878" x="5327650" y="6286500"/>
          <p14:tracePt t="1910" x="5340350" y="6280150"/>
          <p14:tracePt t="1944" x="5359400" y="6254750"/>
          <p14:tracePt t="1977" x="5391150" y="6242050"/>
          <p14:tracePt t="2010" x="5454650" y="6210300"/>
          <p14:tracePt t="2032" x="5518150" y="6191250"/>
          <p14:tracePt t="2093" x="5734050" y="6159500"/>
          <p14:tracePt t="2160" x="5880100" y="6159500"/>
          <p14:tracePt t="2193" x="5924550" y="6159500"/>
          <p14:tracePt t="2226" x="5943600" y="6165850"/>
          <p14:tracePt t="2261" x="5956300" y="6165850"/>
          <p14:tracePt t="2296" x="5969000" y="6165850"/>
          <p14:tracePt t="2392" x="5975350" y="6165850"/>
          <p14:tracePt t="2459" x="5969000" y="6165850"/>
          <p14:tracePt t="2492" x="5962650" y="6165850"/>
          <p14:tracePt t="4618" x="5581650" y="6210300"/>
          <p14:tracePt t="4652" x="5270500" y="6229350"/>
          <p14:tracePt t="4685" x="4927600" y="6280150"/>
          <p14:tracePt t="4717" x="4692650" y="6299200"/>
          <p14:tracePt t="4751" x="4464050" y="6311900"/>
          <p14:tracePt t="4787" x="4235450" y="6343650"/>
          <p14:tracePt t="4819" x="4121150" y="6388100"/>
          <p14:tracePt t="4850" x="3968750" y="6438900"/>
          <p14:tracePt t="4887" x="3752850" y="6508750"/>
          <p14:tracePt t="4906" x="3644900" y="6521450"/>
          <p14:tracePt t="4938" x="3530600" y="6540500"/>
          <p14:tracePt t="4986" x="3390900" y="6527800"/>
          <p14:tracePt t="5018" x="3314700" y="6508750"/>
          <p14:tracePt t="5050" x="3225800" y="6483350"/>
          <p14:tracePt t="5083" x="3073400" y="6451600"/>
          <p14:tracePt t="5116" x="2965450" y="6445250"/>
          <p14:tracePt t="5149" x="2895600" y="6445250"/>
          <p14:tracePt t="5183" x="2832100" y="6451600"/>
          <p14:tracePt t="5216" x="2813050" y="6451600"/>
          <p14:tracePt t="5250" x="2806700" y="6457950"/>
          <p14:tracePt t="5315" x="2800350" y="6457950"/>
          <p14:tracePt t="5382" x="2787650" y="6464300"/>
          <p14:tracePt t="5415" x="2781300" y="6470650"/>
          <p14:tracePt t="5451" x="2774950" y="6477000"/>
          <p14:tracePt t="5486" x="2762250" y="6477000"/>
          <p14:tracePt t="5598" x="2794000" y="6483350"/>
          <p14:tracePt t="5631" x="2927350" y="6457950"/>
          <p14:tracePt t="5664" x="3251200" y="6394450"/>
          <p14:tracePt t="5697" x="3968750" y="6254750"/>
          <p14:tracePt t="5735" x="4533900" y="6165850"/>
          <p14:tracePt t="5766" x="4775200" y="6121400"/>
          <p14:tracePt t="5814" x="4953000" y="6089650"/>
          <p14:tracePt t="5864" x="4978400" y="6089650"/>
        </p14:tracePtLst>
      </p14:laserTraceLst>
    </p:ext>
  </p:extLs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c.area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=100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AttributeError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: can't set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attribute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447800" y="1749552"/>
            <a:ext cx="7696200" cy="1298448"/>
          </a:xfrm>
          <a:prstGeom prst="wedgeRoundRectCallout">
            <a:avLst>
              <a:gd name="adj1" fmla="val -40786"/>
              <a:gd name="adj2" fmla="val 11356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.area is </a:t>
            </a:r>
            <a:r>
              <a:rPr lang="en-US" sz="2800" spc="-60" dirty="0">
                <a:solidFill>
                  <a:schemeClr val="tx1"/>
                </a:solidFill>
                <a:latin typeface="Times New Roman" charset="0"/>
              </a:rPr>
              <a:t>an immutable property:</a:t>
            </a:r>
            <a:r>
              <a:rPr lang="en-US" sz="2400" spc="-6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with no</a:t>
            </a:r>
            <a:r>
              <a:rPr lang="en-US" sz="2400" spc="-6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60" dirty="0">
                <a:solidFill>
                  <a:schemeClr val="tx1"/>
                </a:solidFill>
                <a:latin typeface="Times New Roman" charset="0"/>
              </a:rPr>
              <a:t>.setter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() given,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it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can’t be changed.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Although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defined as a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method, you access it like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an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attribute: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without parentheses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541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36"/>
    </mc:Choice>
    <mc:Fallback>
      <p:transition spd="slow" advTm="13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1229" x="4959350" y="6096000"/>
          <p14:tracePt t="1261" x="4940300" y="6102350"/>
          <p14:tracePt t="1292" x="4914900" y="6102350"/>
          <p14:tracePt t="1326" x="4819650" y="6108700"/>
          <p14:tracePt t="1359" x="4673600" y="6127750"/>
          <p14:tracePt t="1378" x="4584700" y="6146800"/>
          <p14:tracePt t="1409" x="4464050" y="6184900"/>
          <p14:tracePt t="1442" x="4387850" y="6210300"/>
          <p14:tracePt t="1479" x="4298950" y="6242050"/>
          <p14:tracePt t="1510" x="4248150" y="6267450"/>
          <p14:tracePt t="1575" x="4197350" y="6292850"/>
          <p14:tracePt t="1943" x="4235450" y="6292850"/>
          <p14:tracePt t="1975" x="4337050" y="6286500"/>
          <p14:tracePt t="2010" x="4451350" y="6280150"/>
          <p14:tracePt t="2045" x="4603750" y="6280150"/>
          <p14:tracePt t="2091" x="4718050" y="6292850"/>
          <p14:tracePt t="2123" x="4768850" y="6299200"/>
          <p14:tracePt t="2156" x="4794250" y="6299200"/>
          <p14:tracePt t="2189" x="4806950" y="6299200"/>
          <p14:tracePt t="2213" x="4813300" y="6299200"/>
          <p14:tracePt t="2488" x="4832350" y="6299200"/>
          <p14:tracePt t="2538" x="4851400" y="6299200"/>
          <p14:tracePt t="2588" x="4864100" y="6292850"/>
          <p14:tracePt t="2654" x="4902200" y="6286500"/>
          <p14:tracePt t="2704" x="4984750" y="6273800"/>
          <p14:tracePt t="2726" x="5048250" y="6254750"/>
          <p14:tracePt t="2759" x="5092700" y="6242050"/>
          <p14:tracePt t="2792" x="5181600" y="6210300"/>
          <p14:tracePt t="2854" x="5283200" y="6184900"/>
          <p14:tracePt t="2904" x="5334000" y="6159500"/>
          <p14:tracePt t="2937" x="5365750" y="6140450"/>
          <p14:tracePt t="2970" x="5378450" y="6121400"/>
          <p14:tracePt t="3003" x="5410200" y="6076950"/>
          <p14:tracePt t="3025" x="5429250" y="6026150"/>
        </p14:tracePtLst>
      </p14:laserTraceLst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 = Circle(5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c.cylinder_volume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(h=4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314.15926535</a:t>
            </a: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867400" y="3048000"/>
            <a:ext cx="3276600" cy="914400"/>
          </a:xfrm>
          <a:prstGeom prst="wedgeRoundRectCallout">
            <a:avLst>
              <a:gd name="adj1" fmla="val -100280"/>
              <a:gd name="adj2" fmla="val 70094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chemeClr val="tx1"/>
                </a:solidFill>
                <a:latin typeface="Times New Roman" charset="0"/>
              </a:rPr>
              <a:t>cylinder_volume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() is a regular method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639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94"/>
    </mc:Choice>
    <mc:Fallback>
      <p:transition spd="slow" advTm="156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1248" x="5473700" y="6013450"/>
          <p14:tracePt t="1282" x="5600700" y="6000750"/>
          <p14:tracePt t="1316" x="5683250" y="5988050"/>
          <p14:tracePt t="1349" x="5772150" y="5988050"/>
          <p14:tracePt t="1382" x="5835650" y="5981700"/>
          <p14:tracePt t="1427" x="5937250" y="6007100"/>
          <p14:tracePt t="1460" x="6000750" y="6013450"/>
          <p14:tracePt t="1480" x="6038850" y="6019800"/>
          <p14:tracePt t="1514" x="6083300" y="6019800"/>
          <p14:tracePt t="1545" x="6102350" y="6019800"/>
          <p14:tracePt t="1577" x="6108700" y="6013450"/>
          <p14:tracePt t="1626" x="6115050" y="6013450"/>
          <p14:tracePt t="1925" x="6235700" y="6013450"/>
          <p14:tracePt t="1975" x="6413500" y="6032500"/>
          <p14:tracePt t="1997" x="6496050" y="6051550"/>
          <p14:tracePt t="2030" x="6623050" y="6083300"/>
          <p14:tracePt t="2092" x="6731000" y="6102350"/>
          <p14:tracePt t="2158" x="6794500" y="6108700"/>
          <p14:tracePt t="2191" x="6813550" y="6108700"/>
          <p14:tracePt t="2224" x="6826250" y="6108700"/>
          <p14:tracePt t="2258" x="6832600" y="6108700"/>
          <p14:tracePt t="2324" x="6838950" y="6108700"/>
          <p14:tracePt t="2423" x="6851650" y="6121400"/>
          <p14:tracePt t="2457" x="6870700" y="6127750"/>
          <p14:tracePt t="2490" x="6883400" y="6140450"/>
          <p14:tracePt t="2512" x="6896100" y="6140450"/>
          <p14:tracePt t="2573" x="6902450" y="6146800"/>
          <p14:tracePt t="2639" x="6915150" y="6153150"/>
          <p14:tracePt t="2706" x="6927850" y="6159500"/>
          <p14:tracePt t="2789" x="6934200" y="6165850"/>
          <p14:tracePt t="2842" x="6940550" y="6172200"/>
          <p14:tracePt t="2889" x="6959600" y="6178550"/>
          <p14:tracePt t="2972" x="6978650" y="6178550"/>
          <p14:tracePt t="2991" x="6978650" y="6184900"/>
          <p14:tracePt t="3058" x="6985000" y="6184900"/>
          <p14:tracePt t="3076" x="6991350" y="6184900"/>
          <p14:tracePt t="3271" x="6965950" y="6178550"/>
          <p14:tracePt t="3304" x="6959600" y="6172200"/>
          <p14:tracePt t="3586" x="6927850" y="6172200"/>
          <p14:tracePt t="3620" x="6851650" y="6191250"/>
          <p14:tracePt t="3669" x="6750050" y="6223000"/>
          <p14:tracePt t="3692" x="6718300" y="6229350"/>
          <p14:tracePt t="3724" x="6692900" y="6235700"/>
          <p14:tracePt t="3757" x="6673850" y="6235700"/>
          <p14:tracePt t="3835" x="6673850" y="6242050"/>
          <p14:tracePt t="3857" x="6673850" y="6254750"/>
          <p14:tracePt t="3905" x="6699250" y="6261100"/>
          <p14:tracePt t="3968" x="6794500" y="6280150"/>
          <p14:tracePt t="3986" x="6819900" y="6286500"/>
          <p14:tracePt t="4018" x="6946900" y="6299200"/>
          <p14:tracePt t="4053" x="7023100" y="6311900"/>
          <p14:tracePt t="4084" x="7073900" y="6318250"/>
          <p14:tracePt t="4106" x="7105650" y="6318250"/>
          <p14:tracePt t="4150" x="7124700" y="6318250"/>
          <p14:tracePt t="4188" x="7131050" y="6318250"/>
          <p14:tracePt t="4267" x="7137400" y="6311900"/>
          <p14:tracePt t="4301" x="7143750" y="6305550"/>
          <p14:tracePt t="4354" x="7162800" y="6305550"/>
          <p14:tracePt t="4372" x="7175500" y="6299200"/>
          <p14:tracePt t="4407" x="7194550" y="6299200"/>
          <p14:tracePt t="4436" x="7232650" y="6286500"/>
          <p14:tracePt t="4470" x="7277100" y="6280150"/>
          <p14:tracePt t="4505" x="7315200" y="6273800"/>
          <p14:tracePt t="4538" x="7340600" y="6267450"/>
          <p14:tracePt t="4571" x="7353300" y="6267450"/>
          <p14:tracePt t="4666" x="7353300" y="6261100"/>
          <p14:tracePt t="4735" x="7353300" y="6254750"/>
          <p14:tracePt t="4815" x="7346950" y="6254750"/>
          <p14:tracePt t="5218" x="7308850" y="6235700"/>
          <p14:tracePt t="5253" x="7194550" y="6146800"/>
          <p14:tracePt t="5287" x="6978650" y="6000750"/>
          <p14:tracePt t="5330" x="6673850" y="5803900"/>
          <p14:tracePt t="5364" x="6337300" y="5588000"/>
          <p14:tracePt t="5397" x="5988050" y="5391150"/>
          <p14:tracePt t="5430" x="5664200" y="5200650"/>
          <p14:tracePt t="5451" x="5499100" y="5111750"/>
          <p14:tracePt t="5485" x="5283200" y="4940300"/>
          <p14:tracePt t="5518" x="5181600" y="4864100"/>
          <p14:tracePt t="5551" x="5099050" y="4781550"/>
          <p14:tracePt t="5596" x="5060950" y="4737100"/>
          <p14:tracePt t="5629" x="5041900" y="4711700"/>
          <p14:tracePt t="5662" x="5035550" y="4692650"/>
          <p14:tracePt t="5684" x="5041900" y="4667250"/>
          <p14:tracePt t="5729" x="5060950" y="4591050"/>
          <p14:tracePt t="5782" x="5080000" y="4514850"/>
          <p14:tracePt t="5845" x="5118100" y="4445000"/>
          <p14:tracePt t="5878" x="5130800" y="4425950"/>
          <p14:tracePt t="5912" x="5143500" y="4413250"/>
          <p14:tracePt t="5945" x="5156200" y="4413250"/>
          <p14:tracePt t="5978" x="5162550" y="4406900"/>
          <p14:tracePt t="6014" x="5168900" y="4406900"/>
          <p14:tracePt t="6078" x="5187950" y="4406900"/>
          <p14:tracePt t="6127" x="5200650" y="4406900"/>
          <p14:tracePt t="6178" x="5219700" y="4406900"/>
          <p14:tracePt t="6211" x="5257800" y="4400550"/>
          <p14:tracePt t="6229" x="5270500" y="4400550"/>
          <p14:tracePt t="6249" x="5302250" y="4394200"/>
          <p14:tracePt t="6311" x="5410200" y="4381500"/>
          <p14:tracePt t="6360" x="5486400" y="4381500"/>
          <p14:tracePt t="6393" x="5511800" y="4394200"/>
          <p14:tracePt t="6413" x="5549900" y="4419600"/>
          <p14:tracePt t="6443" x="5746750" y="4622800"/>
          <p14:tracePt t="6479" x="6019800" y="4876800"/>
          <p14:tracePt t="6513" x="6324600" y="5168900"/>
          <p14:tracePt t="6546" x="6591300" y="5435600"/>
          <p14:tracePt t="6581" x="6889750" y="5734050"/>
          <p14:tracePt t="6626" x="7054850" y="5854700"/>
          <p14:tracePt t="6692" x="7137400" y="5867400"/>
          <p14:tracePt t="6726" x="7162800" y="5873750"/>
          <p14:tracePt t="6747" x="7181850" y="5873750"/>
          <p14:tracePt t="6780" x="7207250" y="5873750"/>
          <p14:tracePt t="6810" x="7245350" y="5880100"/>
          <p14:tracePt t="6842" x="7283450" y="5880100"/>
          <p14:tracePt t="6875" x="7340600" y="5899150"/>
          <p14:tracePt t="6908" x="7404100" y="5918200"/>
          <p14:tracePt t="6942" x="7429500" y="5924550"/>
          <p14:tracePt t="7008" x="7435850" y="5930900"/>
          <p14:tracePt t="7094" x="7435850" y="5937250"/>
          <p14:tracePt t="7174" x="7423150" y="5937250"/>
        </p14:tracePtLst>
      </p14:laserTraceLst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Circle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c 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Circle.unit_circle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();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c.radius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0" y="1600200"/>
            <a:ext cx="5105400" cy="2133600"/>
          </a:xfrm>
          <a:prstGeom prst="wedgeRoundRectCallout">
            <a:avLst>
              <a:gd name="adj1" fmla="val -4802"/>
              <a:gd name="adj2" fmla="val 9887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err="1">
                <a:solidFill>
                  <a:schemeClr val="tx1"/>
                </a:solidFill>
                <a:latin typeface="Times New Roman" charset="0"/>
              </a:rPr>
              <a:t>unit_circle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() is a class method.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It</a:t>
            </a:r>
            <a:r>
              <a:rPr lang="en-US" sz="24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is</a:t>
            </a:r>
            <a:r>
              <a:rPr lang="en-US" sz="2800" spc="-300" dirty="0" smtClean="0">
                <a:solidFill>
                  <a:schemeClr val="tx1"/>
                </a:solidFill>
                <a:latin typeface="Times New Roman" charset="0"/>
              </a:rPr>
              <a:t>n</a:t>
            </a:r>
            <a:r>
              <a:rPr lang="en-US" sz="2800" spc="-130" dirty="0" smtClean="0">
                <a:solidFill>
                  <a:schemeClr val="tx1"/>
                </a:solidFill>
                <a:latin typeface="Times New Roman" charset="0"/>
              </a:rPr>
              <a:t>’</a:t>
            </a:r>
            <a:r>
              <a:rPr lang="en-US" sz="2800" spc="-10" dirty="0" smtClean="0">
                <a:solidFill>
                  <a:schemeClr val="tx1"/>
                </a:solidFill>
                <a:latin typeface="Times New Roman" charset="0"/>
              </a:rPr>
              <a:t>t </a:t>
            </a:r>
            <a:r>
              <a:rPr lang="en-US" sz="2800" spc="-40" dirty="0">
                <a:solidFill>
                  <a:schemeClr val="tx1"/>
                </a:solidFill>
                <a:latin typeface="Times New Roman" charset="0"/>
              </a:rPr>
              <a:t>b</a:t>
            </a:r>
            <a:r>
              <a:rPr lang="en-US" sz="2800" spc="-70" dirty="0">
                <a:solidFill>
                  <a:schemeClr val="tx1"/>
                </a:solidFill>
                <a:latin typeface="Times New Roman" charset="0"/>
              </a:rPr>
              <a:t>o</a:t>
            </a:r>
            <a:r>
              <a:rPr lang="en-US" sz="2800" spc="-10" dirty="0">
                <a:solidFill>
                  <a:schemeClr val="tx1"/>
                </a:solidFill>
                <a:latin typeface="Times New Roman" charset="0"/>
              </a:rPr>
              <a:t>und to </a:t>
            </a:r>
            <a:r>
              <a:rPr lang="en-US" sz="2800" spc="-10" dirty="0" smtClean="0">
                <a:solidFill>
                  <a:schemeClr val="tx1"/>
                </a:solidFill>
                <a:latin typeface="Times New Roman" charset="0"/>
              </a:rPr>
              <a:t>a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ny</a:t>
            </a:r>
            <a:r>
              <a:rPr lang="en-US" sz="2400" spc="-6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70" dirty="0" smtClean="0">
                <a:solidFill>
                  <a:schemeClr val="tx1"/>
                </a:solidFill>
                <a:latin typeface="Times New Roman" charset="0"/>
              </a:rPr>
              <a:t>on</a:t>
            </a:r>
            <a:r>
              <a:rPr lang="en-US" sz="2800" spc="-40" dirty="0" smtClean="0">
                <a:solidFill>
                  <a:schemeClr val="tx1"/>
                </a:solidFill>
                <a:latin typeface="Times New Roman" charset="0"/>
              </a:rPr>
              <a:t>e</a:t>
            </a:r>
            <a:r>
              <a:rPr lang="en-US" sz="2400" spc="-1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spc="-10" dirty="0" smtClean="0">
                <a:solidFill>
                  <a:schemeClr val="tx1"/>
                </a:solidFill>
                <a:latin typeface="Times New Roman" charset="0"/>
              </a:rPr>
              <a:t>instanc</a:t>
            </a:r>
            <a:r>
              <a:rPr lang="en-US" sz="2800" spc="-60" dirty="0" smtClean="0">
                <a:solidFill>
                  <a:schemeClr val="tx1"/>
                </a:solidFill>
                <a:latin typeface="Times New Roman" charset="0"/>
              </a:rPr>
              <a:t>e</a:t>
            </a:r>
            <a:r>
              <a:rPr lang="en-US" sz="2800" spc="-1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Class methods are often used as factory methods that can create specific instances of the class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1610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85"/>
    </mc:Choice>
    <mc:Fallback>
      <p:transition spd="slow" advTm="150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8757" x="7327900" y="5937250"/>
          <p14:tracePt t="8820" x="6737350" y="5937250"/>
          <p14:tracePt t="8854" x="6299200" y="5892800"/>
          <p14:tracePt t="8886" x="6007100" y="5886450"/>
          <p14:tracePt t="8920" x="5670550" y="5892800"/>
          <p14:tracePt t="8953" x="5422900" y="5924550"/>
          <p14:tracePt t="8986" x="5175250" y="5943600"/>
          <p14:tracePt t="9036" x="4889500" y="6045200"/>
          <p14:tracePt t="9069" x="4762500" y="6076950"/>
          <p14:tracePt t="9102" x="4603750" y="6127750"/>
          <p14:tracePt t="9136" x="4527550" y="6146800"/>
          <p14:tracePt t="9185" x="4483100" y="6159500"/>
          <p14:tracePt t="9218" x="4476750" y="6159500"/>
          <p14:tracePt t="9268" x="4476750" y="6153150"/>
          <p14:tracePt t="9305" x="4495800" y="6153150"/>
          <p14:tracePt t="9368" x="4762500" y="6140450"/>
          <p14:tracePt t="9434" x="5632450" y="6076950"/>
          <p14:tracePt t="9484" x="6146800" y="6032500"/>
          <p14:tracePt t="9503" x="6229350" y="6019800"/>
          <p14:tracePt t="9537" x="6267450" y="5988050"/>
          <p14:tracePt t="9584" x="6280150" y="5969000"/>
          <p14:tracePt t="9651" x="6299200" y="5969000"/>
        </p14:tracePtLst>
      </p14:laserTraceLst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Circle</a:t>
            </a:r>
            <a:r>
              <a:rPr lang="en-US" altLang="en-US" sz="2400" dirty="0">
                <a:latin typeface="Lucida Console" panose="020B0609040504020204" pitchFamily="49" charset="0"/>
              </a:rPr>
              <a:t>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</a:t>
            </a:r>
            <a:r>
              <a:rPr lang="en-US" altLang="en-US" sz="24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   def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c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Circle.unit_circle</a:t>
            </a:r>
            <a:r>
              <a:rPr lang="en-US" altLang="en-US" sz="24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();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c.pi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3.1415926535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838200" y="2743200"/>
            <a:ext cx="8305800" cy="1143000"/>
          </a:xfrm>
          <a:prstGeom prst="wedgeRoundRectCallout">
            <a:avLst>
              <a:gd name="adj1" fmla="val -38212"/>
              <a:gd name="adj2" fmla="val 18384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pi() is a static method.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It doesn’t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really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depend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on the Circle class, except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for being in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its namespace. Static methods can be called on either an instance or the class.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classmethod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err="1" smtClean="0"/>
              <a:t>staticmethod</a:t>
            </a:r>
            <a:r>
              <a:rPr lang="en-US" b="1" kern="0" spc="-100" dirty="0" smtClean="0"/>
              <a:t>,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/>
              <a:t>&amp;</a:t>
            </a:r>
            <a:r>
              <a:rPr lang="en-US" sz="2800" b="1" kern="0" spc="-100" dirty="0" smtClean="0"/>
              <a:t> </a:t>
            </a:r>
            <a:r>
              <a:rPr lang="en-US" b="1" kern="0" spc="-100" dirty="0" smtClean="0">
                <a:latin typeface="Arial Narrow" panose="020B0606020202030204" pitchFamily="34" charset="0"/>
              </a:rPr>
              <a:t>@</a:t>
            </a:r>
            <a:r>
              <a:rPr lang="en-US" b="1" kern="0" spc="-100" dirty="0" smtClean="0"/>
              <a:t>property</a:t>
            </a:r>
            <a:endParaRPr lang="en-US" b="1" kern="0" spc="-1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248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40"/>
    </mc:Choice>
    <mc:Fallback>
      <p:transition spd="slow" advTm="11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1823" x="6311900" y="5937250"/>
          <p14:tracePt t="1857" x="6324600" y="5886450"/>
          <p14:tracePt t="1907" x="6330950" y="5829300"/>
          <p14:tracePt t="1941" x="6343650" y="5797550"/>
          <p14:tracePt t="1959" x="6343650" y="5784850"/>
          <p14:tracePt t="1990" x="6350000" y="5759450"/>
          <p14:tracePt t="2008" x="6350000" y="5746750"/>
          <p14:tracePt t="2039" x="6362700" y="5708650"/>
          <p14:tracePt t="2073" x="6375400" y="5664200"/>
          <p14:tracePt t="2094" x="6381750" y="5638800"/>
          <p14:tracePt t="2156" x="6419850" y="5562600"/>
          <p14:tracePt t="2189" x="6445250" y="5537200"/>
          <p14:tracePt t="2224" x="6470650" y="5511800"/>
          <p14:tracePt t="2255" x="6489700" y="5492750"/>
          <p14:tracePt t="2288" x="6502400" y="5486400"/>
          <p14:tracePt t="2322" x="6515100" y="5480050"/>
          <p14:tracePt t="2372" x="6521450" y="5473700"/>
          <p14:tracePt t="2421" x="6521450" y="5461000"/>
          <p14:tracePt t="3086" x="6502400" y="5454650"/>
          <p14:tracePt t="3119" x="6457950" y="5441950"/>
          <p14:tracePt t="3153" x="6337300" y="5416550"/>
          <p14:tracePt t="3189" x="6140450" y="5391150"/>
          <p14:tracePt t="3221" x="5969000" y="5384800"/>
          <p14:tracePt t="3254" x="5784850" y="5384800"/>
          <p14:tracePt t="3288" x="5657850" y="5384800"/>
          <p14:tracePt t="3320" x="5607050" y="5384800"/>
          <p14:tracePt t="3355" x="5543550" y="5384800"/>
          <p14:tracePt t="3390" x="5492750" y="5384800"/>
          <p14:tracePt t="3420" x="5441950" y="5397500"/>
          <p14:tracePt t="3471" x="5429250" y="5403850"/>
          <p14:tracePt t="3601" x="5429250" y="5410200"/>
          <p14:tracePt t="3651" x="5435600" y="5416550"/>
          <p14:tracePt t="3687" x="5454650" y="5416550"/>
          <p14:tracePt t="3750" x="5492750" y="5422900"/>
          <p14:tracePt t="3817" x="5670550" y="5461000"/>
          <p14:tracePt t="3850" x="5765800" y="5473700"/>
          <p14:tracePt t="3883" x="5848350" y="5480050"/>
          <p14:tracePt t="3916" x="5873750" y="5486400"/>
          <p14:tracePt t="3950" x="5886450" y="5486400"/>
          <p14:tracePt t="3986" x="5892800" y="5486400"/>
          <p14:tracePt t="6939" x="5384800" y="5683250"/>
          <p14:tracePt t="6989" x="5175250" y="5759450"/>
          <p14:tracePt t="7024" x="5067300" y="5822950"/>
          <p14:tracePt t="7055" x="4984750" y="5873750"/>
          <p14:tracePt t="7088" x="4908550" y="5918200"/>
          <p14:tracePt t="7110" x="4883150" y="5924550"/>
          <p14:tracePt t="7171" x="4819650" y="5956300"/>
          <p14:tracePt t="7206" x="4775200" y="5988050"/>
          <p14:tracePt t="7238" x="4756150" y="6007100"/>
          <p14:tracePt t="7271" x="4737100" y="6019800"/>
          <p14:tracePt t="7326" x="4730750" y="6026150"/>
          <p14:tracePt t="7371" x="4724400" y="6032500"/>
          <p14:tracePt t="7470" x="4756150" y="6032500"/>
          <p14:tracePt t="7537" x="4997450" y="6032500"/>
          <p14:tracePt t="7586" x="5264150" y="6013450"/>
          <p14:tracePt t="7608" x="5448300" y="6013450"/>
          <p14:tracePt t="7642" x="5568950" y="6013450"/>
          <p14:tracePt t="7703" x="5651500" y="6013450"/>
          <p14:tracePt t="7738" x="5657850" y="6013450"/>
          <p14:tracePt t="7770" x="5664200" y="6013450"/>
          <p14:tracePt t="8035" x="5689600" y="6007100"/>
          <p14:tracePt t="8069" x="5715000" y="5994400"/>
          <p14:tracePt t="8118" x="5810250" y="5975350"/>
          <p14:tracePt t="8140" x="5848350" y="5975350"/>
          <p14:tracePt t="8173" x="5949950" y="5962650"/>
          <p14:tracePt t="8235" x="6108700" y="5962650"/>
          <p14:tracePt t="8285" x="6165850" y="5962650"/>
          <p14:tracePt t="8318" x="6191250" y="5962650"/>
        </p14:tracePtLst>
      </p14:laserTraceLst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685800"/>
            <a:ext cx="9296400" cy="601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75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x=system("cat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circle.py</a:t>
            </a:r>
            <a:r>
              <a:rPr lang="en-US" altLang="en-US" sz="2400" dirty="0">
                <a:latin typeface="Lucida Console" panose="020B0609040504020204" pitchFamily="49" charset="0"/>
              </a:rPr>
              <a:t>")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class Circle: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__</a:t>
            </a:r>
            <a:r>
              <a:rPr lang="en-US" altLang="en-US" sz="2400" dirty="0" err="1">
                <a:latin typeface="Lucida Console" panose="020B0609040504020204" pitchFamily="49" charset="0"/>
              </a:rPr>
              <a:t>init</a:t>
            </a:r>
            <a:r>
              <a:rPr lang="en-US" altLang="en-US" sz="2400" dirty="0">
                <a:latin typeface="Lucida Console" panose="020B0609040504020204" pitchFamily="49" charset="0"/>
              </a:rPr>
              <a:t>__(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self,radius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=radius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radius.setter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radius(self, value):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if value &gt;= 0: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self._radius</a:t>
            </a:r>
            <a:r>
              <a:rPr lang="en-US" altLang="en-US" sz="2400" dirty="0">
                <a:latin typeface="Lucida Console" panose="020B0609040504020204" pitchFamily="49" charset="0"/>
              </a:rPr>
              <a:t> = value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else:raise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ValueError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("Negative radius")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>
                <a:latin typeface="Lucida Console" panose="020B0609040504020204" pitchFamily="49" charset="0"/>
              </a:rPr>
              <a:t>property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latin typeface="Lucida Console" panose="020B0609040504020204" pitchFamily="49" charset="0"/>
              </a:rPr>
              <a:t>area(self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self.pi</a:t>
            </a:r>
            <a:r>
              <a:rPr lang="en-US" altLang="en-US" sz="2400" dirty="0">
                <a:latin typeface="Lucida Console" panose="020B0609040504020204" pitchFamily="49" charset="0"/>
              </a:rPr>
              <a:t>()*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self.radius</a:t>
            </a:r>
            <a:r>
              <a:rPr lang="en-US" altLang="en-US" sz="2400" spc="-150" dirty="0">
                <a:latin typeface="Lucida Console" panose="020B0609040504020204" pitchFamily="49" charset="0"/>
              </a:rPr>
              <a:t>**</a:t>
            </a:r>
            <a:r>
              <a:rPr lang="en-US" altLang="en-US" sz="2400" dirty="0">
                <a:latin typeface="Lucida Console" panose="020B0609040504020204" pitchFamily="49" charset="0"/>
              </a:rPr>
              <a:t>2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cylinder_volume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self,h</a:t>
            </a:r>
            <a:r>
              <a:rPr lang="en-US" altLang="en-US" sz="2400" dirty="0">
                <a:latin typeface="Lucida Console" panose="020B0609040504020204" pitchFamily="49" charset="0"/>
              </a:rPr>
              <a:t>):return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self.are</a:t>
            </a:r>
            <a:r>
              <a:rPr lang="en-US" altLang="en-US" sz="2400" spc="-150" dirty="0" err="1" smtClean="0">
                <a:latin typeface="Lucida Console" panose="020B0609040504020204" pitchFamily="49" charset="0"/>
              </a:rPr>
              <a:t>a</a:t>
            </a:r>
            <a:r>
              <a:rPr lang="en-US" altLang="en-US" sz="2400" spc="-150" dirty="0" smtClean="0">
                <a:latin typeface="Lucida Console" panose="020B0609040504020204" pitchFamily="49" charset="0"/>
              </a:rPr>
              <a:t>*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h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latin typeface="Lucida Console" panose="020B0609040504020204" pitchFamily="49" charset="0"/>
              </a:rPr>
              <a:t>classmethod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unit_circle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):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cls</a:t>
            </a:r>
            <a:r>
              <a:rPr lang="en-US" altLang="en-US" sz="2400" dirty="0">
                <a:latin typeface="Lucida Console" panose="020B0609040504020204" pitchFamily="49" charset="0"/>
              </a:rPr>
              <a:t>(1)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staticmethod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pi(): return </a:t>
            </a: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from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circle </a:t>
            </a:r>
            <a:r>
              <a:rPr lang="en-US" altLang="en-US" sz="2400" dirty="0">
                <a:latin typeface="Lucida Console" panose="020B0609040504020204" pitchFamily="49" charset="0"/>
              </a:rPr>
              <a:t>import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*</a:t>
            </a:r>
            <a:endParaRPr lang="en-US" altLang="en-US" sz="2400" b="1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Circle.pi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lvl="0">
              <a:lnSpc>
                <a:spcPct val="86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3.1415926535</a:t>
            </a:r>
          </a:p>
          <a:p>
            <a:pPr lvl="0">
              <a:lnSpc>
                <a:spcPct val="73000"/>
              </a:lnSpc>
              <a:spcBef>
                <a:spcPts val="0"/>
              </a:spcBef>
            </a:pPr>
            <a:r>
              <a:rPr lang="en-US" altLang="en-US" sz="2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762000"/>
          </a:xfrm>
        </p:spPr>
        <p:txBody>
          <a:bodyPr wrap="none"/>
          <a:lstStyle/>
          <a:p>
            <a:r>
              <a:rPr lang="en-US" b="1" spc="-100" dirty="0" smtClean="0">
                <a:latin typeface="Arial Narrow" panose="020B0606020202030204" pitchFamily="34" charset="0"/>
              </a:rPr>
              <a:t>@</a:t>
            </a:r>
            <a:r>
              <a:rPr lang="en-US" b="1" spc="-100" dirty="0" err="1" smtClean="0"/>
              <a:t>classmethod</a:t>
            </a:r>
            <a:r>
              <a:rPr lang="en-US" b="1" spc="-100" dirty="0"/>
              <a:t>,</a:t>
            </a:r>
            <a:r>
              <a:rPr lang="en-US" sz="2800" b="1" spc="-100" dirty="0"/>
              <a:t> </a:t>
            </a:r>
            <a:r>
              <a:rPr lang="en-US" b="1" spc="-100" dirty="0">
                <a:latin typeface="Arial Narrow" panose="020B0606020202030204" pitchFamily="34" charset="0"/>
              </a:rPr>
              <a:t>@</a:t>
            </a:r>
            <a:r>
              <a:rPr lang="en-US" b="1" spc="-100" dirty="0" err="1"/>
              <a:t>staticmethod</a:t>
            </a:r>
            <a:r>
              <a:rPr lang="en-US" b="1" spc="-100" dirty="0"/>
              <a:t>,</a:t>
            </a:r>
            <a:r>
              <a:rPr lang="en-US" sz="2800" b="1" spc="-100" dirty="0"/>
              <a:t> </a:t>
            </a:r>
            <a:r>
              <a:rPr lang="en-US" b="1" spc="-100" dirty="0" smtClean="0"/>
              <a:t>&amp;</a:t>
            </a:r>
            <a:r>
              <a:rPr lang="en-US" sz="2800" b="1" spc="-100" dirty="0" smtClean="0"/>
              <a:t> </a:t>
            </a:r>
            <a:r>
              <a:rPr lang="en-US" b="1" spc="-100" dirty="0">
                <a:latin typeface="Arial Narrow" panose="020B0606020202030204" pitchFamily="34" charset="0"/>
              </a:rPr>
              <a:t>@</a:t>
            </a:r>
            <a:r>
              <a:rPr lang="en-US" b="1" spc="-100" dirty="0"/>
              <a:t>property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838200" y="2743200"/>
            <a:ext cx="8305800" cy="1143000"/>
          </a:xfrm>
          <a:prstGeom prst="wedgeRoundRectCallout">
            <a:avLst>
              <a:gd name="adj1" fmla="val -38212"/>
              <a:gd name="adj2" fmla="val 18384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.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pi() is a static method.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It doesn’t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really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depend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on the Circle class, except </a:t>
            </a: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for being in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its namespace. Static methods can be called on either an instance or the class.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2037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95"/>
    </mc:Choice>
    <mc:Fallback>
      <p:transition spd="slow" advTm="62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59681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FF0000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12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chemeClr val="bg1">
                    <a:lumMod val="65000"/>
                  </a:schemeClr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chemeClr val="bg1">
                    <a:lumMod val="65000"/>
                  </a:schemeClr>
                </a:solidFill>
                <a:ea typeface="source sans pro"/>
              </a:rPr>
            </a:br>
            <a:endParaRPr lang="en-US" altLang="en-US" sz="2800" spc="100" dirty="0">
              <a:solidFill>
                <a:srgbClr val="222222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75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67"/>
    </mc:Choice>
    <mc:Fallback>
      <p:transition spd="slow" advTm="9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51" x="6007100" y="5753100"/>
          <p14:tracePt t="4485" x="5607050" y="5334000"/>
          <p14:tracePt t="4503" x="5346700" y="5048250"/>
          <p14:tracePt t="4534" x="4768850" y="4457700"/>
          <p14:tracePt t="4556" x="4464050" y="4197350"/>
          <p14:tracePt t="4589" x="4038600" y="3759200"/>
          <p14:tracePt t="4650" x="3308350" y="2895600"/>
          <p14:tracePt t="4700" x="3136900" y="2743200"/>
          <p14:tracePt t="4733" x="3124200" y="2736850"/>
          <p14:tracePt t="4783" x="3124200" y="2749550"/>
          <p14:tracePt t="4806" x="3117850" y="2762250"/>
          <p14:tracePt t="4840" x="3022600" y="2870200"/>
          <p14:tracePt t="4872" x="2863850" y="3155950"/>
          <p14:tracePt t="4916" x="2724150" y="3632200"/>
          <p14:tracePt t="4983" x="3016250" y="4343400"/>
          <p14:tracePt t="5016" x="3200400" y="4502150"/>
          <p14:tracePt t="5049" x="3454400" y="4546600"/>
          <p14:tracePt t="5083" x="3702050" y="4470400"/>
          <p14:tracePt t="5118" x="3905250" y="4311650"/>
          <p14:tracePt t="5182" x="3981450" y="3822700"/>
          <p14:tracePt t="5216" x="3759200" y="3187700"/>
          <p14:tracePt t="5265" x="3409950" y="2622550"/>
          <p14:tracePt t="5298" x="3289300" y="2590800"/>
          <p14:tracePt t="5320" x="3155950" y="2597150"/>
          <p14:tracePt t="5353" x="2971800" y="2724150"/>
          <p14:tracePt t="5398" x="2698750" y="3175000"/>
          <p14:tracePt t="5434" x="2647950" y="3505200"/>
          <p14:tracePt t="5470" x="2768600" y="4102100"/>
          <p14:tracePt t="5499" x="2997200" y="4610100"/>
          <p14:tracePt t="5534" x="3149600" y="4845050"/>
          <p14:tracePt t="5569" x="3225800" y="4902200"/>
          <p14:tracePt t="5586" x="3232150" y="4902200"/>
          <p14:tracePt t="5618" x="3270250" y="4908550"/>
          <p14:tracePt t="6295" x="3136900" y="4527550"/>
          <p14:tracePt t="6345" x="2914650" y="3759200"/>
          <p14:tracePt t="6377" x="2736850" y="3251200"/>
          <p14:tracePt t="6399" x="2641600" y="2959100"/>
          <p14:tracePt t="6429" x="2559050" y="2609850"/>
          <p14:tracePt t="6464" x="2527300" y="2374900"/>
          <p14:tracePt t="6496" x="2527300" y="2311400"/>
          <p14:tracePt t="6527" x="2559050" y="2260600"/>
          <p14:tracePt t="6560" x="2584450" y="2235200"/>
          <p14:tracePt t="6594" x="2673350" y="2152650"/>
          <p14:tracePt t="6627" x="2800350" y="2082800"/>
          <p14:tracePt t="6660" x="3003550" y="2006600"/>
          <p14:tracePt t="6693" x="3384550" y="1924050"/>
          <p14:tracePt t="6727" x="3606800" y="1885950"/>
          <p14:tracePt t="6793" x="3790950" y="1866900"/>
          <p14:tracePt t="6876" x="3778250" y="1860550"/>
          <p14:tracePt t="6910" x="3771900" y="1879600"/>
          <p14:tracePt t="6931" x="3765550" y="1879600"/>
          <p14:tracePt t="6964" x="3708400" y="1930400"/>
          <p14:tracePt t="7059" x="3689350" y="2019300"/>
          <p14:tracePt t="7109" x="3536950" y="2457450"/>
          <p14:tracePt t="7142" x="3371850" y="2978150"/>
          <p14:tracePt t="7175" x="3181350" y="3816350"/>
          <p14:tracePt t="7197" x="3155950" y="4146550"/>
          <p14:tracePt t="7228" x="3181350" y="4603750"/>
          <p14:tracePt t="7291" x="3321050" y="5378450"/>
          <p14:tracePt t="7325" x="3384550" y="5524500"/>
          <p14:tracePt t="7358" x="3390900" y="5530850"/>
          <p14:tracePt t="7391" x="3397250" y="5537200"/>
          <p14:tracePt t="7511" x="3403600" y="5575300"/>
          <p14:tracePt t="7574" x="3429000" y="5842000"/>
          <p14:tracePt t="7640" x="3422650" y="5994400"/>
          <p14:tracePt t="7673" x="3409950" y="6026150"/>
          <p14:tracePt t="7707" x="3403600" y="6038850"/>
          <p14:tracePt t="7740" x="3403600" y="6045200"/>
          <p14:tracePt t="7773" x="3397250" y="6057900"/>
          <p14:tracePt t="7839" x="3390900" y="6064250"/>
          <p14:tracePt t="8042" x="3409950" y="6064250"/>
          <p14:tracePt t="8089" x="3644900" y="6051550"/>
          <p14:tracePt t="8122" x="3924300" y="6051550"/>
          <p14:tracePt t="8172" x="4203700" y="6045200"/>
          <p14:tracePt t="8205" x="4508500" y="6032500"/>
          <p14:tracePt t="8223" x="4584700" y="6032500"/>
          <p14:tracePt t="8243" x="4699000" y="6019800"/>
          <p14:tracePt t="8273" x="4762500" y="6019800"/>
          <p14:tracePt t="8308" x="4800600" y="6019800"/>
          <p14:tracePt t="8343" x="4806950" y="6019800"/>
          <p14:tracePt t="8455" x="4800600" y="6007100"/>
          <p14:tracePt t="8487" x="4800600" y="5994400"/>
        </p14:tracePtLst>
      </p14:laserTraceLst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6364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12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A built-in decorator for this 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the new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dataclasses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module in Python 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3.7.</a:t>
            </a:r>
            <a:endParaRPr lang="en-US" altLang="en-US" sz="2800" spc="100" dirty="0">
              <a:solidFill>
                <a:srgbClr val="FF0000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6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86"/>
    </mc:Choice>
    <mc:Fallback>
      <p:transition spd="slow" advTm="88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5" x="4603750" y="6019800"/>
          <p14:tracePt t="699" x="4533900" y="6038850"/>
          <p14:tracePt t="731" x="4470400" y="6057900"/>
          <p14:tracePt t="765" x="4375150" y="6102350"/>
          <p14:tracePt t="802" x="4311650" y="6140450"/>
          <p14:tracePt t="836" x="4229100" y="6203950"/>
          <p14:tracePt t="869" x="4171950" y="6254750"/>
          <p14:tracePt t="903" x="4083050" y="6311900"/>
          <p14:tracePt t="949" x="4006850" y="6356350"/>
          <p14:tracePt t="1000" x="3930650" y="6400800"/>
          <p14:tracePt t="1047" x="3854450" y="6419850"/>
          <p14:tracePt t="1113" x="3714750" y="6432550"/>
          <p14:tracePt t="1147" x="3695700" y="6432550"/>
          <p14:tracePt t="1197" x="3632200" y="6419850"/>
          <p14:tracePt t="1216" x="3619500" y="6419850"/>
          <p14:tracePt t="1234" x="3587750" y="6413500"/>
          <p14:tracePt t="1268" x="3486150" y="6400800"/>
          <p14:tracePt t="1298" x="3390900" y="6394450"/>
          <p14:tracePt t="1332" x="3270250" y="6394450"/>
          <p14:tracePt t="1364" x="3194050" y="6394450"/>
          <p14:tracePt t="1396" x="3111500" y="6381750"/>
          <p14:tracePt t="1429" x="3086100" y="6356350"/>
          <p14:tracePt t="1831" x="3067050" y="6356350"/>
          <p14:tracePt t="1865" x="3048000" y="6369050"/>
          <p14:tracePt t="1899" x="3016250" y="6400800"/>
          <p14:tracePt t="1933" x="2997200" y="6419850"/>
          <p14:tracePt t="1965" x="2971800" y="6445250"/>
          <p14:tracePt t="1999" x="2959100" y="6464300"/>
          <p14:tracePt t="2032" x="2946400" y="6477000"/>
          <p14:tracePt t="2049" x="2940050" y="6489700"/>
          <p14:tracePt t="2082" x="2933700" y="6496050"/>
          <p14:tracePt t="2143" x="2927350" y="6508750"/>
          <p14:tracePt t="2210" x="2921000" y="6515100"/>
          <p14:tracePt t="2276" x="2933700" y="6515100"/>
          <p14:tracePt t="2309" x="2952750" y="6502400"/>
          <p14:tracePt t="2343" x="3003550" y="6470650"/>
          <p14:tracePt t="2392" x="3117850" y="6407150"/>
          <p14:tracePt t="2427" x="3181350" y="6375400"/>
          <p14:tracePt t="2445" x="3206750" y="6362700"/>
          <p14:tracePt t="2475" x="3225800" y="6356350"/>
          <p14:tracePt t="2725" x="3225800" y="6362700"/>
          <p14:tracePt t="3106" x="3225800" y="6369050"/>
          <p14:tracePt t="3273" x="3225800" y="6375400"/>
          <p14:tracePt t="3322" x="3244850" y="6375400"/>
          <p14:tracePt t="3355" x="3270250" y="6375400"/>
          <p14:tracePt t="3377" x="3314700" y="6381750"/>
          <p14:tracePt t="3422" x="3613150" y="6407150"/>
          <p14:tracePt t="3488" x="4210050" y="6432550"/>
          <p14:tracePt t="3538" x="4616450" y="6438900"/>
          <p14:tracePt t="3571" x="4984750" y="6457950"/>
          <p14:tracePt t="3605" x="5245100" y="6457950"/>
          <p14:tracePt t="3626" x="5346700" y="6451600"/>
          <p14:tracePt t="3688" x="5530850" y="6432550"/>
          <p14:tracePt t="3721" x="5581650" y="6432550"/>
          <p14:tracePt t="3754" x="5651500" y="6432550"/>
          <p14:tracePt t="3788" x="5734050" y="6432550"/>
          <p14:tracePt t="3821" x="5835650" y="6426200"/>
          <p14:tracePt t="3854" x="5899150" y="6426200"/>
          <p14:tracePt t="3876" x="5969000" y="6419850"/>
          <p14:tracePt t="3921" x="6108700" y="6419850"/>
          <p14:tracePt t="3970" x="6235700" y="6426200"/>
          <p14:tracePt t="3990" x="6286500" y="6426200"/>
          <p14:tracePt t="4022" x="6311900" y="6426200"/>
          <p14:tracePt t="4053" x="6330950" y="6426200"/>
          <p14:tracePt t="4103" x="6337300" y="6426200"/>
          <p14:tracePt t="4269" x="6343650" y="6426200"/>
          <p14:tracePt t="4336" x="6356350" y="64325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8.1|17.9|21.8|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30.9|2|40.6|16|1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2|2.8|17.6|37|7.4|37.3|2.3|8.7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13.4|10.7|6.5|15|14.1|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65.4|8.9|8.3|3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3.7|3.4|6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15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9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6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5.5|33|19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5.5|33|19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3.2|14.7|4.3|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6.6|18.1|3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11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15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6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2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3.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3.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15380</TotalTime>
  <Words>6619</Words>
  <Application>Microsoft Office PowerPoint</Application>
  <PresentationFormat>On-screen Show (4:3)</PresentationFormat>
  <Paragraphs>1272</Paragraphs>
  <Slides>60</Slides>
  <Notes>12</Notes>
  <HiddenSlides>0</HiddenSlides>
  <MMClips>58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9" baseType="lpstr">
      <vt:lpstr>Arial Unicode MS</vt:lpstr>
      <vt:lpstr>MS PGothic</vt:lpstr>
      <vt:lpstr>MS PGothic</vt:lpstr>
      <vt:lpstr>PMingLiU</vt:lpstr>
      <vt:lpstr>source sans pro</vt:lpstr>
      <vt:lpstr>Arial</vt:lpstr>
      <vt:lpstr>Arial Narrow</vt:lpstr>
      <vt:lpstr>Consolas</vt:lpstr>
      <vt:lpstr>Copperplate Gothic Bold</vt:lpstr>
      <vt:lpstr>Courier New</vt:lpstr>
      <vt:lpstr>Elephant</vt:lpstr>
      <vt:lpstr>Lucida Console</vt:lpstr>
      <vt:lpstr>Lucida Fax</vt:lpstr>
      <vt:lpstr>Lucida Sans Unicode</vt:lpstr>
      <vt:lpstr>Symbol</vt:lpstr>
      <vt:lpstr>Times New Roman</vt:lpstr>
      <vt:lpstr>Wingdings</vt:lpstr>
      <vt:lpstr>Wingdings 3</vt:lpstr>
      <vt:lpstr>Default Design</vt:lpstr>
      <vt:lpstr>Who is the wrapper?</vt:lpstr>
      <vt:lpstr>Putting it all together</vt:lpstr>
      <vt:lpstr>Loading a decorator from a file</vt:lpstr>
      <vt:lpstr>Passing arguments to a decorator</vt:lpstr>
      <vt:lpstr>Passing arguments to a decorator</vt:lpstr>
      <vt:lpstr>Passing arguments to a decorator</vt:lpstr>
      <vt:lpstr>Passing arguments to a decorator</vt:lpstr>
      <vt:lpstr>Passing arguments to a decorator</vt:lpstr>
      <vt:lpstr>Passing arguments to a decorator</vt:lpstr>
      <vt:lpstr>Passing arguments to a decorator</vt:lpstr>
      <vt:lpstr>Passing arguments to a decorator</vt:lpstr>
      <vt:lpstr>Passing arguments to a decorator</vt:lpstr>
      <vt:lpstr>Returning a value from a decorator</vt:lpstr>
      <vt:lpstr>Returning a value from a decorator</vt:lpstr>
      <vt:lpstr>Returning a value from a decorator</vt:lpstr>
      <vt:lpstr>Decorating classes</vt:lpstr>
      <vt:lpstr>Decorating classes</vt:lpstr>
      <vt:lpstr>Decorating classes</vt:lpstr>
      <vt:lpstr>Builtin Class Functions</vt:lpstr>
      <vt:lpstr>PowerPoint Presentation</vt:lpstr>
      <vt:lpstr>Builtin Class Functions</vt:lpstr>
      <vt:lpstr>PowerPoint Presentation</vt:lpstr>
      <vt:lpstr>PowerPoint Presentation</vt:lpstr>
      <vt:lpstr>PowerPoint Presentation</vt:lpstr>
      <vt:lpstr>Creating a Static Method</vt:lpstr>
      <vt:lpstr>PowerPoint Presentation</vt:lpstr>
      <vt:lpstr>PowerPoint Presentation</vt:lpstr>
      <vt:lpstr>PowerPoint Presentation</vt:lpstr>
      <vt:lpstr>PowerPoint Presentation</vt:lpstr>
      <vt:lpstr>Decorating classes</vt:lpstr>
      <vt:lpstr>Decorating classes</vt:lpstr>
      <vt:lpstr>Builtin Class Functions</vt:lpstr>
      <vt:lpstr>Controlling Attribute Access</vt:lpstr>
      <vt:lpstr>Using Get Methods</vt:lpstr>
      <vt:lpstr>Using Set Methods</vt:lpstr>
      <vt:lpstr>Using property( ) to hide the getter and setter from the client</vt:lpstr>
      <vt:lpstr>Using property( ) to hide the getter and setter from the client</vt:lpstr>
      <vt:lpstr>So what is property( )?</vt:lpstr>
      <vt:lpstr>So what is property( )?</vt:lpstr>
      <vt:lpstr>Decorating classes</vt:lpstr>
      <vt:lpstr>As you know already…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@classmethod, @staticmethod, &amp; @property</vt:lpstr>
      <vt:lpstr>Decorating classes</vt:lpstr>
      <vt:lpstr>Decorating classes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854</cp:revision>
  <dcterms:created xsi:type="dcterms:W3CDTF">2009-03-01T03:18:16Z</dcterms:created>
  <dcterms:modified xsi:type="dcterms:W3CDTF">2021-06-01T08:10:41Z</dcterms:modified>
</cp:coreProperties>
</file>