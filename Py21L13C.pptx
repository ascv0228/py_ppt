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1.xml" ContentType="application/vnd.openxmlformats-officedocument.presentationml.tags+xml"/>
  <Override PartName="/ppt/notesSlides/notesSlide24.xml" ContentType="application/vnd.openxmlformats-officedocument.presentationml.notesSlide+xml"/>
  <Override PartName="/ppt/tags/tag12.xml" ContentType="application/vnd.openxmlformats-officedocument.presentationml.tags+xml"/>
  <Override PartName="/ppt/notesSlides/notesSlide25.xml" ContentType="application/vnd.openxmlformats-officedocument.presentationml.notesSlide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882" r:id="rId2"/>
    <p:sldId id="714" r:id="rId3"/>
    <p:sldId id="715" r:id="rId4"/>
    <p:sldId id="716" r:id="rId5"/>
    <p:sldId id="717" r:id="rId6"/>
    <p:sldId id="718" r:id="rId7"/>
    <p:sldId id="719" r:id="rId8"/>
    <p:sldId id="720" r:id="rId9"/>
    <p:sldId id="721" r:id="rId10"/>
    <p:sldId id="878" r:id="rId11"/>
    <p:sldId id="879" r:id="rId12"/>
    <p:sldId id="880" r:id="rId13"/>
    <p:sldId id="883" r:id="rId14"/>
    <p:sldId id="884" r:id="rId15"/>
    <p:sldId id="723" r:id="rId16"/>
    <p:sldId id="724" r:id="rId17"/>
    <p:sldId id="725" r:id="rId18"/>
    <p:sldId id="726" r:id="rId19"/>
    <p:sldId id="727" r:id="rId20"/>
    <p:sldId id="728" r:id="rId21"/>
    <p:sldId id="729" r:id="rId22"/>
    <p:sldId id="730" r:id="rId23"/>
    <p:sldId id="731" r:id="rId24"/>
    <p:sldId id="885" r:id="rId25"/>
    <p:sldId id="887" r:id="rId26"/>
    <p:sldId id="886" r:id="rId27"/>
    <p:sldId id="889" r:id="rId28"/>
    <p:sldId id="890" r:id="rId29"/>
    <p:sldId id="737" r:id="rId30"/>
    <p:sldId id="738" r:id="rId31"/>
    <p:sldId id="739" r:id="rId32"/>
    <p:sldId id="740" r:id="rId33"/>
    <p:sldId id="741" r:id="rId34"/>
    <p:sldId id="891" r:id="rId35"/>
    <p:sldId id="892" r:id="rId36"/>
    <p:sldId id="893" r:id="rId37"/>
    <p:sldId id="894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EFF"/>
    <a:srgbClr val="C2D8FF"/>
    <a:srgbClr val="A6A6A6"/>
    <a:srgbClr val="000000"/>
    <a:srgbClr val="CCECFF"/>
    <a:srgbClr val="BC7C7C"/>
    <a:srgbClr val="D25353"/>
    <a:srgbClr val="BEBE64"/>
    <a:srgbClr val="DBDB42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2" autoAdjust="0"/>
    <p:restoredTop sz="94660"/>
  </p:normalViewPr>
  <p:slideViewPr>
    <p:cSldViewPr>
      <p:cViewPr>
        <p:scale>
          <a:sx n="65" d="100"/>
          <a:sy n="65" d="100"/>
        </p:scale>
        <p:origin x="764" y="-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9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6FA09D7D-B825-4D44-86E4-F8B05BE6723A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24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687E6D3D-501E-4A17-8A6F-A5FFF809DEB6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60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84A39EAB-0C77-443D-AC75-F81AF271BCA2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71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9AF6B7C9-659E-48F2-8FB9-5AE8A5C3548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59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FD584166-6961-46C6-B8F5-44F1944782A5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248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EA897366-93D7-413F-9EC1-22E1774E3B67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7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7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EA897366-93D7-413F-9EC1-22E1774E3B67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8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7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DC77A4-8EBD-4F73-B8F2-F811083B7D6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9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922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DC77A4-8EBD-4F73-B8F2-F811083B7D6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10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266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32AD0227-51A1-4C94-9EE0-C301D392C20B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11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9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6F786945-170A-4136-8844-49ADC29A5C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12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05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15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5813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16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98342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17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70915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18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9817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19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17007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20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1282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21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21993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22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23742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23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462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DC77A4-8EBD-4F73-B8F2-F811083B7D6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29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850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32AD0227-51A1-4C94-9EE0-C301D392C20B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30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564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6F786945-170A-4136-8844-49ADC29A5C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31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950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A7F6A9B5-CEC6-4136-BA03-9939F622AB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32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944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30C2BE-875E-43FB-A379-42A0866E252E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33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87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8.m4a"/><Relationship Id="rId2" Type="http://schemas.microsoft.com/office/2007/relationships/media" Target="../media/media18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1.m4a"/><Relationship Id="rId2" Type="http://schemas.microsoft.com/office/2007/relationships/media" Target="../media/media21.m4a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2.m4a"/><Relationship Id="rId2" Type="http://schemas.microsoft.com/office/2007/relationships/media" Target="../media/media22.m4a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media24.m4a"/><Relationship Id="rId2" Type="http://schemas.microsoft.com/office/2007/relationships/media" Target="../media/media24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media30.m4a"/><Relationship Id="rId2" Type="http://schemas.microsoft.com/office/2007/relationships/media" Target="../media/media30.m4a"/><Relationship Id="rId1" Type="http://schemas.openxmlformats.org/officeDocument/2006/relationships/tags" Target="../tags/tag1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1.m4a"/><Relationship Id="rId2" Type="http://schemas.microsoft.com/office/2007/relationships/media" Target="../media/media31.m4a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2.m4a"/><Relationship Id="rId2" Type="http://schemas.microsoft.com/office/2007/relationships/media" Target="../media/media32.m4a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</a:t>
            </a:r>
            <a:r>
              <a:rPr lang="zh-TW" altLang="en-US" sz="2800" dirty="0" smtClean="0"/>
              <a:t>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T</a:t>
            </a:r>
            <a:r>
              <a:rPr lang="en-US" altLang="en-US" sz="2800" spc="-50" dirty="0">
                <a:solidFill>
                  <a:srgbClr val="000000"/>
                </a:solidFill>
              </a:rPr>
              <a:t>h</a:t>
            </a:r>
            <a:r>
              <a:rPr lang="en-US" altLang="en-US" sz="2800" dirty="0">
                <a:solidFill>
                  <a:srgbClr val="000000"/>
                </a:solidFill>
              </a:rPr>
              <a:t>e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act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60" dirty="0">
                <a:solidFill>
                  <a:srgbClr val="000000"/>
                </a:solidFill>
              </a:rPr>
              <a:t>o</a:t>
            </a:r>
            <a:r>
              <a:rPr lang="en-US" altLang="en-US" sz="2800" dirty="0">
                <a:solidFill>
                  <a:srgbClr val="000000"/>
                </a:solidFill>
              </a:rPr>
              <a:t>f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40" dirty="0">
                <a:solidFill>
                  <a:srgbClr val="000000"/>
                </a:solidFill>
              </a:rPr>
              <a:t>ma</a:t>
            </a:r>
            <a:r>
              <a:rPr lang="en-US" altLang="en-US" sz="2800" dirty="0">
                <a:solidFill>
                  <a:srgbClr val="000000"/>
                </a:solidFill>
              </a:rPr>
              <a:t>king</a:t>
            </a:r>
            <a:r>
              <a:rPr lang="en-US" altLang="en-US" sz="2800" dirty="0" smtClean="0">
                <a:solidFill>
                  <a:schemeClr val="tx1"/>
                </a:solidFill>
              </a:rPr>
              <a:t> a </a:t>
            </a:r>
            <a:r>
              <a:rPr lang="en-US" altLang="en-US" sz="2800" dirty="0">
                <a:solidFill>
                  <a:schemeClr val="tx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tx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, data attributes) </a:t>
            </a:r>
            <a:r>
              <a:rPr lang="en-US" altLang="en-US" sz="2800" dirty="0">
                <a:solidFill>
                  <a:schemeClr val="tx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dirty="0" smtClean="0">
                <a:solidFill>
                  <a:schemeClr val="tx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use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o</a:t>
            </a:r>
            <a:r>
              <a:rPr lang="en-US" altLang="en-US" sz="2800" dirty="0">
                <a:solidFill>
                  <a:schemeClr val="tx1"/>
                </a:solidFill>
              </a:rPr>
              <a:t>f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tx1"/>
                </a:solidFill>
              </a:rPr>
              <a:t>info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hiding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simplify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100" dirty="0">
                <a:solidFill>
                  <a:schemeClr val="tx1"/>
                </a:solidFill>
              </a:rPr>
              <a:t>ho</a:t>
            </a:r>
            <a:r>
              <a:rPr lang="en-US" altLang="en-US" sz="2800" spc="-30" dirty="0">
                <a:solidFill>
                  <a:schemeClr val="tx1"/>
                </a:solidFill>
              </a:rPr>
              <a:t>w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dat</a:t>
            </a:r>
            <a:r>
              <a:rPr lang="en-US" altLang="en-US" sz="2800" spc="-80" dirty="0">
                <a:solidFill>
                  <a:schemeClr val="tx1"/>
                </a:solidFill>
              </a:rPr>
              <a:t>a</a:t>
            </a:r>
            <a:r>
              <a:rPr lang="en-US" altLang="en-US" sz="2800" spc="-3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tx1"/>
                </a:solidFill>
              </a:rPr>
              <a:t>n the</a:t>
            </a:r>
            <a:r>
              <a:rPr lang="en-US" altLang="en-US" sz="2800" dirty="0" smtClean="0">
                <a:solidFill>
                  <a:schemeClr val="tx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 inherited) by instances of the class derived from it (</a:t>
            </a:r>
            <a:r>
              <a:rPr lang="en-US" altLang="en-US" sz="2800" i="1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a derived class).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20" dirty="0">
                <a:solidFill>
                  <a:schemeClr val="tx1"/>
                </a:solidFill>
              </a:rPr>
              <a:t>When </a:t>
            </a:r>
            <a:r>
              <a:rPr lang="en-US" altLang="en-US" sz="2800" spc="-20" dirty="0" smtClean="0">
                <a:solidFill>
                  <a:schemeClr val="tx1"/>
                </a:solidFill>
              </a:rPr>
              <a:t>a derived</a:t>
            </a:r>
            <a:r>
              <a:rPr lang="en-US" altLang="en-US" sz="2800" dirty="0" smtClean="0">
                <a:solidFill>
                  <a:schemeClr val="tx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tx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52400" y="4648200"/>
            <a:ext cx="8991600" cy="22098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2400" y="838200"/>
            <a:ext cx="8991600" cy="9144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96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67"/>
    </mc:Choice>
    <mc:Fallback>
      <p:transition spd="slow" advTm="11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354" x="9067800" y="3898900"/>
          <p14:tracePt t="3361" x="9017000" y="3898900"/>
          <p14:tracePt t="3372" x="8940800" y="3898900"/>
          <p14:tracePt t="3390" x="8661400" y="3898900"/>
          <p14:tracePt t="3406" x="8483600" y="3892550"/>
          <p14:tracePt t="3422" x="8242300" y="3892550"/>
          <p14:tracePt t="3439" x="7924800" y="3917950"/>
          <p14:tracePt t="3456" x="7708900" y="3937000"/>
          <p14:tracePt t="3472" x="7505700" y="3968750"/>
          <p14:tracePt t="3489" x="7175500" y="3987800"/>
          <p14:tracePt t="3505" x="6991350" y="4006850"/>
          <p14:tracePt t="3523" x="6699250" y="4025900"/>
          <p14:tracePt t="3539" x="6496050" y="4038600"/>
          <p14:tracePt t="3555" x="6350000" y="4064000"/>
          <p14:tracePt t="3572" x="6172200" y="4076700"/>
          <p14:tracePt t="3588" x="6026150" y="4070350"/>
          <p14:tracePt t="3605" x="5886450" y="4064000"/>
          <p14:tracePt t="3622" x="5791200" y="4051300"/>
          <p14:tracePt t="3638" x="5702300" y="4057650"/>
          <p14:tracePt t="3656" x="5632450" y="4051300"/>
          <p14:tracePt t="3671" x="5600700" y="4044950"/>
          <p14:tracePt t="3688" x="5549900" y="4025900"/>
          <p14:tracePt t="3705" x="5499100" y="3994150"/>
          <p14:tracePt t="3721" x="5467350" y="3962400"/>
          <p14:tracePt t="3738" x="5397500" y="3886200"/>
          <p14:tracePt t="3755" x="5308600" y="3746500"/>
          <p14:tracePt t="3771" x="5270500" y="3663950"/>
          <p14:tracePt t="3788" x="5187950" y="3524250"/>
          <p14:tracePt t="3805" x="5149850" y="3403600"/>
          <p14:tracePt t="3821" x="5130800" y="3359150"/>
          <p14:tracePt t="3838" x="5099050" y="3238500"/>
          <p14:tracePt t="3854" x="5048250" y="3079750"/>
          <p14:tracePt t="3871" x="5035550" y="2978150"/>
          <p14:tracePt t="3888" x="5010150" y="2832100"/>
          <p14:tracePt t="3904" x="5010150" y="2781300"/>
          <p14:tracePt t="3921" x="5016500" y="2711450"/>
          <p14:tracePt t="3937" x="5041900" y="2635250"/>
          <p14:tracePt t="3954" x="5048250" y="2616200"/>
          <p14:tracePt t="3971" x="5086350" y="2565400"/>
          <p14:tracePt t="3987" x="5124450" y="2533650"/>
          <p14:tracePt t="4004" x="5137150" y="2514600"/>
          <p14:tracePt t="4021" x="5162550" y="2489200"/>
          <p14:tracePt t="4037" x="5200650" y="2457450"/>
          <p14:tracePt t="4054" x="5219700" y="2451100"/>
          <p14:tracePt t="4070" x="5276850" y="2438400"/>
          <p14:tracePt t="4087" x="5378450" y="2438400"/>
          <p14:tracePt t="4103" x="5448300" y="2470150"/>
          <p14:tracePt t="4120" x="5594350" y="2540000"/>
          <p14:tracePt t="4137" x="5664200" y="2578100"/>
          <p14:tracePt t="4154" x="5759450" y="2673350"/>
          <p14:tracePt t="4170" x="5797550" y="2768600"/>
          <p14:tracePt t="4186" x="5803900" y="2825750"/>
          <p14:tracePt t="4203" x="5772150" y="2921000"/>
          <p14:tracePt t="4220" x="5670550" y="3086100"/>
          <p14:tracePt t="4236" x="5575300" y="3155950"/>
          <p14:tracePt t="4252" x="5257800" y="3346450"/>
          <p14:tracePt t="4269" x="4819650" y="3473450"/>
          <p14:tracePt t="4286" x="4616450" y="3517900"/>
          <p14:tracePt t="4303" x="4375150" y="3549650"/>
          <p14:tracePt t="4319" x="4248150" y="3556000"/>
          <p14:tracePt t="6715" x="4159250" y="3575050"/>
          <p14:tracePt t="6723" x="4057650" y="3594100"/>
          <p14:tracePt t="6731" x="3930650" y="3613150"/>
          <p14:tracePt t="6745" x="3797300" y="3657600"/>
          <p14:tracePt t="6761" x="3689350" y="3702050"/>
          <p14:tracePt t="6778" x="3473450" y="3765550"/>
          <p14:tracePt t="6794" x="3206750" y="3841750"/>
          <p14:tracePt t="6811" x="3073400" y="3886200"/>
          <p14:tracePt t="6814" x="2952750" y="3917950"/>
          <p14:tracePt t="6828" x="2851150" y="3949700"/>
          <p14:tracePt t="6844" x="2654300" y="3987800"/>
          <p14:tracePt t="6861" x="2527300" y="4000500"/>
          <p14:tracePt t="6877" x="2311400" y="4000500"/>
          <p14:tracePt t="6894" x="2133600" y="3968750"/>
          <p14:tracePt t="6911" x="2057400" y="3956050"/>
          <p14:tracePt t="6927" x="1911350" y="3949700"/>
          <p14:tracePt t="6944" x="1752600" y="3917950"/>
          <p14:tracePt t="6961" x="1631950" y="3892550"/>
          <p14:tracePt t="6977" x="1593850" y="3873500"/>
          <p14:tracePt t="6993" x="1536700" y="3854450"/>
          <p14:tracePt t="7010" x="1441450" y="3797300"/>
          <p14:tracePt t="7026" x="1409700" y="3778250"/>
          <p14:tracePt t="7043" x="1371600" y="3740150"/>
          <p14:tracePt t="7060" x="1301750" y="3638550"/>
          <p14:tracePt t="7076" x="1212850" y="3524250"/>
          <p14:tracePt t="7093" x="1181100" y="3454400"/>
          <p14:tracePt t="7110" x="1092200" y="3270250"/>
          <p14:tracePt t="7126" x="1028700" y="3073400"/>
          <p14:tracePt t="7143" x="984250" y="2838450"/>
          <p14:tracePt t="7159" x="977900" y="2724150"/>
          <p14:tracePt t="7176" x="977900" y="2647950"/>
          <p14:tracePt t="7193" x="965200" y="2444750"/>
          <p14:tracePt t="7209" x="965200" y="2374900"/>
          <p14:tracePt t="7226" x="977900" y="2324100"/>
          <p14:tracePt t="7242" x="1009650" y="2228850"/>
          <p14:tracePt t="7258" x="1035050" y="2178050"/>
          <p14:tracePt t="7277" x="1054100" y="2133600"/>
          <p14:tracePt t="7292" x="1066800" y="2114550"/>
          <p14:tracePt t="7309" x="1079500" y="2101850"/>
          <p14:tracePt t="7326" x="1092200" y="2095500"/>
          <p14:tracePt t="7342" x="1098550" y="2095500"/>
          <p14:tracePt t="7359" x="1104900" y="2095500"/>
          <p14:tracePt t="7376" x="1104900" y="2101850"/>
          <p14:tracePt t="7392" x="1111250" y="2108200"/>
          <p14:tracePt t="7425" x="1111250" y="2120900"/>
          <p14:tracePt t="7442" x="1111250" y="2127250"/>
          <p14:tracePt t="7459" x="1111250" y="2146300"/>
          <p14:tracePt t="7475" x="1111250" y="2165350"/>
          <p14:tracePt t="7492" x="1111250" y="2171700"/>
          <p14:tracePt t="7508" x="1111250" y="2184400"/>
          <p14:tracePt t="7525" x="1111250" y="2190750"/>
          <p14:tracePt t="7541" x="1111250" y="2197100"/>
          <p14:tracePt t="7600" x="1111250" y="2203450"/>
          <p14:tracePt t="7606" x="1117600" y="2203450"/>
          <p14:tracePt t="7628" x="1123950" y="2203450"/>
          <p14:tracePt t="7635" x="1130300" y="2203450"/>
          <p14:tracePt t="7649" x="1136650" y="2203450"/>
          <p14:tracePt t="7657" x="1143000" y="2203450"/>
          <p14:tracePt t="7678" x="1155700" y="2203450"/>
          <p14:tracePt t="7691" x="1181100" y="2203450"/>
          <p14:tracePt t="7708" x="1219200" y="2216150"/>
          <p14:tracePt t="7724" x="1250950" y="2222500"/>
          <p14:tracePt t="7741" x="1327150" y="2266950"/>
          <p14:tracePt t="7757" x="1416050" y="2330450"/>
          <p14:tracePt t="7775" x="1504950" y="2406650"/>
          <p14:tracePt t="7790" x="1555750" y="2438400"/>
          <p14:tracePt t="7807" x="1612900" y="2476500"/>
          <p14:tracePt t="7811" x="1657350" y="2527300"/>
          <p14:tracePt t="7824" x="1739900" y="2616200"/>
          <p14:tracePt t="7840" x="1765300" y="2660650"/>
          <p14:tracePt t="7857" x="1803400" y="2717800"/>
          <p14:tracePt t="7874" x="1860550" y="2844800"/>
          <p14:tracePt t="7890" x="1917700" y="2965450"/>
          <p14:tracePt t="7907" x="1949450" y="3022600"/>
          <p14:tracePt t="7924" x="1981200" y="3098800"/>
          <p14:tracePt t="7940" x="1993900" y="3162300"/>
          <p14:tracePt t="7958" x="2006600" y="3200400"/>
          <p14:tracePt t="7973" x="2006600" y="3225800"/>
          <p14:tracePt t="7990" x="2012950" y="3257550"/>
          <p14:tracePt t="8007" x="2012950" y="3282950"/>
          <p14:tracePt t="8023" x="2012950" y="3289300"/>
          <p14:tracePt t="8040" x="2012950" y="3295650"/>
          <p14:tracePt t="8056" x="2012950" y="3308350"/>
          <p14:tracePt t="8073" x="2012950" y="3314700"/>
          <p14:tracePt t="8090" x="2012950" y="3321050"/>
          <p14:tracePt t="8141" x="2019300" y="3321050"/>
          <p14:tracePt t="8168" x="2025650" y="3321050"/>
          <p14:tracePt t="8175" x="2038350" y="3321050"/>
          <p14:tracePt t="8192" x="2044700" y="3327400"/>
          <p14:tracePt t="8206" x="2051050" y="3327400"/>
          <p14:tracePt t="8222" x="2070100" y="3333750"/>
          <p14:tracePt t="8239" x="2120900" y="3352800"/>
          <p14:tracePt t="8256" x="2165350" y="3378200"/>
          <p14:tracePt t="8272" x="2266950" y="3403600"/>
          <p14:tracePt t="8289" x="2374900" y="3460750"/>
          <p14:tracePt t="8305" x="2419350" y="3486150"/>
          <p14:tracePt t="8322" x="2520950" y="3524250"/>
          <p14:tracePt t="8339" x="2603500" y="3562350"/>
          <p14:tracePt t="8356" x="2647950" y="3581400"/>
          <p14:tracePt t="8372" x="2698750" y="3594100"/>
          <p14:tracePt t="8388" x="2730500" y="3600450"/>
          <p14:tracePt t="8405" x="2755900" y="3600450"/>
          <p14:tracePt t="8422" x="2781300" y="3600450"/>
          <p14:tracePt t="8438" x="2800350" y="3600450"/>
          <p14:tracePt t="8456" x="2819400" y="3594100"/>
          <p14:tracePt t="8471" x="2832100" y="3594100"/>
          <p14:tracePt t="8488" x="2838450" y="3594100"/>
          <p14:tracePt t="8505" x="2863850" y="3594100"/>
          <p14:tracePt t="8521" x="2863850" y="3587750"/>
          <p14:tracePt t="8538" x="2870200" y="3581400"/>
          <p14:tracePt t="8572" x="2876550" y="3575050"/>
          <p14:tracePt t="8588" x="2876550" y="3568700"/>
          <p14:tracePt t="8604" x="2870200" y="3562350"/>
          <p14:tracePt t="8621" x="2857500" y="3556000"/>
          <p14:tracePt t="8638" x="2813050" y="3536950"/>
          <p14:tracePt t="8655" x="2781300" y="3530600"/>
          <p14:tracePt t="8671" x="2686050" y="3486150"/>
          <p14:tracePt t="8688" x="2546350" y="3429000"/>
          <p14:tracePt t="8704" x="2482850" y="3397250"/>
          <p14:tracePt t="8720" x="2400300" y="3365500"/>
          <p14:tracePt t="8737" x="2197100" y="3302000"/>
          <p14:tracePt t="8754" x="2159000" y="3289300"/>
          <p14:tracePt t="8772" x="2095500" y="3270250"/>
          <p14:tracePt t="8787" x="2082800" y="3263900"/>
          <p14:tracePt t="8804" x="2063750" y="3251200"/>
          <p14:tracePt t="8808" x="2057400" y="3238500"/>
          <p14:tracePt t="8849" x="2063750" y="3238500"/>
          <p14:tracePt t="8863" x="2070100" y="3232150"/>
          <p14:tracePt t="8872" x="2089150" y="3232150"/>
          <p14:tracePt t="8887" x="2108200" y="3232150"/>
          <p14:tracePt t="8903" x="2178050" y="3232150"/>
          <p14:tracePt t="8920" x="2279650" y="3232150"/>
          <p14:tracePt t="8937" x="2336800" y="3219450"/>
          <p14:tracePt t="8954" x="2463800" y="3219450"/>
          <p14:tracePt t="8970" x="2603500" y="3213100"/>
          <p14:tracePt t="8987" x="2654300" y="3213100"/>
          <p14:tracePt t="9004" x="2749550" y="3213100"/>
          <p14:tracePt t="9019" x="2787650" y="3206750"/>
          <p14:tracePt t="9036" x="2794000" y="3200400"/>
          <p14:tracePt t="9053" x="2800350" y="3200400"/>
          <p14:tracePt t="9081" x="2800350" y="3194050"/>
          <p14:tracePt t="9089" x="2794000" y="3194050"/>
          <p14:tracePt t="9103" x="2787650" y="3194050"/>
          <p14:tracePt t="9120" x="2781300" y="3194050"/>
          <p14:tracePt t="9137" x="2730500" y="3187700"/>
          <p14:tracePt t="9152" x="2705100" y="3187700"/>
          <p14:tracePt t="9169" x="2673350" y="3181350"/>
          <p14:tracePt t="9186" x="2597150" y="3168650"/>
          <p14:tracePt t="9203" x="2571750" y="3162300"/>
          <p14:tracePt t="9219" x="2552700" y="3149600"/>
          <p14:tracePt t="9236" x="2527300" y="3149600"/>
          <p14:tracePt t="9252" x="2520950" y="3149600"/>
          <p14:tracePt t="9272" x="2514600" y="3149600"/>
          <p14:tracePt t="9286" x="2514600" y="3155950"/>
          <p14:tracePt t="9312" x="2514600" y="3162300"/>
          <p14:tracePt t="9322" x="2520950" y="3168650"/>
          <p14:tracePt t="9336" x="2533650" y="3168650"/>
          <p14:tracePt t="9352" x="2552700" y="3175000"/>
          <p14:tracePt t="9369" x="2647950" y="3206750"/>
          <p14:tracePt t="9385" x="2698750" y="3213100"/>
          <p14:tracePt t="9402" x="2743200" y="3232150"/>
          <p14:tracePt t="9419" x="2825750" y="3257550"/>
          <p14:tracePt t="9435" x="2895600" y="3270250"/>
          <p14:tracePt t="9452" x="2933700" y="3276600"/>
          <p14:tracePt t="9468" x="2959100" y="3276600"/>
          <p14:tracePt t="9485" x="2965450" y="32766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Understanding Encapsulation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562600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2D2DB9"/>
                </a:solidFill>
              </a:rPr>
              <a:t>Client code </a:t>
            </a:r>
            <a:r>
              <a:rPr lang="en-US" altLang="en-US" sz="3600" dirty="0" smtClean="0">
                <a:solidFill>
                  <a:srgbClr val="2D2DB9"/>
                </a:solidFill>
              </a:rPr>
              <a:t>should:</a:t>
            </a:r>
            <a:endParaRPr lang="en-US" altLang="en-US" sz="3600" dirty="0">
              <a:solidFill>
                <a:srgbClr val="2D2DB9"/>
              </a:solidFill>
            </a:endParaRPr>
          </a:p>
          <a:p>
            <a:pPr lvl="1" indent="-400050" eaLnBrk="1" hangingPunct="1">
              <a:buFont typeface="Wingdings" panose="05000000000000000000" pitchFamily="2" charset="2"/>
              <a:buChar char="§"/>
            </a:pPr>
            <a:r>
              <a:rPr lang="en-US" altLang="en-US" sz="3400" dirty="0">
                <a:solidFill>
                  <a:schemeClr val="tx1"/>
                </a:solidFill>
              </a:rPr>
              <a:t>Communicate with objects through method parameters and return </a:t>
            </a:r>
            <a:r>
              <a:rPr lang="en-US" altLang="en-US" sz="3400" dirty="0" smtClean="0">
                <a:solidFill>
                  <a:schemeClr val="tx1"/>
                </a:solidFill>
              </a:rPr>
              <a:t>values.  </a:t>
            </a:r>
            <a:endParaRPr lang="en-US" altLang="en-US" sz="3400" dirty="0">
              <a:solidFill>
                <a:schemeClr val="tx1"/>
              </a:solidFill>
            </a:endParaRPr>
          </a:p>
          <a:p>
            <a:pPr lvl="1" indent="-400050" eaLnBrk="1" hangingPunct="1">
              <a:buFont typeface="Wingdings" panose="05000000000000000000" pitchFamily="2" charset="2"/>
              <a:buChar char="§"/>
            </a:pPr>
            <a:r>
              <a:rPr lang="en-US" altLang="en-US" sz="3400" dirty="0">
                <a:solidFill>
                  <a:schemeClr val="tx1"/>
                </a:solidFill>
              </a:rPr>
              <a:t>Avoid directly altering </a:t>
            </a:r>
            <a:r>
              <a:rPr lang="en-US" altLang="en-US" sz="3400" dirty="0" smtClean="0">
                <a:solidFill>
                  <a:schemeClr val="tx1"/>
                </a:solidFill>
              </a:rPr>
              <a:t>the values </a:t>
            </a:r>
            <a:r>
              <a:rPr lang="en-US" altLang="en-US" sz="3400" dirty="0">
                <a:solidFill>
                  <a:schemeClr val="tx1"/>
                </a:solidFill>
              </a:rPr>
              <a:t>of an </a:t>
            </a:r>
            <a:r>
              <a:rPr lang="en-US" altLang="en-US" sz="3400" dirty="0" smtClean="0">
                <a:solidFill>
                  <a:schemeClr val="tx1"/>
                </a:solidFill>
              </a:rPr>
              <a:t>object’</a:t>
            </a:r>
            <a:r>
              <a:rPr lang="en-US" altLang="ja-JP" sz="3400" dirty="0" smtClean="0">
                <a:solidFill>
                  <a:schemeClr val="tx1"/>
                </a:solidFill>
              </a:rPr>
              <a:t>s attributes.</a:t>
            </a:r>
            <a:endParaRPr lang="en-US" altLang="ja-JP" sz="3400" dirty="0">
              <a:solidFill>
                <a:schemeClr val="tx1"/>
              </a:solidFill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en-US" sz="3600" dirty="0">
                <a:solidFill>
                  <a:srgbClr val="2D2DB9"/>
                </a:solidFill>
              </a:rPr>
              <a:t>Objects </a:t>
            </a:r>
            <a:r>
              <a:rPr lang="en-US" altLang="en-US" sz="3600" dirty="0" smtClean="0">
                <a:solidFill>
                  <a:srgbClr val="2D2DB9"/>
                </a:solidFill>
              </a:rPr>
              <a:t>should:</a:t>
            </a:r>
            <a:endParaRPr lang="en-US" altLang="en-US" sz="3600" dirty="0">
              <a:solidFill>
                <a:srgbClr val="2D2DB9"/>
              </a:solidFill>
            </a:endParaRPr>
          </a:p>
          <a:p>
            <a:pPr marL="685800" lvl="1" indent="-342900" eaLnBrk="1" hangingPunct="1">
              <a:buFont typeface="Wingdings" panose="05000000000000000000" pitchFamily="2" charset="2"/>
              <a:buChar char="§"/>
            </a:pPr>
            <a:r>
              <a:rPr lang="en-US" altLang="en-US" sz="3400" dirty="0">
                <a:solidFill>
                  <a:schemeClr val="tx1"/>
                </a:solidFill>
              </a:rPr>
              <a:t>Update their own </a:t>
            </a:r>
            <a:r>
              <a:rPr lang="en-US" altLang="en-US" sz="3400" dirty="0" smtClean="0">
                <a:solidFill>
                  <a:schemeClr val="tx1"/>
                </a:solidFill>
              </a:rPr>
              <a:t>attributes.</a:t>
            </a:r>
            <a:endParaRPr lang="en-US" altLang="en-US" sz="3400" dirty="0">
              <a:solidFill>
                <a:schemeClr val="tx1"/>
              </a:solidFill>
            </a:endParaRPr>
          </a:p>
          <a:p>
            <a:pPr marL="685800" lvl="1" indent="-342900" eaLnBrk="1" hangingPunct="1">
              <a:buFont typeface="Wingdings" panose="05000000000000000000" pitchFamily="2" charset="2"/>
              <a:buChar char="§"/>
            </a:pPr>
            <a:r>
              <a:rPr lang="en-US" altLang="en-US" sz="3400" spc="-150" dirty="0">
                <a:solidFill>
                  <a:schemeClr val="tx1"/>
                </a:solidFill>
              </a:rPr>
              <a:t>K</a:t>
            </a:r>
            <a:r>
              <a:rPr lang="en-US" altLang="en-US" sz="3400" spc="-50" dirty="0">
                <a:solidFill>
                  <a:schemeClr val="tx1"/>
                </a:solidFill>
              </a:rPr>
              <a:t>e</a:t>
            </a:r>
            <a:r>
              <a:rPr lang="en-US" altLang="en-US" sz="3400" spc="-90" dirty="0">
                <a:solidFill>
                  <a:schemeClr val="tx1"/>
                </a:solidFill>
              </a:rPr>
              <a:t>e</a:t>
            </a:r>
            <a:r>
              <a:rPr lang="en-US" altLang="en-US" sz="3400" dirty="0">
                <a:solidFill>
                  <a:schemeClr val="tx1"/>
                </a:solidFill>
              </a:rPr>
              <a:t>p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400" dirty="0" smtClean="0">
                <a:solidFill>
                  <a:schemeClr val="tx1"/>
                </a:solidFill>
              </a:rPr>
              <a:t>t</a:t>
            </a:r>
            <a:r>
              <a:rPr lang="en-US" altLang="en-US" sz="3400" spc="-30" dirty="0" smtClean="0">
                <a:solidFill>
                  <a:schemeClr val="tx1"/>
                </a:solidFill>
              </a:rPr>
              <a:t>hemse</a:t>
            </a:r>
            <a:r>
              <a:rPr lang="en-US" altLang="en-US" sz="3400" dirty="0" smtClean="0">
                <a:solidFill>
                  <a:schemeClr val="tx1"/>
                </a:solidFill>
              </a:rPr>
              <a:t>l</a:t>
            </a:r>
            <a:r>
              <a:rPr lang="en-US" altLang="en-US" sz="3400" spc="-100" dirty="0" smtClean="0">
                <a:solidFill>
                  <a:schemeClr val="tx1"/>
                </a:solidFill>
              </a:rPr>
              <a:t>v</a:t>
            </a:r>
            <a:r>
              <a:rPr lang="en-US" altLang="en-US" sz="3400" spc="-30" dirty="0" smtClean="0">
                <a:solidFill>
                  <a:schemeClr val="tx1"/>
                </a:solidFill>
              </a:rPr>
              <a:t>e</a:t>
            </a:r>
            <a:r>
              <a:rPr lang="en-US" altLang="en-US" sz="3400" dirty="0" smtClean="0">
                <a:solidFill>
                  <a:schemeClr val="tx1"/>
                </a:solidFill>
              </a:rPr>
              <a:t>s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400" spc="-30" dirty="0">
                <a:solidFill>
                  <a:schemeClr val="tx1"/>
                </a:solidFill>
              </a:rPr>
              <a:t>s</a:t>
            </a:r>
            <a:r>
              <a:rPr lang="en-US" altLang="en-US" sz="3400" dirty="0">
                <a:solidFill>
                  <a:schemeClr val="tx1"/>
                </a:solidFill>
              </a:rPr>
              <a:t>afe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400" spc="-100" dirty="0">
                <a:solidFill>
                  <a:schemeClr val="tx1"/>
                </a:solidFill>
              </a:rPr>
              <a:t>b</a:t>
            </a:r>
            <a:r>
              <a:rPr lang="en-US" altLang="en-US" sz="3400" dirty="0">
                <a:solidFill>
                  <a:schemeClr val="tx1"/>
                </a:solidFill>
              </a:rPr>
              <a:t>y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400" spc="-30" dirty="0">
                <a:solidFill>
                  <a:schemeClr val="tx1"/>
                </a:solidFill>
              </a:rPr>
              <a:t>p</a:t>
            </a:r>
            <a:r>
              <a:rPr lang="en-US" altLang="en-US" sz="3400" dirty="0">
                <a:solidFill>
                  <a:schemeClr val="tx1"/>
                </a:solidFill>
              </a:rPr>
              <a:t>r</a:t>
            </a:r>
            <a:r>
              <a:rPr lang="en-US" altLang="en-US" sz="3400" spc="-100" dirty="0">
                <a:solidFill>
                  <a:schemeClr val="tx1"/>
                </a:solidFill>
              </a:rPr>
              <a:t>o</a:t>
            </a:r>
            <a:r>
              <a:rPr lang="en-US" altLang="en-US" sz="3400" dirty="0">
                <a:solidFill>
                  <a:schemeClr val="tx1"/>
                </a:solidFill>
              </a:rPr>
              <a:t>vidi</a:t>
            </a:r>
            <a:r>
              <a:rPr lang="en-US" altLang="en-US" sz="3400" spc="-60" dirty="0">
                <a:solidFill>
                  <a:schemeClr val="tx1"/>
                </a:solidFill>
              </a:rPr>
              <a:t>n</a:t>
            </a:r>
            <a:r>
              <a:rPr lang="en-US" altLang="en-US" sz="3400" dirty="0">
                <a:solidFill>
                  <a:schemeClr val="tx1"/>
                </a:solidFill>
              </a:rPr>
              <a:t>g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400" dirty="0" smtClean="0">
                <a:solidFill>
                  <a:schemeClr val="tx1"/>
                </a:solidFill>
              </a:rPr>
              <a:t>i</a:t>
            </a:r>
            <a:r>
              <a:rPr lang="en-US" altLang="en-US" sz="3400" spc="-60" dirty="0" smtClean="0">
                <a:solidFill>
                  <a:schemeClr val="tx1"/>
                </a:solidFill>
              </a:rPr>
              <a:t>n</a:t>
            </a:r>
            <a:r>
              <a:rPr lang="en-US" altLang="en-US" sz="3400" dirty="0" smtClean="0">
                <a:solidFill>
                  <a:schemeClr val="tx1"/>
                </a:solidFill>
              </a:rPr>
              <a:t>direct </a:t>
            </a:r>
            <a:r>
              <a:rPr lang="en-US" altLang="en-US" sz="3400" dirty="0">
                <a:solidFill>
                  <a:schemeClr val="tx1"/>
                </a:solidFill>
              </a:rPr>
              <a:t>access to attributes through </a:t>
            </a:r>
            <a:r>
              <a:rPr lang="en-US" altLang="en-US" sz="3400" dirty="0" smtClean="0">
                <a:solidFill>
                  <a:schemeClr val="tx1"/>
                </a:solidFill>
              </a:rPr>
              <a:t>methods.</a:t>
            </a:r>
            <a:endParaRPr lang="en-US" altLang="en-US" sz="3400" dirty="0">
              <a:solidFill>
                <a:schemeClr val="tx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25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32"/>
    </mc:Choice>
    <mc:Fallback>
      <p:transition spd="slow" advTm="690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58" x="4495800" y="3702050"/>
          <p14:tracePt t="2064" x="4432300" y="3657600"/>
          <p14:tracePt t="2071" x="4362450" y="3581400"/>
          <p14:tracePt t="2087" x="4267200" y="3511550"/>
          <p14:tracePt t="2101" x="4064000" y="3333750"/>
          <p14:tracePt t="2118" x="3879850" y="3206750"/>
          <p14:tracePt t="2135" x="3435350" y="2901950"/>
          <p14:tracePt t="2151" x="3149600" y="2698750"/>
          <p14:tracePt t="2168" x="2565400" y="2349500"/>
          <p14:tracePt t="2184" x="2089150" y="2089150"/>
          <p14:tracePt t="2201" x="1866900" y="2000250"/>
          <p14:tracePt t="2217" x="1606550" y="1885950"/>
          <p14:tracePt t="2234" x="1447800" y="1816100"/>
          <p14:tracePt t="2251" x="1390650" y="1797050"/>
          <p14:tracePt t="2268" x="1301750" y="1739900"/>
          <p14:tracePt t="2284" x="1238250" y="1708150"/>
          <p14:tracePt t="2300" x="1225550" y="1695450"/>
          <p14:tracePt t="2317" x="1181100" y="1676400"/>
          <p14:tracePt t="2334" x="1111250" y="1657350"/>
          <p14:tracePt t="2350" x="1073150" y="1651000"/>
          <p14:tracePt t="2367" x="965200" y="1625600"/>
          <p14:tracePt t="2383" x="812800" y="1555750"/>
          <p14:tracePt t="2401" x="736600" y="1524000"/>
          <p14:tracePt t="2416" x="584200" y="1454150"/>
          <p14:tracePt t="2433" x="527050" y="1428750"/>
          <p14:tracePt t="2451" x="419100" y="1384300"/>
          <p14:tracePt t="2466" x="406400" y="1377950"/>
          <p14:tracePt t="2483" x="406400" y="1371600"/>
          <p14:tracePt t="2500" x="393700" y="1371600"/>
          <p14:tracePt t="2542" x="400050" y="1371600"/>
          <p14:tracePt t="2563" x="406400" y="1377950"/>
          <p14:tracePt t="2584" x="419100" y="1377950"/>
          <p14:tracePt t="2590" x="425450" y="1377950"/>
          <p14:tracePt t="2605" x="438150" y="1377950"/>
          <p14:tracePt t="2616" x="450850" y="1384300"/>
          <p14:tracePt t="2633" x="463550" y="1384300"/>
          <p14:tracePt t="2649" x="508000" y="1390650"/>
          <p14:tracePt t="2666" x="552450" y="1403350"/>
          <p14:tracePt t="2682" x="666750" y="1454150"/>
          <p14:tracePt t="2699" x="730250" y="1473200"/>
          <p14:tracePt t="2716" x="812800" y="1498600"/>
          <p14:tracePt t="2732" x="1022350" y="1606550"/>
          <p14:tracePt t="2749" x="1085850" y="1651000"/>
          <p14:tracePt t="2766" x="1130300" y="1676400"/>
          <p14:tracePt t="2782" x="1181100" y="1720850"/>
          <p14:tracePt t="2799" x="1200150" y="1739900"/>
          <p14:tracePt t="2815" x="1206500" y="1746250"/>
          <p14:tracePt t="2832" x="1206500" y="1752600"/>
          <p14:tracePt t="2848" x="1200150" y="1752600"/>
          <p14:tracePt t="2866" x="1193800" y="1752600"/>
          <p14:tracePt t="2914" x="1187450" y="1752600"/>
          <p14:tracePt t="2928" x="1181100" y="1758950"/>
          <p14:tracePt t="2935" x="1174750" y="1758950"/>
          <p14:tracePt t="2949" x="1168400" y="1758950"/>
          <p14:tracePt t="2964" x="1162050" y="1765300"/>
          <p14:tracePt t="2981" x="1155700" y="1771650"/>
          <p14:tracePt t="2998" x="1149350" y="1784350"/>
          <p14:tracePt t="3015" x="1143000" y="1797050"/>
          <p14:tracePt t="3031" x="1136650" y="1797050"/>
          <p14:tracePt t="3048" x="1130300" y="1803400"/>
          <p14:tracePt t="3065" x="1130300" y="1809750"/>
          <p14:tracePt t="3082" x="1117600" y="1822450"/>
          <p14:tracePt t="3098" x="1117600" y="1828800"/>
          <p14:tracePt t="3114" x="1117600" y="1835150"/>
          <p14:tracePt t="3131" x="1111250" y="1841500"/>
          <p14:tracePt t="3147" x="1104900" y="1847850"/>
          <p14:tracePt t="3164" x="1104900" y="1854200"/>
          <p14:tracePt t="3181" x="1098550" y="1866900"/>
          <p14:tracePt t="3197" x="1092200" y="1873250"/>
          <p14:tracePt t="3217" x="1085850" y="1879600"/>
          <p14:tracePt t="3230" x="1085850" y="1885950"/>
          <p14:tracePt t="3247" x="1085850" y="1898650"/>
          <p14:tracePt t="3264" x="1079500" y="1911350"/>
          <p14:tracePt t="3280" x="1073150" y="1911350"/>
          <p14:tracePt t="3297" x="1073150" y="1924050"/>
          <p14:tracePt t="3314" x="1060450" y="1943100"/>
          <p14:tracePt t="3330" x="1054100" y="1955800"/>
          <p14:tracePt t="3347" x="1047750" y="1968500"/>
          <p14:tracePt t="3364" x="1035050" y="2000250"/>
          <p14:tracePt t="3380" x="1028700" y="2012950"/>
          <p14:tracePt t="3396" x="1022350" y="2025650"/>
          <p14:tracePt t="3414" x="1022350" y="2038350"/>
          <p14:tracePt t="3778" x="1022350" y="2044700"/>
          <p14:tracePt t="3785" x="1022350" y="2070100"/>
          <p14:tracePt t="3799" x="1022350" y="2082800"/>
          <p14:tracePt t="3812" x="1022350" y="2101850"/>
          <p14:tracePt t="3828" x="1022350" y="2139950"/>
          <p14:tracePt t="3845" x="1022350" y="2159000"/>
          <p14:tracePt t="3862" x="1022350" y="2197100"/>
          <p14:tracePt t="3878" x="1022350" y="2216150"/>
          <p14:tracePt t="3897" x="1022350" y="2228850"/>
          <p14:tracePt t="3912" x="1022350" y="2235200"/>
          <p14:tracePt t="3928" x="1028700" y="2241550"/>
          <p14:tracePt t="3961" x="1028700" y="2247900"/>
          <p14:tracePt t="3978" x="1028700" y="2254250"/>
          <p14:tracePt t="4206" x="1035050" y="2254250"/>
          <p14:tracePt t="4326" x="1041400" y="2260600"/>
          <p14:tracePt t="4367" x="1041400" y="2266950"/>
          <p14:tracePt t="4389" x="1041400" y="2273300"/>
          <p14:tracePt t="4430" x="1041400" y="2279650"/>
          <p14:tracePt t="4480" x="1041400" y="2286000"/>
          <p14:tracePt t="4529" x="1041400" y="2292350"/>
          <p14:tracePt t="4599" x="1041400" y="2298700"/>
          <p14:tracePt t="4620" x="1047750" y="2305050"/>
          <p14:tracePt t="4627" x="1047750" y="2311400"/>
          <p14:tracePt t="4641" x="1047750" y="2317750"/>
          <p14:tracePt t="4662" x="1047750" y="2324100"/>
          <p14:tracePt t="4677" x="1047750" y="2330450"/>
          <p14:tracePt t="4690" x="1047750" y="2343150"/>
          <p14:tracePt t="4697" x="1047750" y="2355850"/>
          <p14:tracePt t="4712" x="1047750" y="2374900"/>
          <p14:tracePt t="4726" x="1047750" y="2387600"/>
          <p14:tracePt t="4742" x="1047750" y="2419350"/>
          <p14:tracePt t="4746" x="1047750" y="2444750"/>
          <p14:tracePt t="4762" x="1047750" y="2457450"/>
          <p14:tracePt t="4775" x="1047750" y="2470150"/>
          <p14:tracePt t="4792" x="1047750" y="2482850"/>
          <p14:tracePt t="4810" x="1047750" y="2501900"/>
          <p14:tracePt t="4825" x="1047750" y="2508250"/>
          <p14:tracePt t="4873" x="1047750" y="2514600"/>
          <p14:tracePt t="4908" x="1047750" y="2520950"/>
          <p14:tracePt t="4943" x="1047750" y="2533650"/>
          <p14:tracePt t="4957" x="1047750" y="2540000"/>
          <p14:tracePt t="4971" x="1047750" y="2546350"/>
          <p14:tracePt t="4993" x="1047750" y="2552700"/>
          <p14:tracePt t="4998" x="1041400" y="2552700"/>
          <p14:tracePt t="5020" x="1041400" y="2559050"/>
          <p14:tracePt t="5048" x="1041400" y="2565400"/>
          <p14:tracePt t="5062" x="1041400" y="2571750"/>
          <p14:tracePt t="5090" x="1041400" y="2584450"/>
          <p14:tracePt t="5118" x="1041400" y="2590800"/>
          <p14:tracePt t="5139" x="1041400" y="2597150"/>
          <p14:tracePt t="5188" x="1041400" y="2603500"/>
          <p14:tracePt t="5224" x="1035050" y="2603500"/>
          <p14:tracePt t="5230" x="1035050" y="2609850"/>
          <p14:tracePt t="5258" x="1035050" y="2616200"/>
          <p14:tracePt t="5280" x="1035050" y="2622550"/>
          <p14:tracePt t="5294" x="1035050" y="2628900"/>
          <p14:tracePt t="5886" x="1035050" y="2635250"/>
          <p14:tracePt t="5899" x="1028700" y="2641600"/>
          <p14:tracePt t="5914" x="1028700" y="2654300"/>
          <p14:tracePt t="5922" x="1028700" y="2660650"/>
          <p14:tracePt t="5937" x="1022350" y="2667000"/>
          <p14:tracePt t="5954" x="1022350" y="2673350"/>
          <p14:tracePt t="5971" x="1016000" y="2698750"/>
          <p14:tracePt t="5988" x="1016000" y="2705100"/>
          <p14:tracePt t="6005" x="1009650" y="2730500"/>
          <p14:tracePt t="6021" x="1003300" y="2736850"/>
          <p14:tracePt t="6038" x="1003300" y="2749550"/>
          <p14:tracePt t="6054" x="996950" y="2768600"/>
          <p14:tracePt t="6071" x="996950" y="2774950"/>
          <p14:tracePt t="6088" x="990600" y="2781300"/>
          <p14:tracePt t="6104" x="990600" y="2787650"/>
          <p14:tracePt t="6121" x="990600" y="2794000"/>
          <p14:tracePt t="6165" x="984250" y="2794000"/>
          <p14:tracePt t="6728" x="977900" y="2800350"/>
          <p14:tracePt t="6756" x="971550" y="2800350"/>
          <p14:tracePt t="6784" x="971550" y="2806700"/>
          <p14:tracePt t="6812" x="971550" y="2813050"/>
          <p14:tracePt t="6847" x="965200" y="2819400"/>
          <p14:tracePt t="6896" x="965200" y="2825750"/>
          <p14:tracePt t="6945" x="958850" y="2825750"/>
          <p14:tracePt t="6994" x="958850" y="2832100"/>
          <p14:tracePt t="7093" x="958850" y="2838450"/>
          <p14:tracePt t="7128" x="958850" y="2844800"/>
          <p14:tracePt t="7142" x="952500" y="2851150"/>
          <p14:tracePt t="7156" x="952500" y="2857500"/>
          <p14:tracePt t="7183" x="952500" y="2863850"/>
          <p14:tracePt t="7204" x="946150" y="2870200"/>
          <p14:tracePt t="7247" x="946150" y="2876550"/>
          <p14:tracePt t="7254" x="946150" y="2882900"/>
          <p14:tracePt t="7275" x="946150" y="2889250"/>
          <p14:tracePt t="7303" x="946150" y="2901950"/>
          <p14:tracePt t="7338" x="946150" y="2908300"/>
          <p14:tracePt t="7366" x="946150" y="2914650"/>
          <p14:tracePt t="7395" x="946150" y="2927350"/>
          <p14:tracePt t="7415" x="946150" y="2933700"/>
          <p14:tracePt t="7444" x="946150" y="2946400"/>
          <p14:tracePt t="7479" x="946150" y="2952750"/>
          <p14:tracePt t="7493" x="946150" y="2959100"/>
          <p14:tracePt t="7528" x="946150" y="2965450"/>
          <p14:tracePt t="7535" x="946150" y="2971800"/>
          <p14:tracePt t="7556" x="946150" y="2978150"/>
          <p14:tracePt t="7577" x="946150" y="2984500"/>
          <p14:tracePt t="7619" x="946150" y="2990850"/>
          <p14:tracePt t="7676" x="946150" y="2997200"/>
          <p14:tracePt t="7696" x="952500" y="3003550"/>
          <p14:tracePt t="7717" x="952500" y="3009900"/>
          <p14:tracePt t="7767" x="952500" y="3016250"/>
          <p14:tracePt t="7774" x="952500" y="3022600"/>
          <p14:tracePt t="7795" x="952500" y="3028950"/>
          <p14:tracePt t="7830" x="952500" y="3035300"/>
          <p14:tracePt t="7837" x="952500" y="3048000"/>
          <p14:tracePt t="7847" x="952500" y="3054350"/>
          <p14:tracePt t="7867" x="952500" y="3067050"/>
          <p14:tracePt t="7881" x="952500" y="3073400"/>
          <p14:tracePt t="7898" x="952500" y="3079750"/>
          <p14:tracePt t="7915" x="952500" y="3117850"/>
          <p14:tracePt t="7931" x="952500" y="3130550"/>
          <p14:tracePt t="7947" x="952500" y="3143250"/>
          <p14:tracePt t="7964" x="952500" y="3168650"/>
          <p14:tracePt t="7981" x="952500" y="3194050"/>
          <p14:tracePt t="7998" x="952500" y="3206750"/>
          <p14:tracePt t="8014" x="952500" y="3219450"/>
          <p14:tracePt t="8031" x="952500" y="3225800"/>
          <p14:tracePt t="8048" x="952500" y="3232150"/>
          <p14:tracePt t="8080" x="952500" y="3238500"/>
          <p14:tracePt t="8117" x="952500" y="3244850"/>
          <p14:tracePt t="8139" x="952500" y="3251200"/>
          <p14:tracePt t="8181" x="952500" y="3257550"/>
          <p14:tracePt t="8187" x="958850" y="3257550"/>
          <p14:tracePt t="8215" x="958850" y="3263900"/>
          <p14:tracePt t="8236" x="965200" y="3263900"/>
          <p14:tracePt t="8279" x="971550" y="3270250"/>
          <p14:tracePt t="8307" x="977900" y="3270250"/>
          <p14:tracePt t="8328" x="984250" y="3276600"/>
          <p14:tracePt t="8349" x="990600" y="3282950"/>
          <p14:tracePt t="8377" x="990600" y="3289300"/>
          <p14:tracePt t="8398" x="996950" y="3295650"/>
          <p14:tracePt t="8420" x="1009650" y="3295650"/>
          <p14:tracePt t="8447" x="1022350" y="3302000"/>
          <p14:tracePt t="8462" x="1028700" y="3308350"/>
          <p14:tracePt t="8468" x="1041400" y="3314700"/>
          <p14:tracePt t="8482" x="1054100" y="3321050"/>
          <p14:tracePt t="8496" x="1104900" y="3340100"/>
          <p14:tracePt t="8512" x="1143000" y="3352800"/>
          <p14:tracePt t="8529" x="1174750" y="3359150"/>
          <p14:tracePt t="8546" x="1270000" y="3378200"/>
          <p14:tracePt t="8563" x="1377950" y="3397250"/>
          <p14:tracePt t="8579" x="1428750" y="3403600"/>
          <p14:tracePt t="8595" x="1549400" y="3416300"/>
          <p14:tracePt t="8612" x="1663700" y="3422650"/>
          <p14:tracePt t="8629" x="1727200" y="3422650"/>
          <p14:tracePt t="8645" x="1866900" y="3416300"/>
          <p14:tracePt t="8662" x="2038350" y="3397250"/>
          <p14:tracePt t="8679" x="2203450" y="3378200"/>
          <p14:tracePt t="8695" x="2286000" y="3371850"/>
          <p14:tracePt t="8711" x="2425700" y="3340100"/>
          <p14:tracePt t="8728" x="2533650" y="3314700"/>
          <p14:tracePt t="8745" x="2578100" y="3295650"/>
          <p14:tracePt t="8762" x="2622550" y="3289300"/>
          <p14:tracePt t="8778" x="2711450" y="3257550"/>
          <p14:tracePt t="8794" x="2736850" y="3251200"/>
          <p14:tracePt t="8812" x="2762250" y="3251200"/>
          <p14:tracePt t="8844" x="2774950" y="3251200"/>
          <p14:tracePt t="8910" x="2768600" y="3251200"/>
          <p14:tracePt t="8917" x="2768600" y="3257550"/>
          <p14:tracePt t="8938" x="2762250" y="3257550"/>
          <p14:tracePt t="8953" x="2755900" y="3263900"/>
          <p14:tracePt t="8961" x="2749550" y="3263900"/>
          <p14:tracePt t="8981" x="2736850" y="3270250"/>
          <p14:tracePt t="8994" x="2724150" y="3270250"/>
          <p14:tracePt t="9011" x="2686050" y="3276600"/>
          <p14:tracePt t="9027" x="2635250" y="3289300"/>
          <p14:tracePt t="9044" x="2489200" y="3295650"/>
          <p14:tracePt t="9060" x="2305050" y="3295650"/>
          <p14:tracePt t="9077" x="2190750" y="3289300"/>
          <p14:tracePt t="9094" x="1962150" y="3282950"/>
          <p14:tracePt t="9110" x="1847850" y="3282950"/>
          <p14:tracePt t="9127" x="1663700" y="3257550"/>
          <p14:tracePt t="9143" x="1562100" y="3251200"/>
          <p14:tracePt t="9160" x="1524000" y="3251200"/>
          <p14:tracePt t="9177" x="1479550" y="3251200"/>
          <p14:tracePt t="9193" x="1460500" y="3251200"/>
          <p14:tracePt t="9226" x="1454150" y="3251200"/>
          <p14:tracePt t="9243" x="1447800" y="3257550"/>
          <p14:tracePt t="9263" x="1441450" y="3257550"/>
          <p14:tracePt t="9276" x="1435100" y="3257550"/>
          <p14:tracePt t="9381" x="1428750" y="3257550"/>
          <p14:tracePt t="9409" x="1422400" y="3263900"/>
          <p14:tracePt t="9450" x="1416050" y="3263900"/>
          <p14:tracePt t="9472" x="1409700" y="3263900"/>
          <p14:tracePt t="9479" x="1403350" y="3270250"/>
          <p14:tracePt t="9495" x="1397000" y="3270250"/>
          <p14:tracePt t="9509" x="1390650" y="3270250"/>
          <p14:tracePt t="9525" x="1384300" y="3270250"/>
          <p14:tracePt t="9545" x="1377950" y="3270250"/>
          <p14:tracePt t="9559" x="1377950" y="3276600"/>
          <p14:tracePt t="9575" x="1365250" y="3282950"/>
          <p14:tracePt t="9592" x="1352550" y="3289300"/>
          <p14:tracePt t="9608" x="1339850" y="3295650"/>
          <p14:tracePt t="9626" x="1308100" y="3314700"/>
          <p14:tracePt t="9642" x="1270000" y="3346450"/>
          <p14:tracePt t="9658" x="1238250" y="3359150"/>
          <p14:tracePt t="9675" x="1206500" y="3384550"/>
          <p14:tracePt t="9691" x="1162050" y="3422650"/>
          <p14:tracePt t="9708" x="1143000" y="3435350"/>
          <p14:tracePt t="9725" x="1117600" y="3467100"/>
          <p14:tracePt t="9741" x="1098550" y="3473450"/>
          <p14:tracePt t="9758" x="1079500" y="3498850"/>
          <p14:tracePt t="9775" x="1073150" y="3511550"/>
          <p14:tracePt t="9791" x="1066800" y="3511550"/>
          <p14:tracePt t="9830" x="1060450" y="3517900"/>
          <p14:tracePt t="10341" x="1009650" y="3575050"/>
          <p14:tracePt t="10348" x="952500" y="3657600"/>
          <p14:tracePt t="10362" x="876300" y="3740150"/>
          <p14:tracePt t="10372" x="806450" y="3835400"/>
          <p14:tracePt t="10390" x="755650" y="3898900"/>
          <p14:tracePt t="10405" x="654050" y="4025900"/>
          <p14:tracePt t="10422" x="603250" y="4114800"/>
          <p14:tracePt t="10440" x="571500" y="4152900"/>
          <p14:tracePt t="10455" x="571500" y="4159250"/>
          <p14:tracePt t="10472" x="571500" y="4165600"/>
          <p14:tracePt t="10524" x="577850" y="4159250"/>
          <p14:tracePt t="10531" x="590550" y="4152900"/>
          <p14:tracePt t="10545" x="596900" y="4146550"/>
          <p14:tracePt t="10555" x="603250" y="4140200"/>
          <p14:tracePt t="10573" x="628650" y="4121150"/>
          <p14:tracePt t="10588" x="647700" y="4108450"/>
          <p14:tracePt t="10605" x="692150" y="4070350"/>
          <p14:tracePt t="10622" x="723900" y="4044950"/>
          <p14:tracePt t="10638" x="749300" y="4025900"/>
          <p14:tracePt t="10655" x="793750" y="3987800"/>
          <p14:tracePt t="10672" x="876300" y="3937000"/>
          <p14:tracePt t="10688" x="908050" y="3911600"/>
          <p14:tracePt t="10706" x="977900" y="3860800"/>
          <p14:tracePt t="10721" x="1028700" y="3816350"/>
          <p14:tracePt t="10738" x="1066800" y="3790950"/>
          <p14:tracePt t="10755" x="1098550" y="3765550"/>
          <p14:tracePt t="10771" x="1130300" y="3721100"/>
          <p14:tracePt t="10788" x="1162050" y="3702050"/>
          <p14:tracePt t="10805" x="1174750" y="3689350"/>
          <p14:tracePt t="10821" x="1181100" y="3683000"/>
          <p14:tracePt t="10838" x="1181100" y="3676650"/>
          <p14:tracePt t="10973" x="1181100" y="3670300"/>
          <p14:tracePt t="11015" x="1181100" y="3663950"/>
          <p14:tracePt t="11022" x="1181100" y="3657600"/>
          <p14:tracePt t="11043" x="1181100" y="3651250"/>
          <p14:tracePt t="11049" x="1187450" y="3644900"/>
          <p14:tracePt t="11064" x="1187450" y="3638550"/>
          <p14:tracePt t="11092" x="1187450" y="3632200"/>
          <p14:tracePt t="11106" x="1187450" y="3625850"/>
          <p14:tracePt t="11113" x="1181100" y="3619500"/>
          <p14:tracePt t="11128" x="1181100" y="3613150"/>
          <p14:tracePt t="11136" x="1174750" y="3600450"/>
          <p14:tracePt t="11153" x="1162050" y="3587750"/>
          <p14:tracePt t="11170" x="1143000" y="3562350"/>
          <p14:tracePt t="11186" x="1104900" y="3524250"/>
          <p14:tracePt t="11203" x="1085850" y="3511550"/>
          <p14:tracePt t="11220" x="1041400" y="3473450"/>
          <p14:tracePt t="11237" x="1003300" y="3454400"/>
          <p14:tracePt t="11253" x="977900" y="3441700"/>
          <p14:tracePt t="11269" x="971550" y="3435350"/>
          <p14:tracePt t="11286" x="965200" y="3429000"/>
          <p14:tracePt t="11303" x="952500" y="3429000"/>
          <p14:tracePt t="11320" x="946150" y="3429000"/>
          <p14:tracePt t="11924" x="984250" y="3409950"/>
          <p14:tracePt t="11939" x="1041400" y="3384550"/>
          <p14:tracePt t="11945" x="1098550" y="3352800"/>
          <p14:tracePt t="11959" x="1174750" y="3327400"/>
          <p14:tracePt t="11969" x="1257300" y="3295650"/>
          <p14:tracePt t="11983" x="1339850" y="3257550"/>
          <p14:tracePt t="12002" x="1524000" y="3181350"/>
          <p14:tracePt t="12016" x="1676400" y="3092450"/>
          <p14:tracePt t="12033" x="1733550" y="3041650"/>
          <p14:tracePt t="12051" x="1790700" y="2984500"/>
          <p14:tracePt t="12067" x="1936750" y="2819400"/>
          <p14:tracePt t="12083" x="2101850" y="2552700"/>
          <p14:tracePt t="12100" x="2273300" y="2247900"/>
          <p14:tracePt t="12116" x="2406650" y="2038350"/>
          <p14:tracePt t="12133" x="2501900" y="1784350"/>
          <p14:tracePt t="12150" x="2584450" y="1574800"/>
          <p14:tracePt t="12166" x="2603500" y="1460500"/>
          <p14:tracePt t="12183" x="2647950" y="1206500"/>
          <p14:tracePt t="12199" x="2692400" y="914400"/>
          <p14:tracePt t="12216" x="2711450" y="768350"/>
          <p14:tracePt t="12233" x="2755900" y="533400"/>
          <p14:tracePt t="12249" x="2787650" y="361950"/>
          <p14:tracePt t="12266" x="2794000" y="330200"/>
          <p14:tracePt t="12283" x="2806700" y="292100"/>
          <p14:tracePt t="12299" x="2825750" y="279400"/>
          <p14:tracePt t="12316" x="2832100" y="279400"/>
          <p14:tracePt t="12332" x="2838450" y="279400"/>
          <p14:tracePt t="12349" x="2844800" y="279400"/>
          <p14:tracePt t="12368" x="2844800" y="285750"/>
          <p14:tracePt t="12387" x="2844800" y="292100"/>
          <p14:tracePt t="12409" x="2844800" y="298450"/>
          <p14:tracePt t="12422" x="2844800" y="304800"/>
          <p14:tracePt t="12436" x="2844800" y="311150"/>
          <p14:tracePt t="12452" x="2851150" y="311150"/>
          <p14:tracePt t="12465" x="2857500" y="317500"/>
          <p14:tracePt t="12482" x="2876550" y="317500"/>
          <p14:tracePt t="12499" x="2882900" y="323850"/>
          <p14:tracePt t="12515" x="2908300" y="336550"/>
          <p14:tracePt t="12531" x="2940050" y="349250"/>
          <p14:tracePt t="12549" x="2978150" y="355600"/>
          <p14:tracePt t="12565" x="3009900" y="361950"/>
          <p14:tracePt t="12581" x="3060700" y="374650"/>
          <p14:tracePt t="12599" x="3117850" y="393700"/>
          <p14:tracePt t="12615" x="3149600" y="406400"/>
          <p14:tracePt t="12632" x="3181350" y="412750"/>
          <p14:tracePt t="12648" x="3270250" y="438150"/>
          <p14:tracePt t="12665" x="3289300" y="444500"/>
          <p14:tracePt t="12682" x="3308350" y="450850"/>
          <p14:tracePt t="12698" x="3346450" y="469900"/>
          <p14:tracePt t="12714" x="3365500" y="482600"/>
          <p14:tracePt t="12732" x="3371850" y="495300"/>
          <p14:tracePt t="12748" x="3371850" y="501650"/>
          <p14:tracePt t="12764" x="3371850" y="508000"/>
          <p14:tracePt t="12857" x="3371850" y="501650"/>
          <p14:tracePt t="13403" x="3378200" y="501650"/>
          <p14:tracePt t="13409" x="3390900" y="495300"/>
          <p14:tracePt t="13423" x="3416300" y="488950"/>
          <p14:tracePt t="13432" x="3435350" y="469900"/>
          <p14:tracePt t="13446" x="3467100" y="463550"/>
          <p14:tracePt t="13462" x="3498850" y="450850"/>
          <p14:tracePt t="13479" x="3562350" y="450850"/>
          <p14:tracePt t="13494" x="3657600" y="463550"/>
          <p14:tracePt t="13511" x="3708400" y="463550"/>
          <p14:tracePt t="13529" x="3841750" y="476250"/>
          <p14:tracePt t="13545" x="3898900" y="488950"/>
          <p14:tracePt t="13562" x="3937000" y="488950"/>
          <p14:tracePt t="13578" x="4044950" y="501650"/>
          <p14:tracePt t="13595" x="4171950" y="501650"/>
          <p14:tracePt t="13613" x="4311650" y="501650"/>
          <p14:tracePt t="13628" x="4387850" y="501650"/>
          <p14:tracePt t="13644" x="4521200" y="488950"/>
          <p14:tracePt t="13661" x="4572000" y="488950"/>
          <p14:tracePt t="13677" x="4648200" y="488950"/>
          <p14:tracePt t="13694" x="4718050" y="501650"/>
          <p14:tracePt t="13711" x="4787900" y="514350"/>
          <p14:tracePt t="13727" x="4813300" y="533400"/>
          <p14:tracePt t="13744" x="4832350" y="546100"/>
          <p14:tracePt t="13761" x="4895850" y="571500"/>
          <p14:tracePt t="13777" x="4914900" y="577850"/>
          <p14:tracePt t="13794" x="4933950" y="584200"/>
          <p14:tracePt t="13810" x="4959350" y="609600"/>
          <p14:tracePt t="13827" x="4984750" y="628650"/>
          <p14:tracePt t="13831" x="4991100" y="635000"/>
          <p14:tracePt t="13847" x="4997450" y="635000"/>
          <p14:tracePt t="13860" x="4997450" y="641350"/>
          <p14:tracePt t="13877" x="5010150" y="654050"/>
          <p14:tracePt t="13894" x="5010150" y="660400"/>
          <p14:tracePt t="13911" x="5016500" y="666750"/>
          <p14:tracePt t="13927" x="5016500" y="673100"/>
          <p14:tracePt t="13964" x="5016500" y="679450"/>
          <p14:tracePt t="13992" x="5010150" y="679450"/>
          <p14:tracePt t="14013" x="5003800" y="679450"/>
          <p14:tracePt t="14041" x="4997450" y="679450"/>
          <p14:tracePt t="14055" x="4991100" y="679450"/>
          <p14:tracePt t="14063" x="4978400" y="679450"/>
          <p14:tracePt t="14079" x="4965700" y="679450"/>
          <p14:tracePt t="14093" x="4940300" y="679450"/>
          <p14:tracePt t="14111" x="4794250" y="698500"/>
          <p14:tracePt t="14126" x="4705350" y="711200"/>
          <p14:tracePt t="14143" x="4622800" y="730250"/>
          <p14:tracePt t="14160" x="4305300" y="781050"/>
          <p14:tracePt t="14176" x="4203700" y="800100"/>
          <p14:tracePt t="14193" x="4083050" y="819150"/>
          <p14:tracePt t="14210" x="3917950" y="869950"/>
          <p14:tracePt t="14227" x="3740150" y="933450"/>
          <p14:tracePt t="14242" x="3663950" y="965200"/>
          <p14:tracePt t="14259" x="3530600" y="1003300"/>
          <p14:tracePt t="14276" x="3409950" y="1041400"/>
          <p14:tracePt t="14293" x="3340100" y="1060450"/>
          <p14:tracePt t="14309" x="3232150" y="1085850"/>
          <p14:tracePt t="14326" x="3149600" y="1111250"/>
          <p14:tracePt t="14343" x="3073400" y="1143000"/>
          <p14:tracePt t="14358" x="3041650" y="1162050"/>
          <p14:tracePt t="14375" x="3009900" y="1168400"/>
          <p14:tracePt t="14392" x="2952750" y="1187450"/>
          <p14:tracePt t="14408" x="2933700" y="1193800"/>
          <p14:tracePt t="14425" x="2914650" y="1193800"/>
          <p14:tracePt t="14443" x="2876550" y="1212850"/>
          <p14:tracePt t="14459" x="2832100" y="1238250"/>
          <p14:tracePt t="14476" x="2781300" y="1257300"/>
          <p14:tracePt t="14492" x="2762250" y="1270000"/>
          <p14:tracePt t="14508" x="2724150" y="1295400"/>
          <p14:tracePt t="14525" x="2698750" y="1320800"/>
          <p14:tracePt t="14542" x="2692400" y="1333500"/>
          <p14:tracePt t="14558" x="2679700" y="1352550"/>
          <p14:tracePt t="14574" x="2667000" y="1371600"/>
          <p14:tracePt t="14591" x="2660650" y="1377950"/>
          <p14:tracePt t="14608" x="2647950" y="1390650"/>
          <p14:tracePt t="14625" x="2635250" y="1416050"/>
          <p14:tracePt t="14641" x="2616200" y="1428750"/>
          <p14:tracePt t="14658" x="2584450" y="1466850"/>
          <p14:tracePt t="14674" x="2546350" y="1504950"/>
          <p14:tracePt t="14691" x="2527300" y="1524000"/>
          <p14:tracePt t="14708" x="2495550" y="1549400"/>
          <p14:tracePt t="14724" x="2470150" y="1562100"/>
          <p14:tracePt t="14742" x="2463800" y="1574800"/>
          <p14:tracePt t="14777" x="2457450" y="1581150"/>
          <p14:tracePt t="14813" x="2457450" y="1587500"/>
          <p14:tracePt t="14869" x="2463800" y="1587500"/>
          <p14:tracePt t="14876" x="2470150" y="1587500"/>
          <p14:tracePt t="14897" x="2476500" y="1587500"/>
          <p14:tracePt t="14904" x="2482850" y="1587500"/>
          <p14:tracePt t="14925" x="2489200" y="1587500"/>
          <p14:tracePt t="14939" x="2495550" y="1587500"/>
          <p14:tracePt t="14953" x="2501900" y="1587500"/>
          <p14:tracePt t="14967" x="2508250" y="1581150"/>
          <p14:tracePt t="14976" x="2520950" y="1581150"/>
          <p14:tracePt t="14990" x="2533650" y="1581150"/>
          <p14:tracePt t="15006" x="2552700" y="1574800"/>
          <p14:tracePt t="15023" x="2603500" y="1574800"/>
          <p14:tracePt t="15040" x="2628900" y="1574800"/>
          <p14:tracePt t="15056" x="2641600" y="1574800"/>
          <p14:tracePt t="15073" x="2667000" y="1574800"/>
          <p14:tracePt t="15090" x="2667000" y="1587500"/>
          <p14:tracePt t="15107" x="2673350" y="1593850"/>
          <p14:tracePt t="15139" x="2673350" y="1600200"/>
          <p14:tracePt t="15159" x="2667000" y="1606550"/>
          <p14:tracePt t="15173" x="2667000" y="1612900"/>
          <p14:tracePt t="15189" x="2660650" y="1612900"/>
          <p14:tracePt t="15220" x="2654300" y="1612900"/>
          <p14:tracePt t="15226" x="2654300" y="1619250"/>
          <p14:tracePt t="15248" x="2647950" y="1619250"/>
          <p14:tracePt t="15256" x="2641600" y="1619250"/>
          <p14:tracePt t="15276" x="2635250" y="1625600"/>
          <p14:tracePt t="15297" x="2635250" y="1631950"/>
          <p14:tracePt t="15305" x="2628900" y="1631950"/>
          <p14:tracePt t="15325" x="2622550" y="1631950"/>
          <p14:tracePt t="15341" x="2616200" y="1638300"/>
          <p14:tracePt t="15355" x="2609850" y="1638300"/>
          <p14:tracePt t="15372" x="2584450" y="1651000"/>
          <p14:tracePt t="15389" x="2552700" y="1663700"/>
          <p14:tracePt t="15405" x="2533650" y="1682750"/>
          <p14:tracePt t="15422" x="2470150" y="1701800"/>
          <p14:tracePt t="15438" x="2400300" y="1720850"/>
          <p14:tracePt t="15455" x="2368550" y="1720850"/>
          <p14:tracePt t="15471" x="2343150" y="1720850"/>
          <p14:tracePt t="15928" x="2317750" y="1720850"/>
          <p14:tracePt t="15935" x="2298700" y="1708150"/>
          <p14:tracePt t="15949" x="2279650" y="1701800"/>
          <p14:tracePt t="15957" x="2260600" y="1701800"/>
          <p14:tracePt t="15973" x="2235200" y="1701800"/>
          <p14:tracePt t="15986" x="2222500" y="1695450"/>
          <p14:tracePt t="16003" x="2190750" y="1695450"/>
          <p14:tracePt t="16020" x="2152650" y="1695450"/>
          <p14:tracePt t="16036" x="2139950" y="1695450"/>
          <p14:tracePt t="16053" x="2114550" y="1695450"/>
          <p14:tracePt t="16070" x="2095500" y="1689100"/>
          <p14:tracePt t="16086" x="2089150" y="1689100"/>
          <p14:tracePt t="16103" x="2082800" y="1689100"/>
          <p14:tracePt t="16120" x="2076450" y="1682750"/>
          <p14:tracePt t="16349" x="2070100" y="1682750"/>
          <p14:tracePt t="16356" x="2070100" y="1689100"/>
          <p14:tracePt t="16371" x="2063750" y="1701800"/>
          <p14:tracePt t="16384" x="2063750" y="1714500"/>
          <p14:tracePt t="16401" x="2057400" y="1746250"/>
          <p14:tracePt t="16419" x="2044700" y="1790700"/>
          <p14:tracePt t="16435" x="2038350" y="1816100"/>
          <p14:tracePt t="16451" x="2019300" y="1866900"/>
          <p14:tracePt t="16469" x="1987550" y="1955800"/>
          <p14:tracePt t="16485" x="1974850" y="1987550"/>
          <p14:tracePt t="16501" x="1936750" y="2070100"/>
          <p14:tracePt t="16518" x="1911350" y="2146300"/>
          <p14:tracePt t="16535" x="1905000" y="2184400"/>
          <p14:tracePt t="16553" x="1892300" y="2235200"/>
          <p14:tracePt t="16567" x="1885950" y="2266950"/>
          <p14:tracePt t="16584" x="1885950" y="2279650"/>
          <p14:tracePt t="16602" x="1879600" y="2305050"/>
          <p14:tracePt t="16617" x="1879600" y="2317750"/>
          <p14:tracePt t="16634" x="1866900" y="2355850"/>
          <p14:tracePt t="16651" x="1854200" y="2387600"/>
          <p14:tracePt t="16667" x="1847850" y="2413000"/>
          <p14:tracePt t="16684" x="1828800" y="2489200"/>
          <p14:tracePt t="16701" x="1790700" y="2565400"/>
          <p14:tracePt t="16717" x="1771650" y="2603500"/>
          <p14:tracePt t="16734" x="1739900" y="2667000"/>
          <p14:tracePt t="16750" x="1720850" y="2730500"/>
          <p14:tracePt t="16767" x="1714500" y="2762250"/>
          <p14:tracePt t="16784" x="1695450" y="2819400"/>
          <p14:tracePt t="16801" x="1689100" y="2889250"/>
          <p14:tracePt t="16816" x="1689100" y="2914650"/>
          <p14:tracePt t="16834" x="1689100" y="2971800"/>
          <p14:tracePt t="16850" x="1701800" y="3022600"/>
          <p14:tracePt t="16867" x="1701800" y="3041650"/>
          <p14:tracePt t="16870" x="1701800" y="3048000"/>
          <p14:tracePt t="16884" x="1701800" y="3060700"/>
          <p14:tracePt t="16900" x="1701800" y="3067050"/>
          <p14:tracePt t="16917" x="1701800" y="3073400"/>
          <p14:tracePt t="16938" x="1701800" y="3079750"/>
          <p14:tracePt t="16981" x="1701800" y="3092450"/>
          <p14:tracePt t="17008" x="1701800" y="3098800"/>
          <p14:tracePt t="17044" x="1695450" y="3105150"/>
          <p14:tracePt t="17113" x="1689100" y="3111500"/>
          <p14:tracePt t="17198" x="1682750" y="3111500"/>
          <p14:tracePt t="17240" x="1682750" y="3117850"/>
          <p14:tracePt t="17247" x="1676400" y="3117850"/>
          <p14:tracePt t="22244" x="1663700" y="3124200"/>
          <p14:tracePt t="22251" x="1651000" y="3130550"/>
          <p14:tracePt t="22265" x="1631950" y="3149600"/>
          <p14:tracePt t="22281" x="1606550" y="3187700"/>
          <p14:tracePt t="22298" x="1581150" y="3200400"/>
          <p14:tracePt t="22315" x="1568450" y="3225800"/>
          <p14:tracePt t="22331" x="1549400" y="3244850"/>
          <p14:tracePt t="22349" x="1530350" y="3257550"/>
          <p14:tracePt t="22365" x="1524000" y="3263900"/>
          <p14:tracePt t="22381" x="1511300" y="3276600"/>
          <p14:tracePt t="22398" x="1498600" y="3289300"/>
          <p14:tracePt t="22414" x="1492250" y="3295650"/>
          <p14:tracePt t="22431" x="1485900" y="3295650"/>
          <p14:tracePt t="22448" x="1485900" y="3302000"/>
          <p14:tracePt t="22464" x="1479550" y="3308350"/>
          <p14:tracePt t="22482" x="1473200" y="3308350"/>
          <p14:tracePt t="22552" x="1466850" y="3314700"/>
          <p14:tracePt t="22580" x="1460500" y="3314700"/>
          <p14:tracePt t="22601" x="1454150" y="3314700"/>
          <p14:tracePt t="22608" x="1454150" y="3321050"/>
          <p14:tracePt t="22630" x="1441450" y="3321050"/>
          <p14:tracePt t="22650" x="1441450" y="3327400"/>
          <p14:tracePt t="22679" x="1435100" y="3327400"/>
          <p14:tracePt t="22713" x="1422400" y="3333750"/>
          <p14:tracePt t="22720" x="1422400" y="3340100"/>
          <p14:tracePt t="22784" x="1416050" y="3340100"/>
          <p14:tracePt t="22791" x="1409700" y="3340100"/>
          <p14:tracePt t="22861" x="1403350" y="3340100"/>
          <p14:tracePt t="22882" x="1397000" y="3340100"/>
          <p14:tracePt t="22910" x="1384300" y="3340100"/>
          <p14:tracePt t="22924" x="1384300" y="3346450"/>
          <p14:tracePt t="22946" x="1377950" y="3346450"/>
          <p14:tracePt t="22951" x="1371600" y="3346450"/>
          <p14:tracePt t="22962" x="1365250" y="3346450"/>
          <p14:tracePt t="22980" x="1358900" y="3352800"/>
          <p14:tracePt t="22995" x="1346200" y="3352800"/>
          <p14:tracePt t="23012" x="1339850" y="3352800"/>
          <p14:tracePt t="23029" x="1295400" y="3359150"/>
          <p14:tracePt t="23045" x="1276350" y="3359150"/>
          <p14:tracePt t="23062" x="1257300" y="3359150"/>
          <p14:tracePt t="23079" x="1219200" y="3359150"/>
          <p14:tracePt t="23095" x="1174750" y="3359150"/>
          <p14:tracePt t="23112" x="1162050" y="3359150"/>
          <p14:tracePt t="23128" x="1136650" y="3359150"/>
          <p14:tracePt t="23145" x="1123950" y="3359150"/>
          <p14:tracePt t="23165" x="1117600" y="3359150"/>
          <p14:tracePt t="23211" x="1111250" y="3359150"/>
          <p14:tracePt t="23240" x="1104900" y="3359150"/>
          <p14:tracePt t="23260" x="1104900" y="3352800"/>
          <p14:tracePt t="23267" x="1098550" y="3346450"/>
          <p14:tracePt t="27873" x="1104900" y="3321050"/>
          <p14:tracePt t="27880" x="1117600" y="3289300"/>
          <p14:tracePt t="27894" x="1136650" y="3257550"/>
          <p14:tracePt t="27902" x="1155700" y="3238500"/>
          <p14:tracePt t="27912" x="1162050" y="3225800"/>
          <p14:tracePt t="27929" x="1174750" y="3187700"/>
          <p14:tracePt t="27945" x="1181100" y="3187700"/>
          <p14:tracePt t="27961" x="1187450" y="3181350"/>
          <p14:tracePt t="27979" x="1193800" y="3162300"/>
          <p14:tracePt t="28011" x="1193800" y="3155950"/>
          <p14:tracePt t="28161" x="1193800" y="3162300"/>
          <p14:tracePt t="28224" x="1187450" y="3168650"/>
          <p14:tracePt t="28252" x="1187450" y="3175000"/>
          <p14:tracePt t="28280" x="1181100" y="3175000"/>
          <p14:tracePt t="28315" x="1181100" y="3181350"/>
          <p14:tracePt t="28350" x="1181100" y="3187700"/>
          <p14:tracePt t="28386" x="1181100" y="3194050"/>
          <p14:tracePt t="28420" x="1181100" y="3200400"/>
          <p14:tracePt t="28491" x="1187450" y="3206750"/>
          <p14:tracePt t="28582" x="1187450" y="3213100"/>
          <p14:tracePt t="28610" x="1187450" y="3219450"/>
          <p14:tracePt t="28631" x="1187450" y="3225800"/>
          <p14:tracePt t="28666" x="1187450" y="3232150"/>
          <p14:tracePt t="28673" x="1187450" y="3238500"/>
          <p14:tracePt t="28680" x="1193800" y="3244850"/>
          <p14:tracePt t="28715" x="1193800" y="3251200"/>
          <p14:tracePt t="28736" x="1200150" y="3257550"/>
          <p14:tracePt t="28750" x="1206500" y="3263900"/>
          <p14:tracePt t="28764" x="1212850" y="3270250"/>
          <p14:tracePt t="28771" x="1219200" y="3270250"/>
          <p14:tracePt t="28785" x="1225550" y="3276600"/>
          <p14:tracePt t="28795" x="1225550" y="3282950"/>
          <p14:tracePt t="28809" x="1238250" y="3289300"/>
          <p14:tracePt t="28825" x="1276350" y="3302000"/>
          <p14:tracePt t="28842" x="1308100" y="3314700"/>
          <p14:tracePt t="28859" x="1327150" y="3321050"/>
          <p14:tracePt t="28875" x="1358900" y="3327400"/>
          <p14:tracePt t="28892" x="1422400" y="3352800"/>
          <p14:tracePt t="28909" x="1441450" y="3365500"/>
          <p14:tracePt t="28925" x="1473200" y="3371850"/>
          <p14:tracePt t="28942" x="1485900" y="3371850"/>
          <p14:tracePt t="28958" x="1498600" y="3371850"/>
          <p14:tracePt t="28975" x="1504950" y="3371850"/>
          <p14:tracePt t="29023" x="1511300" y="3371850"/>
          <p14:tracePt t="29052" x="1511300" y="3365500"/>
          <p14:tracePt t="29080" x="1511300" y="3359150"/>
          <p14:tracePt t="30094" x="1511300" y="3352800"/>
          <p14:tracePt t="30108" x="1504950" y="3346450"/>
          <p14:tracePt t="30115" x="1498600" y="3333750"/>
          <p14:tracePt t="30136" x="1492250" y="3327400"/>
          <p14:tracePt t="30143" x="1492250" y="3314700"/>
          <p14:tracePt t="30158" x="1485900" y="3302000"/>
          <p14:tracePt t="30171" x="1479550" y="3289300"/>
          <p14:tracePt t="30188" x="1479550" y="3263900"/>
          <p14:tracePt t="30204" x="1473200" y="3232150"/>
          <p14:tracePt t="30221" x="1460500" y="3187700"/>
          <p14:tracePt t="30237" x="1435100" y="3124200"/>
          <p14:tracePt t="30254" x="1428750" y="3098800"/>
          <p14:tracePt t="30271" x="1416050" y="3035300"/>
          <p14:tracePt t="30287" x="1397000" y="2978150"/>
          <p14:tracePt t="30304" x="1390650" y="2927350"/>
          <p14:tracePt t="30320" x="1384300" y="2908300"/>
          <p14:tracePt t="30337" x="1377950" y="2889250"/>
          <p14:tracePt t="30354" x="1358900" y="2832100"/>
          <p14:tracePt t="30370" x="1358900" y="2813050"/>
          <p14:tracePt t="30387" x="1358900" y="2794000"/>
          <p14:tracePt t="30403" x="1358900" y="2736850"/>
          <p14:tracePt t="30420" x="1358900" y="2679700"/>
          <p14:tracePt t="30437" x="1365250" y="2628900"/>
          <p14:tracePt t="30453" x="1371600" y="2597150"/>
          <p14:tracePt t="30470" x="1377950" y="2565400"/>
          <p14:tracePt t="30487" x="1384300" y="2533650"/>
          <p14:tracePt t="30503" x="1390650" y="2520950"/>
          <p14:tracePt t="30520" x="1403350" y="2508250"/>
          <p14:tracePt t="30536" x="1422400" y="2489200"/>
          <p14:tracePt t="30553" x="1428750" y="2476500"/>
          <p14:tracePt t="30570" x="1441450" y="2463800"/>
          <p14:tracePt t="30586" x="1454150" y="2457450"/>
          <p14:tracePt t="30602" x="1460500" y="2451100"/>
          <p14:tracePt t="30620" x="1479550" y="2432050"/>
          <p14:tracePt t="30636" x="1498600" y="2419350"/>
          <p14:tracePt t="30652" x="1511300" y="2413000"/>
          <p14:tracePt t="30669" x="1530350" y="2400300"/>
          <p14:tracePt t="30686" x="1543050" y="2393950"/>
          <p14:tracePt t="30702" x="1568450" y="2381250"/>
          <p14:tracePt t="30719" x="1587500" y="2374900"/>
          <p14:tracePt t="30735" x="1593850" y="2368550"/>
          <p14:tracePt t="30752" x="1600200" y="2362200"/>
          <p14:tracePt t="30768" x="1612900" y="2362200"/>
          <p14:tracePt t="30802" x="1619250" y="2362200"/>
          <p14:tracePt t="30837" x="1625600" y="2362200"/>
          <p14:tracePt t="30879" x="1631950" y="2355850"/>
          <p14:tracePt t="30907" x="1631950" y="2349500"/>
          <p14:tracePt t="30935" x="1631950" y="2343150"/>
          <p14:tracePt t="30971" x="1631950" y="2336800"/>
          <p14:tracePt t="31111" x="1631950" y="2343150"/>
          <p14:tracePt t="31160" x="1631950" y="2349500"/>
          <p14:tracePt t="31188" x="1625600" y="2349500"/>
          <p14:tracePt t="31237" x="1619250" y="2349500"/>
          <p14:tracePt t="31321" x="1612900" y="2355850"/>
          <p14:tracePt t="31391" x="1606550" y="2355850"/>
          <p14:tracePt t="31440" x="1606550" y="2362200"/>
          <p14:tracePt t="31462" x="1600200" y="2362200"/>
          <p14:tracePt t="31475" x="1600200" y="2368550"/>
          <p14:tracePt t="31490" x="1593850" y="2374900"/>
          <p14:tracePt t="31511" x="1587500" y="2381250"/>
          <p14:tracePt t="31518" x="1581150" y="2387600"/>
          <p14:tracePt t="31532" x="1568450" y="2393950"/>
          <p14:tracePt t="31539" x="1549400" y="2400300"/>
          <p14:tracePt t="31549" x="1530350" y="2413000"/>
          <p14:tracePt t="31566" x="1485900" y="2432050"/>
          <p14:tracePt t="31582" x="1441450" y="2451100"/>
          <p14:tracePt t="31599" x="1409700" y="2463800"/>
          <p14:tracePt t="31616" x="1333500" y="2495550"/>
          <p14:tracePt t="31632" x="1308100" y="2508250"/>
          <p14:tracePt t="31649" x="1295400" y="2514600"/>
          <p14:tracePt t="31666" x="1276350" y="2520950"/>
          <p14:tracePt t="31682" x="1270000" y="2527300"/>
          <p14:tracePt t="31819" x="1270000" y="2520950"/>
          <p14:tracePt t="31840" x="1276350" y="2520950"/>
          <p14:tracePt t="31847" x="1289050" y="2520950"/>
          <p14:tracePt t="31861" x="1295400" y="2520950"/>
          <p14:tracePt t="31868" x="1314450" y="2520950"/>
          <p14:tracePt t="31885" x="1333500" y="2520950"/>
          <p14:tracePt t="31898" x="1403350" y="2514600"/>
          <p14:tracePt t="31914" x="1454150" y="2508250"/>
          <p14:tracePt t="31932" x="1587500" y="2489200"/>
          <p14:tracePt t="31948" x="1663700" y="2489200"/>
          <p14:tracePt t="31964" x="1828800" y="2457450"/>
          <p14:tracePt t="31981" x="1974850" y="2438400"/>
          <p14:tracePt t="31998" x="2038350" y="2419350"/>
          <p14:tracePt t="32016" x="2133600" y="2400300"/>
          <p14:tracePt t="32031" x="2203450" y="2393950"/>
          <p14:tracePt t="32048" x="2228850" y="2387600"/>
          <p14:tracePt t="32064" x="2254250" y="2381250"/>
          <p14:tracePt t="32081" x="2266950" y="2374900"/>
          <p14:tracePt t="32098" x="2273300" y="2374900"/>
          <p14:tracePt t="32114" x="2279650" y="2374900"/>
          <p14:tracePt t="32147" x="2286000" y="2374900"/>
          <p14:tracePt t="32191" x="2286000" y="2368550"/>
          <p14:tracePt t="39401" x="2279650" y="2368550"/>
          <p14:tracePt t="39415" x="2279650" y="2374900"/>
          <p14:tracePt t="39436" x="2279650" y="2387600"/>
          <p14:tracePt t="39442" x="2273300" y="2387600"/>
          <p14:tracePt t="39458" x="2266950" y="2400300"/>
          <p14:tracePt t="39472" x="2260600" y="2406650"/>
          <p14:tracePt t="39488" x="2260600" y="2413000"/>
          <p14:tracePt t="39506" x="2247900" y="2425700"/>
          <p14:tracePt t="39522" x="2247900" y="2432050"/>
          <p14:tracePt t="39538" x="2241550" y="2438400"/>
          <p14:tracePt t="39571" x="2235200" y="2444750"/>
          <p14:tracePt t="39588" x="2235200" y="2451100"/>
          <p14:tracePt t="39605" x="2228850" y="2451100"/>
          <p14:tracePt t="39621" x="2228850" y="2457450"/>
          <p14:tracePt t="39639" x="2222500" y="2463800"/>
          <p14:tracePt t="39654" x="2216150" y="2476500"/>
          <p14:tracePt t="39671" x="2209800" y="2476500"/>
          <p14:tracePt t="39675" x="2203450" y="2482850"/>
          <p14:tracePt t="39688" x="2190750" y="2495550"/>
          <p14:tracePt t="39704" x="2171700" y="2520950"/>
          <p14:tracePt t="39721" x="2165350" y="2533650"/>
          <p14:tracePt t="39738" x="2127250" y="2590800"/>
          <p14:tracePt t="39754" x="2089150" y="2641600"/>
          <p14:tracePt t="39771" x="2076450" y="2686050"/>
          <p14:tracePt t="39788" x="2032000" y="2774950"/>
          <p14:tracePt t="39804" x="2012950" y="2813050"/>
          <p14:tracePt t="39821" x="1968500" y="2965450"/>
          <p14:tracePt t="39837" x="1943100" y="3009900"/>
          <p14:tracePt t="39854" x="1930400" y="3067050"/>
          <p14:tracePt t="39871" x="1898650" y="3136900"/>
          <p14:tracePt t="39887" x="1885950" y="3187700"/>
          <p14:tracePt t="39904" x="1879600" y="3200400"/>
          <p14:tracePt t="39920" x="1866900" y="3238500"/>
          <p14:tracePt t="39937" x="1860550" y="3270250"/>
          <p14:tracePt t="39954" x="1854200" y="3282950"/>
          <p14:tracePt t="39970" x="1841500" y="3302000"/>
          <p14:tracePt t="39987" x="1835150" y="3321050"/>
          <p14:tracePt t="40025" x="1828800" y="3321050"/>
          <p14:tracePt t="40036" x="1822450" y="3321050"/>
          <p14:tracePt t="40866" x="1822450" y="3333750"/>
          <p14:tracePt t="40873" x="1822450" y="3359150"/>
          <p14:tracePt t="40887" x="1822450" y="3378200"/>
          <p14:tracePt t="40900" x="1822450" y="3403600"/>
          <p14:tracePt t="40917" x="1822450" y="3467100"/>
          <p14:tracePt t="40934" x="1822450" y="3492500"/>
          <p14:tracePt t="40951" x="1822450" y="3543300"/>
          <p14:tracePt t="40966" x="1809750" y="3600450"/>
          <p14:tracePt t="40983" x="1809750" y="3625850"/>
          <p14:tracePt t="41000" x="1797050" y="3676650"/>
          <p14:tracePt t="41017" x="1790700" y="3733800"/>
          <p14:tracePt t="41033" x="1790700" y="3759200"/>
          <p14:tracePt t="41050" x="1771650" y="3816350"/>
          <p14:tracePt t="41066" x="1765300" y="3848100"/>
          <p14:tracePt t="41084" x="1752600" y="3968750"/>
          <p14:tracePt t="41100" x="1739900" y="4019550"/>
          <p14:tracePt t="41117" x="1739900" y="4083050"/>
          <p14:tracePt t="41133" x="1733550" y="4216400"/>
          <p14:tracePt t="41149" x="1733550" y="4381500"/>
          <p14:tracePt t="41166" x="1733550" y="4470400"/>
          <p14:tracePt t="41183" x="1733550" y="4572000"/>
          <p14:tracePt t="41199" x="1720850" y="4654550"/>
          <p14:tracePt t="41217" x="1720850" y="4711700"/>
          <p14:tracePt t="41234" x="1720850" y="4730750"/>
          <p14:tracePt t="41249" x="1720850" y="4762500"/>
          <p14:tracePt t="41266" x="1727200" y="4781550"/>
          <p14:tracePt t="41282" x="1727200" y="4787900"/>
          <p14:tracePt t="41299" x="1727200" y="4794250"/>
          <p14:tracePt t="41336" x="1727200" y="4800600"/>
          <p14:tracePt t="41378" x="1733550" y="4806950"/>
          <p14:tracePt t="41384" x="1739900" y="4813300"/>
          <p14:tracePt t="41401" x="1746250" y="4826000"/>
          <p14:tracePt t="41415" x="1752600" y="4832350"/>
          <p14:tracePt t="41432" x="1765300" y="4864100"/>
          <p14:tracePt t="41450" x="1784350" y="4895850"/>
          <p14:tracePt t="41465" x="1803400" y="4927600"/>
          <p14:tracePt t="41481" x="1822450" y="4991100"/>
          <p14:tracePt t="41498" x="1866900" y="5073650"/>
          <p14:tracePt t="41515" x="1892300" y="5124450"/>
          <p14:tracePt t="41533" x="1924050" y="5181600"/>
          <p14:tracePt t="41548" x="1936750" y="5232400"/>
          <p14:tracePt t="41565" x="1949450" y="5257800"/>
          <p14:tracePt t="41582" x="1949450" y="5270500"/>
          <p14:tracePt t="41598" x="1949450" y="5276850"/>
          <p14:tracePt t="41614" x="1949450" y="5283200"/>
          <p14:tracePt t="41631" x="1949450" y="5295900"/>
          <p14:tracePt t="41648" x="1943100" y="5308600"/>
          <p14:tracePt t="41681" x="1949450" y="5314950"/>
          <p14:tracePt t="42208" x="1974850" y="5314950"/>
          <p14:tracePt t="42222" x="2000250" y="5321300"/>
          <p14:tracePt t="42231" x="2051050" y="5321300"/>
          <p14:tracePt t="42246" x="2089150" y="5321300"/>
          <p14:tracePt t="42262" x="2171700" y="5321300"/>
          <p14:tracePt t="42279" x="2241550" y="5321300"/>
          <p14:tracePt t="42296" x="2279650" y="5321300"/>
          <p14:tracePt t="42313" x="2349500" y="5314950"/>
          <p14:tracePt t="42329" x="2419350" y="5295900"/>
          <p14:tracePt t="42345" x="2457450" y="5295900"/>
          <p14:tracePt t="42362" x="2520950" y="5295900"/>
          <p14:tracePt t="42378" x="2603500" y="5283200"/>
          <p14:tracePt t="42395" x="2635250" y="5276850"/>
          <p14:tracePt t="42412" x="2717800" y="5264150"/>
          <p14:tracePt t="42428" x="2787650" y="5257800"/>
          <p14:tracePt t="42446" x="2863850" y="5245100"/>
          <p14:tracePt t="42461" x="2895600" y="5232400"/>
          <p14:tracePt t="42478" x="2933700" y="5232400"/>
          <p14:tracePt t="42495" x="3016250" y="5226050"/>
          <p14:tracePt t="42511" x="3092450" y="5226050"/>
          <p14:tracePt t="42528" x="3136900" y="5226050"/>
          <p14:tracePt t="42545" x="3206750" y="5213350"/>
          <p14:tracePt t="42561" x="3270250" y="5200650"/>
          <p14:tracePt t="42578" x="3314700" y="5194300"/>
          <p14:tracePt t="42594" x="3378200" y="5194300"/>
          <p14:tracePt t="42611" x="3441700" y="5194300"/>
          <p14:tracePt t="42628" x="3498850" y="5187950"/>
          <p14:tracePt t="42644" x="3524250" y="5187950"/>
          <p14:tracePt t="42661" x="3568700" y="5187950"/>
          <p14:tracePt t="42678" x="3600450" y="5181600"/>
          <p14:tracePt t="42694" x="3619500" y="5181600"/>
          <p14:tracePt t="42711" x="3632200" y="5181600"/>
          <p14:tracePt t="42714" x="3644900" y="5181600"/>
          <p14:tracePt t="42727" x="3670300" y="5175250"/>
          <p14:tracePt t="42744" x="3676650" y="5175250"/>
          <p14:tracePt t="42761" x="3683000" y="5175250"/>
          <p14:tracePt t="42777" x="3714750" y="5168900"/>
          <p14:tracePt t="42794" x="3733800" y="5168900"/>
          <p14:tracePt t="42811" x="3752850" y="5168900"/>
          <p14:tracePt t="42827" x="3765550" y="5168900"/>
          <p14:tracePt t="42844" x="3803650" y="5168900"/>
          <p14:tracePt t="42861" x="3835400" y="5168900"/>
          <p14:tracePt t="42877" x="3860800" y="5168900"/>
          <p14:tracePt t="42893" x="3905250" y="5168900"/>
          <p14:tracePt t="42910" x="3956050" y="5168900"/>
          <p14:tracePt t="42927" x="3975100" y="5175250"/>
          <p14:tracePt t="42944" x="4025900" y="5181600"/>
          <p14:tracePt t="42960" x="4070350" y="5187950"/>
          <p14:tracePt t="42976" x="4089400" y="5187950"/>
          <p14:tracePt t="42993" x="4127500" y="5194300"/>
          <p14:tracePt t="43010" x="4165600" y="5200650"/>
          <p14:tracePt t="43026" x="4171950" y="5200650"/>
          <p14:tracePt t="43043" x="4184650" y="5200650"/>
          <p14:tracePt t="43059" x="4191000" y="5200650"/>
          <p14:tracePt t="43078" x="4210050" y="5200650"/>
          <p14:tracePt t="44289" x="4210050" y="5194300"/>
          <p14:tracePt t="44304" x="4210050" y="5187950"/>
          <p14:tracePt t="44310" x="4216400" y="5175250"/>
          <p14:tracePt t="44325" x="4222750" y="5149850"/>
          <p14:tracePt t="44339" x="4229100" y="5130800"/>
          <p14:tracePt t="44355" x="4241800" y="5080000"/>
          <p14:tracePt t="44371" x="4241800" y="5060950"/>
          <p14:tracePt t="44388" x="4254500" y="5003800"/>
          <p14:tracePt t="44405" x="4267200" y="4953000"/>
          <p14:tracePt t="44422" x="4267200" y="4933950"/>
          <p14:tracePt t="44439" x="4267200" y="4883150"/>
          <p14:tracePt t="44455" x="4254500" y="4813300"/>
          <p14:tracePt t="44472" x="4222750" y="4724400"/>
          <p14:tracePt t="44488" x="4203700" y="4673600"/>
          <p14:tracePt t="44505" x="4133850" y="4533900"/>
          <p14:tracePt t="44522" x="4032250" y="4406900"/>
          <p14:tracePt t="44538" x="3975100" y="4337050"/>
          <p14:tracePt t="44554" x="3835400" y="4222750"/>
          <p14:tracePt t="44571" x="3644900" y="4095750"/>
          <p14:tracePt t="44587" x="3517900" y="3994150"/>
          <p14:tracePt t="44605" x="3378200" y="3892550"/>
          <p14:tracePt t="44621" x="3035300" y="3644900"/>
          <p14:tracePt t="44638" x="2749550" y="3460750"/>
          <p14:tracePt t="44655" x="2432050" y="3238500"/>
          <p14:tracePt t="44670" x="2266950" y="3098800"/>
          <p14:tracePt t="44687" x="1993900" y="2889250"/>
          <p14:tracePt t="44704" x="1828800" y="2730500"/>
          <p14:tracePt t="44720" x="1771650" y="2673350"/>
          <p14:tracePt t="44737" x="1651000" y="2552700"/>
          <p14:tracePt t="44754" x="1530350" y="2444750"/>
          <p14:tracePt t="44770" x="1473200" y="2387600"/>
          <p14:tracePt t="44787" x="1377950" y="2292350"/>
          <p14:tracePt t="44803" x="1308100" y="2197100"/>
          <p14:tracePt t="44820" x="1282700" y="2165350"/>
          <p14:tracePt t="44838" x="1212850" y="2095500"/>
          <p14:tracePt t="44853" x="1181100" y="2051050"/>
          <p14:tracePt t="44870" x="1168400" y="2038350"/>
          <p14:tracePt t="44887" x="1168400" y="2025650"/>
          <p14:tracePt t="44903" x="1168400" y="2019300"/>
          <p14:tracePt t="44920" x="1168400" y="2012950"/>
          <p14:tracePt t="44953" x="1168400" y="2006600"/>
          <p14:tracePt t="44972" x="1168400" y="2000250"/>
          <p14:tracePt t="44991" x="1174750" y="2000250"/>
          <p14:tracePt t="45026" x="1181100" y="1987550"/>
          <p14:tracePt t="45040" x="1187450" y="1987550"/>
          <p14:tracePt t="45054" x="1193800" y="1981200"/>
          <p14:tracePt t="45083" x="1193800" y="1974850"/>
          <p14:tracePt t="45097" x="1200150" y="1974850"/>
          <p14:tracePt t="45105" x="1206500" y="1974850"/>
          <p14:tracePt t="45119" x="1212850" y="1974850"/>
          <p14:tracePt t="45135" x="1225550" y="1974850"/>
          <p14:tracePt t="45153" x="1231900" y="1981200"/>
          <p14:tracePt t="45169" x="1238250" y="1981200"/>
          <p14:tracePt t="45186" x="1244600" y="1981200"/>
          <p14:tracePt t="45202" x="1250950" y="1993900"/>
          <p14:tracePt t="45218" x="1257300" y="1993900"/>
          <p14:tracePt t="45235" x="1263650" y="1993900"/>
          <p14:tracePt t="45252" x="1270000" y="2000250"/>
          <p14:tracePt t="45272" x="1276350" y="2006600"/>
          <p14:tracePt t="45289" x="1289050" y="2012950"/>
          <p14:tracePt t="45302" x="1314450" y="2038350"/>
          <p14:tracePt t="45318" x="1377950" y="2089150"/>
          <p14:tracePt t="45335" x="1504950" y="2184400"/>
          <p14:tracePt t="45351" x="1574800" y="2247900"/>
          <p14:tracePt t="45368" x="1765300" y="2393950"/>
          <p14:tracePt t="45385" x="1974850" y="2578100"/>
          <p14:tracePt t="45402" x="2101850" y="2686050"/>
          <p14:tracePt t="45418" x="2311400" y="2870200"/>
          <p14:tracePt t="45434" x="2489200" y="3035300"/>
          <p14:tracePt t="45451" x="2571750" y="3111500"/>
          <p14:tracePt t="45469" x="2717800" y="3251200"/>
          <p14:tracePt t="45484" x="2819400" y="3359150"/>
          <p14:tracePt t="45501" x="2857500" y="3403600"/>
          <p14:tracePt t="45518" x="2927350" y="3486150"/>
          <p14:tracePt t="45534" x="2952750" y="3517900"/>
          <p14:tracePt t="45551" x="2984500" y="3568700"/>
          <p14:tracePt t="45568" x="3009900" y="3613150"/>
          <p14:tracePt t="45584" x="3028950" y="3625850"/>
          <p14:tracePt t="45601" x="3054350" y="3676650"/>
          <p14:tracePt t="45617" x="3060700" y="3689350"/>
          <p14:tracePt t="45634" x="3067050" y="3702050"/>
          <p14:tracePt t="45651" x="3079750" y="3721100"/>
          <p14:tracePt t="45667" x="3079750" y="3733800"/>
          <p14:tracePt t="45684" x="3079750" y="3740150"/>
          <p14:tracePt t="45700" x="3086100" y="3752850"/>
          <p14:tracePt t="45717" x="3092450" y="3771900"/>
          <p14:tracePt t="45750" x="3098800" y="3784600"/>
          <p14:tracePt t="45767" x="3111500" y="3803650"/>
          <p14:tracePt t="45784" x="3117850" y="3835400"/>
          <p14:tracePt t="45800" x="3124200" y="3854450"/>
          <p14:tracePt t="45817" x="3149600" y="3879850"/>
          <p14:tracePt t="45833" x="3232150" y="4044950"/>
          <p14:tracePt t="45850" x="3282950" y="4114800"/>
          <p14:tracePt t="45867" x="3333750" y="4197350"/>
          <p14:tracePt t="45883" x="3454400" y="4349750"/>
          <p14:tracePt t="45900" x="3587750" y="4514850"/>
          <p14:tracePt t="45917" x="3702050" y="4679950"/>
          <p14:tracePt t="45933" x="3752850" y="4749800"/>
          <p14:tracePt t="45949" x="3841750" y="4870450"/>
          <p14:tracePt t="45967" x="3898900" y="4933950"/>
          <p14:tracePt t="45983" x="3911600" y="4959350"/>
          <p14:tracePt t="45999" x="3937000" y="4978400"/>
          <p14:tracePt t="46016" x="3949700" y="4991100"/>
          <p14:tracePt t="46032" x="3956050" y="4991100"/>
          <p14:tracePt t="46049" x="3968750" y="4997450"/>
          <p14:tracePt t="46066" x="3975100" y="5010150"/>
          <p14:tracePt t="46082" x="3987800" y="5010150"/>
          <p14:tracePt t="46100" x="4000500" y="5022850"/>
          <p14:tracePt t="46115" x="4025900" y="5029200"/>
          <p14:tracePt t="46132" x="4038600" y="5035550"/>
          <p14:tracePt t="46149" x="4057650" y="5035550"/>
          <p14:tracePt t="46166" x="4064000" y="5041900"/>
          <p14:tracePt t="46183" x="4102100" y="5041900"/>
          <p14:tracePt t="46199" x="4133850" y="5048250"/>
          <p14:tracePt t="46215" x="4159250" y="5048250"/>
          <p14:tracePt t="46232" x="4229100" y="5048250"/>
          <p14:tracePt t="46248" x="4311650" y="5054600"/>
          <p14:tracePt t="46265" x="4362450" y="5054600"/>
          <p14:tracePt t="46282" x="4457700" y="5054600"/>
          <p14:tracePt t="46298" x="4521200" y="5054600"/>
          <p14:tracePt t="46315" x="4552950" y="5054600"/>
          <p14:tracePt t="46332" x="4591050" y="5054600"/>
          <p14:tracePt t="46348" x="4610100" y="5060950"/>
          <p14:tracePt t="46365" x="4616450" y="5060950"/>
          <p14:tracePt t="46398" x="4622800" y="5054600"/>
          <p14:tracePt t="46464" x="4616450" y="5054600"/>
          <p14:tracePt t="46486" x="4610100" y="5054600"/>
          <p14:tracePt t="46507" x="4603750" y="5054600"/>
          <p14:tracePt t="46521" x="4597400" y="5054600"/>
          <p14:tracePt t="46527" x="4591050" y="5054600"/>
          <p14:tracePt t="46556" x="4584700" y="5054600"/>
          <p14:tracePt t="46570" x="4572000" y="5054600"/>
          <p14:tracePt t="46576" x="4565650" y="5054600"/>
          <p14:tracePt t="46590" x="4546600" y="5054600"/>
          <p14:tracePt t="46600" x="4527550" y="5054600"/>
          <p14:tracePt t="46614" x="4495800" y="5054600"/>
          <p14:tracePt t="46630" x="4432300" y="5067300"/>
          <p14:tracePt t="46647" x="4362450" y="5080000"/>
          <p14:tracePt t="46664" x="4324350" y="5080000"/>
          <p14:tracePt t="46680" x="4254500" y="5092700"/>
          <p14:tracePt t="46697" x="4203700" y="5105400"/>
          <p14:tracePt t="46713" x="4191000" y="5105400"/>
          <p14:tracePt t="46731" x="4165600" y="5105400"/>
          <p14:tracePt t="46747" x="4152900" y="5105400"/>
          <p14:tracePt t="46763" x="4146550" y="5105400"/>
          <p14:tracePt t="46850" x="4152900" y="5105400"/>
          <p14:tracePt t="46857" x="4159250" y="5105400"/>
          <p14:tracePt t="46871" x="4165600" y="5105400"/>
          <p14:tracePt t="46879" x="4178300" y="5105400"/>
          <p14:tracePt t="46900" x="4191000" y="5105400"/>
          <p14:tracePt t="46913" x="4210050" y="5105400"/>
          <p14:tracePt t="46930" x="4267200" y="5105400"/>
          <p14:tracePt t="46946" x="4305300" y="5105400"/>
          <p14:tracePt t="46963" x="4387850" y="5105400"/>
          <p14:tracePt t="46980" x="4489450" y="5099050"/>
          <p14:tracePt t="46996" x="4540250" y="5099050"/>
          <p14:tracePt t="47012" x="4622800" y="5099050"/>
          <p14:tracePt t="47030" x="4686300" y="5099050"/>
          <p14:tracePt t="47046" x="4737100" y="5099050"/>
          <p14:tracePt t="47062" x="4749800" y="5099050"/>
          <p14:tracePt t="47079" x="4768850" y="5099050"/>
          <p14:tracePt t="47096" x="4781550" y="5099050"/>
          <p14:tracePt t="47179" x="4775200" y="5099050"/>
          <p14:tracePt t="47710" x="4762500" y="5099050"/>
          <p14:tracePt t="47717" x="4743450" y="5105400"/>
          <p14:tracePt t="47730" x="4724400" y="5118100"/>
          <p14:tracePt t="47743" x="4711700" y="5124450"/>
          <p14:tracePt t="47761" x="4654550" y="5156200"/>
          <p14:tracePt t="47777" x="4635500" y="5162550"/>
          <p14:tracePt t="47793" x="4584700" y="5194300"/>
          <p14:tracePt t="47810" x="4521200" y="5213350"/>
          <p14:tracePt t="47826" x="4502150" y="5226050"/>
          <p14:tracePt t="47843" x="4464050" y="5245100"/>
          <p14:tracePt t="47860" x="4356100" y="5295900"/>
          <p14:tracePt t="47876" x="4324350" y="5321300"/>
          <p14:tracePt t="47893" x="4235450" y="5365750"/>
          <p14:tracePt t="47909" x="4203700" y="5378450"/>
          <p14:tracePt t="47926" x="4140200" y="5410200"/>
          <p14:tracePt t="47942" x="4083050" y="5435600"/>
          <p14:tracePt t="47959" x="4057650" y="5441950"/>
          <p14:tracePt t="47977" x="3994150" y="5480050"/>
          <p14:tracePt t="47992" x="3975100" y="5499100"/>
          <p14:tracePt t="48009" x="3962400" y="5505450"/>
          <p14:tracePt t="48026" x="3924300" y="5524500"/>
          <p14:tracePt t="48042" x="3898900" y="5537200"/>
          <p14:tracePt t="48059" x="3886200" y="5549900"/>
          <p14:tracePt t="48076" x="3867150" y="5562600"/>
          <p14:tracePt t="48092" x="3848100" y="5575300"/>
          <p14:tracePt t="48109" x="3848100" y="5581650"/>
          <p14:tracePt t="48125" x="3835400" y="5581650"/>
          <p14:tracePt t="48142" x="3822700" y="5594350"/>
          <p14:tracePt t="48159" x="3803650" y="5607050"/>
          <p14:tracePt t="48175" x="3797300" y="5613400"/>
          <p14:tracePt t="48208" x="3784600" y="5626100"/>
          <p14:tracePt t="48225" x="3778250" y="5626100"/>
          <p14:tracePt t="48241" x="3771900" y="5632450"/>
          <p14:tracePt t="48258" x="3759200" y="5645150"/>
          <p14:tracePt t="48275" x="3752850" y="5651500"/>
          <p14:tracePt t="48292" x="3746500" y="5657850"/>
          <p14:tracePt t="48308" x="3746500" y="5664200"/>
          <p14:tracePt t="48324" x="3740150" y="5664200"/>
          <p14:tracePt t="48349" x="3733800" y="5670550"/>
          <p14:tracePt t="48384" x="3733800" y="5676900"/>
          <p14:tracePt t="48390" x="3727450" y="5676900"/>
          <p14:tracePt t="48412" x="3727450" y="5683250"/>
          <p14:tracePt t="48419" x="3727450" y="5689600"/>
          <p14:tracePt t="48439" x="3721100" y="5695950"/>
          <p14:tracePt t="48594" x="3714750" y="5702300"/>
          <p14:tracePt t="48601" x="3708400" y="5702300"/>
          <p14:tracePt t="48622" x="3702050" y="5708650"/>
          <p14:tracePt t="48650" x="3695700" y="5721350"/>
          <p14:tracePt t="48670" x="3683000" y="5727700"/>
          <p14:tracePt t="48692" x="3683000" y="5734050"/>
          <p14:tracePt t="48699" x="3676650" y="5740400"/>
          <p14:tracePt t="48720" x="3670300" y="5746750"/>
          <p14:tracePt t="48741" x="3670300" y="5759450"/>
          <p14:tracePt t="48790" x="3663950" y="5765800"/>
          <p14:tracePt t="48811" x="3663950" y="5772150"/>
          <p14:tracePt t="48832" x="3663950" y="5778500"/>
          <p14:tracePt t="48875" x="3663950" y="5784850"/>
          <p14:tracePt t="48903" x="3663950" y="5791200"/>
          <p14:tracePt t="48909" x="3670300" y="5797550"/>
          <p14:tracePt t="48925" x="3676650" y="5797550"/>
          <p14:tracePt t="48945" x="3689350" y="5797550"/>
          <p14:tracePt t="48955" x="3695700" y="5797550"/>
          <p14:tracePt t="48973" x="3727450" y="5810250"/>
          <p14:tracePt t="48989" x="3752850" y="5822950"/>
          <p14:tracePt t="49006" x="3816350" y="5835650"/>
          <p14:tracePt t="49022" x="3873500" y="5848350"/>
          <p14:tracePt t="49039" x="3911600" y="5861050"/>
          <p14:tracePt t="49056" x="3981450" y="5867400"/>
          <p14:tracePt t="49072" x="4051300" y="5880100"/>
          <p14:tracePt t="49089" x="4083050" y="5880100"/>
          <p14:tracePt t="49106" x="4140200" y="5886450"/>
          <p14:tracePt t="49122" x="4178300" y="5886450"/>
          <p14:tracePt t="49139" x="4197350" y="5886450"/>
          <p14:tracePt t="49156" x="4241800" y="5886450"/>
          <p14:tracePt t="49171" x="4260850" y="5886450"/>
          <p14:tracePt t="49188" x="4298950" y="5886450"/>
          <p14:tracePt t="49205" x="4343400" y="5886450"/>
          <p14:tracePt t="49221" x="4356100" y="5886450"/>
          <p14:tracePt t="49239" x="4394200" y="5886450"/>
          <p14:tracePt t="49254" x="4425950" y="5886450"/>
          <p14:tracePt t="49272" x="4451350" y="5886450"/>
          <p14:tracePt t="49288" x="4489450" y="5886450"/>
          <p14:tracePt t="49304" x="4540250" y="5886450"/>
          <p14:tracePt t="49321" x="4565650" y="5886450"/>
          <p14:tracePt t="49338" x="4622800" y="5899150"/>
          <p14:tracePt t="49354" x="4692650" y="5899150"/>
          <p14:tracePt t="49371" x="4711700" y="5899150"/>
          <p14:tracePt t="49388" x="4768850" y="5892800"/>
          <p14:tracePt t="49404" x="4806950" y="5892800"/>
          <p14:tracePt t="49421" x="4845050" y="5886450"/>
          <p14:tracePt t="49437" x="4864100" y="5886450"/>
          <p14:tracePt t="49454" x="4876800" y="5886450"/>
          <p14:tracePt t="49471" x="4914900" y="5880100"/>
          <p14:tracePt t="49487" x="4933950" y="5873750"/>
          <p14:tracePt t="49504" x="4946650" y="5873750"/>
          <p14:tracePt t="49521" x="4978400" y="5873750"/>
          <p14:tracePt t="49537" x="5010150" y="5867400"/>
          <p14:tracePt t="49554" x="5022850" y="5867400"/>
          <p14:tracePt t="49570" x="5067300" y="5861050"/>
          <p14:tracePt t="49587" x="5099050" y="5861050"/>
          <p14:tracePt t="49604" x="5130800" y="5861050"/>
          <p14:tracePt t="49620" x="5143500" y="5861050"/>
          <p14:tracePt t="49637" x="5156200" y="5854700"/>
          <p14:tracePt t="49654" x="5175250" y="5854700"/>
          <p14:tracePt t="49670" x="5187950" y="5854700"/>
          <p14:tracePt t="49687" x="5200650" y="5854700"/>
          <p14:tracePt t="49703" x="5207000" y="5854700"/>
          <p14:tracePt t="49737" x="5213350" y="5854700"/>
          <p14:tracePt t="49753" x="5219700" y="5854700"/>
          <p14:tracePt t="49773" x="5226050" y="5854700"/>
          <p14:tracePt t="49808" x="5232400" y="5854700"/>
          <p14:tracePt t="49821" x="5238750" y="5854700"/>
          <p14:tracePt t="49927" x="5232400" y="5854700"/>
          <p14:tracePt t="49948" x="5219700" y="5854700"/>
          <p14:tracePt t="49954" x="5213350" y="5854700"/>
          <p14:tracePt t="49969" x="5200650" y="5854700"/>
          <p14:tracePt t="49985" x="5143500" y="5861050"/>
          <p14:tracePt t="50002" x="5105400" y="5867400"/>
          <p14:tracePt t="50019" x="4959350" y="5892800"/>
          <p14:tracePt t="50035" x="4787900" y="5924550"/>
          <p14:tracePt t="50053" x="4635500" y="5956300"/>
          <p14:tracePt t="50068" x="4565650" y="5975350"/>
          <p14:tracePt t="50085" x="4514850" y="5981700"/>
          <p14:tracePt t="50102" x="4362450" y="6013450"/>
          <p14:tracePt t="50118" x="4330700" y="6026150"/>
          <p14:tracePt t="50135" x="4305300" y="6032500"/>
          <p14:tracePt t="50152" x="4260850" y="6045200"/>
          <p14:tracePt t="50168" x="4235450" y="6070600"/>
          <p14:tracePt t="50185" x="4222750" y="6070600"/>
          <p14:tracePt t="50201" x="4178300" y="6083300"/>
          <p14:tracePt t="50218" x="4121150" y="6089650"/>
          <p14:tracePt t="50236" x="4064000" y="6096000"/>
          <p14:tracePt t="50251" x="4044950" y="6102350"/>
          <p14:tracePt t="50268" x="3994150" y="6108700"/>
          <p14:tracePt t="50285" x="3943350" y="6108700"/>
          <p14:tracePt t="50301" x="3917950" y="6115050"/>
          <p14:tracePt t="50317" x="3867150" y="6121400"/>
          <p14:tracePt t="50334" x="3816350" y="6134100"/>
          <p14:tracePt t="50351" x="3790950" y="6140450"/>
          <p14:tracePt t="50368" x="3740150" y="6146800"/>
          <p14:tracePt t="50384" x="3657600" y="6153150"/>
          <p14:tracePt t="50401" x="3632200" y="6159500"/>
          <p14:tracePt t="50418" x="3600450" y="6165850"/>
          <p14:tracePt t="50434" x="3549650" y="6178550"/>
          <p14:tracePt t="50453" x="3492500" y="6191250"/>
          <p14:tracePt t="50467" x="3479800" y="6191250"/>
          <p14:tracePt t="50484" x="3467100" y="6191250"/>
          <p14:tracePt t="50501" x="3454400" y="6191250"/>
          <p14:tracePt t="50517" x="3441700" y="6197600"/>
          <p14:tracePt t="50551" x="3429000" y="6197600"/>
          <p14:tracePt t="50579" x="3422650" y="6191250"/>
          <p14:tracePt t="50587" x="3416300" y="6191250"/>
          <p14:tracePt t="50600" x="3409950" y="6191250"/>
          <p14:tracePt t="50617" x="3390900" y="6191250"/>
          <p14:tracePt t="50634" x="3384550" y="6191250"/>
          <p14:tracePt t="50650" x="3365500" y="6191250"/>
          <p14:tracePt t="50667" x="3333750" y="6184900"/>
          <p14:tracePt t="50685" x="3302000" y="6184900"/>
          <p14:tracePt t="50699" x="3282950" y="6184900"/>
          <p14:tracePt t="50716" x="3263900" y="6191250"/>
          <p14:tracePt t="50735" x="3238500" y="6203950"/>
          <p14:tracePt t="50750" x="3225800" y="6210300"/>
          <p14:tracePt t="50768" x="3213100" y="6210300"/>
          <p14:tracePt t="50770" x="3206750" y="6210300"/>
          <p14:tracePt t="50782" x="3200400" y="6210300"/>
          <p14:tracePt t="50799" x="3187700" y="6216650"/>
          <p14:tracePt t="50833" x="3175000" y="6216650"/>
          <p14:tracePt t="50849" x="3162300" y="6216650"/>
          <p14:tracePt t="50867" x="3155950" y="6216650"/>
          <p14:tracePt t="50909" x="3149600" y="6216650"/>
          <p14:tracePt t="50964" x="3143250" y="6216650"/>
          <p14:tracePt t="51000" x="3136900" y="6216650"/>
          <p14:tracePt t="51077" x="3143250" y="6216650"/>
          <p14:tracePt t="51126" x="3155950" y="6210300"/>
          <p14:tracePt t="51140" x="3162300" y="6210300"/>
          <p14:tracePt t="51147" x="3168650" y="6210300"/>
          <p14:tracePt t="51154" x="3181350" y="6210300"/>
          <p14:tracePt t="51168" x="3194050" y="6210300"/>
          <p14:tracePt t="51182" x="3213100" y="6210300"/>
          <p14:tracePt t="51198" x="3263900" y="6210300"/>
          <p14:tracePt t="51214" x="3289300" y="6203950"/>
          <p14:tracePt t="51231" x="3346450" y="6203950"/>
          <p14:tracePt t="51248" x="3416300" y="6191250"/>
          <p14:tracePt t="51265" x="3454400" y="6191250"/>
          <p14:tracePt t="51268" x="3486150" y="6184900"/>
          <p14:tracePt t="51282" x="3511550" y="6184900"/>
          <p14:tracePt t="51298" x="3568700" y="6184900"/>
          <p14:tracePt t="51315" x="3619500" y="6184900"/>
          <p14:tracePt t="51331" x="3632200" y="6184900"/>
          <p14:tracePt t="51347" x="3651250" y="6184900"/>
          <p14:tracePt t="51365" x="3695700" y="6197600"/>
          <p14:tracePt t="51381" x="3708400" y="6197600"/>
          <p14:tracePt t="51397" x="3721100" y="6203950"/>
          <p14:tracePt t="51414" x="3759200" y="6223000"/>
          <p14:tracePt t="51431" x="3784600" y="6229350"/>
          <p14:tracePt t="51447" x="3797300" y="6242050"/>
          <p14:tracePt t="51464" x="3873500" y="6261100"/>
          <p14:tracePt t="51480" x="3905250" y="6280150"/>
          <p14:tracePt t="51497" x="3962400" y="6292850"/>
          <p14:tracePt t="51514" x="4013200" y="6305550"/>
          <p14:tracePt t="51530" x="4044950" y="6311900"/>
          <p14:tracePt t="51547" x="4108450" y="6337300"/>
          <p14:tracePt t="51563" x="4165600" y="6343650"/>
          <p14:tracePt t="51580" x="4191000" y="6350000"/>
          <p14:tracePt t="51597" x="4241800" y="6369050"/>
          <p14:tracePt t="51614" x="4260850" y="6369050"/>
          <p14:tracePt t="51632" x="4311650" y="6381750"/>
          <p14:tracePt t="51646" x="4330700" y="6381750"/>
          <p14:tracePt t="51663" x="4349750" y="6381750"/>
          <p14:tracePt t="51680" x="4381500" y="6381750"/>
          <p14:tracePt t="51697" x="4413250" y="6381750"/>
          <p14:tracePt t="51713" x="4425950" y="6381750"/>
          <p14:tracePt t="51730" x="4451350" y="6381750"/>
          <p14:tracePt t="51746" x="4476750" y="6381750"/>
          <p14:tracePt t="51762" x="4489450" y="6381750"/>
          <p14:tracePt t="51779" x="4514850" y="6388100"/>
          <p14:tracePt t="51796" x="4533900" y="6388100"/>
          <p14:tracePt t="51813" x="4540250" y="6388100"/>
          <p14:tracePt t="51829" x="4546600" y="6388100"/>
          <p14:tracePt t="51846" x="4552950" y="6388100"/>
          <p14:tracePt t="51863" x="4559300" y="6388100"/>
          <p14:tracePt t="51899" x="4565650" y="6388100"/>
          <p14:tracePt t="51926" x="4572000" y="6388100"/>
          <p14:tracePt t="51953" x="4578350" y="6388100"/>
          <p14:tracePt t="52003" x="4584700" y="6381750"/>
          <p14:tracePt t="52024" x="4591050" y="6381750"/>
          <p14:tracePt t="52052" x="4597400" y="6381750"/>
          <p14:tracePt t="52066" x="4603750" y="6381750"/>
          <p14:tracePt t="52073" x="4610100" y="6381750"/>
          <p14:tracePt t="52095" x="4616450" y="6381750"/>
          <p14:tracePt t="52108" x="4622800" y="6381750"/>
          <p14:tracePt t="52115" x="4635500" y="6375400"/>
          <p14:tracePt t="52128" x="4660900" y="6375400"/>
          <p14:tracePt t="52144" x="4724400" y="6375400"/>
          <p14:tracePt t="52161" x="4768850" y="6369050"/>
          <p14:tracePt t="52179" x="4895850" y="6356350"/>
          <p14:tracePt t="52194" x="5035550" y="6350000"/>
          <p14:tracePt t="52211" x="5105400" y="6337300"/>
          <p14:tracePt t="52228" x="5232400" y="6318250"/>
          <p14:tracePt t="52244" x="5283200" y="6318250"/>
          <p14:tracePt t="52262" x="5391150" y="6299200"/>
          <p14:tracePt t="52278" x="5461000" y="6292850"/>
          <p14:tracePt t="52294" x="5486400" y="6292850"/>
          <p14:tracePt t="52311" x="5524500" y="6286500"/>
          <p14:tracePt t="52327" x="5556250" y="6286500"/>
          <p14:tracePt t="52344" x="5568950" y="6286500"/>
          <p14:tracePt t="52361" x="5594350" y="6280150"/>
          <p14:tracePt t="52377" x="5607050" y="6280150"/>
          <p14:tracePt t="52394" x="5619750" y="6280150"/>
          <p14:tracePt t="52410" x="5632450" y="6280150"/>
          <p14:tracePt t="52427" x="5651500" y="6280150"/>
          <p14:tracePt t="52444" x="5657850" y="6280150"/>
          <p14:tracePt t="52460" x="5670550" y="6273800"/>
          <p14:tracePt t="52477" x="5670550" y="6267450"/>
          <p14:tracePt t="52494" x="5683250" y="6267450"/>
          <p14:tracePt t="52585" x="5676900" y="6267450"/>
          <p14:tracePt t="52606" x="5664200" y="6267450"/>
          <p14:tracePt t="52613" x="5651500" y="6267450"/>
          <p14:tracePt t="52629" x="5632450" y="6267450"/>
          <p14:tracePt t="52643" x="5588000" y="6267450"/>
          <p14:tracePt t="52660" x="5422900" y="6235700"/>
          <p14:tracePt t="52677" x="5149850" y="6191250"/>
          <p14:tracePt t="52693" x="4953000" y="6153150"/>
          <p14:tracePt t="52709" x="4476750" y="6083300"/>
          <p14:tracePt t="52726" x="4013200" y="6026150"/>
          <p14:tracePt t="52743" x="3841750" y="6000750"/>
          <p14:tracePt t="52760" x="3562350" y="5988050"/>
          <p14:tracePt t="52776" x="3359150" y="5981700"/>
          <p14:tracePt t="52792" x="3282950" y="5981700"/>
          <p14:tracePt t="52810" x="3149600" y="5981700"/>
          <p14:tracePt t="52826" x="3060700" y="5981700"/>
          <p14:tracePt t="52842" x="3016250" y="5988050"/>
          <p14:tracePt t="52859" x="2959100" y="5994400"/>
          <p14:tracePt t="52875" x="2908300" y="6000750"/>
          <p14:tracePt t="52892" x="2889250" y="6000750"/>
          <p14:tracePt t="52909" x="2857500" y="6000750"/>
          <p14:tracePt t="52925" x="2838450" y="6013450"/>
          <p14:tracePt t="52943" x="2813050" y="6013450"/>
          <p14:tracePt t="52958" x="2787650" y="6013450"/>
          <p14:tracePt t="52975" x="2774950" y="6013450"/>
          <p14:tracePt t="52992" x="2749550" y="6013450"/>
          <p14:tracePt t="53008" x="2724150" y="6013450"/>
          <p14:tracePt t="53024" x="2711450" y="6013450"/>
          <p14:tracePt t="53041" x="2686050" y="6019800"/>
          <p14:tracePt t="53058" x="2654300" y="6019800"/>
          <p14:tracePt t="53075" x="2641600" y="6019800"/>
          <p14:tracePt t="53091" x="2628900" y="6019800"/>
          <p14:tracePt t="53108" x="2609850" y="6019800"/>
          <p14:tracePt t="53125" x="2603500" y="6019800"/>
          <p14:tracePt t="53158" x="2597150" y="6019800"/>
          <p14:tracePt t="53196" x="2597150" y="6026150"/>
          <p14:tracePt t="53231" x="2597150" y="6032500"/>
          <p14:tracePt t="53245" x="2597150" y="6038850"/>
          <p14:tracePt t="53266" x="2597150" y="6045200"/>
          <p14:tracePt t="53287" x="2597150" y="6051550"/>
          <p14:tracePt t="53336" x="2609850" y="6051550"/>
          <p14:tracePt t="53350" x="2616200" y="6051550"/>
          <p14:tracePt t="53358" x="2628900" y="6051550"/>
          <p14:tracePt t="53364" x="2647950" y="6051550"/>
          <p14:tracePt t="53378" x="2673350" y="6051550"/>
          <p14:tracePt t="53390" x="2711450" y="6051550"/>
          <p14:tracePt t="53407" x="2832100" y="6051550"/>
          <p14:tracePt t="53424" x="2908300" y="6051550"/>
          <p14:tracePt t="53441" x="3073400" y="6051550"/>
          <p14:tracePt t="53457" x="3251200" y="6051550"/>
          <p14:tracePt t="53473" x="3340100" y="6051550"/>
          <p14:tracePt t="53491" x="3505200" y="6045200"/>
          <p14:tracePt t="53507" x="3581400" y="6038850"/>
          <p14:tracePt t="53523" x="3721100" y="6026150"/>
          <p14:tracePt t="53540" x="3841750" y="6019800"/>
          <p14:tracePt t="53556" x="3879850" y="6019800"/>
          <p14:tracePt t="53574" x="3981450" y="6019800"/>
          <p14:tracePt t="53589" x="4051300" y="6013450"/>
          <p14:tracePt t="53606" x="4089400" y="6013450"/>
          <p14:tracePt t="53623" x="4152900" y="6000750"/>
          <p14:tracePt t="53640" x="4210050" y="6000750"/>
          <p14:tracePt t="53656" x="4235450" y="6000750"/>
          <p14:tracePt t="53673" x="4292600" y="6007100"/>
          <p14:tracePt t="53689" x="4349750" y="6013450"/>
          <p14:tracePt t="53706" x="4394200" y="6013450"/>
          <p14:tracePt t="53723" x="4438650" y="6019800"/>
          <p14:tracePt t="53739" x="4508500" y="6026150"/>
          <p14:tracePt t="53757" x="4559300" y="6026150"/>
          <p14:tracePt t="53773" x="4584700" y="6026150"/>
          <p14:tracePt t="53789" x="4616450" y="6026150"/>
          <p14:tracePt t="53806" x="4692650" y="6026150"/>
          <p14:tracePt t="53822" x="4718050" y="6026150"/>
          <p14:tracePt t="53839" x="4749800" y="6019800"/>
          <p14:tracePt t="53856" x="4800600" y="6019800"/>
          <p14:tracePt t="53872" x="4845050" y="6019800"/>
          <p14:tracePt t="53891" x="4895850" y="6019800"/>
          <p14:tracePt t="53905" x="4914900" y="6019800"/>
          <p14:tracePt t="53922" x="4965700" y="6019800"/>
          <p14:tracePt t="53940" x="5010150" y="6019800"/>
          <p14:tracePt t="53955" x="5035550" y="6026150"/>
          <p14:tracePt t="53973" x="5080000" y="6032500"/>
          <p14:tracePt t="53989" x="5118100" y="6045200"/>
          <p14:tracePt t="54005" x="5143500" y="6051550"/>
          <p14:tracePt t="54022" x="5149850" y="6051550"/>
          <p14:tracePt t="54038" x="5194300" y="6057900"/>
          <p14:tracePt t="54055" x="5245100" y="6070600"/>
          <p14:tracePt t="54073" x="5276850" y="6070600"/>
          <p14:tracePt t="54088" x="5302250" y="6070600"/>
          <p14:tracePt t="54105" x="5314950" y="6070600"/>
          <p14:tracePt t="54122" x="5334000" y="6070600"/>
          <p14:tracePt t="54138" x="5346700" y="6070600"/>
          <p14:tracePt t="54155" x="5372100" y="6070600"/>
          <p14:tracePt t="54172" x="5391150" y="6070600"/>
          <p14:tracePt t="54188" x="5403850" y="6070600"/>
          <p14:tracePt t="54204" x="5429250" y="6076950"/>
          <p14:tracePt t="54221" x="5435600" y="6076950"/>
          <p14:tracePt t="54237" x="5448300" y="6083300"/>
          <p14:tracePt t="54255" x="5467350" y="6083300"/>
          <p14:tracePt t="54271" x="5486400" y="6089650"/>
          <p14:tracePt t="54287" x="5492750" y="6096000"/>
          <p14:tracePt t="54304" x="5499100" y="6096000"/>
          <p14:tracePt t="54321" x="5505450" y="6102350"/>
          <p14:tracePt t="54340" x="5511800" y="6108700"/>
          <p14:tracePt t="54792" x="5543550" y="6108700"/>
          <p14:tracePt t="54799" x="5600700" y="6102350"/>
          <p14:tracePt t="54813" x="5664200" y="6096000"/>
          <p14:tracePt t="54822" x="5727700" y="6096000"/>
          <p14:tracePt t="54836" x="5810250" y="6076950"/>
          <p14:tracePt t="54852" x="5975350" y="6057900"/>
          <p14:tracePt t="54869" x="6051550" y="6045200"/>
          <p14:tracePt t="54885" x="6197600" y="6019800"/>
          <p14:tracePt t="54902" x="6242050" y="6000750"/>
          <p14:tracePt t="54919" x="6318250" y="5962650"/>
          <p14:tracePt t="54935" x="6330950" y="5949950"/>
          <p14:tracePt t="54952" x="6343650" y="5937250"/>
          <p14:tracePt t="54968" x="6356350" y="5918200"/>
          <p14:tracePt t="54985" x="6356350" y="5905500"/>
          <p14:tracePt t="55002" x="6356350" y="5892800"/>
          <p14:tracePt t="55018" x="6356350" y="5886450"/>
          <p14:tracePt t="55035" x="6337300" y="5867400"/>
          <p14:tracePt t="55052" x="6305550" y="5829300"/>
          <p14:tracePt t="55068" x="6280150" y="5810250"/>
          <p14:tracePt t="55085" x="6216650" y="5753100"/>
          <p14:tracePt t="55101" x="6096000" y="5664200"/>
          <p14:tracePt t="55118" x="6019800" y="5619750"/>
          <p14:tracePt t="55135" x="5816600" y="5530850"/>
          <p14:tracePt t="55151" x="5607050" y="5454650"/>
          <p14:tracePt t="55167" x="5492750" y="5435600"/>
          <p14:tracePt t="55185" x="5289550" y="5422900"/>
          <p14:tracePt t="55201" x="5086350" y="5429250"/>
          <p14:tracePt t="55217" x="4997450" y="5435600"/>
          <p14:tracePt t="55234" x="4851400" y="5467350"/>
          <p14:tracePt t="55251" x="4775200" y="5486400"/>
          <p14:tracePt t="55267" x="4610100" y="5556250"/>
          <p14:tracePt t="55284" x="4464050" y="5613400"/>
          <p14:tracePt t="55301" x="4356100" y="5664200"/>
          <p14:tracePt t="55318" x="4267200" y="5708650"/>
          <p14:tracePt t="55333" x="4241800" y="5721350"/>
          <p14:tracePt t="55350" x="4229100" y="5727700"/>
          <p14:tracePt t="55367" x="4203700" y="5734050"/>
          <p14:tracePt t="55383" x="4203700" y="5740400"/>
          <p14:tracePt t="55431" x="4203700" y="5734050"/>
          <p14:tracePt t="55444" x="4203700" y="5727700"/>
          <p14:tracePt t="55473" x="4191000" y="5715000"/>
          <p14:tracePt t="55479" x="4171950" y="5702300"/>
          <p14:tracePt t="55494" x="4152900" y="5683250"/>
          <p14:tracePt t="55503" x="4108450" y="5651500"/>
          <p14:tracePt t="55516" x="4064000" y="5626100"/>
          <p14:tracePt t="55533" x="4006850" y="5588000"/>
          <p14:tracePt t="55550" x="3733800" y="5410200"/>
          <p14:tracePt t="55566" x="3625850" y="5346700"/>
          <p14:tracePt t="55583" x="3517900" y="5270500"/>
          <p14:tracePt t="55599" x="3289300" y="5149850"/>
          <p14:tracePt t="55616" x="3079750" y="5067300"/>
          <p14:tracePt t="55633" x="3016250" y="5048250"/>
          <p14:tracePt t="55649" x="2921000" y="5022850"/>
          <p14:tracePt t="55666" x="2889250" y="5016500"/>
          <p14:tracePt t="55683" x="2882900" y="5016500"/>
          <p14:tracePt t="55699" x="2876550" y="5016500"/>
          <p14:tracePt t="55716" x="2876550" y="5022850"/>
          <p14:tracePt t="55749" x="2876550" y="5029200"/>
          <p14:tracePt t="55765" x="2882900" y="5029200"/>
          <p14:tracePt t="55782" x="2889250" y="5041900"/>
          <p14:tracePt t="55799" x="2901950" y="5041900"/>
          <p14:tracePt t="55802" x="2914650" y="5048250"/>
          <p14:tracePt t="55818" x="2933700" y="5054600"/>
          <p14:tracePt t="55832" x="3009900" y="5080000"/>
          <p14:tracePt t="55848" x="3060700" y="5099050"/>
          <p14:tracePt t="55865" x="3238500" y="5156200"/>
          <p14:tracePt t="55882" x="3327400" y="5200650"/>
          <p14:tracePt t="55898" x="3568700" y="5295900"/>
          <p14:tracePt t="55915" x="3854450" y="5429250"/>
          <p14:tracePt t="55932" x="4019550" y="5492750"/>
          <p14:tracePt t="55949" x="4324350" y="5613400"/>
          <p14:tracePt t="55964" x="4654550" y="5740400"/>
          <p14:tracePt t="55981" x="4806950" y="5778500"/>
          <p14:tracePt t="55999" x="5035550" y="5842000"/>
          <p14:tracePt t="56015" x="5245100" y="5880100"/>
          <p14:tracePt t="56031" x="5359400" y="5892800"/>
          <p14:tracePt t="56048" x="5549900" y="5892800"/>
          <p14:tracePt t="56064" x="5702300" y="5886450"/>
          <p14:tracePt t="56081" x="5746750" y="5880100"/>
          <p14:tracePt t="56098" x="5835650" y="5880100"/>
          <p14:tracePt t="56114" x="5930900" y="5861050"/>
          <p14:tracePt t="56132" x="5988050" y="5854700"/>
          <p14:tracePt t="56147" x="6019800" y="5848350"/>
          <p14:tracePt t="56164" x="6038850" y="5842000"/>
          <p14:tracePt t="56181" x="6089650" y="5835650"/>
          <p14:tracePt t="56197" x="6108700" y="5822950"/>
          <p14:tracePt t="56214" x="6127750" y="5822950"/>
          <p14:tracePt t="56231" x="6178550" y="5822950"/>
          <p14:tracePt t="56247" x="6197600" y="5822950"/>
          <p14:tracePt t="56265" x="6235700" y="5822950"/>
          <p14:tracePt t="56280" x="6267450" y="5822950"/>
          <p14:tracePt t="56297" x="6286500" y="5822950"/>
          <p14:tracePt t="56301" x="6318250" y="5822950"/>
          <p14:tracePt t="56314" x="6337300" y="5829300"/>
          <p14:tracePt t="56330" x="6362700" y="5829300"/>
          <p14:tracePt t="56347" x="6419850" y="5829300"/>
          <p14:tracePt t="56364" x="6470650" y="5842000"/>
          <p14:tracePt t="56380" x="6489700" y="5842000"/>
          <p14:tracePt t="56397" x="6534150" y="5848350"/>
          <p14:tracePt t="56413" x="6559550" y="5854700"/>
          <p14:tracePt t="56430" x="6572250" y="5854700"/>
          <p14:tracePt t="56448" x="6591300" y="5867400"/>
          <p14:tracePt t="56463" x="6597650" y="5867400"/>
          <p14:tracePt t="56480" x="6604000" y="5867400"/>
          <p14:tracePt t="56497" x="6616700" y="5873750"/>
          <p14:tracePt t="56513" x="6629400" y="5873750"/>
          <p14:tracePt t="56529" x="6642100" y="5873750"/>
          <p14:tracePt t="56548" x="6648450" y="5873750"/>
          <p14:tracePt t="56563" x="6648450" y="5880100"/>
          <p14:tracePt t="56580" x="6654800" y="5880100"/>
          <p14:tracePt t="56602" x="6661150" y="5880100"/>
          <p14:tracePt t="56658" x="6667500" y="5873750"/>
          <p14:tracePt t="56686" x="6673850" y="5867400"/>
          <p14:tracePt t="56693" x="6673850" y="5861050"/>
          <p14:tracePt t="56714" x="6680200" y="5854700"/>
          <p14:tracePt t="56729" x="6680200" y="5848350"/>
          <p14:tracePt t="56735" x="6686550" y="5848350"/>
          <p14:tracePt t="56763" x="6686550" y="5842000"/>
          <p14:tracePt t="56784" x="6692900" y="5835650"/>
          <p14:tracePt t="56812" x="6692900" y="5829300"/>
          <p14:tracePt t="56848" x="6692900" y="5822950"/>
          <p14:tracePt t="56875" x="6686550" y="5816600"/>
          <p14:tracePt t="56882" x="6680200" y="5816600"/>
          <p14:tracePt t="56924" x="6673850" y="5816600"/>
          <p14:tracePt t="56939" x="6667500" y="5816600"/>
          <p14:tracePt t="56953" x="6661150" y="5816600"/>
          <p14:tracePt t="56966" x="6654800" y="5816600"/>
          <p14:tracePt t="56988" x="6648450" y="5816600"/>
          <p14:tracePt t="56997" x="6635750" y="5816600"/>
          <p14:tracePt t="57011" x="6629400" y="5810250"/>
          <p14:tracePt t="57028" x="6597650" y="5797550"/>
          <p14:tracePt t="57045" x="6565900" y="5772150"/>
          <p14:tracePt t="57062" x="6540500" y="5753100"/>
          <p14:tracePt t="57079" x="6527800" y="5727700"/>
          <p14:tracePt t="57094" x="6477000" y="5600700"/>
          <p14:tracePt t="57110" x="6464300" y="5524500"/>
          <p14:tracePt t="57128" x="6445250" y="5327650"/>
          <p14:tracePt t="57144" x="6426200" y="5200650"/>
          <p14:tracePt t="57161" x="6381750" y="4889500"/>
          <p14:tracePt t="57177" x="6311900" y="4470400"/>
          <p14:tracePt t="57194" x="6286500" y="4248150"/>
          <p14:tracePt t="57211" x="6248400" y="3886200"/>
          <p14:tracePt t="57227" x="6203950" y="3613150"/>
          <p14:tracePt t="57244" x="6191250" y="3511550"/>
          <p14:tracePt t="57261" x="6153150" y="3340100"/>
          <p14:tracePt t="57277" x="6115050" y="3175000"/>
          <p14:tracePt t="57293" x="6083300" y="3092450"/>
          <p14:tracePt t="57297" x="6051550" y="3022600"/>
          <p14:tracePt t="57310" x="6000750" y="2940050"/>
          <p14:tracePt t="57327" x="5911850" y="2800350"/>
          <p14:tracePt t="57344" x="5861050" y="2743200"/>
          <p14:tracePt t="57361" x="5784850" y="2616200"/>
          <p14:tracePt t="57377" x="5702300" y="2540000"/>
          <p14:tracePt t="57393" x="5657850" y="2501900"/>
          <p14:tracePt t="57409" x="5613400" y="2463800"/>
          <p14:tracePt t="57426" x="5594350" y="2451100"/>
          <p14:tracePt t="57444" x="5537200" y="2413000"/>
          <p14:tracePt t="57460" x="5524500" y="2406650"/>
          <p14:tracePt t="57477" x="5511800" y="2400300"/>
          <p14:tracePt t="57493" x="5486400" y="2381250"/>
          <p14:tracePt t="57509" x="5467350" y="2374900"/>
          <p14:tracePt t="57526" x="5448300" y="2374900"/>
          <p14:tracePt t="57543" x="5422900" y="2374900"/>
          <p14:tracePt t="57560" x="5372100" y="2368550"/>
          <p14:tracePt t="57577" x="5314950" y="2368550"/>
          <p14:tracePt t="57593" x="5276850" y="2368550"/>
          <p14:tracePt t="57609" x="5213350" y="2368550"/>
          <p14:tracePt t="57626" x="5130800" y="2368550"/>
          <p14:tracePt t="57642" x="5105400" y="2374900"/>
          <p14:tracePt t="57659" x="5054600" y="2387600"/>
          <p14:tracePt t="57676" x="5010150" y="2387600"/>
          <p14:tracePt t="57692" x="4991100" y="2387600"/>
          <p14:tracePt t="57709" x="4965700" y="2393950"/>
          <p14:tracePt t="57726" x="4857750" y="2432050"/>
          <p14:tracePt t="57742" x="4819650" y="2444750"/>
          <p14:tracePt t="57759" x="4699000" y="2476500"/>
          <p14:tracePt t="57775" x="4641850" y="2495550"/>
          <p14:tracePt t="57792" x="4521200" y="2527300"/>
          <p14:tracePt t="57808" x="4438650" y="2533650"/>
          <p14:tracePt t="57825" x="4400550" y="2533650"/>
          <p14:tracePt t="57842" x="4330700" y="2533650"/>
          <p14:tracePt t="57858" x="4254500" y="2520950"/>
          <p14:tracePt t="57875" x="4210050" y="2514600"/>
          <p14:tracePt t="57892" x="4114800" y="2482850"/>
          <p14:tracePt t="57908" x="4025900" y="2438400"/>
          <p14:tracePt t="57925" x="3981450" y="2406650"/>
          <p14:tracePt t="57942" x="3949700" y="2393950"/>
          <p14:tracePt t="57958" x="3924300" y="2381250"/>
          <p14:tracePt t="57974" x="3905250" y="2374900"/>
          <p14:tracePt t="57991" x="3905250" y="2368550"/>
          <p14:tracePt t="58461" x="3886200" y="2406650"/>
          <p14:tracePt t="58468" x="3867150" y="2463800"/>
          <p14:tracePt t="58476" x="3841750" y="2533650"/>
          <p14:tracePt t="58490" x="3822700" y="2584450"/>
          <p14:tracePt t="58506" x="3803650" y="2628900"/>
          <p14:tracePt t="58523" x="3771900" y="2717800"/>
          <p14:tracePt t="58539" x="3733800" y="2800350"/>
          <p14:tracePt t="58556" x="3714750" y="2832100"/>
          <p14:tracePt t="58573" x="3670300" y="2921000"/>
          <p14:tracePt t="58589" x="3625850" y="3022600"/>
          <p14:tracePt t="58606" x="3606800" y="3067050"/>
          <p14:tracePt t="58622" x="3575050" y="3105150"/>
          <p14:tracePt t="58639" x="3562350" y="3124200"/>
          <p14:tracePt t="58656" x="3562350" y="3130550"/>
          <p14:tracePt t="58672" x="3562350" y="3136900"/>
          <p14:tracePt t="58707" x="3568700" y="3136900"/>
          <p14:tracePt t="58727" x="3575050" y="3136900"/>
          <p14:tracePt t="58741" x="3581400" y="3136900"/>
          <p14:tracePt t="58748" x="3587750" y="3136900"/>
          <p14:tracePt t="58758" x="3594100" y="3136900"/>
          <p14:tracePt t="58776" x="3594100" y="3130550"/>
          <p14:tracePt t="58792" x="3594100" y="3124200"/>
          <p14:tracePt t="58805" x="3606800" y="3124200"/>
          <p14:tracePt t="58821" x="3606800" y="3117850"/>
          <p14:tracePt t="59700" x="3600450" y="3143250"/>
          <p14:tracePt t="59714" x="3594100" y="3162300"/>
          <p14:tracePt t="59721" x="3575050" y="3194050"/>
          <p14:tracePt t="59735" x="3568700" y="3225800"/>
          <p14:tracePt t="59752" x="3543300" y="3295650"/>
          <p14:tracePt t="59768" x="3536950" y="3340100"/>
          <p14:tracePt t="59785" x="3517900" y="3397250"/>
          <p14:tracePt t="59801" x="3498850" y="3441700"/>
          <p14:tracePt t="59819" x="3492500" y="3460750"/>
          <p14:tracePt t="59834" x="3486150" y="3486150"/>
          <p14:tracePt t="59851" x="3479800" y="3498850"/>
          <p14:tracePt t="59855" x="3473450" y="3511550"/>
          <p14:tracePt t="59868" x="3473450" y="3517900"/>
          <p14:tracePt t="59885" x="3467100" y="3530600"/>
          <p14:tracePt t="59901" x="3460750" y="3536950"/>
          <p14:tracePt t="59934" x="3460750" y="3543300"/>
          <p14:tracePt t="61592" x="3467100" y="3543300"/>
          <p14:tracePt t="61613" x="3473450" y="3543300"/>
          <p14:tracePt t="61634" x="3479800" y="3549650"/>
          <p14:tracePt t="61655" x="3486150" y="3556000"/>
          <p14:tracePt t="61683" x="3492500" y="3562350"/>
          <p14:tracePt t="61704" x="3498850" y="3568700"/>
          <p14:tracePt t="61718" x="3498850" y="3575050"/>
          <p14:tracePt t="61732" x="3498850" y="3581400"/>
          <p14:tracePt t="61746" x="3505200" y="3587750"/>
          <p14:tracePt t="61754" x="3511550" y="3600450"/>
          <p14:tracePt t="61768" x="3517900" y="3613150"/>
          <p14:tracePt t="61778" x="3536950" y="3632200"/>
          <p14:tracePt t="61796" x="3562350" y="3689350"/>
          <p14:tracePt t="61811" x="3581400" y="3714750"/>
          <p14:tracePt t="61828" x="3632200" y="3803650"/>
          <p14:tracePt t="61845" x="3695700" y="3905250"/>
          <p14:tracePt t="61861" x="3721100" y="3949700"/>
          <p14:tracePt t="61864" x="3740150" y="3994150"/>
          <p14:tracePt t="61878" x="3765550" y="4038600"/>
          <p14:tracePt t="61895" x="3810000" y="4114800"/>
          <p14:tracePt t="61911" x="3816350" y="4146550"/>
          <p14:tracePt t="61929" x="3835400" y="4216400"/>
          <p14:tracePt t="61944" x="3848100" y="4267200"/>
          <p14:tracePt t="61961" x="3848100" y="4286250"/>
          <p14:tracePt t="61979" x="3854450" y="4318000"/>
          <p14:tracePt t="61994" x="3854450" y="4330700"/>
          <p14:tracePt t="62011" x="3854450" y="4368800"/>
          <p14:tracePt t="62028" x="3854450" y="4406900"/>
          <p14:tracePt t="62044" x="3854450" y="4425950"/>
          <p14:tracePt t="62060" x="3854450" y="4457700"/>
          <p14:tracePt t="62077" x="3854450" y="4483100"/>
          <p14:tracePt t="62094" x="3860800" y="4495800"/>
          <p14:tracePt t="62111" x="3860800" y="4521200"/>
          <p14:tracePt t="62127" x="3860800" y="4546600"/>
          <p14:tracePt t="62143" x="3860800" y="4559300"/>
          <p14:tracePt t="62160" x="3860800" y="4591050"/>
          <p14:tracePt t="62176" x="3860800" y="4629150"/>
          <p14:tracePt t="62193" x="3860800" y="4648200"/>
          <p14:tracePt t="62210" x="3860800" y="4699000"/>
          <p14:tracePt t="62227" x="3854450" y="4749800"/>
          <p14:tracePt t="62244" x="3854450" y="4787900"/>
          <p14:tracePt t="62260" x="3854450" y="4800600"/>
          <p14:tracePt t="62276" x="3854450" y="4813300"/>
          <p14:tracePt t="62294" x="3848100" y="4845050"/>
          <p14:tracePt t="62310" x="3841750" y="4851400"/>
          <p14:tracePt t="62326" x="3841750" y="4857750"/>
          <p14:tracePt t="62343" x="3841750" y="4864100"/>
          <p14:tracePt t="62359" x="3835400" y="4870450"/>
          <p14:tracePt t="62420" x="3835400" y="4876800"/>
          <p14:tracePt t="62448" x="3829050" y="4883150"/>
          <p14:tracePt t="62476" x="3829050" y="4889500"/>
          <p14:tracePt t="62497" x="3829050" y="4895850"/>
          <p14:tracePt t="62504" x="3829050" y="4902200"/>
          <p14:tracePt t="62526" x="3829050" y="4908550"/>
          <p14:tracePt t="62567" x="3829050" y="4914900"/>
          <p14:tracePt t="62588" x="3829050" y="4921250"/>
          <p14:tracePt t="62595" x="3822700" y="4927600"/>
          <p14:tracePt t="62611" x="3822700" y="4933950"/>
          <p14:tracePt t="62630" x="3822700" y="4946650"/>
          <p14:tracePt t="62641" x="3816350" y="4959350"/>
          <p14:tracePt t="62659" x="3797300" y="4997450"/>
          <p14:tracePt t="62675" x="3790950" y="5022850"/>
          <p14:tracePt t="62691" x="3771900" y="5092700"/>
          <p14:tracePt t="62708" x="3746500" y="5175250"/>
          <p14:tracePt t="62725" x="3727450" y="5219700"/>
          <p14:tracePt t="62742" x="3683000" y="5295900"/>
          <p14:tracePt t="62757" x="3663950" y="5346700"/>
          <p14:tracePt t="62775" x="3651250" y="5359400"/>
          <p14:tracePt t="62792" x="3638550" y="5391150"/>
          <p14:tracePt t="62808" x="3632200" y="5403850"/>
          <p14:tracePt t="62824" x="3625850" y="5410200"/>
          <p14:tracePt t="62988" x="3619500" y="5403850"/>
          <p14:tracePt t="63016" x="3613150" y="5397500"/>
          <p14:tracePt t="63030" x="3606800" y="5391150"/>
          <p14:tracePt t="63037" x="3600450" y="5378450"/>
          <p14:tracePt t="63051" x="3581400" y="5365750"/>
          <p14:tracePt t="63060" x="3549650" y="5334000"/>
          <p14:tracePt t="63074" x="3517900" y="5302250"/>
          <p14:tracePt t="63090" x="3397250" y="5194300"/>
          <p14:tracePt t="63108" x="3244850" y="5080000"/>
          <p14:tracePt t="63123" x="3175000" y="5029200"/>
          <p14:tracePt t="63140" x="3035300" y="4933950"/>
          <p14:tracePt t="63157" x="2921000" y="4864100"/>
          <p14:tracePt t="63173" x="2889250" y="4838700"/>
          <p14:tracePt t="63190" x="2844800" y="4826000"/>
          <p14:tracePt t="63206" x="2762250" y="4787900"/>
          <p14:tracePt t="63223" x="2743200" y="4768850"/>
          <p14:tracePt t="63240" x="2717800" y="4762500"/>
          <p14:tracePt t="63256" x="2705100" y="4756150"/>
          <p14:tracePt t="63273" x="2692400" y="4756150"/>
          <p14:tracePt t="63290" x="2686050" y="4749800"/>
          <p14:tracePt t="63339" x="2679700" y="4749800"/>
          <p14:tracePt t="63381" x="2679700" y="4756150"/>
          <p14:tracePt t="63430" x="2679700" y="4762500"/>
          <p14:tracePt t="63437" x="2673350" y="4762500"/>
          <p14:tracePt t="63472" x="2673350" y="4768850"/>
          <p14:tracePt t="63479" x="2673350" y="4775200"/>
          <p14:tracePt t="63500" x="2673350" y="4781550"/>
          <p14:tracePt t="63521" x="2679700" y="4781550"/>
          <p14:tracePt t="63528" x="2679700" y="4787900"/>
          <p14:tracePt t="63542" x="2692400" y="4794250"/>
          <p14:tracePt t="63556" x="2705100" y="4813300"/>
          <p14:tracePt t="63572" x="2717800" y="4826000"/>
          <p14:tracePt t="63588" x="2730500" y="4845050"/>
          <p14:tracePt t="63605" x="2800350" y="4933950"/>
          <p14:tracePt t="63622" x="2901950" y="5067300"/>
          <p14:tracePt t="63638" x="2952750" y="5143500"/>
          <p14:tracePt t="63655" x="3060700" y="5276850"/>
          <p14:tracePt t="63671" x="3149600" y="5391150"/>
          <p14:tracePt t="63689" x="3181350" y="5422900"/>
          <p14:tracePt t="63705" x="3232150" y="5480050"/>
          <p14:tracePt t="63721" x="3257550" y="5505450"/>
          <p14:tracePt t="63739" x="3270250" y="5518150"/>
          <p14:tracePt t="63754" x="3276600" y="5518150"/>
          <p14:tracePt t="64047" x="3276600" y="5524500"/>
          <p14:tracePt t="64061" x="3282950" y="5524500"/>
          <p14:tracePt t="64068" x="3295650" y="5524500"/>
          <p14:tracePt t="64082" x="3308350" y="5530850"/>
          <p14:tracePt t="64090" x="3327400" y="5537200"/>
          <p14:tracePt t="64106" x="3359150" y="5543550"/>
          <p14:tracePt t="64120" x="3429000" y="5575300"/>
          <p14:tracePt t="64137" x="3498850" y="5607050"/>
          <p14:tracePt t="64154" x="3657600" y="5645150"/>
          <p14:tracePt t="64170" x="3740150" y="5676900"/>
          <p14:tracePt t="64187" x="3949700" y="5715000"/>
          <p14:tracePt t="64203" x="4000500" y="5734050"/>
          <p14:tracePt t="64219" x="4044950" y="5740400"/>
          <p14:tracePt t="64237" x="4095750" y="5746750"/>
          <p14:tracePt t="64253" x="4121150" y="5759450"/>
          <p14:tracePt t="64270" x="4127500" y="5765800"/>
          <p14:tracePt t="64286" x="4127500" y="5772150"/>
          <p14:tracePt t="64302" x="4121150" y="5778500"/>
          <p14:tracePt t="64319" x="4114800" y="5778500"/>
          <p14:tracePt t="64336" x="4102100" y="5778500"/>
          <p14:tracePt t="64353" x="4089400" y="5784850"/>
          <p14:tracePt t="64370" x="4051300" y="5816600"/>
          <p14:tracePt t="64386" x="4032250" y="5829300"/>
          <p14:tracePt t="64402" x="3968750" y="5867400"/>
          <p14:tracePt t="64419" x="3898900" y="5918200"/>
          <p14:tracePt t="64435" x="3867150" y="5943600"/>
          <p14:tracePt t="64452" x="3848100" y="5956300"/>
          <p14:tracePt t="64469" x="3816350" y="6007100"/>
          <p14:tracePt t="64485" x="3816350" y="6013450"/>
          <p14:tracePt t="64503" x="3822700" y="6013450"/>
          <p14:tracePt t="64519" x="3854450" y="6019800"/>
          <p14:tracePt t="64535" x="3924300" y="6045200"/>
          <p14:tracePt t="64553" x="4070350" y="6064250"/>
          <p14:tracePt t="64569" x="4171950" y="6076950"/>
          <p14:tracePt t="64586" x="4425950" y="6096000"/>
          <p14:tracePt t="64602" x="4705350" y="6121400"/>
          <p14:tracePt t="64618" x="4845050" y="6127750"/>
          <p14:tracePt t="64635" x="5105400" y="6127750"/>
          <p14:tracePt t="64651" x="5353050" y="6102350"/>
          <p14:tracePt t="64668" x="5454650" y="6102350"/>
          <p14:tracePt t="64685" x="5657850" y="6070600"/>
          <p14:tracePt t="64701" x="5810250" y="6051550"/>
          <p14:tracePt t="64718" x="5867400" y="6045200"/>
          <p14:tracePt t="64735" x="5962650" y="6026150"/>
          <p14:tracePt t="64751" x="6026150" y="6026150"/>
          <p14:tracePt t="64768" x="6064250" y="6026150"/>
          <p14:tracePt t="64785" x="6146800" y="6026150"/>
          <p14:tracePt t="64801" x="6184900" y="6026150"/>
          <p14:tracePt t="64818" x="6242050" y="6026150"/>
          <p14:tracePt t="64834" x="6299200" y="6026150"/>
          <p14:tracePt t="64851" x="6318250" y="6026150"/>
          <p14:tracePt t="64868" x="6356350" y="6026150"/>
          <p14:tracePt t="64884" x="6381750" y="6026150"/>
          <p14:tracePt t="64901" x="6394450" y="6026150"/>
          <p14:tracePt t="64917" x="6426200" y="6019800"/>
          <p14:tracePt t="64933" x="6438900" y="6019800"/>
          <p14:tracePt t="64951" x="6445250" y="6013450"/>
          <p14:tracePt t="64967" x="6470650" y="6007100"/>
          <p14:tracePt t="64983" x="6477000" y="6007100"/>
          <p14:tracePt t="65001" x="6489700" y="6000750"/>
          <p14:tracePt t="65071" x="6477000" y="5994400"/>
          <p14:tracePt t="65085" x="6445250" y="5981700"/>
          <p14:tracePt t="65092" x="6407150" y="5975350"/>
          <p14:tracePt t="65101" x="6324600" y="5956300"/>
          <p14:tracePt t="65116" x="6223000" y="5943600"/>
          <p14:tracePt t="65134" x="5949950" y="5880100"/>
          <p14:tracePt t="65150" x="5778500" y="5854700"/>
          <p14:tracePt t="65166" x="5353050" y="5772150"/>
          <p14:tracePt t="65184" x="4997450" y="5695950"/>
          <p14:tracePt t="65200" x="4851400" y="5676900"/>
          <p14:tracePt t="65217" x="4635500" y="5632450"/>
          <p14:tracePt t="65234" x="4502150" y="5613400"/>
          <p14:tracePt t="65249" x="4464050" y="5613400"/>
          <p14:tracePt t="65266" x="4406900" y="5613400"/>
          <p14:tracePt t="65283" x="4368800" y="5619750"/>
          <p14:tracePt t="65299" x="4362450" y="5626100"/>
          <p14:tracePt t="65317" x="4356100" y="5632450"/>
          <p14:tracePt t="65333" x="4349750" y="5632450"/>
          <p14:tracePt t="65366" x="4349750" y="5638800"/>
          <p14:tracePt t="66021" x="4349750" y="5626100"/>
          <p14:tracePt t="66035" x="4356100" y="5619750"/>
          <p14:tracePt t="66042" x="4356100" y="5613400"/>
          <p14:tracePt t="66056" x="4362450" y="5588000"/>
          <p14:tracePt t="66066" x="4362450" y="5575300"/>
          <p14:tracePt t="66080" x="4368800" y="5556250"/>
          <p14:tracePt t="66097" x="4375150" y="5480050"/>
          <p14:tracePt t="66113" x="4406900" y="5334000"/>
          <p14:tracePt t="66130" x="4425950" y="5245100"/>
          <p14:tracePt t="66147" x="4432300" y="5143500"/>
          <p14:tracePt t="66163" x="4489450" y="4794250"/>
          <p14:tracePt t="66179" x="4489450" y="4692650"/>
          <p14:tracePt t="66197" x="4495800" y="4540250"/>
          <p14:tracePt t="66213" x="4495800" y="4476750"/>
          <p14:tracePt t="66230" x="4495800" y="4394200"/>
          <p14:tracePt t="66246" x="4489450" y="4362450"/>
          <p14:tracePt t="66262" x="4489450" y="4349750"/>
          <p14:tracePt t="66279" x="4489450" y="4337050"/>
          <p14:tracePt t="66296" x="4489450" y="4330700"/>
          <p14:tracePt t="66358" x="4489450" y="4337050"/>
          <p14:tracePt t="66372" x="4489450" y="4343400"/>
          <p14:tracePt t="66393" x="4489450" y="43497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1"/>
          <p:cNvSpPr>
            <a:spLocks noGrp="1" noChangeArrowheads="1"/>
          </p:cNvSpPr>
          <p:nvPr>
            <p:ph idx="1"/>
          </p:nvPr>
        </p:nvSpPr>
        <p:spPr>
          <a:xfrm>
            <a:off x="146304" y="1483360"/>
            <a:ext cx="9011920" cy="529844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>
                <a:solidFill>
                  <a:srgbClr val="2D2DB9"/>
                </a:solidFill>
              </a:rPr>
              <a:t>When defining classes</a:t>
            </a:r>
            <a:r>
              <a:rPr lang="en-US" altLang="zh-TW" sz="4000" dirty="0">
                <a:solidFill>
                  <a:srgbClr val="2D2DB9"/>
                </a:solidFill>
              </a:rPr>
              <a:t>:</a:t>
            </a:r>
            <a:endParaRPr lang="en-US" altLang="en-US" sz="3200" dirty="0">
              <a:solidFill>
                <a:srgbClr val="2D2DB9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3400" dirty="0">
                <a:solidFill>
                  <a:schemeClr val="tx1"/>
                </a:solidFill>
              </a:rPr>
              <a:t>Write methods (e.g., get &amp; set methods) so no need to directly </a:t>
            </a:r>
            <a:r>
              <a:rPr lang="en-US" altLang="en-US" sz="3400" dirty="0" smtClean="0">
                <a:solidFill>
                  <a:schemeClr val="tx1"/>
                </a:solidFill>
              </a:rPr>
              <a:t>access</a:t>
            </a:r>
            <a:r>
              <a:rPr lang="en-US" altLang="ja-JP" sz="3400" dirty="0" smtClean="0">
                <a:solidFill>
                  <a:schemeClr val="tx1"/>
                </a:solidFill>
              </a:rPr>
              <a:t> attributes.</a:t>
            </a:r>
            <a:endParaRPr lang="en-US" altLang="ja-JP" sz="3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400" dirty="0">
                <a:solidFill>
                  <a:schemeClr val="tx1"/>
                </a:solidFill>
              </a:rPr>
              <a:t>Use privacy only for </a:t>
            </a:r>
            <a:r>
              <a:rPr lang="en-US" altLang="en-US" sz="3400" dirty="0" smtClean="0">
                <a:solidFill>
                  <a:schemeClr val="tx1"/>
                </a:solidFill>
              </a:rPr>
              <a:t>attributes/methods </a:t>
            </a:r>
            <a:r>
              <a:rPr lang="en-US" altLang="en-US" sz="3400" dirty="0">
                <a:solidFill>
                  <a:schemeClr val="tx1"/>
                </a:solidFill>
              </a:rPr>
              <a:t>that are completely internal to </a:t>
            </a:r>
            <a:r>
              <a:rPr lang="en-US" altLang="en-US" sz="3400" dirty="0" smtClean="0">
                <a:solidFill>
                  <a:schemeClr val="tx1"/>
                </a:solidFill>
              </a:rPr>
              <a:t>the object.</a:t>
            </a:r>
            <a:endParaRPr lang="en-US" altLang="en-US" sz="3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TW" sz="4000" dirty="0">
                <a:solidFill>
                  <a:srgbClr val="2D2DB9"/>
                </a:solidFill>
              </a:rPr>
              <a:t>When using o</a:t>
            </a:r>
            <a:r>
              <a:rPr lang="en-US" altLang="en-US" sz="4000" dirty="0">
                <a:solidFill>
                  <a:srgbClr val="2D2DB9"/>
                </a:solidFill>
              </a:rPr>
              <a:t>bjects</a:t>
            </a:r>
            <a:r>
              <a:rPr lang="en-US" altLang="zh-TW" sz="4000" dirty="0">
                <a:solidFill>
                  <a:srgbClr val="2D2DB9"/>
                </a:solidFill>
              </a:rPr>
              <a:t>:</a:t>
            </a:r>
            <a:endParaRPr lang="en-US" altLang="en-US" sz="4000" dirty="0">
              <a:solidFill>
                <a:srgbClr val="2D2DB9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3400" spc="-30" dirty="0" smtClean="0">
                <a:solidFill>
                  <a:schemeClr val="tx1"/>
                </a:solidFill>
              </a:rPr>
              <a:t>Minimi</a:t>
            </a:r>
            <a:r>
              <a:rPr lang="en-US" altLang="en-US" sz="3400" spc="-70" dirty="0" smtClean="0">
                <a:solidFill>
                  <a:schemeClr val="tx1"/>
                </a:solidFill>
              </a:rPr>
              <a:t>z</a:t>
            </a:r>
            <a:r>
              <a:rPr lang="en-US" altLang="en-US" sz="3400" spc="-30" dirty="0" smtClean="0">
                <a:solidFill>
                  <a:schemeClr val="tx1"/>
                </a:solidFill>
              </a:rPr>
              <a:t>e directly reading obje</a:t>
            </a:r>
            <a:r>
              <a:rPr lang="en-US" altLang="en-US" sz="3400" dirty="0" smtClean="0">
                <a:solidFill>
                  <a:schemeClr val="tx1"/>
                </a:solidFill>
              </a:rPr>
              <a:t>ct</a:t>
            </a:r>
            <a:r>
              <a:rPr lang="en-US" altLang="ja-JP" sz="3400" dirty="0" smtClean="0">
                <a:solidFill>
                  <a:schemeClr val="tx1"/>
                </a:solidFill>
              </a:rPr>
              <a:t> </a:t>
            </a:r>
            <a:r>
              <a:rPr lang="en-US" altLang="ja-JP" sz="3400" dirty="0">
                <a:solidFill>
                  <a:schemeClr val="tx1"/>
                </a:solidFill>
              </a:rPr>
              <a:t>attr</a:t>
            </a:r>
            <a:r>
              <a:rPr lang="en-US" altLang="ja-JP" sz="3400" spc="-30" dirty="0">
                <a:solidFill>
                  <a:schemeClr val="tx1"/>
                </a:solidFill>
              </a:rPr>
              <a:t>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400" dirty="0">
                <a:solidFill>
                  <a:schemeClr val="tx1"/>
                </a:solidFill>
              </a:rPr>
              <a:t>Avoid directly altering </a:t>
            </a:r>
            <a:r>
              <a:rPr lang="en-US" altLang="en-US" sz="3400" dirty="0" smtClean="0">
                <a:solidFill>
                  <a:schemeClr val="tx1"/>
                </a:solidFill>
              </a:rPr>
              <a:t>object</a:t>
            </a:r>
            <a:r>
              <a:rPr lang="en-US" altLang="ja-JP" sz="3400" dirty="0" smtClean="0">
                <a:solidFill>
                  <a:schemeClr val="tx1"/>
                </a:solidFill>
              </a:rPr>
              <a:t> attributes.</a:t>
            </a:r>
            <a:endParaRPr lang="en-US" altLang="ja-JP" sz="3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400" dirty="0">
                <a:solidFill>
                  <a:schemeClr val="tx1"/>
                </a:solidFill>
              </a:rPr>
              <a:t>Never directly </a:t>
            </a:r>
            <a:r>
              <a:rPr lang="en-US" altLang="en-US" sz="3400" dirty="0" smtClean="0">
                <a:solidFill>
                  <a:schemeClr val="tx1"/>
                </a:solidFill>
              </a:rPr>
              <a:t>access</a:t>
            </a:r>
            <a:r>
              <a:rPr lang="en-US" altLang="ja-JP" sz="3400" dirty="0" smtClean="0">
                <a:solidFill>
                  <a:schemeClr val="tx1"/>
                </a:solidFill>
              </a:rPr>
              <a:t> </a:t>
            </a:r>
            <a:r>
              <a:rPr lang="en-US" altLang="ja-JP" sz="3400" dirty="0">
                <a:solidFill>
                  <a:schemeClr val="tx1"/>
                </a:solidFill>
              </a:rPr>
              <a:t>private attributes </a:t>
            </a:r>
            <a:r>
              <a:rPr lang="en-US" altLang="ja-JP" sz="3400" dirty="0" smtClean="0">
                <a:solidFill>
                  <a:schemeClr val="tx1"/>
                </a:solidFill>
              </a:rPr>
              <a:t> or methods.</a:t>
            </a:r>
            <a:endParaRPr lang="en-US" altLang="en-US" sz="3400" dirty="0">
              <a:solidFill>
                <a:schemeClr val="tx1"/>
              </a:solidFill>
            </a:endParaRPr>
          </a:p>
        </p:txBody>
      </p:sp>
      <p:sp>
        <p:nvSpPr>
          <p:cNvPr id="41985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Programming style for large projects: Respecting </a:t>
            </a:r>
            <a:r>
              <a:rPr lang="en-US" altLang="en-US" sz="4400" dirty="0">
                <a:latin typeface="Elephant" panose="02020904090505020303" pitchFamily="18" charset="0"/>
              </a:rPr>
              <a:t>Privacy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9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403"/>
    </mc:Choice>
    <mc:Fallback>
      <p:transition spd="slow" advTm="77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142" x="4514850" y="4318000"/>
          <p14:tracePt t="23149" x="4546600" y="4273550"/>
          <p14:tracePt t="23157" x="4597400" y="4222750"/>
          <p14:tracePt t="23174" x="4692650" y="4121150"/>
          <p14:tracePt t="23191" x="4889500" y="3848100"/>
          <p14:tracePt t="23207" x="5010150" y="3708400"/>
          <p14:tracePt t="23224" x="5137150" y="3556000"/>
          <p14:tracePt t="23241" x="5314950" y="3270250"/>
          <p14:tracePt t="23257" x="5435600" y="3130550"/>
          <p14:tracePt t="23274" x="5524500" y="3003550"/>
          <p14:tracePt t="23290" x="5626100" y="2851150"/>
          <p14:tracePt t="23307" x="5657850" y="2781300"/>
          <p14:tracePt t="23324" x="5734050" y="2654300"/>
          <p14:tracePt t="23340" x="5772150" y="2559050"/>
          <p14:tracePt t="23357" x="5829300" y="2482850"/>
          <p14:tracePt t="23374" x="5880100" y="2413000"/>
          <p14:tracePt t="23390" x="5911850" y="2381250"/>
          <p14:tracePt t="23407" x="5943600" y="2336800"/>
          <p14:tracePt t="23423" x="6019800" y="2298700"/>
          <p14:tracePt t="23440" x="6064250" y="2254250"/>
          <p14:tracePt t="23457" x="6159500" y="2152650"/>
          <p14:tracePt t="23473" x="6242050" y="2070100"/>
          <p14:tracePt t="23490" x="6337300" y="1974850"/>
          <p14:tracePt t="23507" x="6502400" y="1809750"/>
          <p14:tracePt t="23523" x="6610350" y="1701800"/>
          <p14:tracePt t="23540" x="6731000" y="1574800"/>
          <p14:tracePt t="23557" x="6858000" y="1441450"/>
          <p14:tracePt t="23573" x="6934200" y="1339850"/>
          <p14:tracePt t="23590" x="6997700" y="1270000"/>
          <p14:tracePt t="23606" x="7086600" y="1155700"/>
          <p14:tracePt t="23623" x="7137400" y="1085850"/>
          <p14:tracePt t="23640" x="7188200" y="1022350"/>
          <p14:tracePt t="23656" x="7207250" y="996950"/>
          <p14:tracePt t="23672" x="7226300" y="971550"/>
          <p14:tracePt t="23689" x="7239000" y="939800"/>
          <p14:tracePt t="23705" x="7239000" y="933450"/>
          <p14:tracePt t="23722" x="7239000" y="927100"/>
          <p14:tracePt t="23752" x="7232650" y="927100"/>
          <p14:tracePt t="23780" x="7226300" y="920750"/>
          <p14:tracePt t="23787" x="7219950" y="920750"/>
          <p14:tracePt t="23801" x="7213600" y="920750"/>
          <p14:tracePt t="23843" x="7207250" y="920750"/>
          <p14:tracePt t="23878" x="7200900" y="920750"/>
          <p14:tracePt t="23899" x="7188200" y="920750"/>
          <p14:tracePt t="23906" x="7175500" y="920750"/>
          <p14:tracePt t="23913" x="7162800" y="920750"/>
          <p14:tracePt t="23921" x="7150100" y="920750"/>
          <p14:tracePt t="23938" x="7099300" y="914400"/>
          <p14:tracePt t="23956" x="6978650" y="901700"/>
          <p14:tracePt t="23971" x="6864350" y="901700"/>
          <p14:tracePt t="23988" x="6699250" y="914400"/>
          <p14:tracePt t="24005" x="6369050" y="933450"/>
          <p14:tracePt t="24021" x="6076950" y="965200"/>
          <p14:tracePt t="24038" x="5810250" y="996950"/>
          <p14:tracePt t="24054" x="5302250" y="1085850"/>
          <p14:tracePt t="24071" x="4984750" y="1130300"/>
          <p14:tracePt t="24088" x="4559300" y="1206500"/>
          <p14:tracePt t="24104" x="4254500" y="1257300"/>
          <p14:tracePt t="24121" x="4019550" y="1289050"/>
          <p14:tracePt t="24138" x="3702050" y="1339850"/>
          <p14:tracePt t="24154" x="3524250" y="1358900"/>
          <p14:tracePt t="24171" x="3378200" y="1365250"/>
          <p14:tracePt t="24187" x="3257550" y="1384300"/>
          <p14:tracePt t="24204" x="3175000" y="1390650"/>
          <p14:tracePt t="24208" x="3143250" y="1409700"/>
          <p14:tracePt t="24223" x="3130550" y="1409700"/>
          <p14:tracePt t="24237" x="3111500" y="1409700"/>
          <p14:tracePt t="24254" x="3086100" y="1422400"/>
          <p14:tracePt t="24271" x="3079750" y="1422400"/>
          <p14:tracePt t="24287" x="3073400" y="1422400"/>
          <p14:tracePt t="24502" x="3079750" y="1422400"/>
          <p14:tracePt t="24579" x="3073400" y="1422400"/>
          <p14:tracePt t="24600" x="3067050" y="1422400"/>
          <p14:tracePt t="24614" x="3054350" y="1422400"/>
          <p14:tracePt t="24628" x="3041650" y="1422400"/>
          <p14:tracePt t="24642" x="3035300" y="1416050"/>
          <p14:tracePt t="24652" x="3028950" y="1416050"/>
          <p14:tracePt t="24669" x="3016250" y="1416050"/>
          <p14:tracePt t="24685" x="2959100" y="1409700"/>
          <p14:tracePt t="24702" x="2863850" y="1384300"/>
          <p14:tracePt t="24719" x="2724150" y="1365250"/>
          <p14:tracePt t="24735" x="2641600" y="1352550"/>
          <p14:tracePt t="25394" x="2647950" y="1352550"/>
          <p14:tracePt t="25401" x="2673350" y="1339850"/>
          <p14:tracePt t="25415" x="2686050" y="1339850"/>
          <p14:tracePt t="25422" x="2711450" y="1327150"/>
          <p14:tracePt t="25436" x="2755900" y="1314450"/>
          <p14:tracePt t="25450" x="2813050" y="1295400"/>
          <p14:tracePt t="25466" x="2838450" y="1282700"/>
          <p14:tracePt t="25483" x="2870200" y="1257300"/>
          <p14:tracePt t="25500" x="2933700" y="1212850"/>
          <p14:tracePt t="25516" x="2984500" y="1181100"/>
          <p14:tracePt t="25533" x="3009900" y="1155700"/>
          <p14:tracePt t="25549" x="3060700" y="1117600"/>
          <p14:tracePt t="25566" x="3098800" y="1092200"/>
          <p14:tracePt t="25583" x="3117850" y="1060450"/>
          <p14:tracePt t="25599" x="3130550" y="1047750"/>
          <p14:tracePt t="25616" x="3162300" y="1009650"/>
          <p14:tracePt t="25633" x="3213100" y="952500"/>
          <p14:tracePt t="25649" x="3244850" y="920750"/>
          <p14:tracePt t="25666" x="3302000" y="850900"/>
          <p14:tracePt t="25682" x="3346450" y="806450"/>
          <p14:tracePt t="25699" x="3371850" y="793750"/>
          <p14:tracePt t="25716" x="3403600" y="768350"/>
          <p14:tracePt t="25732" x="3429000" y="742950"/>
          <p14:tracePt t="25749" x="3441700" y="730250"/>
          <p14:tracePt t="25766" x="3454400" y="723900"/>
          <p14:tracePt t="25782" x="3460750" y="723900"/>
          <p14:tracePt t="25798" x="3467100" y="717550"/>
          <p14:tracePt t="25843" x="3460750" y="717550"/>
          <p14:tracePt t="25857" x="3460750" y="723900"/>
          <p14:tracePt t="25865" x="3454400" y="723900"/>
          <p14:tracePt t="25881" x="3448050" y="730250"/>
          <p14:tracePt t="25899" x="3441700" y="742950"/>
          <p14:tracePt t="25915" x="3429000" y="749300"/>
          <p14:tracePt t="25931" x="3416300" y="762000"/>
          <p14:tracePt t="25948" x="3371850" y="787400"/>
          <p14:tracePt t="25964" x="3308350" y="825500"/>
          <p14:tracePt t="25981" x="3276600" y="850900"/>
          <p14:tracePt t="25998" x="3175000" y="914400"/>
          <p14:tracePt t="26014" x="3073400" y="990600"/>
          <p14:tracePt t="26033" x="2971800" y="1054100"/>
          <p14:tracePt t="26047" x="2933700" y="1092200"/>
          <p14:tracePt t="26064" x="2901950" y="1117600"/>
          <p14:tracePt t="26081" x="2863850" y="1162050"/>
          <p14:tracePt t="26097" x="2857500" y="1168400"/>
          <p14:tracePt t="26114" x="2851150" y="1174750"/>
          <p14:tracePt t="26131" x="2851150" y="1181100"/>
          <p14:tracePt t="26147" x="2844800" y="1187450"/>
          <p14:tracePt t="26236" x="2851150" y="1187450"/>
          <p14:tracePt t="26263" x="2857500" y="1187450"/>
          <p14:tracePt t="26306" x="2863850" y="1187450"/>
          <p14:tracePt t="26312" x="2870200" y="1187450"/>
          <p14:tracePt t="26334" x="2876550" y="1181100"/>
          <p14:tracePt t="26383" x="2882900" y="1174750"/>
          <p14:tracePt t="26404" x="2895600" y="1174750"/>
          <p14:tracePt t="26432" x="2895600" y="1168400"/>
          <p14:tracePt t="26467" x="2901950" y="1168400"/>
          <p14:tracePt t="26495" x="2908300" y="1168400"/>
          <p14:tracePt t="26501" x="2914650" y="1168400"/>
          <p14:tracePt t="26516" x="2921000" y="1168400"/>
          <p14:tracePt t="26530" x="2921000" y="1162050"/>
          <p14:tracePt t="26546" x="2933700" y="1162050"/>
          <p14:tracePt t="26593" x="2940050" y="1155700"/>
          <p14:tracePt t="26607" x="2946400" y="1155700"/>
          <p14:tracePt t="26628" x="2952750" y="1155700"/>
          <p14:tracePt t="26635" x="2959100" y="1155700"/>
          <p14:tracePt t="26645" x="2965450" y="1155700"/>
          <p14:tracePt t="26662" x="2971800" y="1149350"/>
          <p14:tracePt t="26684" x="2978150" y="1149350"/>
          <p14:tracePt t="26699" x="2984500" y="1149350"/>
          <p14:tracePt t="26712" x="2990850" y="1143000"/>
          <p14:tracePt t="26729" x="2997200" y="1143000"/>
          <p14:tracePt t="26732" x="3003550" y="1143000"/>
          <p14:tracePt t="26762" x="3009900" y="1136650"/>
          <p14:tracePt t="26778" x="3016250" y="1136650"/>
          <p14:tracePt t="26795" x="3022600" y="1130300"/>
          <p14:tracePt t="26812" x="3028950" y="1130300"/>
          <p14:tracePt t="26828" x="3041650" y="1130300"/>
          <p14:tracePt t="26846" x="3048000" y="1123950"/>
          <p14:tracePt t="26861" x="3060700" y="1123950"/>
          <p14:tracePt t="26878" x="3086100" y="1117600"/>
          <p14:tracePt t="26895" x="3105150" y="1111250"/>
          <p14:tracePt t="26911" x="3124200" y="1104900"/>
          <p14:tracePt t="26928" x="3143250" y="1104900"/>
          <p14:tracePt t="26945" x="3155950" y="1098550"/>
          <p14:tracePt t="26986" x="3155950" y="1104900"/>
          <p14:tracePt t="27049" x="3155950" y="1111250"/>
          <p14:tracePt t="27063" x="3155950" y="1117600"/>
          <p14:tracePt t="27084" x="3155950" y="1123950"/>
          <p14:tracePt t="27098" x="3149600" y="1130300"/>
          <p14:tracePt t="27105" x="3149600" y="1136650"/>
          <p14:tracePt t="27119" x="3149600" y="1149350"/>
          <p14:tracePt t="27128" x="3143250" y="1162050"/>
          <p14:tracePt t="27143" x="3136900" y="1181100"/>
          <p14:tracePt t="27161" x="3130550" y="1219200"/>
          <p14:tracePt t="27177" x="3111500" y="1282700"/>
          <p14:tracePt t="27193" x="3105150" y="1301750"/>
          <p14:tracePt t="27210" x="3092450" y="1339850"/>
          <p14:tracePt t="27227" x="3092450" y="1365250"/>
          <p14:tracePt t="27244" x="3086100" y="1371600"/>
          <p14:tracePt t="27260" x="3086100" y="1384300"/>
          <p14:tracePt t="27277" x="3079750" y="1397000"/>
          <p14:tracePt t="27610" x="3079750" y="1390650"/>
          <p14:tracePt t="27715" x="3079750" y="1397000"/>
          <p14:tracePt t="28789" x="3054350" y="1384300"/>
          <p14:tracePt t="28797" x="3022600" y="1352550"/>
          <p14:tracePt t="28811" x="2990850" y="1327150"/>
          <p14:tracePt t="28821" x="2965450" y="1308100"/>
          <p14:tracePt t="28838" x="2921000" y="1250950"/>
          <p14:tracePt t="28854" x="2901950" y="1231900"/>
          <p14:tracePt t="28871" x="2863850" y="1187450"/>
          <p14:tracePt t="28888" x="2825750" y="1162050"/>
          <p14:tracePt t="28904" x="2806700" y="1143000"/>
          <p14:tracePt t="28922" x="2794000" y="1130300"/>
          <p14:tracePt t="28938" x="2743200" y="1085850"/>
          <p14:tracePt t="28954" x="2730500" y="1066800"/>
          <p14:tracePt t="28971" x="2711450" y="1054100"/>
          <p14:tracePt t="28987" x="2705100" y="1054100"/>
          <p14:tracePt t="29004" x="2698750" y="1054100"/>
          <p14:tracePt t="29021" x="2692400" y="1054100"/>
          <p14:tracePt t="29037" x="2686050" y="1054100"/>
          <p14:tracePt t="29053" x="2686050" y="1066800"/>
          <p14:tracePt t="29073" x="2679700" y="1066800"/>
          <p14:tracePt t="29112" x="2673350" y="1073150"/>
          <p14:tracePt t="29140" x="2673350" y="1079500"/>
          <p14:tracePt t="29168" x="2667000" y="1079500"/>
          <p14:tracePt t="29189" x="2667000" y="1085850"/>
          <p14:tracePt t="29259" x="2667000" y="1092200"/>
          <p14:tracePt t="29301" x="2667000" y="1098550"/>
          <p14:tracePt t="29308" x="2673350" y="1098550"/>
          <p14:tracePt t="29329" x="2679700" y="1098550"/>
          <p14:tracePt t="29392" x="2686050" y="1098550"/>
          <p14:tracePt t="29421" x="2692400" y="1098550"/>
          <p14:tracePt t="29462" x="2698750" y="1098550"/>
          <p14:tracePt t="29470" x="2705100" y="1098550"/>
          <p14:tracePt t="29554" x="2711450" y="1098550"/>
          <p14:tracePt t="29589" x="2717800" y="1098550"/>
          <p14:tracePt t="29624" x="2717800" y="1104900"/>
          <p14:tracePt t="29638" x="2717800" y="1111250"/>
          <p14:tracePt t="29694" x="2724150" y="1111250"/>
          <p14:tracePt t="29701" x="2730500" y="1117600"/>
          <p14:tracePt t="29729" x="2736850" y="1117600"/>
          <p14:tracePt t="29750" x="2743200" y="1123950"/>
          <p14:tracePt t="29757" x="2749550" y="1123950"/>
          <p14:tracePt t="29792" x="2755900" y="1123950"/>
          <p14:tracePt t="29799" x="2755900" y="1130300"/>
          <p14:tracePt t="29813" x="2762250" y="1130300"/>
          <p14:tracePt t="29827" x="2768600" y="1130300"/>
          <p14:tracePt t="29842" x="2774950" y="1130300"/>
          <p14:tracePt t="29851" x="2781300" y="1136650"/>
          <p14:tracePt t="29871" x="2787650" y="1136650"/>
          <p14:tracePt t="29885" x="2800350" y="1143000"/>
          <p14:tracePt t="29901" x="2806700" y="1143000"/>
          <p14:tracePt t="29918" x="2870200" y="1162050"/>
          <p14:tracePt t="29934" x="2901950" y="1168400"/>
          <p14:tracePt t="29950" x="2940050" y="1174750"/>
          <p14:tracePt t="29968" x="3035300" y="1181100"/>
          <p14:tracePt t="29984" x="3143250" y="1193800"/>
          <p14:tracePt t="30001" x="3194050" y="1193800"/>
          <p14:tracePt t="30017" x="3321050" y="1200150"/>
          <p14:tracePt t="30034" x="3435350" y="1200150"/>
          <p14:tracePt t="30051" x="3511550" y="1200150"/>
          <p14:tracePt t="30067" x="3670300" y="1200150"/>
          <p14:tracePt t="30083" x="3810000" y="1200150"/>
          <p14:tracePt t="30101" x="3873500" y="1200150"/>
          <p14:tracePt t="30117" x="3975100" y="1200150"/>
          <p14:tracePt t="30133" x="4044950" y="1200150"/>
          <p14:tracePt t="30151" x="4095750" y="1193800"/>
          <p14:tracePt t="30167" x="4114800" y="1181100"/>
          <p14:tracePt t="30183" x="4121150" y="1181100"/>
          <p14:tracePt t="30200" x="4146550" y="1174750"/>
          <p14:tracePt t="30431" x="4152900" y="1174750"/>
          <p14:tracePt t="30445" x="4159250" y="1174750"/>
          <p14:tracePt t="30467" x="4165600" y="1174750"/>
          <p14:tracePt t="30479" x="4171950" y="1174750"/>
          <p14:tracePt t="30493" x="4178300" y="1174750"/>
          <p14:tracePt t="30502" x="4191000" y="1174750"/>
          <p14:tracePt t="30516" x="4197350" y="1174750"/>
          <p14:tracePt t="30532" x="4216400" y="1174750"/>
          <p14:tracePt t="30548" x="4254500" y="1174750"/>
          <p14:tracePt t="30565" x="4311650" y="1162050"/>
          <p14:tracePt t="30582" x="4349750" y="1162050"/>
          <p14:tracePt t="30599" x="4432300" y="1162050"/>
          <p14:tracePt t="30615" x="4533900" y="1168400"/>
          <p14:tracePt t="30632" x="4597400" y="1168400"/>
          <p14:tracePt t="30648" x="4718050" y="1187450"/>
          <p14:tracePt t="30665" x="4832350" y="1193800"/>
          <p14:tracePt t="30682" x="4902200" y="1193800"/>
          <p14:tracePt t="30698" x="5029200" y="1193800"/>
          <p14:tracePt t="30715" x="5156200" y="1212850"/>
          <p14:tracePt t="30732" x="5302250" y="1231900"/>
          <p14:tracePt t="30748" x="5365750" y="1244600"/>
          <p14:tracePt t="30764" x="5511800" y="1250950"/>
          <p14:tracePt t="30781" x="5664200" y="1250950"/>
          <p14:tracePt t="30798" x="5727700" y="1250950"/>
          <p14:tracePt t="30814" x="5803900" y="1250950"/>
          <p14:tracePt t="30831" x="6000750" y="1250950"/>
          <p14:tracePt t="30848" x="6064250" y="1250950"/>
          <p14:tracePt t="30865" x="6140450" y="1257300"/>
          <p14:tracePt t="30881" x="6172200" y="1257300"/>
          <p14:tracePt t="30897" x="6210300" y="1257300"/>
          <p14:tracePt t="30915" x="6254750" y="1257300"/>
          <p14:tracePt t="30931" x="6267450" y="1250950"/>
          <p14:tracePt t="30949" x="6292850" y="1250950"/>
          <p14:tracePt t="30964" x="6299200" y="1250950"/>
          <p14:tracePt t="30997" x="6305550" y="1250950"/>
          <p14:tracePt t="31027" x="6311900" y="1250950"/>
          <p14:tracePt t="31244" x="6318250" y="1250950"/>
          <p14:tracePt t="31251" x="6324600" y="1250950"/>
          <p14:tracePt t="31266" x="6330950" y="1250950"/>
          <p14:tracePt t="31279" x="6337300" y="1257300"/>
          <p14:tracePt t="31296" x="6381750" y="1257300"/>
          <p14:tracePt t="31313" x="6400800" y="1263650"/>
          <p14:tracePt t="31329" x="6457950" y="1270000"/>
          <p14:tracePt t="31346" x="6515100" y="1270000"/>
          <p14:tracePt t="31363" x="6572250" y="1276350"/>
          <p14:tracePt t="31379" x="6610350" y="1289050"/>
          <p14:tracePt t="31396" x="6673850" y="1295400"/>
          <p14:tracePt t="31413" x="6718300" y="1295400"/>
          <p14:tracePt t="31429" x="6737350" y="1295400"/>
          <p14:tracePt t="31446" x="6769100" y="1295400"/>
          <p14:tracePt t="31463" x="6832600" y="1276350"/>
          <p14:tracePt t="31479" x="6851650" y="1276350"/>
          <p14:tracePt t="31496" x="6870700" y="1276350"/>
          <p14:tracePt t="31512" x="6902450" y="1276350"/>
          <p14:tracePt t="31529" x="6934200" y="1276350"/>
          <p14:tracePt t="31546" x="6946900" y="1276350"/>
          <p14:tracePt t="31562" x="6972300" y="1276350"/>
          <p14:tracePt t="31579" x="6991350" y="1276350"/>
          <p14:tracePt t="31596" x="7004050" y="1276350"/>
          <p14:tracePt t="31612" x="7010400" y="1276350"/>
          <p14:tracePt t="31628" x="7010400" y="1270000"/>
          <p14:tracePt t="31806" x="7004050" y="1270000"/>
          <p14:tracePt t="31869" x="6997700" y="1270000"/>
          <p14:tracePt t="31953" x="6991350" y="1270000"/>
          <p14:tracePt t="31995" x="6985000" y="1270000"/>
          <p14:tracePt t="32023" x="6978650" y="1270000"/>
          <p14:tracePt t="32065" x="6972300" y="1270000"/>
          <p14:tracePt t="32086" x="6965950" y="1270000"/>
          <p14:tracePt t="32094" x="6959600" y="1276350"/>
          <p14:tracePt t="32107" x="6953250" y="1276350"/>
          <p14:tracePt t="32114" x="6946900" y="1276350"/>
          <p14:tracePt t="32130" x="6927850" y="1282700"/>
          <p14:tracePt t="32143" x="6915150" y="1289050"/>
          <p14:tracePt t="32160" x="6813550" y="1308100"/>
          <p14:tracePt t="32177" x="6737350" y="1320800"/>
          <p14:tracePt t="32193" x="6527800" y="1371600"/>
          <p14:tracePt t="32210" x="6229350" y="1466850"/>
          <p14:tracePt t="32227" x="5842000" y="1574800"/>
          <p14:tracePt t="32243" x="5626100" y="1657350"/>
          <p14:tracePt t="32259" x="5137150" y="1854200"/>
          <p14:tracePt t="32276" x="4699000" y="2063750"/>
          <p14:tracePt t="32293" x="4521200" y="2171700"/>
          <p14:tracePt t="32311" x="4241800" y="2330450"/>
          <p14:tracePt t="32326" x="4076700" y="2451100"/>
          <p14:tracePt t="32342" x="4019550" y="2501900"/>
          <p14:tracePt t="32360" x="3917950" y="2565400"/>
          <p14:tracePt t="32376" x="3829050" y="2622550"/>
          <p14:tracePt t="32392" x="3784600" y="2647950"/>
          <p14:tracePt t="32409" x="3708400" y="2686050"/>
          <p14:tracePt t="32425" x="3606800" y="2730500"/>
          <p14:tracePt t="32442" x="3575050" y="2749550"/>
          <p14:tracePt t="32459" x="3556000" y="2762250"/>
          <p14:tracePt t="33047" x="3536950" y="2762250"/>
          <p14:tracePt t="33061" x="3517900" y="2762250"/>
          <p14:tracePt t="33067" x="3492500" y="2755900"/>
          <p14:tracePt t="33076" x="3467100" y="2749550"/>
          <p14:tracePt t="33090" x="3422650" y="2730500"/>
          <p14:tracePt t="33106" x="3371850" y="2724150"/>
          <p14:tracePt t="33124" x="3257550" y="2686050"/>
          <p14:tracePt t="33140" x="3124200" y="2647950"/>
          <p14:tracePt t="33156" x="3048000" y="2628900"/>
          <p14:tracePt t="33173" x="2889250" y="2578100"/>
          <p14:tracePt t="33189" x="2692400" y="2514600"/>
          <p14:tracePt t="33206" x="2584450" y="2482850"/>
          <p14:tracePt t="33223" x="2381250" y="2432050"/>
          <p14:tracePt t="33239" x="2184400" y="2400300"/>
          <p14:tracePt t="33256" x="2082800" y="2381250"/>
          <p14:tracePt t="33272" x="1866900" y="2381250"/>
          <p14:tracePt t="33289" x="1714500" y="2368550"/>
          <p14:tracePt t="33306" x="1663700" y="2362200"/>
          <p14:tracePt t="33322" x="1612900" y="2355850"/>
          <p14:tracePt t="33339" x="1593850" y="2355850"/>
          <p14:tracePt t="33356" x="1581150" y="2349500"/>
          <p14:tracePt t="33559" x="1581150" y="2355850"/>
          <p14:tracePt t="33587" x="1581150" y="2362200"/>
          <p14:tracePt t="33607" x="1581150" y="2368550"/>
          <p14:tracePt t="33614" x="1587500" y="2368550"/>
          <p14:tracePt t="33628" x="1587500" y="2374900"/>
          <p14:tracePt t="33637" x="1587500" y="2400300"/>
          <p14:tracePt t="33654" x="1593850" y="2413000"/>
          <p14:tracePt t="33671" x="1593850" y="2419350"/>
          <p14:tracePt t="46434" x="1587500" y="2432050"/>
          <p14:tracePt t="46441" x="1587500" y="2444750"/>
          <p14:tracePt t="46448" x="1574800" y="2457450"/>
          <p14:tracePt t="46460" x="1568450" y="2482850"/>
          <p14:tracePt t="46477" x="1555750" y="2546350"/>
          <p14:tracePt t="46493" x="1543050" y="2584450"/>
          <p14:tracePt t="46511" x="1524000" y="2673350"/>
          <p14:tracePt t="46527" x="1517650" y="2724150"/>
          <p14:tracePt t="46543" x="1511300" y="2762250"/>
          <p14:tracePt t="46560" x="1498600" y="2819400"/>
          <p14:tracePt t="46577" x="1498600" y="2857500"/>
          <p14:tracePt t="46593" x="1498600" y="2889250"/>
          <p14:tracePt t="46610" x="1498600" y="2921000"/>
          <p14:tracePt t="46626" x="1498600" y="2933700"/>
          <p14:tracePt t="46643" x="1498600" y="2952750"/>
          <p14:tracePt t="46660" x="1504950" y="2997200"/>
          <p14:tracePt t="46676" x="1511300" y="3028950"/>
          <p14:tracePt t="46693" x="1517650" y="3073400"/>
          <p14:tracePt t="46709" x="1517650" y="3098800"/>
          <p14:tracePt t="46726" x="1517650" y="3117850"/>
          <p14:tracePt t="46743" x="1517650" y="3143250"/>
          <p14:tracePt t="46759" x="1517650" y="3149600"/>
          <p14:tracePt t="46776" x="1517650" y="3162300"/>
          <p14:tracePt t="46793" x="1517650" y="3175000"/>
          <p14:tracePt t="46827" x="1517650" y="3187700"/>
          <p14:tracePt t="46842" x="1517650" y="3200400"/>
          <p14:tracePt t="46859" x="1517650" y="3213100"/>
          <p14:tracePt t="46876" x="1517650" y="3232150"/>
          <p14:tracePt t="46892" x="1517650" y="3251200"/>
          <p14:tracePt t="46896" x="1517650" y="3257550"/>
          <p14:tracePt t="46909" x="1517650" y="3270250"/>
          <p14:tracePt t="46926" x="1517650" y="3308350"/>
          <p14:tracePt t="46942" x="1517650" y="3340100"/>
          <p14:tracePt t="46959" x="1524000" y="3371850"/>
          <p14:tracePt t="46975" x="1524000" y="3409950"/>
          <p14:tracePt t="46992" x="1530350" y="3416300"/>
          <p14:tracePt t="47010" x="1530350" y="3429000"/>
          <p14:tracePt t="47025" x="1536700" y="3429000"/>
          <p14:tracePt t="47061" x="1543050" y="3429000"/>
          <p14:tracePt t="47206" x="1543050" y="3435350"/>
          <p14:tracePt t="47213" x="1543050" y="3441700"/>
          <p14:tracePt t="47227" x="1536700" y="3448050"/>
          <p14:tracePt t="47241" x="1524000" y="3454400"/>
          <p14:tracePt t="47258" x="1511300" y="3473450"/>
          <p14:tracePt t="47274" x="1498600" y="3492500"/>
          <p14:tracePt t="47291" x="1485900" y="3517900"/>
          <p14:tracePt t="47307" x="1479550" y="3524250"/>
          <p14:tracePt t="47325" x="1460500" y="3543300"/>
          <p14:tracePt t="47340" x="1460500" y="3549650"/>
          <p14:tracePt t="47357" x="1454150" y="3556000"/>
          <p14:tracePt t="47390" x="1454150" y="3562350"/>
          <p14:tracePt t="47613" x="1441450" y="3562350"/>
          <p14:tracePt t="47619" x="1435100" y="3556000"/>
          <p14:tracePt t="47626" x="1422400" y="3556000"/>
          <p14:tracePt t="47640" x="1397000" y="3543300"/>
          <p14:tracePt t="47656" x="1365250" y="3530600"/>
          <p14:tracePt t="47673" x="1327150" y="3511550"/>
          <p14:tracePt t="47690" x="1282700" y="3486150"/>
          <p14:tracePt t="47706" x="1263650" y="3479800"/>
          <p14:tracePt t="47723" x="1250950" y="3473450"/>
          <p14:tracePt t="47739" x="1244600" y="3473450"/>
          <p14:tracePt t="47756" x="1244600" y="3467100"/>
          <p14:tracePt t="47772" x="1238250" y="3467100"/>
          <p14:tracePt t="47795" x="1231900" y="3460750"/>
          <p14:tracePt t="47956" x="1238250" y="3460750"/>
          <p14:tracePt t="48005" x="1238250" y="3467100"/>
          <p14:tracePt t="48026" x="1244600" y="3467100"/>
          <p14:tracePt t="48047" x="1250950" y="3467100"/>
          <p14:tracePt t="48055" x="1257300" y="3467100"/>
          <p14:tracePt t="48076" x="1263650" y="3467100"/>
          <p14:tracePt t="48090" x="1270000" y="3467100"/>
          <p14:tracePt t="48103" x="1276350" y="3467100"/>
          <p14:tracePt t="48117" x="1282700" y="3467100"/>
          <p14:tracePt t="48124" x="1289050" y="3467100"/>
          <p14:tracePt t="48138" x="1301750" y="3467100"/>
          <p14:tracePt t="48155" x="1339850" y="3467100"/>
          <p14:tracePt t="48171" x="1384300" y="3473450"/>
          <p14:tracePt t="48189" x="1492250" y="3498850"/>
          <p14:tracePt t="48204" x="1600200" y="3505200"/>
          <p14:tracePt t="48221" x="1714500" y="3524250"/>
          <p14:tracePt t="48238" x="1866900" y="3549650"/>
          <p14:tracePt t="48254" x="1962150" y="3575050"/>
          <p14:tracePt t="48272" x="2108200" y="3606800"/>
          <p14:tracePt t="48288" x="2190750" y="3619500"/>
          <p14:tracePt t="48304" x="2286000" y="3632200"/>
          <p14:tracePt t="48321" x="2381250" y="3638550"/>
          <p14:tracePt t="48337" x="2444750" y="3644900"/>
          <p14:tracePt t="48354" x="2482850" y="3644900"/>
          <p14:tracePt t="48371" x="2540000" y="3644900"/>
          <p14:tracePt t="48387" x="2584450" y="3638550"/>
          <p14:tracePt t="48405" x="2616200" y="3625850"/>
          <p14:tracePt t="48420" x="2628900" y="3625850"/>
          <p14:tracePt t="48437" x="2635250" y="3625850"/>
          <p14:tracePt t="48454" x="2667000" y="3625850"/>
          <p14:tracePt t="48470" x="2692400" y="3619500"/>
          <p14:tracePt t="48487" x="2705100" y="3619500"/>
          <p14:tracePt t="48503" x="2724150" y="3619500"/>
          <p14:tracePt t="48520" x="2743200" y="3613150"/>
          <p14:tracePt t="48536" x="2755900" y="3613150"/>
          <p14:tracePt t="48553" x="2781300" y="3606800"/>
          <p14:tracePt t="48570" x="2800350" y="3606800"/>
          <p14:tracePt t="48587" x="2819400" y="3600450"/>
          <p14:tracePt t="48603" x="2851150" y="3594100"/>
          <p14:tracePt t="48619" x="2895600" y="3587750"/>
          <p14:tracePt t="48637" x="2946400" y="3575050"/>
          <p14:tracePt t="48653" x="2965450" y="3575050"/>
          <p14:tracePt t="48669" x="2984500" y="3568700"/>
          <p14:tracePt t="48687" x="3048000" y="3568700"/>
          <p14:tracePt t="48703" x="3067050" y="3568700"/>
          <p14:tracePt t="48719" x="3086100" y="3568700"/>
          <p14:tracePt t="48736" x="3130550" y="3568700"/>
          <p14:tracePt t="48752" x="3175000" y="3568700"/>
          <p14:tracePt t="48769" x="3206750" y="3568700"/>
          <p14:tracePt t="48786" x="3257550" y="3568700"/>
          <p14:tracePt t="48802" x="3289300" y="3575050"/>
          <p14:tracePt t="48819" x="3314700" y="3575050"/>
          <p14:tracePt t="48836" x="3327400" y="3575050"/>
          <p14:tracePt t="48852" x="3327400" y="3581400"/>
          <p14:tracePt t="48931" x="3327400" y="3575050"/>
          <p14:tracePt t="48938" x="3321050" y="3575050"/>
          <p14:tracePt t="48952" x="3321050" y="3568700"/>
          <p14:tracePt t="48968" x="3314700" y="3568700"/>
          <p14:tracePt t="49367" x="3321050" y="3568700"/>
          <p14:tracePt t="49381" x="3333750" y="3568700"/>
          <p14:tracePt t="49387" x="3352800" y="3568700"/>
          <p14:tracePt t="49403" x="3371850" y="3562350"/>
          <p14:tracePt t="49417" x="3403600" y="3562350"/>
          <p14:tracePt t="49434" x="3492500" y="3556000"/>
          <p14:tracePt t="49451" x="3657600" y="3536950"/>
          <p14:tracePt t="49466" x="3765550" y="3524250"/>
          <p14:tracePt t="49483" x="3981450" y="3511550"/>
          <p14:tracePt t="49500" x="4184650" y="3505200"/>
          <p14:tracePt t="49516" x="4273550" y="3505200"/>
          <p14:tracePt t="49533" x="4387850" y="3505200"/>
          <p14:tracePt t="49550" x="4445000" y="3505200"/>
          <p14:tracePt t="49566" x="4457700" y="3505200"/>
          <p14:tracePt t="49583" x="4476750" y="3505200"/>
          <p14:tracePt t="49599" x="4483100" y="3511550"/>
          <p14:tracePt t="49633" x="4489450" y="3511550"/>
          <p14:tracePt t="49649" x="4495800" y="3511550"/>
          <p14:tracePt t="49669" x="4502150" y="3511550"/>
          <p14:tracePt t="49689" x="4514850" y="3511550"/>
          <p14:tracePt t="49710" x="4521200" y="3511550"/>
          <p14:tracePt t="49719" x="4527550" y="3505200"/>
          <p14:tracePt t="49738" x="4533900" y="3505200"/>
          <p14:tracePt t="49752" x="4540250" y="3505200"/>
          <p14:tracePt t="49766" x="4552950" y="3498850"/>
          <p14:tracePt t="49782" x="4578350" y="3498850"/>
          <p14:tracePt t="49799" x="4591050" y="3498850"/>
          <p14:tracePt t="49816" x="4629150" y="3498850"/>
          <p14:tracePt t="49832" x="4699000" y="3492500"/>
          <p14:tracePt t="49849" x="4737100" y="3492500"/>
          <p14:tracePt t="49866" x="4832350" y="3486150"/>
          <p14:tracePt t="49882" x="4921250" y="3479800"/>
          <p14:tracePt t="49899" x="4953000" y="3467100"/>
          <p14:tracePt t="49915" x="4991100" y="3460750"/>
          <p14:tracePt t="49932" x="5010150" y="3454400"/>
          <p14:tracePt t="49984" x="5003800" y="3460750"/>
          <p14:tracePt t="49990" x="4991100" y="3467100"/>
          <p14:tracePt t="50001" x="4984750" y="3467100"/>
          <p14:tracePt t="50014" x="4978400" y="3473450"/>
          <p14:tracePt t="50031" x="4965700" y="3473450"/>
          <p14:tracePt t="50048" x="4953000" y="3486150"/>
          <p14:tracePt t="50065" x="4914900" y="3492500"/>
          <p14:tracePt t="50082" x="4832350" y="3505200"/>
          <p14:tracePt t="50098" x="4781550" y="3524250"/>
          <p14:tracePt t="50114" x="4635500" y="3556000"/>
          <p14:tracePt t="50131" x="4451350" y="3594100"/>
          <p14:tracePt t="50147" x="4362450" y="3613150"/>
          <p14:tracePt t="50164" x="4203700" y="3651250"/>
          <p14:tracePt t="50181" x="4095750" y="3670300"/>
          <p14:tracePt t="50198" x="4070350" y="3676650"/>
          <p14:tracePt t="50214" x="4044950" y="3683000"/>
          <p14:tracePt t="50230" x="4032250" y="3689350"/>
          <p14:tracePt t="50300" x="4044950" y="3689350"/>
          <p14:tracePt t="50321" x="4051300" y="3689350"/>
          <p14:tracePt t="50335" x="4057650" y="3689350"/>
          <p14:tracePt t="50342" x="4070350" y="3683000"/>
          <p14:tracePt t="50350" x="4083050" y="3683000"/>
          <p14:tracePt t="50364" x="4095750" y="3683000"/>
          <p14:tracePt t="50380" x="4108450" y="3683000"/>
          <p14:tracePt t="50396" x="4140200" y="3683000"/>
          <p14:tracePt t="50413" x="4210050" y="3676650"/>
          <p14:tracePt t="50430" x="4248150" y="3676650"/>
          <p14:tracePt t="50447" x="4362450" y="3676650"/>
          <p14:tracePt t="50463" x="4502150" y="3670300"/>
          <p14:tracePt t="50480" x="4584700" y="3657600"/>
          <p14:tracePt t="50497" x="4749800" y="3651250"/>
          <p14:tracePt t="50513" x="4927600" y="3638550"/>
          <p14:tracePt t="50530" x="5003800" y="3632200"/>
          <p14:tracePt t="50546" x="5124450" y="3619500"/>
          <p14:tracePt t="50563" x="5238750" y="3619500"/>
          <p14:tracePt t="50580" x="5321300" y="3619500"/>
          <p14:tracePt t="50596" x="5346700" y="3619500"/>
          <p14:tracePt t="50613" x="5365750" y="3632200"/>
          <p14:tracePt t="50630" x="5416550" y="3638550"/>
          <p14:tracePt t="50646" x="5429250" y="3644900"/>
          <p14:tracePt t="50679" x="5441950" y="3644900"/>
          <p14:tracePt t="50696" x="5454650" y="3644900"/>
          <p14:tracePt t="50729" x="5461000" y="3644900"/>
          <p14:tracePt t="50745" x="5473700" y="3644900"/>
          <p14:tracePt t="50783" x="5480050" y="3644900"/>
          <p14:tracePt t="50790" x="5486400" y="3644900"/>
          <p14:tracePt t="50804" x="5492750" y="3644900"/>
          <p14:tracePt t="50812" x="5499100" y="3644900"/>
          <p14:tracePt t="50829" x="5505450" y="3644900"/>
          <p14:tracePt t="50845" x="5518150" y="3644900"/>
          <p14:tracePt t="50862" x="5543550" y="3644900"/>
          <p14:tracePt t="50878" x="5562600" y="3644900"/>
          <p14:tracePt t="50896" x="5619750" y="3644900"/>
          <p14:tracePt t="50911" x="5689600" y="3638550"/>
          <p14:tracePt t="50928" x="5721350" y="3638550"/>
          <p14:tracePt t="50945" x="5784850" y="3632200"/>
          <p14:tracePt t="50961" x="5816600" y="3632200"/>
          <p14:tracePt t="50978" x="5861050" y="3632200"/>
          <p14:tracePt t="50995" x="5886450" y="3625850"/>
          <p14:tracePt t="51011" x="5892800" y="3625850"/>
          <p14:tracePt t="51028" x="5899150" y="3625850"/>
          <p14:tracePt t="51050" x="5899150" y="3619500"/>
          <p14:tracePt t="51071" x="5886450" y="3619500"/>
          <p14:tracePt t="51623" x="5867400" y="3613150"/>
          <p14:tracePt t="51637" x="5822950" y="3581400"/>
          <p14:tracePt t="51645" x="5759450" y="3536950"/>
          <p14:tracePt t="51659" x="5683250" y="3479800"/>
          <p14:tracePt t="51676" x="5467350" y="3321050"/>
          <p14:tracePt t="51693" x="5073650" y="3048000"/>
          <p14:tracePt t="51708" x="4832350" y="2870200"/>
          <p14:tracePt t="51725" x="4318000" y="2533650"/>
          <p14:tracePt t="51743" x="3917950" y="2305050"/>
          <p14:tracePt t="51759" x="3746500" y="2222500"/>
          <p14:tracePt t="51776" x="3638550" y="2171700"/>
          <p14:tracePt t="51792" x="3448050" y="2063750"/>
          <p14:tracePt t="51809" x="3422650" y="2051050"/>
          <p14:tracePt t="51826" x="3403600" y="2044700"/>
          <p14:tracePt t="51842" x="3390900" y="2032000"/>
          <p14:tracePt t="51858" x="3384550" y="2032000"/>
          <p14:tracePt t="51946" x="3390900" y="2032000"/>
          <p14:tracePt t="51953" x="3397250" y="2032000"/>
          <p14:tracePt t="51973" x="3397250" y="2025650"/>
          <p14:tracePt t="52023" x="3403600" y="2025650"/>
          <p14:tracePt t="52044" x="3409950" y="2032000"/>
          <p14:tracePt t="52065" x="3416300" y="2038350"/>
          <p14:tracePt t="52072" x="3416300" y="2044700"/>
          <p14:tracePt t="52093" x="3416300" y="2051050"/>
          <p14:tracePt t="52108" x="3422650" y="2063750"/>
          <p14:tracePt t="52114" x="3422650" y="2070100"/>
          <p14:tracePt t="52128" x="3429000" y="2076450"/>
          <p14:tracePt t="52140" x="3435350" y="2082800"/>
          <p14:tracePt t="52157" x="3441700" y="2089150"/>
          <p14:tracePt t="52174" x="3448050" y="2095500"/>
          <p14:tracePt t="52191" x="3454400" y="2108200"/>
          <p14:tracePt t="52207" x="3460750" y="2127250"/>
          <p14:tracePt t="52224" x="3479800" y="2139950"/>
          <p14:tracePt t="52241" x="3498850" y="2190750"/>
          <p14:tracePt t="52257" x="3530600" y="2254250"/>
          <p14:tracePt t="52274" x="3543300" y="2286000"/>
          <p14:tracePt t="52290" x="3568700" y="2381250"/>
          <p14:tracePt t="52307" x="3606800" y="2476500"/>
          <p14:tracePt t="52324" x="3625850" y="2533650"/>
          <p14:tracePt t="52340" x="3663950" y="2641600"/>
          <p14:tracePt t="52356" x="3695700" y="2743200"/>
          <p14:tracePt t="52374" x="3765550" y="2851150"/>
          <p14:tracePt t="52390" x="3790950" y="2908300"/>
          <p14:tracePt t="52406" x="3829050" y="2978150"/>
          <p14:tracePt t="52423" x="3943350" y="3206750"/>
          <p14:tracePt t="52440" x="3981450" y="3276600"/>
          <p14:tracePt t="52457" x="4025900" y="3378200"/>
          <p14:tracePt t="52473" x="4038600" y="3397250"/>
          <p14:tracePt t="52489" x="4057650" y="3422650"/>
          <p14:tracePt t="52507" x="4064000" y="3435350"/>
          <p14:tracePt t="52584" x="4070350" y="3435350"/>
          <p14:tracePt t="52619" x="4070350" y="3429000"/>
          <p14:tracePt t="52675" x="4076700" y="3429000"/>
          <p14:tracePt t="52682" x="4083050" y="3429000"/>
          <p14:tracePt t="60366" x="4076700" y="3429000"/>
          <p14:tracePt t="60373" x="4057650" y="3429000"/>
          <p14:tracePt t="60381" x="4044950" y="3422650"/>
          <p14:tracePt t="60395" x="4000500" y="3409950"/>
          <p14:tracePt t="60413" x="3956050" y="3409950"/>
          <p14:tracePt t="60431" x="3829050" y="3390900"/>
          <p14:tracePt t="60446" x="3721100" y="3371850"/>
          <p14:tracePt t="60462" x="3594100" y="3359150"/>
          <p14:tracePt t="60479" x="3435350" y="3346450"/>
          <p14:tracePt t="60495" x="3365500" y="3346450"/>
          <p14:tracePt t="60512" x="3321050" y="3346450"/>
          <p14:tracePt t="60529" x="3257550" y="3340100"/>
          <p14:tracePt t="60546" x="3213100" y="3340100"/>
          <p14:tracePt t="60562" x="3149600" y="3346450"/>
          <p14:tracePt t="60578" x="3105150" y="3346450"/>
          <p14:tracePt t="60595" x="3048000" y="3352800"/>
          <p14:tracePt t="60612" x="2965450" y="3359150"/>
          <p14:tracePt t="60628" x="2927350" y="3359150"/>
          <p14:tracePt t="60645" x="2889250" y="3359150"/>
          <p14:tracePt t="60661" x="2832100" y="3365500"/>
          <p14:tracePt t="60678" x="2800350" y="3365500"/>
          <p14:tracePt t="60695" x="2774950" y="3371850"/>
          <p14:tracePt t="60711" x="2749550" y="3378200"/>
          <p14:tracePt t="60727" x="2730500" y="3403600"/>
          <p14:tracePt t="60746" x="2717800" y="3416300"/>
          <p14:tracePt t="60761" x="2711450" y="3422650"/>
          <p14:tracePt t="60777" x="2711450" y="3435350"/>
          <p14:tracePt t="60795" x="2705100" y="3435350"/>
          <p14:tracePt t="60851" x="2698750" y="3435350"/>
          <p14:tracePt t="60885" x="2698750" y="3429000"/>
          <p14:tracePt t="61583" x="2705100" y="3429000"/>
          <p14:tracePt t="61590" x="2711450" y="3429000"/>
          <p14:tracePt t="61597" x="2717800" y="3429000"/>
          <p14:tracePt t="61608" x="2724150" y="3429000"/>
          <p14:tracePt t="61625" x="2736850" y="3435350"/>
          <p14:tracePt t="61641" x="2743200" y="3435350"/>
          <p14:tracePt t="61658" x="2749550" y="3435350"/>
          <p14:tracePt t="61675" x="2762250" y="3441700"/>
          <p14:tracePt t="61691" x="2768600" y="3448050"/>
          <p14:tracePt t="61708" x="2774950" y="3448050"/>
          <p14:tracePt t="61724" x="2800350" y="3454400"/>
          <p14:tracePt t="61741" x="2806700" y="3460750"/>
          <p14:tracePt t="61758" x="2838450" y="3460750"/>
          <p14:tracePt t="61773" x="2857500" y="3473450"/>
          <p14:tracePt t="61790" x="2876550" y="3479800"/>
          <p14:tracePt t="61808" x="2901950" y="3492500"/>
          <p14:tracePt t="61824" x="2921000" y="3498850"/>
          <p14:tracePt t="61840" x="2940050" y="3498850"/>
          <p14:tracePt t="61857" x="2952750" y="3511550"/>
          <p14:tracePt t="61874" x="2965450" y="3511550"/>
          <p14:tracePt t="61890" x="2978150" y="3517900"/>
          <p14:tracePt t="61907" x="2984500" y="3517900"/>
          <p14:tracePt t="61941" x="2984500" y="3524250"/>
          <p14:tracePt t="61957" x="2990850" y="3530600"/>
          <p14:tracePt t="61977" x="2990850" y="3536950"/>
          <p14:tracePt t="62004" x="2990850" y="3543300"/>
          <p14:tracePt t="62046" x="2990850" y="3549650"/>
          <p14:tracePt t="62068" x="2997200" y="3556000"/>
          <p14:tracePt t="62180" x="3003550" y="3556000"/>
          <p14:tracePt t="62250" x="3009900" y="3556000"/>
          <p14:tracePt t="62341" x="3003550" y="3556000"/>
          <p14:tracePt t="62348" x="2997200" y="3556000"/>
          <p14:tracePt t="62858" x="2997200" y="3568700"/>
          <p14:tracePt t="62865" x="2990850" y="3581400"/>
          <p14:tracePt t="62873" x="2978150" y="3594100"/>
          <p14:tracePt t="62886" x="2965450" y="3632200"/>
          <p14:tracePt t="62903" x="2952750" y="3663950"/>
          <p14:tracePt t="62921" x="2933700" y="3733800"/>
          <p14:tracePt t="62936" x="2921000" y="3784600"/>
          <p14:tracePt t="62953" x="2901950" y="3835400"/>
          <p14:tracePt t="62971" x="2876550" y="3924300"/>
          <p14:tracePt t="62987" x="2851150" y="3987800"/>
          <p14:tracePt t="63003" x="2838450" y="4044950"/>
          <p14:tracePt t="63020" x="2806700" y="4133850"/>
          <p14:tracePt t="63036" x="2781300" y="4235450"/>
          <p14:tracePt t="63053" x="2755900" y="4305300"/>
          <p14:tracePt t="63070" x="2724150" y="4406900"/>
          <p14:tracePt t="63086" x="2711450" y="4451350"/>
          <p14:tracePt t="63103" x="2705100" y="4489450"/>
          <p14:tracePt t="63119" x="2686050" y="4533900"/>
          <p14:tracePt t="63136" x="2679700" y="4559300"/>
          <p14:tracePt t="63153" x="2673350" y="4591050"/>
          <p14:tracePt t="63170" x="2673350" y="4610100"/>
          <p14:tracePt t="63186" x="2673350" y="4622800"/>
          <p14:tracePt t="63203" x="2673350" y="4641850"/>
          <p14:tracePt t="63219" x="2673350" y="4660900"/>
          <p14:tracePt t="63236" x="2673350" y="4692650"/>
          <p14:tracePt t="63252" x="2673350" y="4743450"/>
          <p14:tracePt t="63269" x="2673350" y="4794250"/>
          <p14:tracePt t="63286" x="2654300" y="4876800"/>
          <p14:tracePt t="63302" x="2647950" y="4921250"/>
          <p14:tracePt t="63319" x="2641600" y="4972050"/>
          <p14:tracePt t="63336" x="2635250" y="5041900"/>
          <p14:tracePt t="63352" x="2635250" y="5073650"/>
          <p14:tracePt t="63370" x="2635250" y="5137150"/>
          <p14:tracePt t="63385" x="2641600" y="5187950"/>
          <p14:tracePt t="63402" x="2641600" y="5232400"/>
          <p14:tracePt t="63419" x="2647950" y="5314950"/>
          <p14:tracePt t="63435" x="2654300" y="5353050"/>
          <p14:tracePt t="63452" x="2660650" y="5378450"/>
          <p14:tracePt t="63469" x="2679700" y="5416550"/>
          <p14:tracePt t="63485" x="2679700" y="5435600"/>
          <p14:tracePt t="63502" x="2686050" y="5448300"/>
          <p14:tracePt t="63518" x="2686050" y="5461000"/>
          <p14:tracePt t="63534" x="2686050" y="5467350"/>
          <p14:tracePt t="63568" x="2692400" y="5473700"/>
          <p14:tracePt t="63603" x="2698750" y="5473700"/>
          <p14:tracePt t="63629" x="2705100" y="5480050"/>
          <p14:tracePt t="63636" x="2711450" y="5486400"/>
          <p14:tracePt t="67615" x="2717800" y="5486400"/>
          <p14:tracePt t="67622" x="2724150" y="5480050"/>
          <p14:tracePt t="67629" x="2743200" y="5467350"/>
          <p14:tracePt t="67637" x="2762250" y="5448300"/>
          <p14:tracePt t="67654" x="2794000" y="5429250"/>
          <p14:tracePt t="67672" x="2844800" y="5397500"/>
          <p14:tracePt t="67687" x="2889250" y="5365750"/>
          <p14:tracePt t="67704" x="2921000" y="5340350"/>
          <p14:tracePt t="67721" x="2971800" y="5314950"/>
          <p14:tracePt t="67737" x="2997200" y="5295900"/>
          <p14:tracePt t="67753" x="3022600" y="5270500"/>
          <p14:tracePt t="67770" x="3054350" y="5264150"/>
          <p14:tracePt t="67787" x="3073400" y="5251450"/>
          <p14:tracePt t="67804" x="3086100" y="5238750"/>
          <p14:tracePt t="67820" x="3105150" y="5232400"/>
          <p14:tracePt t="67837" x="3124200" y="5219700"/>
          <p14:tracePt t="67854" x="3136900" y="5213350"/>
          <p14:tracePt t="67870" x="3155950" y="5207000"/>
          <p14:tracePt t="67886" x="3175000" y="5200650"/>
          <p14:tracePt t="67903" x="3200400" y="5187950"/>
          <p14:tracePt t="67920" x="3219450" y="5175250"/>
          <p14:tracePt t="67937" x="3244850" y="5162550"/>
          <p14:tracePt t="67953" x="3282950" y="5156200"/>
          <p14:tracePt t="67969" x="3302000" y="5143500"/>
          <p14:tracePt t="67987" x="3314700" y="5137150"/>
          <p14:tracePt t="68002" x="3327400" y="5137150"/>
          <p14:tracePt t="68019" x="3340100" y="5137150"/>
          <p14:tracePt t="68037" x="3346450" y="5137150"/>
          <p14:tracePt t="68052" x="3352800" y="5137150"/>
          <p14:tracePt t="68072" x="3359150" y="5137150"/>
          <p14:tracePt t="68092" x="3365500" y="5137150"/>
          <p14:tracePt t="68135" x="3371850" y="5137150"/>
          <p14:tracePt t="68233" x="3365500" y="5137150"/>
          <p14:tracePt t="68240" x="3359150" y="5137150"/>
          <p14:tracePt t="69087" x="3359150" y="5149850"/>
          <p14:tracePt t="69093" x="3359150" y="5168900"/>
          <p14:tracePt t="69102" x="3359150" y="5187950"/>
          <p14:tracePt t="69116" x="3359150" y="5213350"/>
          <p14:tracePt t="69132" x="3346450" y="5251450"/>
          <p14:tracePt t="69148" x="3346450" y="5283200"/>
          <p14:tracePt t="69165" x="3327400" y="5321300"/>
          <p14:tracePt t="69182" x="3321050" y="5353050"/>
          <p14:tracePt t="69199" x="3302000" y="5391150"/>
          <p14:tracePt t="69215" x="3289300" y="5410200"/>
          <p14:tracePt t="69231" x="3276600" y="5422900"/>
          <p14:tracePt t="69235" x="3276600" y="5435600"/>
          <p14:tracePt t="69251" x="3276600" y="5441950"/>
          <p14:tracePt t="69264" x="3270250" y="5454650"/>
          <p14:tracePt t="69281" x="3270250" y="5461000"/>
          <p14:tracePt t="69298" x="3263900" y="5467350"/>
          <p14:tracePt t="69331" x="3257550" y="5473700"/>
          <p14:tracePt t="69348" x="3257550" y="5480050"/>
          <p14:tracePt t="69364" x="3251200" y="5486400"/>
          <p14:tracePt t="69384" x="3251200" y="5492750"/>
          <p14:tracePt t="70119" x="3257550" y="5492750"/>
          <p14:tracePt t="70125" x="3270250" y="5492750"/>
          <p14:tracePt t="70140" x="3282950" y="5492750"/>
          <p14:tracePt t="70148" x="3295650" y="5492750"/>
          <p14:tracePt t="70162" x="3314700" y="5499100"/>
          <p14:tracePt t="70179" x="3340100" y="5499100"/>
          <p14:tracePt t="70196" x="3365500" y="5505450"/>
          <p14:tracePt t="70211" x="3390900" y="5511800"/>
          <p14:tracePt t="70228" x="3416300" y="5518150"/>
          <p14:tracePt t="70232" x="3429000" y="5518150"/>
          <p14:tracePt t="70246" x="3454400" y="5518150"/>
          <p14:tracePt t="70261" x="3486150" y="5524500"/>
          <p14:tracePt t="70278" x="3524250" y="5524500"/>
          <p14:tracePt t="70295" x="3556000" y="5524500"/>
          <p14:tracePt t="70311" x="3594100" y="5537200"/>
          <p14:tracePt t="70328" x="3625850" y="5537200"/>
          <p14:tracePt t="70344" x="3663950" y="5549900"/>
          <p14:tracePt t="70361" x="3683000" y="5556250"/>
          <p14:tracePt t="70379" x="3714750" y="5562600"/>
          <p14:tracePt t="70394" x="3733800" y="5568950"/>
          <p14:tracePt t="70412" x="3752850" y="5568950"/>
          <p14:tracePt t="70427" x="3771900" y="5575300"/>
          <p14:tracePt t="70444" x="3784600" y="5575300"/>
          <p14:tracePt t="70461" x="3790950" y="5581650"/>
          <p14:tracePt t="70478" x="3810000" y="5588000"/>
          <p14:tracePt t="70511" x="3822700" y="5594350"/>
          <p14:tracePt t="70527" x="3835400" y="5600700"/>
          <p14:tracePt t="70544" x="3848100" y="5607050"/>
          <p14:tracePt t="70561" x="3860800" y="5619750"/>
          <p14:tracePt t="70577" x="3879850" y="5632450"/>
          <p14:tracePt t="70594" x="3898900" y="5638800"/>
          <p14:tracePt t="70610" x="3924300" y="5657850"/>
          <p14:tracePt t="70627" x="3949700" y="5664200"/>
          <p14:tracePt t="70643" x="3987800" y="5676900"/>
          <p14:tracePt t="70660" x="4032250" y="5695950"/>
          <p14:tracePt t="70677" x="4076700" y="5708650"/>
          <p14:tracePt t="70695" x="4133850" y="5721350"/>
          <p14:tracePt t="70710" x="4171950" y="5727700"/>
          <p14:tracePt t="70727" x="4210050" y="5734050"/>
          <p14:tracePt t="70731" x="4222750" y="5740400"/>
          <p14:tracePt t="70743" x="4254500" y="5746750"/>
          <p14:tracePt t="70760" x="4292600" y="5759450"/>
          <p14:tracePt t="70776" x="4330700" y="5765800"/>
          <p14:tracePt t="70793" x="4394200" y="5778500"/>
          <p14:tracePt t="70810" x="4438650" y="5797550"/>
          <p14:tracePt t="70827" x="4476750" y="5803900"/>
          <p14:tracePt t="70843" x="4552950" y="5803900"/>
          <p14:tracePt t="70859" x="4610100" y="5803900"/>
          <p14:tracePt t="70877" x="4692650" y="5810250"/>
          <p14:tracePt t="70892" x="4737100" y="5810250"/>
          <p14:tracePt t="70909" x="4787900" y="5810250"/>
          <p14:tracePt t="70927" x="4851400" y="5810250"/>
          <p14:tracePt t="70943" x="4889500" y="5810250"/>
          <p14:tracePt t="70959" x="4921250" y="5810250"/>
          <p14:tracePt t="70976" x="4959350" y="5810250"/>
          <p14:tracePt t="70992" x="4978400" y="5810250"/>
          <p14:tracePt t="71009" x="5003800" y="5810250"/>
          <p14:tracePt t="71026" x="5016500" y="5810250"/>
          <p14:tracePt t="71042" x="5022850" y="5810250"/>
          <p14:tracePt t="71059" x="5029200" y="5810250"/>
          <p14:tracePt t="71115" x="5022850" y="5810250"/>
          <p14:tracePt t="71136" x="5016500" y="5810250"/>
          <p14:tracePt t="71143" x="5010150" y="5810250"/>
          <p14:tracePt t="71172" x="5010150" y="5816600"/>
          <p14:tracePt t="71178" x="5003800" y="5816600"/>
          <p14:tracePt t="71586" x="5010150" y="5816600"/>
          <p14:tracePt t="71593" x="5029200" y="5816600"/>
          <p14:tracePt t="71607" x="5067300" y="5829300"/>
          <p14:tracePt t="71623" x="5118100" y="5829300"/>
          <p14:tracePt t="71640" x="5187950" y="5835650"/>
          <p14:tracePt t="71657" x="5276850" y="5848350"/>
          <p14:tracePt t="71673" x="5327650" y="5848350"/>
          <p14:tracePt t="71690" x="5378450" y="5848350"/>
          <p14:tracePt t="71706" x="5410200" y="5848350"/>
          <p14:tracePt t="71723" x="5435600" y="5848350"/>
          <p14:tracePt t="71740" x="5448300" y="5848350"/>
          <p14:tracePt t="71742" x="5461000" y="5848350"/>
          <p14:tracePt t="71756" x="5480050" y="5848350"/>
          <p14:tracePt t="71773" x="5505450" y="5848350"/>
          <p14:tracePt t="71790" x="5543550" y="5848350"/>
          <p14:tracePt t="71806" x="5575300" y="5861050"/>
          <p14:tracePt t="71823" x="5613400" y="5861050"/>
          <p14:tracePt t="71839" x="5676900" y="5861050"/>
          <p14:tracePt t="71856" x="5727700" y="5854700"/>
          <p14:tracePt t="71873" x="5784850" y="5854700"/>
          <p14:tracePt t="71889" x="5822950" y="5848350"/>
          <p14:tracePt t="71906" x="5842000" y="5848350"/>
          <p14:tracePt t="71923" x="5892800" y="5835650"/>
          <p14:tracePt t="71939" x="5911850" y="5835650"/>
          <p14:tracePt t="71956" x="5924550" y="5829300"/>
          <p14:tracePt t="71972" x="5949950" y="5829300"/>
          <p14:tracePt t="71989" x="5962650" y="5829300"/>
          <p14:tracePt t="72006" x="5994400" y="5822950"/>
          <p14:tracePt t="72022" x="6000750" y="5822950"/>
          <p14:tracePt t="72055" x="6007100" y="5822950"/>
          <p14:tracePt t="72351" x="6013450" y="5822950"/>
          <p14:tracePt t="72358" x="6026150" y="5822950"/>
          <p14:tracePt t="72373" x="6032500" y="5822950"/>
          <p14:tracePt t="72387" x="6045200" y="5822950"/>
          <p14:tracePt t="72404" x="6070600" y="5822950"/>
          <p14:tracePt t="72421" x="6127750" y="5822950"/>
          <p14:tracePt t="72437" x="6165850" y="5829300"/>
          <p14:tracePt t="72454" x="6305550" y="5829300"/>
          <p14:tracePt t="72471" x="6483350" y="5829300"/>
          <p14:tracePt t="72487" x="6584950" y="5829300"/>
          <p14:tracePt t="72504" x="6788150" y="5816600"/>
          <p14:tracePt t="72520" x="6965950" y="5810250"/>
          <p14:tracePt t="72537" x="7042150" y="5810250"/>
          <p14:tracePt t="72554" x="7169150" y="5810250"/>
          <p14:tracePt t="72570" x="7264400" y="5791200"/>
          <p14:tracePt t="72587" x="7289800" y="5784850"/>
          <p14:tracePt t="72603" x="7315200" y="5778500"/>
          <p14:tracePt t="72636" x="7321550" y="5778500"/>
          <p14:tracePt t="72659" x="7308850" y="5778500"/>
          <p14:tracePt t="72673" x="7302500" y="5778500"/>
          <p14:tracePt t="72695" x="7296150" y="5778500"/>
          <p14:tracePt t="72703" x="7289800" y="5778500"/>
          <p14:tracePt t="72719" x="7283450" y="5778500"/>
          <p14:tracePt t="72737" x="7277100" y="5778500"/>
          <p14:tracePt t="72753" x="7258050" y="5778500"/>
          <p14:tracePt t="72769" x="7245350" y="5778500"/>
          <p14:tracePt t="72786" x="7169150" y="5778500"/>
          <p14:tracePt t="72802" x="6991350" y="5778500"/>
          <p14:tracePt t="72819" x="6851650" y="5778500"/>
          <p14:tracePt t="72836" x="6464300" y="5803900"/>
          <p14:tracePt t="72852" x="5937250" y="5816600"/>
          <p14:tracePt t="72869" x="5397500" y="5873750"/>
          <p14:tracePt t="72885" x="5175250" y="5905500"/>
          <p14:tracePt t="72902" x="4933950" y="5930900"/>
          <p14:tracePt t="72919" x="4432300" y="6032500"/>
          <p14:tracePt t="72936" x="4318000" y="6064250"/>
          <p14:tracePt t="72952" x="4222750" y="6096000"/>
          <p14:tracePt t="72969" x="4057650" y="6121400"/>
          <p14:tracePt t="72986" x="3937000" y="6159500"/>
          <p14:tracePt t="73002" x="3879850" y="6172200"/>
          <p14:tracePt t="73018" x="3797300" y="6184900"/>
          <p14:tracePt t="73035" x="3714750" y="6203950"/>
          <p14:tracePt t="73053" x="3644900" y="6210300"/>
          <p14:tracePt t="73068" x="3619500" y="6216650"/>
          <p14:tracePt t="73085" x="3556000" y="6216650"/>
          <p14:tracePt t="73102" x="3517900" y="6229350"/>
          <p14:tracePt t="73118" x="3505200" y="6229350"/>
          <p14:tracePt t="73135" x="3486150" y="6235700"/>
          <p14:tracePt t="73152" x="3473450" y="6242050"/>
          <p14:tracePt t="73185" x="3473450" y="6248400"/>
          <p14:tracePt t="73202" x="3467100" y="6248400"/>
          <p14:tracePt t="73221" x="3460750" y="6248400"/>
          <p14:tracePt t="73263" x="3454400" y="6254750"/>
          <p14:tracePt t="73270" x="3448050" y="6254750"/>
          <p14:tracePt t="73287" x="3441700" y="6261100"/>
          <p14:tracePt t="73301" x="3441700" y="6267450"/>
          <p14:tracePt t="73317" x="3429000" y="6267450"/>
          <p14:tracePt t="73333" x="3429000" y="6273800"/>
          <p14:tracePt t="73367" x="3422650" y="6280150"/>
          <p14:tracePt t="73384" x="3416300" y="6286500"/>
          <p14:tracePt t="73404" x="3416300" y="6292850"/>
          <p14:tracePt t="73418" x="3409950" y="6299200"/>
          <p14:tracePt t="73434" x="3403600" y="6299200"/>
          <p14:tracePt t="73454" x="3397250" y="6305550"/>
          <p14:tracePt t="73474" x="3390900" y="6305550"/>
          <p14:tracePt t="73502" x="3390900" y="6311900"/>
          <p14:tracePt t="73523" x="3390900" y="6318250"/>
          <p14:tracePt t="73551" x="3384550" y="6324600"/>
          <p14:tracePt t="73572" x="3378200" y="6324600"/>
          <p14:tracePt t="73607" x="3378200" y="6330950"/>
          <p14:tracePt t="73614" x="3378200" y="6337300"/>
          <p14:tracePt t="73656" x="3371850" y="6337300"/>
          <p14:tracePt t="73684" x="3371850" y="6343650"/>
          <p14:tracePt t="73691" x="3378200" y="6350000"/>
          <p14:tracePt t="73712" x="3384550" y="6350000"/>
          <p14:tracePt t="73734" x="3384550" y="6356350"/>
          <p14:tracePt t="73747" x="3390900" y="6356350"/>
          <p14:tracePt t="73761" x="3397250" y="6362700"/>
          <p14:tracePt t="73775" x="3409950" y="6362700"/>
          <p14:tracePt t="73785" x="3422650" y="6362700"/>
          <p14:tracePt t="73799" x="3435350" y="6369050"/>
          <p14:tracePt t="73818" x="3473450" y="6375400"/>
          <p14:tracePt t="73833" x="3524250" y="6388100"/>
          <p14:tracePt t="73849" x="3556000" y="6388100"/>
          <p14:tracePt t="73866" x="3613150" y="6407150"/>
          <p14:tracePt t="73882" x="3651250" y="6407150"/>
          <p14:tracePt t="73899" x="3733800" y="6419850"/>
          <p14:tracePt t="73916" x="3829050" y="6432550"/>
          <p14:tracePt t="73932" x="3854450" y="6432550"/>
          <p14:tracePt t="73949" x="3937000" y="6432550"/>
          <p14:tracePt t="73966" x="3981450" y="6432550"/>
          <p14:tracePt t="73982" x="4000500" y="6432550"/>
          <p14:tracePt t="73999" x="4044950" y="6432550"/>
          <p14:tracePt t="74015" x="4070350" y="6432550"/>
          <p14:tracePt t="74032" x="4083050" y="6432550"/>
          <p14:tracePt t="74049" x="4108450" y="6432550"/>
          <p14:tracePt t="74064" x="4127500" y="6432550"/>
          <p14:tracePt t="74081" x="4140200" y="6426200"/>
          <p14:tracePt t="74099" x="4159250" y="6426200"/>
          <p14:tracePt t="74115" x="4184650" y="6426200"/>
          <p14:tracePt t="74131" x="4197350" y="6426200"/>
          <p14:tracePt t="74148" x="4222750" y="6426200"/>
          <p14:tracePt t="74165" x="4241800" y="6426200"/>
          <p14:tracePt t="74181" x="4279900" y="6419850"/>
          <p14:tracePt t="74197" x="4324350" y="6407150"/>
          <p14:tracePt t="74214" x="4349750" y="6400800"/>
          <p14:tracePt t="74232" x="4394200" y="6388100"/>
          <p14:tracePt t="74248" x="4438650" y="6381750"/>
          <p14:tracePt t="74264" x="4457700" y="6375400"/>
          <p14:tracePt t="74281" x="4489450" y="6369050"/>
          <p14:tracePt t="74297" x="4514850" y="6362700"/>
          <p14:tracePt t="74314" x="4521200" y="6362700"/>
          <p14:tracePt t="74331" x="4533900" y="6356350"/>
          <p14:tracePt t="74347" x="4540250" y="63563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867400"/>
          </a:xfrm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tx1"/>
                </a:solidFill>
              </a:rPr>
              <a:t>Public: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600" dirty="0" smtClean="0">
                <a:solidFill>
                  <a:schemeClr val="tx1"/>
                </a:solidFill>
              </a:rPr>
              <a:t>directly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3600" dirty="0" smtClean="0">
                <a:solidFill>
                  <a:schemeClr val="tx1"/>
                </a:solidFill>
              </a:rPr>
              <a:t>accessible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by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client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600" dirty="0" smtClean="0">
                <a:solidFill>
                  <a:schemeClr val="tx1"/>
                </a:solidFill>
              </a:rPr>
              <a:t>code.</a:t>
            </a:r>
            <a:endParaRPr lang="en-US" altLang="en-US" sz="3600" dirty="0">
              <a:solidFill>
                <a:schemeClr val="tx1"/>
              </a:solidFill>
            </a:endParaRPr>
          </a:p>
          <a:p>
            <a:pPr marL="284163" indent="-284163" eaLnBrk="1" hangingPunct="1">
              <a:spcBef>
                <a:spcPts val="1800"/>
              </a:spcBef>
            </a:pPr>
            <a:r>
              <a:rPr lang="en-US" altLang="en-US" sz="3600" b="1" dirty="0" smtClean="0">
                <a:solidFill>
                  <a:srgbClr val="FF0000"/>
                </a:solidFill>
              </a:rPr>
              <a:t>“</a:t>
            </a:r>
            <a:r>
              <a:rPr lang="en-US" altLang="en-US" sz="3600" b="1" dirty="0" smtClean="0">
                <a:solidFill>
                  <a:schemeClr val="accent2"/>
                </a:solidFill>
              </a:rPr>
              <a:t>Private</a:t>
            </a:r>
            <a:r>
              <a:rPr lang="en-US" altLang="en-US" sz="3600" b="1" dirty="0" smtClean="0">
                <a:solidFill>
                  <a:srgbClr val="FF0000"/>
                </a:solidFill>
              </a:rPr>
              <a:t>”</a:t>
            </a:r>
            <a:r>
              <a:rPr lang="en-US" altLang="en-US" sz="3600" b="1" dirty="0" smtClean="0">
                <a:solidFill>
                  <a:schemeClr val="tx1"/>
                </a:solidFill>
              </a:rPr>
              <a:t>:</a:t>
            </a:r>
            <a:r>
              <a:rPr lang="en-US" altLang="en-US" sz="3600" dirty="0" smtClean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not </a:t>
            </a:r>
            <a:r>
              <a:rPr lang="en-US" altLang="en-US" sz="3600" dirty="0" smtClean="0">
                <a:solidFill>
                  <a:srgbClr val="FF0000"/>
                </a:solidFill>
              </a:rPr>
              <a:t>“</a:t>
            </a:r>
            <a:r>
              <a:rPr lang="en-US" altLang="en-US" sz="3600" dirty="0" smtClean="0">
                <a:solidFill>
                  <a:schemeClr val="tx1"/>
                </a:solidFill>
              </a:rPr>
              <a:t>directly</a:t>
            </a:r>
            <a:r>
              <a:rPr lang="en-US" altLang="en-US" sz="3600" dirty="0" smtClean="0">
                <a:solidFill>
                  <a:srgbClr val="FF0000"/>
                </a:solidFill>
              </a:rPr>
              <a:t>”</a:t>
            </a:r>
            <a:r>
              <a:rPr lang="en-US" altLang="en-US" sz="3600" dirty="0" smtClean="0">
                <a:solidFill>
                  <a:schemeClr val="tx1"/>
                </a:solidFill>
              </a:rPr>
              <a:t> accessible by </a:t>
            </a:r>
            <a:r>
              <a:rPr lang="en-US" altLang="en-US" sz="40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bg1"/>
                </a:solidFill>
              </a:rPr>
              <a:t>..</a:t>
            </a:r>
            <a:r>
              <a:rPr lang="en-US" altLang="en-US" sz="3600" dirty="0" smtClean="0">
                <a:solidFill>
                  <a:schemeClr val="tx1"/>
                </a:solidFill>
              </a:rPr>
              <a:t>client code (</a:t>
            </a:r>
            <a:r>
              <a:rPr lang="en-US" altLang="en-US" sz="3600" dirty="0" smtClean="0">
                <a:solidFill>
                  <a:srgbClr val="FF0000"/>
                </a:solidFill>
              </a:rPr>
              <a:t>but, we’ll learn, they are      </a:t>
            </a:r>
            <a:r>
              <a:rPr lang="en-US" altLang="en-US" sz="2400" dirty="0" smtClean="0">
                <a:solidFill>
                  <a:schemeClr val="bg1"/>
                </a:solidFill>
              </a:rPr>
              <a:t>..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3600" dirty="0" smtClean="0">
                <a:solidFill>
                  <a:srgbClr val="FF0000"/>
                </a:solidFill>
              </a:rPr>
              <a:t>actually still accessible in some way</a:t>
            </a:r>
            <a:r>
              <a:rPr lang="en-US" altLang="en-US" sz="3600" dirty="0" smtClean="0">
                <a:solidFill>
                  <a:schemeClr val="tx1"/>
                </a:solidFill>
              </a:rPr>
              <a:t>).</a:t>
            </a:r>
            <a:endParaRPr lang="en-US" altLang="en-US" sz="3600" dirty="0">
              <a:solidFill>
                <a:schemeClr val="tx1"/>
              </a:solidFill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en-US" sz="3600" dirty="0" smtClean="0">
                <a:solidFill>
                  <a:schemeClr val="tx1"/>
                </a:solidFill>
              </a:rPr>
              <a:t>You make attributes </a:t>
            </a:r>
            <a:r>
              <a:rPr lang="en-US" altLang="en-US" sz="3600" dirty="0">
                <a:solidFill>
                  <a:schemeClr val="tx1"/>
                </a:solidFill>
              </a:rPr>
              <a:t>or </a:t>
            </a:r>
            <a:r>
              <a:rPr lang="en-US" altLang="en-US" sz="3600" dirty="0" smtClean="0">
                <a:solidFill>
                  <a:schemeClr val="tx1"/>
                </a:solidFill>
              </a:rPr>
              <a:t>methods private by </a:t>
            </a:r>
            <a:r>
              <a:rPr lang="en-US" altLang="en-US" sz="3600" dirty="0" smtClean="0">
                <a:solidFill>
                  <a:schemeClr val="accent2"/>
                </a:solidFill>
              </a:rPr>
              <a:t>naming</a:t>
            </a:r>
            <a:r>
              <a:rPr lang="en-US" altLang="en-US" sz="3600" dirty="0" smtClean="0">
                <a:solidFill>
                  <a:schemeClr val="tx1"/>
                </a:solidFill>
              </a:rPr>
              <a:t> them with </a:t>
            </a:r>
            <a:r>
              <a:rPr lang="en-US" altLang="en-US" sz="3600" dirty="0" smtClean="0">
                <a:solidFill>
                  <a:schemeClr val="accent2"/>
                </a:solidFill>
              </a:rPr>
              <a:t>a “__” at the front</a:t>
            </a:r>
            <a:r>
              <a:rPr lang="en-US" altLang="en-US" sz="3600" dirty="0" smtClean="0">
                <a:solidFill>
                  <a:schemeClr val="tx1"/>
                </a:solidFill>
              </a:rPr>
              <a:t>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3600" dirty="0" smtClean="0">
                <a:solidFill>
                  <a:schemeClr val="tx1"/>
                </a:solidFill>
              </a:rPr>
              <a:t>But if you </a:t>
            </a:r>
            <a:r>
              <a:rPr lang="en-US" altLang="en-US" sz="3600" b="1" dirty="0" smtClean="0">
                <a:solidFill>
                  <a:schemeClr val="tx1"/>
                </a:solidFill>
              </a:rPr>
              <a:t>also</a:t>
            </a:r>
            <a:r>
              <a:rPr lang="en-US" altLang="en-US" sz="3600" dirty="0" smtClean="0">
                <a:solidFill>
                  <a:schemeClr val="tx1"/>
                </a:solidFill>
              </a:rPr>
              <a:t> put </a:t>
            </a:r>
            <a:r>
              <a:rPr lang="en-US" altLang="en-US" sz="3600" dirty="0">
                <a:solidFill>
                  <a:schemeClr val="tx1"/>
                </a:solidFill>
              </a:rPr>
              <a:t>a “__” at the </a:t>
            </a:r>
            <a:r>
              <a:rPr lang="en-US" altLang="en-US" sz="3600" b="1" dirty="0" smtClean="0">
                <a:solidFill>
                  <a:schemeClr val="tx1"/>
                </a:solidFill>
              </a:rPr>
              <a:t>end</a:t>
            </a:r>
            <a:r>
              <a:rPr lang="en-US" altLang="en-US" sz="3600" dirty="0" smtClean="0">
                <a:solidFill>
                  <a:schemeClr val="tx1"/>
                </a:solidFill>
              </a:rPr>
              <a:t>, then they </a:t>
            </a:r>
            <a:r>
              <a:rPr lang="en-US" altLang="en-US" sz="3600" b="1" dirty="0" smtClean="0">
                <a:solidFill>
                  <a:schemeClr val="tx1"/>
                </a:solidFill>
              </a:rPr>
              <a:t>aren’t</a:t>
            </a:r>
            <a:r>
              <a:rPr lang="en-US" altLang="en-US" sz="3600" dirty="0" smtClean="0">
                <a:solidFill>
                  <a:schemeClr val="tx1"/>
                </a:solidFill>
              </a:rPr>
              <a:t> private.</a:t>
            </a:r>
            <a:endParaRPr lang="en-US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Private vs Public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6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611"/>
    </mc:Choice>
    <mc:Fallback>
      <p:transition spd="slow" advTm="626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44" x="4279900" y="3727450"/>
          <p14:tracePt t="850" x="4279900" y="3708400"/>
          <p14:tracePt t="865" x="4273550" y="3683000"/>
          <p14:tracePt t="872" x="4260850" y="3657600"/>
          <p14:tracePt t="886" x="4248150" y="3625850"/>
          <p14:tracePt t="898" x="4241800" y="3594100"/>
          <p14:tracePt t="915" x="4216400" y="3536950"/>
          <p14:tracePt t="932" x="4203700" y="3505200"/>
          <p14:tracePt t="949" x="4165600" y="3429000"/>
          <p14:tracePt t="965" x="4133850" y="3308350"/>
          <p14:tracePt t="982" x="4089400" y="3225800"/>
          <p14:tracePt t="999" x="4019550" y="3041650"/>
          <p14:tracePt t="1015" x="3937000" y="2857500"/>
          <p14:tracePt t="1032" x="3905250" y="2774950"/>
          <p14:tracePt t="1048" x="3848100" y="2660650"/>
          <p14:tracePt t="1065" x="3816350" y="2578100"/>
          <p14:tracePt t="1082" x="3797300" y="2527300"/>
          <p14:tracePt t="1098" x="3784600" y="2501900"/>
          <p14:tracePt t="1115" x="3759200" y="2444750"/>
          <p14:tracePt t="1132" x="3727450" y="2381250"/>
          <p14:tracePt t="1148" x="3702050" y="2355850"/>
          <p14:tracePt t="1164" x="3676650" y="2324100"/>
          <p14:tracePt t="1181" x="3600450" y="2247900"/>
          <p14:tracePt t="1198" x="3575050" y="2209800"/>
          <p14:tracePt t="1215" x="3549650" y="2178050"/>
          <p14:tracePt t="1231" x="3479800" y="2108200"/>
          <p14:tracePt t="1248" x="3429000" y="2032000"/>
          <p14:tracePt t="1265" x="3352800" y="1917700"/>
          <p14:tracePt t="1281" x="3321050" y="1860550"/>
          <p14:tracePt t="1297" x="3270250" y="1758950"/>
          <p14:tracePt t="1314" x="3225800" y="1670050"/>
          <p14:tracePt t="1331" x="3213100" y="1651000"/>
          <p14:tracePt t="1347" x="3187700" y="1619250"/>
          <p14:tracePt t="1364" x="3187700" y="1581150"/>
          <p14:tracePt t="1380" x="3187700" y="1574800"/>
          <p14:tracePt t="1398" x="3181350" y="1549400"/>
          <p14:tracePt t="1413" x="3181350" y="1536700"/>
          <p14:tracePt t="1430" x="3181350" y="1530350"/>
          <p14:tracePt t="1447" x="3181350" y="1524000"/>
          <p14:tracePt t="1504" x="3175000" y="1524000"/>
          <p14:tracePt t="5736" x="3168650" y="1524000"/>
          <p14:tracePt t="5743" x="3143250" y="1524000"/>
          <p14:tracePt t="5757" x="3124200" y="1524000"/>
          <p14:tracePt t="5766" x="3111500" y="1524000"/>
          <p14:tracePt t="5782" x="3092450" y="1524000"/>
          <p14:tracePt t="5799" x="3054350" y="1530350"/>
          <p14:tracePt t="5815" x="3016250" y="1543050"/>
          <p14:tracePt t="5831" x="2997200" y="1543050"/>
          <p14:tracePt t="5849" x="2965450" y="1568450"/>
          <p14:tracePt t="5865" x="2921000" y="1581150"/>
          <p14:tracePt t="5882" x="2901950" y="1587500"/>
          <p14:tracePt t="5898" x="2876550" y="1600200"/>
          <p14:tracePt t="5914" x="2857500" y="1619250"/>
          <p14:tracePt t="5932" x="2851150" y="1619250"/>
          <p14:tracePt t="5948" x="2838450" y="1625600"/>
          <p14:tracePt t="5965" x="2838450" y="1631950"/>
          <p14:tracePt t="6002" x="2832100" y="1631950"/>
          <p14:tracePt t="6045" x="2838450" y="1631950"/>
          <p14:tracePt t="6052" x="2844800" y="1631950"/>
          <p14:tracePt t="6067" x="2851150" y="1631950"/>
          <p14:tracePt t="6087" x="2857500" y="1631950"/>
          <p14:tracePt t="6097" x="2870200" y="1631950"/>
          <p14:tracePt t="6115" x="2940050" y="1651000"/>
          <p14:tracePt t="6131" x="3016250" y="1657350"/>
          <p14:tracePt t="6148" x="3111500" y="1670050"/>
          <p14:tracePt t="6165" x="3568700" y="1714500"/>
          <p14:tracePt t="6180" x="3829050" y="1714500"/>
          <p14:tracePt t="6197" x="4298950" y="1727200"/>
          <p14:tracePt t="6214" x="4743450" y="1727200"/>
          <p14:tracePt t="6230" x="4953000" y="1727200"/>
          <p14:tracePt t="6248" x="5200650" y="1727200"/>
          <p14:tracePt t="6264" x="5384800" y="1727200"/>
          <p14:tracePt t="6280" x="5461000" y="1714500"/>
          <p14:tracePt t="6297" x="5543550" y="1708150"/>
          <p14:tracePt t="6313" x="5568950" y="1701800"/>
          <p14:tracePt t="6330" x="5626100" y="1701800"/>
          <p14:tracePt t="6347" x="5676900" y="1695450"/>
          <p14:tracePt t="6364" x="5702300" y="1695450"/>
          <p14:tracePt t="6380" x="5765800" y="1682750"/>
          <p14:tracePt t="6396" x="5829300" y="1676400"/>
          <p14:tracePt t="6413" x="5873750" y="1670050"/>
          <p14:tracePt t="6430" x="5975350" y="1663700"/>
          <p14:tracePt t="6446" x="6108700" y="1631950"/>
          <p14:tracePt t="6463" x="6210300" y="1612900"/>
          <p14:tracePt t="6480" x="6419850" y="1581150"/>
          <p14:tracePt t="6496" x="6610350" y="1549400"/>
          <p14:tracePt t="6512" x="6705600" y="1530350"/>
          <p14:tracePt t="6529" x="6870700" y="1492250"/>
          <p14:tracePt t="6546" x="6946900" y="1492250"/>
          <p14:tracePt t="6563" x="7016750" y="1473200"/>
          <p14:tracePt t="6579" x="7150100" y="1454150"/>
          <p14:tracePt t="6596" x="7207250" y="1447800"/>
          <p14:tracePt t="6613" x="7239000" y="1441450"/>
          <p14:tracePt t="6629" x="7245350" y="1441450"/>
          <p14:tracePt t="6645" x="7258050" y="1441450"/>
          <p14:tracePt t="6662" x="7264400" y="1441450"/>
          <p14:tracePt t="6679" x="7270750" y="1441450"/>
          <p14:tracePt t="6696" x="7277100" y="1441450"/>
          <p14:tracePt t="6788" x="7277100" y="1447800"/>
          <p14:tracePt t="6817" x="7270750" y="1447800"/>
          <p14:tracePt t="6845" x="7264400" y="1454150"/>
          <p14:tracePt t="6908" x="7251700" y="1454150"/>
          <p14:tracePt t="6922" x="7239000" y="1454150"/>
          <p14:tracePt t="6931" x="7207250" y="1454150"/>
          <p14:tracePt t="6945" x="7169150" y="1454150"/>
          <p14:tracePt t="6961" x="6978650" y="1460500"/>
          <p14:tracePt t="6978" x="6680200" y="1473200"/>
          <p14:tracePt t="6995" x="6438900" y="1485900"/>
          <p14:tracePt t="7011" x="5905500" y="1517650"/>
          <p14:tracePt t="7028" x="5340350" y="1593850"/>
          <p14:tracePt t="7044" x="5060950" y="1638300"/>
          <p14:tracePt t="7061" x="4610100" y="1739900"/>
          <p14:tracePt t="7077" x="4267200" y="1841500"/>
          <p14:tracePt t="7094" x="4114800" y="1873250"/>
          <p14:tracePt t="7111" x="3879850" y="1962150"/>
          <p14:tracePt t="7127" x="3657600" y="2025650"/>
          <p14:tracePt t="7144" x="3556000" y="2057400"/>
          <p14:tracePt t="7161" x="3359150" y="2114550"/>
          <p14:tracePt t="7177" x="3149600" y="2165350"/>
          <p14:tracePt t="7194" x="3060700" y="2190750"/>
          <p14:tracePt t="7211" x="2940050" y="2216150"/>
          <p14:tracePt t="7227" x="2889250" y="2216150"/>
          <p14:tracePt t="7244" x="2838450" y="2228850"/>
          <p14:tracePt t="7260" x="2819400" y="2228850"/>
          <p14:tracePt t="7277" x="2813050" y="2235200"/>
          <p14:tracePt t="7294" x="2794000" y="2235200"/>
          <p14:tracePt t="7310" x="2787650" y="2235200"/>
          <p14:tracePt t="7327" x="2774950" y="2235200"/>
          <p14:tracePt t="7343" x="2749550" y="2235200"/>
          <p14:tracePt t="7360" x="2724150" y="2241550"/>
          <p14:tracePt t="7376" x="2717800" y="2247900"/>
          <p14:tracePt t="7393" x="2705100" y="2247900"/>
          <p14:tracePt t="7409" x="2705100" y="2260600"/>
          <p14:tracePt t="7428" x="2698750" y="2266950"/>
          <p14:tracePt t="7459" x="2698750" y="2273300"/>
          <p14:tracePt t="7547" x="2698750" y="2279650"/>
          <p14:tracePt t="7560" x="2705100" y="2279650"/>
          <p14:tracePt t="7567" x="2711450" y="2279650"/>
          <p14:tracePt t="7581" x="2717800" y="2279650"/>
          <p14:tracePt t="7592" x="2730500" y="2279650"/>
          <p14:tracePt t="7610" x="2781300" y="2298700"/>
          <p14:tracePt t="7625" x="2806700" y="2305050"/>
          <p14:tracePt t="7642" x="2927350" y="2311400"/>
          <p14:tracePt t="7659" x="3054350" y="2330450"/>
          <p14:tracePt t="7675" x="3124200" y="2343150"/>
          <p14:tracePt t="7692" x="3200400" y="2349500"/>
          <p14:tracePt t="7709" x="3251200" y="2349500"/>
          <p14:tracePt t="7725" x="3263900" y="2355850"/>
          <p14:tracePt t="7742" x="3282950" y="2355850"/>
          <p14:tracePt t="7758" x="3289300" y="2355850"/>
          <p14:tracePt t="7876" x="3289300" y="2362200"/>
          <p14:tracePt t="7918" x="3282950" y="2368550"/>
          <p14:tracePt t="7967" x="3282950" y="2374900"/>
          <p14:tracePt t="7995" x="3282950" y="2381250"/>
          <p14:tracePt t="8017" x="3289300" y="2387600"/>
          <p14:tracePt t="8031" x="3289300" y="2400300"/>
          <p14:tracePt t="8037" x="3295650" y="2413000"/>
          <p14:tracePt t="8051" x="3302000" y="2425700"/>
          <p14:tracePt t="8060" x="3314700" y="2444750"/>
          <p14:tracePt t="8074" x="3333750" y="2476500"/>
          <p14:tracePt t="8090" x="3359150" y="2540000"/>
          <p14:tracePt t="8108" x="3384550" y="2571750"/>
          <p14:tracePt t="8124" x="3416300" y="2628900"/>
          <p14:tracePt t="8140" x="3429000" y="2647950"/>
          <p14:tracePt t="8157" x="3460750" y="2705100"/>
          <p14:tracePt t="8174" x="3467100" y="2705100"/>
          <p14:tracePt t="8177" x="3467100" y="2711450"/>
          <p14:tracePt t="8207" x="3473450" y="2717800"/>
          <p14:tracePt t="8234" x="3479800" y="2724150"/>
          <p14:tracePt t="10358" x="3498850" y="2711450"/>
          <p14:tracePt t="10365" x="3524250" y="2679700"/>
          <p14:tracePt t="10372" x="3543300" y="2647950"/>
          <p14:tracePt t="10386" x="3568700" y="2603500"/>
          <p14:tracePt t="10400" x="3594100" y="2546350"/>
          <p14:tracePt t="10416" x="3638550" y="2457450"/>
          <p14:tracePt t="10432" x="3657600" y="2413000"/>
          <p14:tracePt t="10449" x="3683000" y="2317750"/>
          <p14:tracePt t="10465" x="3702050" y="2222500"/>
          <p14:tracePt t="10482" x="3708400" y="2171700"/>
          <p14:tracePt t="10499" x="3727450" y="2063750"/>
          <p14:tracePt t="10516" x="3733800" y="1974850"/>
          <p14:tracePt t="10532" x="3733800" y="1943100"/>
          <p14:tracePt t="10549" x="3733800" y="1892300"/>
          <p14:tracePt t="10565" x="3733800" y="1879600"/>
          <p14:tracePt t="10584" x="3733800" y="1860550"/>
          <p14:tracePt t="10599" x="3733800" y="1854200"/>
          <p14:tracePt t="10616" x="3733800" y="1847850"/>
          <p14:tracePt t="10695" x="3733800" y="1854200"/>
          <p14:tracePt t="10716" x="3733800" y="1860550"/>
          <p14:tracePt t="10723" x="3733800" y="1866900"/>
          <p14:tracePt t="10744" x="3727450" y="1866900"/>
          <p14:tracePt t="10766" x="3727450" y="1873250"/>
          <p14:tracePt t="10779" x="3721100" y="1879600"/>
          <p14:tracePt t="10786" x="3714750" y="1879600"/>
          <p14:tracePt t="10807" x="3708400" y="1885950"/>
          <p14:tracePt t="10817" x="3695700" y="1892300"/>
          <p14:tracePt t="10831" x="3683000" y="1898650"/>
          <p14:tracePt t="10848" x="3657600" y="1905000"/>
          <p14:tracePt t="10864" x="3511550" y="1955800"/>
          <p14:tracePt t="10881" x="3448050" y="1987550"/>
          <p14:tracePt t="10898" x="3289300" y="2025650"/>
          <p14:tracePt t="10914" x="3194050" y="2044700"/>
          <p14:tracePt t="10931" x="3028950" y="2063750"/>
          <p14:tracePt t="10948" x="2889250" y="2076450"/>
          <p14:tracePt t="10964" x="2819400" y="2082800"/>
          <p14:tracePt t="10980" x="2730500" y="2082800"/>
          <p14:tracePt t="10998" x="2673350" y="2082800"/>
          <p14:tracePt t="11014" x="2647950" y="2082800"/>
          <p14:tracePt t="11032" x="2597150" y="2070100"/>
          <p14:tracePt t="11047" x="2559050" y="2051050"/>
          <p14:tracePt t="11064" x="2546350" y="2044700"/>
          <p14:tracePt t="11081" x="2527300" y="2032000"/>
          <p14:tracePt t="11097" x="2508250" y="2025650"/>
          <p14:tracePt t="11113" x="2501900" y="2019300"/>
          <p14:tracePt t="11130" x="2489200" y="2019300"/>
          <p14:tracePt t="11147" x="2476500" y="2012950"/>
          <p14:tracePt t="11163" x="2470150" y="2006600"/>
          <p14:tracePt t="11180" x="2457450" y="2000250"/>
          <p14:tracePt t="11207" x="2451100" y="1993900"/>
          <p14:tracePt t="11216" x="2444750" y="1993900"/>
          <p14:tracePt t="11235" x="2438400" y="1993900"/>
          <p14:tracePt t="11256" x="2432050" y="1993900"/>
          <p14:tracePt t="11277" x="2425700" y="1987550"/>
          <p14:tracePt t="11327" x="2413000" y="1987550"/>
          <p14:tracePt t="11347" x="2406650" y="1987550"/>
          <p14:tracePt t="11355" x="2400300" y="1987550"/>
          <p14:tracePt t="11376" x="2393950" y="1993900"/>
          <p14:tracePt t="11390" x="2387600" y="1993900"/>
          <p14:tracePt t="11398" x="2381250" y="1993900"/>
          <p14:tracePt t="11425" x="2374900" y="1993900"/>
          <p14:tracePt t="11447" x="2368550" y="2000250"/>
          <p14:tracePt t="11467" x="2362200" y="2000250"/>
          <p14:tracePt t="11488" x="2355850" y="2006600"/>
          <p14:tracePt t="11515" x="2349500" y="2012950"/>
          <p14:tracePt t="11536" x="2343150" y="2012950"/>
          <p14:tracePt t="11557" x="2343150" y="2019300"/>
          <p14:tracePt t="11586" x="2336800" y="2025650"/>
          <p14:tracePt t="11600" x="2330450" y="2025650"/>
          <p14:tracePt t="11607" x="2324100" y="2032000"/>
          <p14:tracePt t="11630" x="2311400" y="2032000"/>
          <p14:tracePt t="11635" x="2292350" y="2044700"/>
          <p14:tracePt t="11649" x="2260600" y="2044700"/>
          <p14:tracePt t="11661" x="2222500" y="2051050"/>
          <p14:tracePt t="11678" x="2120900" y="2057400"/>
          <p14:tracePt t="11695" x="2044700" y="2057400"/>
          <p14:tracePt t="11712" x="1885950" y="2044700"/>
          <p14:tracePt t="11728" x="1708150" y="2012950"/>
          <p14:tracePt t="11744" x="1612900" y="2006600"/>
          <p14:tracePt t="11762" x="1422400" y="1974850"/>
          <p14:tracePt t="11778" x="1225550" y="1936750"/>
          <p14:tracePt t="11794" x="1123950" y="1924050"/>
          <p14:tracePt t="11811" x="920750" y="1879600"/>
          <p14:tracePt t="11828" x="774700" y="1860550"/>
          <p14:tracePt t="11845" x="723900" y="1860550"/>
          <p14:tracePt t="11861" x="628650" y="1854200"/>
          <p14:tracePt t="11877" x="558800" y="1841500"/>
          <p14:tracePt t="11895" x="533400" y="1841500"/>
          <p14:tracePt t="11910" x="520700" y="1841500"/>
          <p14:tracePt t="11979" x="514350" y="1841500"/>
          <p14:tracePt t="12057" x="514350" y="1847850"/>
          <p14:tracePt t="12106" x="514350" y="1854200"/>
          <p14:tracePt t="12141" x="514350" y="1860550"/>
          <p14:tracePt t="12176" x="514350" y="1866900"/>
          <p14:tracePt t="12210" x="520700" y="1866900"/>
          <p14:tracePt t="12224" x="520700" y="1873250"/>
          <p14:tracePt t="12246" x="527050" y="1873250"/>
          <p14:tracePt t="12267" x="533400" y="1879600"/>
          <p14:tracePt t="12288" x="533400" y="1885950"/>
          <p14:tracePt t="12295" x="539750" y="1885950"/>
          <p14:tracePt t="12310" x="539750" y="1892300"/>
          <p14:tracePt t="12316" x="546100" y="1898650"/>
          <p14:tracePt t="12330" x="546100" y="1905000"/>
          <p14:tracePt t="12351" x="546100" y="1911350"/>
          <p14:tracePt t="12360" x="552450" y="1911350"/>
          <p14:tracePt t="12376" x="552450" y="1917700"/>
          <p14:tracePt t="12393" x="558800" y="1924050"/>
          <p14:tracePt t="12409" x="565150" y="1930400"/>
          <p14:tracePt t="12429" x="571500" y="1936750"/>
          <p14:tracePt t="12450" x="571500" y="1943100"/>
          <p14:tracePt t="12458" x="577850" y="1943100"/>
          <p14:tracePt t="12478" x="584200" y="1949450"/>
          <p14:tracePt t="12494" x="584200" y="1955800"/>
          <p14:tracePt t="12520" x="590550" y="1962150"/>
          <p14:tracePt t="12528" x="596900" y="1962150"/>
          <p14:tracePt t="12542" x="603250" y="1968500"/>
          <p14:tracePt t="12562" x="603250" y="1974850"/>
          <p14:tracePt t="12575" x="609600" y="1974850"/>
          <p14:tracePt t="12591" x="615950" y="1981200"/>
          <p14:tracePt t="12608" x="622300" y="1981200"/>
          <p14:tracePt t="12625" x="635000" y="1993900"/>
          <p14:tracePt t="12641" x="647700" y="2000250"/>
          <p14:tracePt t="12658" x="660400" y="2006600"/>
          <p14:tracePt t="12675" x="711200" y="2019300"/>
          <p14:tracePt t="12691" x="793750" y="2038350"/>
          <p14:tracePt t="12710" x="876300" y="2057400"/>
          <p14:tracePt t="12724" x="946150" y="2063750"/>
          <p14:tracePt t="12741" x="1047750" y="2082800"/>
          <p14:tracePt t="12759" x="1168400" y="2101850"/>
          <p14:tracePt t="12774" x="1219200" y="2108200"/>
          <p14:tracePt t="12791" x="1289050" y="2120900"/>
          <p14:tracePt t="12808" x="1390650" y="2127250"/>
          <p14:tracePt t="12824" x="1511300" y="2139950"/>
          <p14:tracePt t="12841" x="1562100" y="2139950"/>
          <p14:tracePt t="12857" x="1714500" y="2159000"/>
          <p14:tracePt t="12874" x="1847850" y="2165350"/>
          <p14:tracePt t="12891" x="1968500" y="2184400"/>
          <p14:tracePt t="12907" x="2032000" y="2190750"/>
          <p14:tracePt t="12924" x="2146300" y="2203450"/>
          <p14:tracePt t="12941" x="2254250" y="2222500"/>
          <p14:tracePt t="12957" x="2311400" y="2228850"/>
          <p14:tracePt t="12973" x="2387600" y="2235200"/>
          <p14:tracePt t="12990" x="2457450" y="2247900"/>
          <p14:tracePt t="13007" x="2501900" y="2254250"/>
          <p14:tracePt t="13024" x="2527300" y="2254250"/>
          <p14:tracePt t="13040" x="2590800" y="2260600"/>
          <p14:tracePt t="13057" x="2609850" y="2260600"/>
          <p14:tracePt t="13074" x="2641600" y="2266950"/>
          <p14:tracePt t="13090" x="2654300" y="2266950"/>
          <p14:tracePt t="13106" x="2679700" y="2266950"/>
          <p14:tracePt t="13123" x="2698750" y="2273300"/>
          <p14:tracePt t="13140" x="2711450" y="2273300"/>
          <p14:tracePt t="13157" x="2717800" y="2279650"/>
          <p14:tracePt t="13173" x="2730500" y="2279650"/>
          <p14:tracePt t="13200" x="2736850" y="2279650"/>
          <p14:tracePt t="13270" x="2730500" y="2286000"/>
          <p14:tracePt t="13313" x="2724150" y="2286000"/>
          <p14:tracePt t="13341" x="2717800" y="2286000"/>
          <p14:tracePt t="13495" x="2717800" y="2279650"/>
          <p14:tracePt t="13621" x="2717800" y="2273300"/>
          <p14:tracePt t="13867" x="2730500" y="2279650"/>
          <p14:tracePt t="13874" x="2755900" y="2298700"/>
          <p14:tracePt t="13887" x="2800350" y="2311400"/>
          <p14:tracePt t="13904" x="2901950" y="2349500"/>
          <p14:tracePt t="13921" x="2952750" y="2368550"/>
          <p14:tracePt t="13937" x="3086100" y="2393950"/>
          <p14:tracePt t="13953" x="3238500" y="2406650"/>
          <p14:tracePt t="13970" x="3308350" y="2400300"/>
          <p14:tracePt t="13987" x="3460750" y="2381250"/>
          <p14:tracePt t="14003" x="3517900" y="2374900"/>
          <p14:tracePt t="14021" x="3657600" y="2324100"/>
          <p14:tracePt t="14036" x="3689350" y="2305050"/>
          <p14:tracePt t="14053" x="3708400" y="2298700"/>
          <p14:tracePt t="14070" x="3727450" y="2286000"/>
          <p14:tracePt t="14087" x="3740150" y="2279650"/>
          <p14:tracePt t="14103" x="3740150" y="2273300"/>
          <p14:tracePt t="14155" x="3740150" y="2266950"/>
          <p14:tracePt t="14183" x="3740150" y="2260600"/>
          <p14:tracePt t="14204" x="3733800" y="2254250"/>
          <p14:tracePt t="14485" x="3740150" y="2254250"/>
          <p14:tracePt t="14519" x="3746500" y="2254250"/>
          <p14:tracePt t="14562" x="3752850" y="2254250"/>
          <p14:tracePt t="14576" x="3759200" y="2254250"/>
          <p14:tracePt t="14583" x="3765550" y="2254250"/>
          <p14:tracePt t="14597" x="3771900" y="2254250"/>
          <p14:tracePt t="14619" x="3778250" y="2254250"/>
          <p14:tracePt t="14625" x="3790950" y="2254250"/>
          <p14:tracePt t="14639" x="3797300" y="2254250"/>
          <p14:tracePt t="14651" x="3822700" y="2254250"/>
          <p14:tracePt t="14668" x="3867150" y="2254250"/>
          <p14:tracePt t="14684" x="3898900" y="2254250"/>
          <p14:tracePt t="14702" x="3962400" y="2254250"/>
          <p14:tracePt t="14718" x="4057650" y="2254250"/>
          <p14:tracePt t="14735" x="4108450" y="2254250"/>
          <p14:tracePt t="14751" x="4197350" y="2254250"/>
          <p14:tracePt t="14767" x="4292600" y="2254250"/>
          <p14:tracePt t="14784" x="4343400" y="2254250"/>
          <p14:tracePt t="14801" x="4432300" y="2254250"/>
          <p14:tracePt t="14817" x="4514850" y="2254250"/>
          <p14:tracePt t="14834" x="4540250" y="2254250"/>
          <p14:tracePt t="14851" x="4597400" y="2241550"/>
          <p14:tracePt t="14867" x="4648200" y="2235200"/>
          <p14:tracePt t="14884" x="4673600" y="2235200"/>
          <p14:tracePt t="14900" x="4724400" y="2228850"/>
          <p14:tracePt t="14917" x="4743450" y="2228850"/>
          <p14:tracePt t="14934" x="4794250" y="2228850"/>
          <p14:tracePt t="14950" x="4826000" y="2228850"/>
          <p14:tracePt t="14967" x="4838700" y="2228850"/>
          <p14:tracePt t="14983" x="4857750" y="2228850"/>
          <p14:tracePt t="15000" x="4876800" y="2228850"/>
          <p14:tracePt t="15033" x="4883150" y="2228850"/>
          <p14:tracePt t="15050" x="4889500" y="2228850"/>
          <p14:tracePt t="15165" x="4876800" y="2228850"/>
          <p14:tracePt t="15186" x="4857750" y="2235200"/>
          <p14:tracePt t="15200" x="4826000" y="2241550"/>
          <p14:tracePt t="15207" x="4775200" y="2254250"/>
          <p14:tracePt t="15216" x="4705350" y="2273300"/>
          <p14:tracePt t="15232" x="4616450" y="2292350"/>
          <p14:tracePt t="15250" x="4356100" y="2343150"/>
          <p14:tracePt t="15266" x="4191000" y="2381250"/>
          <p14:tracePt t="15282" x="3841750" y="2457450"/>
          <p14:tracePt t="15299" x="3441700" y="2533650"/>
          <p14:tracePt t="15316" x="3263900" y="2571750"/>
          <p14:tracePt t="15332" x="2959100" y="2641600"/>
          <p14:tracePt t="15349" x="2724150" y="2698750"/>
          <p14:tracePt t="15365" x="2647950" y="2717800"/>
          <p14:tracePt t="15382" x="2540000" y="2743200"/>
          <p14:tracePt t="15398" x="2482850" y="2755900"/>
          <p14:tracePt t="15415" x="2463800" y="2762250"/>
          <p14:tracePt t="15432" x="2451100" y="2768600"/>
          <p14:tracePt t="15448" x="2444750" y="2768600"/>
          <p14:tracePt t="15699" x="2451100" y="2768600"/>
          <p14:tracePt t="15706" x="2457450" y="2768600"/>
          <p14:tracePt t="15720" x="2463800" y="2768600"/>
          <p14:tracePt t="15741" x="2470150" y="2768600"/>
          <p14:tracePt t="15750" x="2482850" y="2768600"/>
          <p14:tracePt t="15763" x="2495550" y="2768600"/>
          <p14:tracePt t="15780" x="2540000" y="2768600"/>
          <p14:tracePt t="15798" x="2603500" y="2762250"/>
          <p14:tracePt t="15814" x="2647950" y="2762250"/>
          <p14:tracePt t="15830" x="2698750" y="2762250"/>
          <p14:tracePt t="15847" x="2832100" y="2755900"/>
          <p14:tracePt t="15863" x="2870200" y="2755900"/>
          <p14:tracePt t="15880" x="2889250" y="2755900"/>
          <p14:tracePt t="15896" x="2927350" y="2755900"/>
          <p14:tracePt t="15913" x="2952750" y="2755900"/>
          <p14:tracePt t="15931" x="2965450" y="2755900"/>
          <p14:tracePt t="15947" x="2971800" y="2755900"/>
          <p14:tracePt t="15963" x="2978150" y="2755900"/>
          <p14:tracePt t="15980" x="2984500" y="2755900"/>
          <p14:tracePt t="16022" x="2984500" y="2749550"/>
          <p14:tracePt t="16979" x="2990850" y="2749550"/>
          <p14:tracePt t="16994" x="3016250" y="2749550"/>
          <p14:tracePt t="17000" x="3035300" y="2749550"/>
          <p14:tracePt t="17014" x="3054350" y="2749550"/>
          <p14:tracePt t="17026" x="3086100" y="2749550"/>
          <p14:tracePt t="17043" x="3162300" y="2749550"/>
          <p14:tracePt t="17059" x="3200400" y="2749550"/>
          <p14:tracePt t="17077" x="3295650" y="2755900"/>
          <p14:tracePt t="17093" x="3397250" y="2768600"/>
          <p14:tracePt t="17109" x="3454400" y="2768600"/>
          <p14:tracePt t="17126" x="3543300" y="2774950"/>
          <p14:tracePt t="17142" x="3613150" y="2794000"/>
          <p14:tracePt t="17159" x="3657600" y="2794000"/>
          <p14:tracePt t="17177" x="3714750" y="2806700"/>
          <p14:tracePt t="17192" x="3771900" y="2813050"/>
          <p14:tracePt t="17210" x="3803650" y="2819400"/>
          <p14:tracePt t="17226" x="3860800" y="2825750"/>
          <p14:tracePt t="17243" x="3911600" y="2838450"/>
          <p14:tracePt t="17259" x="3937000" y="2844800"/>
          <p14:tracePt t="17275" x="3987800" y="2857500"/>
          <p14:tracePt t="17292" x="4019550" y="2857500"/>
          <p14:tracePt t="17309" x="4057650" y="2863850"/>
          <p14:tracePt t="17326" x="4089400" y="2863850"/>
          <p14:tracePt t="17342" x="4114800" y="2870200"/>
          <p14:tracePt t="17359" x="4146550" y="2870200"/>
          <p14:tracePt t="17375" x="4159250" y="2870200"/>
          <p14:tracePt t="17392" x="4171950" y="2870200"/>
          <p14:tracePt t="17409" x="4184650" y="2870200"/>
          <p14:tracePt t="17426" x="4191000" y="2863850"/>
          <p14:tracePt t="17441" x="4197350" y="2863850"/>
          <p14:tracePt t="17458" x="4203700" y="2863850"/>
          <p14:tracePt t="17474" x="4210050" y="2857500"/>
          <p14:tracePt t="17521" x="4210050" y="2844800"/>
          <p14:tracePt t="17563" x="4210050" y="2838450"/>
          <p14:tracePt t="17584" x="4210050" y="2832100"/>
          <p14:tracePt t="17612" x="4210050" y="2825750"/>
          <p14:tracePt t="18067" x="4203700" y="2832100"/>
          <p14:tracePt t="18074" x="4191000" y="2863850"/>
          <p14:tracePt t="18087" x="4165600" y="2889250"/>
          <p14:tracePt t="18095" x="4146550" y="2908300"/>
          <p14:tracePt t="18106" x="4127500" y="2927350"/>
          <p14:tracePt t="18123" x="4070350" y="2978150"/>
          <p14:tracePt t="18139" x="4025900" y="3003550"/>
          <p14:tracePt t="18156" x="3981450" y="3041650"/>
          <p14:tracePt t="18173" x="3829050" y="3143250"/>
          <p14:tracePt t="18189" x="3771900" y="3187700"/>
          <p14:tracePt t="18206" x="3714750" y="3232150"/>
          <p14:tracePt t="18222" x="3600450" y="3314700"/>
          <p14:tracePt t="18239" x="3498850" y="3378200"/>
          <p14:tracePt t="18256" x="3467100" y="3390900"/>
          <p14:tracePt t="18272" x="3441700" y="3403600"/>
          <p14:tracePt t="18288" x="3429000" y="3409950"/>
          <p14:tracePt t="18306" x="3416300" y="3409950"/>
          <p14:tracePt t="18369" x="3422650" y="3409950"/>
          <p14:tracePt t="18375" x="3429000" y="3403600"/>
          <p14:tracePt t="18388" x="3435350" y="3403600"/>
          <p14:tracePt t="18405" x="3454400" y="3390900"/>
          <p14:tracePt t="18421" x="3467100" y="3390900"/>
          <p14:tracePt t="18439" x="3492500" y="3378200"/>
          <p14:tracePt t="18455" x="3530600" y="3371850"/>
          <p14:tracePt t="18471" x="3568700" y="3365500"/>
          <p14:tracePt t="18488" x="3663950" y="3352800"/>
          <p14:tracePt t="18504" x="3740150" y="3346450"/>
          <p14:tracePt t="18521" x="3892550" y="3333750"/>
          <p14:tracePt t="18538" x="4064000" y="3314700"/>
          <p14:tracePt t="18554" x="4140200" y="3308350"/>
          <p14:tracePt t="18571" x="4273550" y="3270250"/>
          <p14:tracePt t="18587" x="4368800" y="3238500"/>
          <p14:tracePt t="18604" x="4413250" y="3232150"/>
          <p14:tracePt t="18621" x="4451350" y="3213100"/>
          <p14:tracePt t="18637" x="4495800" y="3206750"/>
          <p14:tracePt t="18654" x="4508500" y="3206750"/>
          <p14:tracePt t="18671" x="4521200" y="3200400"/>
          <p14:tracePt t="18687" x="4521200" y="3194050"/>
          <p14:tracePt t="18769" x="4514850" y="3194050"/>
          <p14:tracePt t="18776" x="4514850" y="3200400"/>
          <p14:tracePt t="18790" x="4508500" y="3200400"/>
          <p14:tracePt t="18804" x="4502150" y="3200400"/>
          <p14:tracePt t="19487" x="4508500" y="3200400"/>
          <p14:tracePt t="19495" x="4527550" y="3200400"/>
          <p14:tracePt t="19508" x="4546600" y="3200400"/>
          <p14:tracePt t="19518" x="4565650" y="3206750"/>
          <p14:tracePt t="19534" x="4584700" y="3206750"/>
          <p14:tracePt t="19552" x="4622800" y="3206750"/>
          <p14:tracePt t="19567" x="4673600" y="3213100"/>
          <p14:tracePt t="19584" x="4692650" y="3219450"/>
          <p14:tracePt t="19601" x="4737100" y="3225800"/>
          <p14:tracePt t="19617" x="4756150" y="3225800"/>
          <p14:tracePt t="19634" x="4794250" y="3225800"/>
          <p14:tracePt t="19651" x="4832350" y="3232150"/>
          <p14:tracePt t="19667" x="4845050" y="3232150"/>
          <p14:tracePt t="19684" x="4857750" y="3238500"/>
          <p14:tracePt t="19700" x="4876800" y="3244850"/>
          <p14:tracePt t="19717" x="4883150" y="3244850"/>
          <p14:tracePt t="19734" x="4895850" y="3244850"/>
          <p14:tracePt t="19909" x="4895850" y="3238500"/>
          <p14:tracePt t="19937" x="4889500" y="3238500"/>
          <p14:tracePt t="19944" x="4889500" y="3232150"/>
          <p14:tracePt t="20608" x="4883150" y="3232150"/>
          <p14:tracePt t="20622" x="4876800" y="3232150"/>
          <p14:tracePt t="20628" x="4864100" y="3251200"/>
          <p14:tracePt t="20643" x="4857750" y="3263900"/>
          <p14:tracePt t="20650" x="4845050" y="3282950"/>
          <p14:tracePt t="20667" x="4832350" y="3295650"/>
          <p14:tracePt t="20680" x="4806950" y="3327400"/>
          <p14:tracePt t="20699" x="4775200" y="3352800"/>
          <p14:tracePt t="20714" x="4756150" y="3378200"/>
          <p14:tracePt t="20731" x="4730750" y="3397250"/>
          <p14:tracePt t="20748" x="4667250" y="3460750"/>
          <p14:tracePt t="20763" x="4610100" y="3517900"/>
          <p14:tracePt t="20780" x="4572000" y="3549650"/>
          <p14:tracePt t="20797" x="4514850" y="3632200"/>
          <p14:tracePt t="20813" x="4457700" y="3708400"/>
          <p14:tracePt t="20831" x="4438650" y="3740150"/>
          <p14:tracePt t="20847" x="4387850" y="3797300"/>
          <p14:tracePt t="20863" x="4362450" y="3841750"/>
          <p14:tracePt t="20880" x="4337050" y="3860800"/>
          <p14:tracePt t="20896" x="4318000" y="3892550"/>
          <p14:tracePt t="20913" x="4298950" y="3924300"/>
          <p14:tracePt t="20931" x="4273550" y="3949700"/>
          <p14:tracePt t="20946" x="4254500" y="3962400"/>
          <p14:tracePt t="20963" x="4235450" y="3987800"/>
          <p14:tracePt t="23874" x="4222750" y="3994150"/>
          <p14:tracePt t="23888" x="4210050" y="4000500"/>
          <p14:tracePt t="23895" x="4197350" y="4013200"/>
          <p14:tracePt t="23909" x="4178300" y="4019550"/>
          <p14:tracePt t="23919" x="4146550" y="4044950"/>
          <p14:tracePt t="23936" x="4127500" y="4057650"/>
          <p14:tracePt t="23952" x="4064000" y="4102100"/>
          <p14:tracePt t="23969" x="3987800" y="4140200"/>
          <p14:tracePt t="23986" x="3911600" y="4171950"/>
          <p14:tracePt t="24002" x="3867150" y="4203700"/>
          <p14:tracePt t="24019" x="3797300" y="4222750"/>
          <p14:tracePt t="24036" x="3733800" y="4241800"/>
          <p14:tracePt t="24052" x="3708400" y="4248150"/>
          <p14:tracePt t="24069" x="3683000" y="4248150"/>
          <p14:tracePt t="24086" x="3625850" y="4254500"/>
          <p14:tracePt t="24102" x="3606800" y="4254500"/>
          <p14:tracePt t="24119" x="3562350" y="4254500"/>
          <p14:tracePt t="24135" x="3543300" y="4248150"/>
          <p14:tracePt t="24152" x="3486150" y="4241800"/>
          <p14:tracePt t="24169" x="3409950" y="4241800"/>
          <p14:tracePt t="24185" x="3352800" y="4241800"/>
          <p14:tracePt t="24201" x="3251200" y="4241800"/>
          <p14:tracePt t="24218" x="3124200" y="4241800"/>
          <p14:tracePt t="24235" x="3073400" y="4241800"/>
          <p14:tracePt t="24252" x="2990850" y="4248150"/>
          <p14:tracePt t="24268" x="2940050" y="4267200"/>
          <p14:tracePt t="24285" x="2921000" y="4273550"/>
          <p14:tracePt t="24301" x="2901950" y="4279900"/>
          <p14:tracePt t="24318" x="2876550" y="4286250"/>
          <p14:tracePt t="24334" x="2870200" y="4286250"/>
          <p14:tracePt t="24351" x="2851150" y="4292600"/>
          <p14:tracePt t="24368" x="2838450" y="4298950"/>
          <p14:tracePt t="24385" x="2825750" y="4298950"/>
          <p14:tracePt t="24388" x="2819400" y="4305300"/>
          <p14:tracePt t="24401" x="2806700" y="4311650"/>
          <p14:tracePt t="24417" x="2794000" y="4318000"/>
          <p14:tracePt t="24434" x="2749550" y="4337050"/>
          <p14:tracePt t="24450" x="2717800" y="4349750"/>
          <p14:tracePt t="24467" x="2692400" y="4356100"/>
          <p14:tracePt t="24484" x="2609850" y="4375150"/>
          <p14:tracePt t="24501" x="2590800" y="4375150"/>
          <p14:tracePt t="24517" x="2571750" y="4381500"/>
          <p14:tracePt t="25016" x="2597150" y="4381500"/>
          <p14:tracePt t="25030" x="2616200" y="4381500"/>
          <p14:tracePt t="25037" x="2628900" y="4381500"/>
          <p14:tracePt t="25052" x="2660650" y="4375150"/>
          <p14:tracePt t="25065" x="2686050" y="4375150"/>
          <p14:tracePt t="25082" x="2768600" y="4349750"/>
          <p14:tracePt t="25098" x="2813050" y="4330700"/>
          <p14:tracePt t="25115" x="2895600" y="4305300"/>
          <p14:tracePt t="25132" x="2990850" y="4273550"/>
          <p14:tracePt t="25149" x="3048000" y="4260850"/>
          <p14:tracePt t="25165" x="3155950" y="4229100"/>
          <p14:tracePt t="25181" x="3263900" y="4210050"/>
          <p14:tracePt t="25198" x="3314700" y="4197350"/>
          <p14:tracePt t="25215" x="3409950" y="4171950"/>
          <p14:tracePt t="25231" x="3460750" y="4171950"/>
          <p14:tracePt t="25248" x="3505200" y="4171950"/>
          <p14:tracePt t="25264" x="3511550" y="4171950"/>
          <p14:tracePt t="25281" x="3536950" y="4171950"/>
          <p14:tracePt t="25298" x="3606800" y="4184650"/>
          <p14:tracePt t="25314" x="3632200" y="4191000"/>
          <p14:tracePt t="25331" x="3714750" y="4197350"/>
          <p14:tracePt t="25348" x="3752850" y="4203700"/>
          <p14:tracePt t="25364" x="3867150" y="4203700"/>
          <p14:tracePt t="25381" x="3975100" y="4203700"/>
          <p14:tracePt t="25397" x="4051300" y="4203700"/>
          <p14:tracePt t="25401" x="4127500" y="4203700"/>
          <p14:tracePt t="25414" x="4216400" y="4203700"/>
          <p14:tracePt t="25431" x="4394200" y="4203700"/>
          <p14:tracePt t="25447" x="4483100" y="4191000"/>
          <p14:tracePt t="25465" x="4648200" y="4184650"/>
          <p14:tracePt t="25480" x="4806950" y="4171950"/>
          <p14:tracePt t="25497" x="4857750" y="4171950"/>
          <p14:tracePt t="25514" x="4933950" y="4171950"/>
          <p14:tracePt t="25530" x="4978400" y="4184650"/>
          <p14:tracePt t="25547" x="4991100" y="4184650"/>
          <p14:tracePt t="25564" x="5010150" y="4184650"/>
          <p14:tracePt t="25620" x="5010150" y="4191000"/>
          <p14:tracePt t="25900" x="5016500" y="4191000"/>
          <p14:tracePt t="25921" x="5022850" y="4191000"/>
          <p14:tracePt t="25928" x="5029200" y="4191000"/>
          <p14:tracePt t="25942" x="5041900" y="4191000"/>
          <p14:tracePt t="25949" x="5060950" y="4191000"/>
          <p14:tracePt t="25965" x="5073650" y="4191000"/>
          <p14:tracePt t="25979" x="5092700" y="4191000"/>
          <p14:tracePt t="25995" x="5137150" y="4184650"/>
          <p14:tracePt t="26012" x="5162550" y="4184650"/>
          <p14:tracePt t="26028" x="5175250" y="4178300"/>
          <p14:tracePt t="26045" x="5187950" y="4178300"/>
          <p14:tracePt t="26082" x="5187950" y="4171950"/>
          <p14:tracePt t="26103" x="5187950" y="4165600"/>
          <p14:tracePt t="26112" x="5181600" y="4165600"/>
          <p14:tracePt t="26128" x="5168900" y="4165600"/>
          <p14:tracePt t="26145" x="5118100" y="4165600"/>
          <p14:tracePt t="26161" x="5016500" y="4165600"/>
          <p14:tracePt t="26178" x="4965700" y="4165600"/>
          <p14:tracePt t="26195" x="4800600" y="4165600"/>
          <p14:tracePt t="26211" x="4648200" y="4159250"/>
          <p14:tracePt t="26228" x="4572000" y="4159250"/>
          <p14:tracePt t="26245" x="4406900" y="4159250"/>
          <p14:tracePt t="26261" x="4343400" y="4159250"/>
          <p14:tracePt t="26278" x="4235450" y="4159250"/>
          <p14:tracePt t="26294" x="4152900" y="4165600"/>
          <p14:tracePt t="26311" x="4127500" y="4165600"/>
          <p14:tracePt t="26328" x="4070350" y="4165600"/>
          <p14:tracePt t="26344" x="4025900" y="4165600"/>
          <p14:tracePt t="26361" x="4013200" y="4165600"/>
          <p14:tracePt t="26377" x="3987800" y="4165600"/>
          <p14:tracePt t="26394" x="3981450" y="4165600"/>
          <p14:tracePt t="26410" x="3968750" y="4165600"/>
          <p14:tracePt t="26427" x="3962400" y="4165600"/>
          <p14:tracePt t="26443" x="3956050" y="4165600"/>
          <p14:tracePt t="26503" x="3956050" y="4171950"/>
          <p14:tracePt t="26511" x="3962400" y="4171950"/>
          <p14:tracePt t="26524" x="3975100" y="4171950"/>
          <p14:tracePt t="26531" x="3981450" y="4171950"/>
          <p14:tracePt t="26546" x="3987800" y="4171950"/>
          <p14:tracePt t="26560" x="4070350" y="4178300"/>
          <p14:tracePt t="26577" x="4133850" y="4191000"/>
          <p14:tracePt t="26593" x="4222750" y="4191000"/>
          <p14:tracePt t="26610" x="4495800" y="4210050"/>
          <p14:tracePt t="26626" x="4864100" y="4222750"/>
          <p14:tracePt t="26644" x="5283200" y="4222750"/>
          <p14:tracePt t="26660" x="5499100" y="4216400"/>
          <p14:tracePt t="26677" x="5810250" y="4216400"/>
          <p14:tracePt t="26693" x="6019800" y="4197350"/>
          <p14:tracePt t="26710" x="6096000" y="4197350"/>
          <p14:tracePt t="26726" x="6178550" y="4178300"/>
          <p14:tracePt t="26743" x="6216650" y="4165600"/>
          <p14:tracePt t="26759" x="6229350" y="4165600"/>
          <p14:tracePt t="26776" x="6235700" y="4159250"/>
          <p14:tracePt t="26861" x="6242050" y="4159250"/>
          <p14:tracePt t="26924" x="6248400" y="4159250"/>
          <p14:tracePt t="26931" x="6254750" y="4152900"/>
          <p14:tracePt t="27002" x="6261100" y="4152900"/>
          <p14:tracePt t="27036" x="6267450" y="4152900"/>
          <p14:tracePt t="27051" x="6273800" y="4152900"/>
          <p14:tracePt t="27065" x="6280150" y="4152900"/>
          <p14:tracePt t="27093" x="6292850" y="4152900"/>
          <p14:tracePt t="27106" x="6299200" y="4152900"/>
          <p14:tracePt t="27135" x="6305550" y="4152900"/>
          <p14:tracePt t="27156" x="6311900" y="4152900"/>
          <p14:tracePt t="27163" x="6318250" y="4152900"/>
          <p14:tracePt t="27184" x="6324600" y="4152900"/>
          <p14:tracePt t="27233" x="6324600" y="4159250"/>
          <p14:tracePt t="27247" x="6318250" y="4159250"/>
          <p14:tracePt t="27253" x="6311900" y="4165600"/>
          <p14:tracePt t="27261" x="6299200" y="4171950"/>
          <p14:tracePt t="27277" x="6280150" y="4171950"/>
          <p14:tracePt t="27291" x="6242050" y="4178300"/>
          <p14:tracePt t="27307" x="6108700" y="4197350"/>
          <p14:tracePt t="27324" x="5892800" y="4229100"/>
          <p14:tracePt t="27341" x="5753100" y="4254500"/>
          <p14:tracePt t="27358" x="5359400" y="4305300"/>
          <p14:tracePt t="27374" x="4965700" y="4368800"/>
          <p14:tracePt t="27391" x="4737100" y="4413250"/>
          <p14:tracePt t="27395" x="4489450" y="4438650"/>
          <p14:tracePt t="27408" x="4305300" y="4451350"/>
          <p14:tracePt t="27423" x="3930650" y="4514850"/>
          <p14:tracePt t="27440" x="3784600" y="4540250"/>
          <p14:tracePt t="27458" x="3492500" y="4584700"/>
          <p14:tracePt t="27474" x="3219450" y="4629150"/>
          <p14:tracePt t="27490" x="3105150" y="4648200"/>
          <p14:tracePt t="27507" x="2895600" y="4692650"/>
          <p14:tracePt t="27523" x="2794000" y="4711700"/>
          <p14:tracePt t="27540" x="2597150" y="4775200"/>
          <p14:tracePt t="27557" x="2413000" y="4826000"/>
          <p14:tracePt t="27573" x="2349500" y="4851400"/>
          <p14:tracePt t="27591" x="2235200" y="4908550"/>
          <p14:tracePt t="27606" x="2159000" y="4953000"/>
          <p14:tracePt t="27623" x="2127250" y="4965700"/>
          <p14:tracePt t="27640" x="2095500" y="4978400"/>
          <p14:tracePt t="27656" x="2076450" y="4984750"/>
          <p14:tracePt t="27673" x="2070100" y="4991100"/>
          <p14:tracePt t="27690" x="2063750" y="4997450"/>
          <p14:tracePt t="27707" x="2057400" y="4997450"/>
          <p14:tracePt t="27739" x="2057400" y="5003800"/>
          <p14:tracePt t="27756" x="2051050" y="5010150"/>
          <p14:tracePt t="27836" x="2057400" y="5010150"/>
          <p14:tracePt t="27843" x="2063750" y="5010150"/>
          <p14:tracePt t="27859" x="2070100" y="5010150"/>
          <p14:tracePt t="27872" x="2082800" y="5010150"/>
          <p14:tracePt t="27888" x="2114550" y="5003800"/>
          <p14:tracePt t="27907" x="2171700" y="4984750"/>
          <p14:tracePt t="27923" x="2228850" y="4978400"/>
          <p14:tracePt t="27939" x="2387600" y="4940300"/>
          <p14:tracePt t="27956" x="2590800" y="4895850"/>
          <p14:tracePt t="27972" x="2705100" y="4883150"/>
          <p14:tracePt t="27988" x="2921000" y="4864100"/>
          <p14:tracePt t="28005" x="3130550" y="4845050"/>
          <p14:tracePt t="28022" x="3219450" y="4832350"/>
          <p14:tracePt t="28040" x="3397250" y="4806950"/>
          <p14:tracePt t="28055" x="3530600" y="4794250"/>
          <p14:tracePt t="28071" x="3568700" y="4794250"/>
          <p14:tracePt t="28089" x="3625850" y="4794250"/>
          <p14:tracePt t="28104" x="3676650" y="4794250"/>
          <p14:tracePt t="28121" x="3695700" y="4794250"/>
          <p14:tracePt t="28139" x="3733800" y="4800600"/>
          <p14:tracePt t="28154" x="3746500" y="4806950"/>
          <p14:tracePt t="28171" x="3803650" y="4806950"/>
          <p14:tracePt t="28188" x="3873500" y="4806950"/>
          <p14:tracePt t="28204" x="3911600" y="4806950"/>
          <p14:tracePt t="28221" x="4019550" y="4806950"/>
          <p14:tracePt t="28238" x="4159250" y="4826000"/>
          <p14:tracePt t="28254" x="4248150" y="4826000"/>
          <p14:tracePt t="28271" x="4464050" y="4838700"/>
          <p14:tracePt t="28287" x="4679950" y="4838700"/>
          <p14:tracePt t="28304" x="4800600" y="4813300"/>
          <p14:tracePt t="28321" x="4991100" y="4794250"/>
          <p14:tracePt t="28338" x="5130800" y="4794250"/>
          <p14:tracePt t="28354" x="5181600" y="4787900"/>
          <p14:tracePt t="28370" x="5264150" y="4787900"/>
          <p14:tracePt t="28387" x="5308600" y="4787900"/>
          <p14:tracePt t="28404" x="5340350" y="4800600"/>
          <p14:tracePt t="28420" x="5359400" y="4800600"/>
          <p14:tracePt t="28437" x="5372100" y="4800600"/>
          <p14:tracePt t="28454" x="5403850" y="4800600"/>
          <p14:tracePt t="28470" x="5422900" y="4800600"/>
          <p14:tracePt t="28487" x="5435600" y="4800600"/>
          <p14:tracePt t="28503" x="5454650" y="4800600"/>
          <p14:tracePt t="28520" x="5480050" y="4800600"/>
          <p14:tracePt t="28537" x="5486400" y="4800600"/>
          <p14:tracePt t="28553" x="5505450" y="4794250"/>
          <p14:tracePt t="28570" x="5518150" y="4794250"/>
          <p14:tracePt t="28603" x="5524500" y="4794250"/>
          <p14:tracePt t="28619" x="5537200" y="4787900"/>
          <p14:tracePt t="28636" x="5549900" y="4787900"/>
          <p14:tracePt t="28670" x="5556250" y="4781550"/>
          <p14:tracePt t="28687" x="5562600" y="4781550"/>
          <p14:tracePt t="28790" x="5568950" y="4781550"/>
          <p14:tracePt t="28839" x="5575300" y="4781550"/>
          <p14:tracePt t="28868" x="5581650" y="4781550"/>
          <p14:tracePt t="28896" x="5588000" y="4781550"/>
          <p14:tracePt t="28910" x="5594350" y="4781550"/>
          <p14:tracePt t="28937" x="5607050" y="4781550"/>
          <p14:tracePt t="28959" x="5613400" y="4781550"/>
          <p14:tracePt t="28965" x="5619750" y="4781550"/>
          <p14:tracePt t="28980" x="5632450" y="4781550"/>
          <p14:tracePt t="28988" x="5645150" y="4775200"/>
          <p14:tracePt t="29002" x="5657850" y="4775200"/>
          <p14:tracePt t="29018" x="5670550" y="4775200"/>
          <p14:tracePt t="29035" x="5715000" y="4775200"/>
          <p14:tracePt t="29051" x="5734050" y="4775200"/>
          <p14:tracePt t="29068" x="5746750" y="4775200"/>
          <p14:tracePt t="29085" x="5778500" y="4775200"/>
          <p14:tracePt t="29101" x="5797550" y="4775200"/>
          <p14:tracePt t="29119" x="5803900" y="4775200"/>
          <p14:tracePt t="29151" x="5810250" y="4775200"/>
          <p14:tracePt t="29171" x="5816600" y="4768850"/>
          <p14:tracePt t="29211" x="5822950" y="4762500"/>
          <p14:tracePt t="29218" x="5829300" y="4762500"/>
          <p14:tracePt t="29246" x="5835650" y="4762500"/>
          <p14:tracePt t="29267" x="5842000" y="4762500"/>
          <p14:tracePt t="29288" x="5842000" y="4756150"/>
          <p14:tracePt t="29316" x="5848350" y="4756150"/>
          <p14:tracePt t="29337" x="5854700" y="4749800"/>
          <p14:tracePt t="29358" x="5861050" y="4749800"/>
          <p14:tracePt t="29387" x="5873750" y="4749800"/>
          <p14:tracePt t="29408" x="5873750" y="4743450"/>
          <p14:tracePt t="29442" x="5880100" y="4743450"/>
          <p14:tracePt t="29491" x="5886450" y="4743450"/>
          <p14:tracePt t="29499" x="5892800" y="4743450"/>
          <p14:tracePt t="29541" x="5892800" y="4749800"/>
          <p14:tracePt t="29547" x="5892800" y="4756150"/>
          <p14:tracePt t="43944" x="5886450" y="4749800"/>
          <p14:tracePt t="43951" x="5880100" y="4749800"/>
          <p14:tracePt t="43957" x="5880100" y="4743450"/>
          <p14:tracePt t="43966" x="5873750" y="4737100"/>
          <p14:tracePt t="43983" x="5861050" y="4724400"/>
          <p14:tracePt t="44001" x="5842000" y="4718050"/>
          <p14:tracePt t="44016" x="5835650" y="4705350"/>
          <p14:tracePt t="44033" x="5816600" y="4699000"/>
          <p14:tracePt t="44050" x="5772150" y="4679950"/>
          <p14:tracePt t="44066" x="5746750" y="4673600"/>
          <p14:tracePt t="44083" x="5689600" y="4660900"/>
          <p14:tracePt t="44100" x="5657850" y="4654550"/>
          <p14:tracePt t="44116" x="5626100" y="4654550"/>
          <p14:tracePt t="44119" x="5619750" y="4654550"/>
          <p14:tracePt t="44133" x="5594350" y="4654550"/>
          <p14:tracePt t="44149" x="5581650" y="4654550"/>
          <p14:tracePt t="44166" x="5562600" y="4654550"/>
          <p14:tracePt t="44183" x="5543550" y="4654550"/>
          <p14:tracePt t="44215" x="5537200" y="4660900"/>
          <p14:tracePt t="44233" x="5537200" y="4667250"/>
          <p14:tracePt t="44252" x="5537200" y="4673600"/>
          <p14:tracePt t="44273" x="5537200" y="4679950"/>
          <p14:tracePt t="44301" x="5537200" y="4686300"/>
          <p14:tracePt t="44316" x="5537200" y="4692650"/>
          <p14:tracePt t="44371" x="5537200" y="4699000"/>
          <p14:tracePt t="44393" x="5537200" y="4705350"/>
          <p14:tracePt t="44414" x="5543550" y="4711700"/>
          <p14:tracePt t="44420" x="5549900" y="4711700"/>
          <p14:tracePt t="44435" x="5556250" y="4718050"/>
          <p14:tracePt t="44456" x="5562600" y="4724400"/>
          <p14:tracePt t="44464" x="5568950" y="4724400"/>
          <p14:tracePt t="44481" x="5568950" y="4730750"/>
          <p14:tracePt t="44498" x="5594350" y="4749800"/>
          <p14:tracePt t="44515" x="5613400" y="4762500"/>
          <p14:tracePt t="44531" x="5632450" y="4775200"/>
          <p14:tracePt t="44548" x="5657850" y="4787900"/>
          <p14:tracePt t="44564" x="5676900" y="4787900"/>
          <p14:tracePt t="44581" x="5715000" y="4800600"/>
          <p14:tracePt t="44598" x="5746750" y="4800600"/>
          <p14:tracePt t="44615" x="5778500" y="4806950"/>
          <p14:tracePt t="44618" x="5803900" y="4806950"/>
          <p14:tracePt t="44631" x="5829300" y="4806950"/>
          <p14:tracePt t="44648" x="5861050" y="4800600"/>
          <p14:tracePt t="44664" x="5892800" y="4794250"/>
          <p14:tracePt t="44681" x="5911850" y="4787900"/>
          <p14:tracePt t="44697" x="5918200" y="4781550"/>
          <p14:tracePt t="44714" x="5924550" y="4775200"/>
          <p14:tracePt t="44731" x="5924550" y="4762500"/>
          <p14:tracePt t="44747" x="5924550" y="4749800"/>
          <p14:tracePt t="44764" x="5918200" y="4749800"/>
          <p14:tracePt t="44780" x="5918200" y="4743450"/>
          <p14:tracePt t="44814" x="5911850" y="4737100"/>
          <p14:tracePt t="44848" x="5905500" y="4730750"/>
          <p14:tracePt t="44863" x="5905500" y="4724400"/>
          <p14:tracePt t="44880" x="5892800" y="4718050"/>
          <p14:tracePt t="44905" x="5886450" y="4718050"/>
          <p14:tracePt t="44925" x="5880100" y="4711700"/>
          <p14:tracePt t="44953" x="5873750" y="4711700"/>
          <p14:tracePt t="45003" x="5861050" y="4711700"/>
          <p14:tracePt t="45024" x="5854700" y="4711700"/>
          <p14:tracePt t="45031" x="5848350" y="4711700"/>
          <p14:tracePt t="45045" x="5842000" y="4711700"/>
          <p14:tracePt t="45052" x="5829300" y="4711700"/>
          <p14:tracePt t="45066" x="5816600" y="4711700"/>
          <p14:tracePt t="45080" x="5797550" y="4711700"/>
          <p14:tracePt t="45096" x="5772150" y="4711700"/>
          <p14:tracePt t="45112" x="5746750" y="4711700"/>
          <p14:tracePt t="45129" x="5708650" y="4711700"/>
          <p14:tracePt t="45146" x="5695950" y="4711700"/>
          <p14:tracePt t="45163" x="5683250" y="4718050"/>
          <p14:tracePt t="45179" x="5664200" y="4724400"/>
          <p14:tracePt t="45196" x="5657850" y="4730750"/>
          <p14:tracePt t="45213" x="5651500" y="4737100"/>
          <p14:tracePt t="45228" x="5645150" y="4743450"/>
          <p14:tracePt t="45245" x="5645150" y="4749800"/>
          <p14:tracePt t="45262" x="5638800" y="4749800"/>
          <p14:tracePt t="45318" x="5638800" y="4756150"/>
          <p14:tracePt t="45353" x="5638800" y="4762500"/>
          <p14:tracePt t="45374" x="5645150" y="4768850"/>
          <p14:tracePt t="45388" x="5645150" y="4775200"/>
          <p14:tracePt t="45398" x="5651500" y="4775200"/>
          <p14:tracePt t="45417" x="5657850" y="4775200"/>
          <p14:tracePt t="45428" x="5664200" y="4775200"/>
          <p14:tracePt t="45445" x="5689600" y="4775200"/>
          <p14:tracePt t="45461" x="5708650" y="4775200"/>
          <p14:tracePt t="45478" x="5734050" y="4775200"/>
          <p14:tracePt t="45494" x="5784850" y="4762500"/>
          <p14:tracePt t="45511" x="5816600" y="4756150"/>
          <p14:tracePt t="45529" x="5854700" y="4743450"/>
          <p14:tracePt t="45544" x="5880100" y="4730750"/>
          <p14:tracePt t="45561" x="5905500" y="4718050"/>
          <p14:tracePt t="45578" x="5918200" y="4711700"/>
          <p14:tracePt t="45594" x="5930900" y="4699000"/>
          <p14:tracePt t="45630" x="5930900" y="4692650"/>
          <p14:tracePt t="45669" x="5930900" y="4686300"/>
          <p14:tracePt t="45718" x="5924550" y="4686300"/>
          <p14:tracePt t="45760" x="5924550" y="4692650"/>
          <p14:tracePt t="45781" x="5918200" y="4692650"/>
          <p14:tracePt t="45809" x="5911850" y="4692650"/>
          <p14:tracePt t="45865" x="5905500" y="4692650"/>
          <p14:tracePt t="45971" x="5899150" y="4692650"/>
          <p14:tracePt t="46006" x="5892800" y="4692650"/>
          <p14:tracePt t="46012" x="5886450" y="4692650"/>
          <p14:tracePt t="46029" x="5880100" y="4692650"/>
          <p14:tracePt t="46042" x="5867400" y="4692650"/>
          <p14:tracePt t="46059" x="5854700" y="4692650"/>
          <p14:tracePt t="46076" x="5803900" y="4699000"/>
          <p14:tracePt t="46092" x="5772150" y="4705350"/>
          <p14:tracePt t="46109" x="5734050" y="4705350"/>
          <p14:tracePt t="46126" x="5689600" y="4718050"/>
          <p14:tracePt t="46142" x="5651500" y="4724400"/>
          <p14:tracePt t="46146" x="5645150" y="4724400"/>
          <p14:tracePt t="46158" x="5638800" y="4724400"/>
          <p14:tracePt t="46175" x="5619750" y="4730750"/>
          <p14:tracePt t="46192" x="5613400" y="4730750"/>
          <p14:tracePt t="46209" x="5607050" y="4730750"/>
          <p14:tracePt t="46286" x="5613400" y="4730750"/>
          <p14:tracePt t="46300" x="5619750" y="4730750"/>
          <p14:tracePt t="46315" x="5626100" y="4730750"/>
          <p14:tracePt t="46328" x="5632450" y="4730750"/>
          <p14:tracePt t="46335" x="5632450" y="4724400"/>
          <p14:tracePt t="46349" x="5638800" y="4724400"/>
          <p14:tracePt t="46358" x="5638800" y="4718050"/>
          <p14:tracePt t="46375" x="5651500" y="4718050"/>
          <p14:tracePt t="46392" x="5670550" y="4711700"/>
          <p14:tracePt t="46408" x="5683250" y="4705350"/>
          <p14:tracePt t="46425" x="5702300" y="4692650"/>
          <p14:tracePt t="46441" x="5740400" y="4679950"/>
          <p14:tracePt t="46458" x="5765800" y="4667250"/>
          <p14:tracePt t="46475" x="5791200" y="4654550"/>
          <p14:tracePt t="46491" x="5822950" y="4635500"/>
          <p14:tracePt t="46508" x="5842000" y="4629150"/>
          <p14:tracePt t="46525" x="5867400" y="4616450"/>
          <p14:tracePt t="46541" x="5880100" y="4616450"/>
          <p14:tracePt t="46557" x="5892800" y="4616450"/>
          <p14:tracePt t="46574" x="5892800" y="4610100"/>
          <p14:tracePt t="46591" x="5899150" y="4610100"/>
          <p14:tracePt t="46651" x="5905500" y="4610100"/>
          <p14:tracePt t="46686" x="5911850" y="4610100"/>
          <p14:tracePt t="46728" x="5911850" y="4616450"/>
          <p14:tracePt t="46820" x="5911850" y="4622800"/>
          <p14:tracePt t="46903" x="5905500" y="4622800"/>
          <p14:tracePt t="46967" x="5905500" y="4629150"/>
          <p14:tracePt t="49151" x="5899150" y="4629150"/>
          <p14:tracePt t="49157" x="5886450" y="4629150"/>
          <p14:tracePt t="49167" x="5867400" y="4629150"/>
          <p14:tracePt t="49182" x="5810250" y="4629150"/>
          <p14:tracePt t="49199" x="5759450" y="4629150"/>
          <p14:tracePt t="49215" x="5651500" y="4629150"/>
          <p14:tracePt t="49231" x="5588000" y="4629150"/>
          <p14:tracePt t="49249" x="5467350" y="4629150"/>
          <p14:tracePt t="49264" x="5403850" y="4635500"/>
          <p14:tracePt t="49281" x="5321300" y="4654550"/>
          <p14:tracePt t="49299" x="5194300" y="4679950"/>
          <p14:tracePt t="49315" x="5124450" y="4692650"/>
          <p14:tracePt t="49331" x="5067300" y="4699000"/>
          <p14:tracePt t="49348" x="4959350" y="4711700"/>
          <p14:tracePt t="49364" x="4889500" y="4724400"/>
          <p14:tracePt t="49381" x="4819650" y="4737100"/>
          <p14:tracePt t="49398" x="4730750" y="4749800"/>
          <p14:tracePt t="49414" x="4673600" y="4756150"/>
          <p14:tracePt t="49432" x="4591050" y="4768850"/>
          <p14:tracePt t="49447" x="4552950" y="4775200"/>
          <p14:tracePt t="49464" x="4502150" y="4781550"/>
          <p14:tracePt t="49481" x="4432300" y="4781550"/>
          <p14:tracePt t="49498" x="4400550" y="4781550"/>
          <p14:tracePt t="49514" x="4375150" y="4775200"/>
          <p14:tracePt t="49531" x="4356100" y="4768850"/>
          <p14:tracePt t="49547" x="4343400" y="4762500"/>
          <p14:tracePt t="49565" x="4330700" y="4743450"/>
          <p14:tracePt t="49580" x="4318000" y="4743450"/>
          <p14:tracePt t="49597" x="4298950" y="4737100"/>
          <p14:tracePt t="49614" x="4286250" y="4724400"/>
          <p14:tracePt t="49630" x="4273550" y="4718050"/>
          <p14:tracePt t="49646" x="4260850" y="4718050"/>
          <p14:tracePt t="49663" x="4254500" y="4718050"/>
          <p14:tracePt t="49680" x="4248150" y="4711700"/>
          <p14:tracePt t="49713" x="4241800" y="4711700"/>
          <p14:tracePt t="49729" x="4235450" y="4705350"/>
          <p14:tracePt t="49747" x="4229100" y="4699000"/>
          <p14:tracePt t="49763" x="4222750" y="4686300"/>
          <p14:tracePt t="49780" x="4216400" y="4673600"/>
          <p14:tracePt t="49797" x="4203700" y="4660900"/>
          <p14:tracePt t="49812" x="4197350" y="4648200"/>
          <p14:tracePt t="49830" x="4197350" y="4629150"/>
          <p14:tracePt t="49846" x="4184650" y="4603750"/>
          <p14:tracePt t="49863" x="4184650" y="4597400"/>
          <p14:tracePt t="49880" x="4178300" y="4591050"/>
          <p14:tracePt t="49896" x="4171950" y="4584700"/>
          <p14:tracePt t="49913" x="4171950" y="4572000"/>
          <p14:tracePt t="49930" x="4171950" y="4565650"/>
          <p14:tracePt t="49951" x="4171950" y="4559300"/>
          <p14:tracePt t="49972" x="4171950" y="4552950"/>
          <p14:tracePt t="49981" x="4171950" y="4546600"/>
          <p14:tracePt t="50000" x="4171950" y="4540250"/>
          <p14:tracePt t="50028" x="4171950" y="4533900"/>
          <p14:tracePt t="50049" x="4171950" y="4527550"/>
          <p14:tracePt t="50098" x="4171950" y="4521200"/>
          <p14:tracePt t="50113" x="4171950" y="4514850"/>
          <p14:tracePt t="50119" x="4178300" y="4514850"/>
          <p14:tracePt t="50128" x="4178300" y="4508500"/>
          <p14:tracePt t="50145" x="4191000" y="4502150"/>
          <p14:tracePt t="50161" x="4229100" y="4489450"/>
          <p14:tracePt t="50178" x="4260850" y="4476750"/>
          <p14:tracePt t="50196" x="4324350" y="4457700"/>
          <p14:tracePt t="50211" x="4375150" y="4451350"/>
          <p14:tracePt t="50228" x="4425950" y="4438650"/>
          <p14:tracePt t="50245" x="4470400" y="4432300"/>
          <p14:tracePt t="50261" x="4540250" y="4432300"/>
          <p14:tracePt t="50278" x="4591050" y="4432300"/>
          <p14:tracePt t="50294" x="4667250" y="4451350"/>
          <p14:tracePt t="50311" x="4730750" y="4457700"/>
          <p14:tracePt t="50328" x="4813300" y="4483100"/>
          <p14:tracePt t="50345" x="4946650" y="4508500"/>
          <p14:tracePt t="50361" x="5054600" y="4514850"/>
          <p14:tracePt t="50378" x="5207000" y="4527550"/>
          <p14:tracePt t="50394" x="5302250" y="4546600"/>
          <p14:tracePt t="50410" x="5391150" y="4572000"/>
          <p14:tracePt t="50428" x="5518150" y="4584700"/>
          <p14:tracePt t="50444" x="5575300" y="4597400"/>
          <p14:tracePt t="50461" x="5607050" y="4610100"/>
          <p14:tracePt t="50477" x="5664200" y="4622800"/>
          <p14:tracePt t="50494" x="5695950" y="4648200"/>
          <p14:tracePt t="50512" x="5740400" y="4654550"/>
          <p14:tracePt t="50527" x="5753100" y="4660900"/>
          <p14:tracePt t="50543" x="5778500" y="4660900"/>
          <p14:tracePt t="50561" x="5784850" y="4667250"/>
          <p14:tracePt t="50577" x="5791200" y="4673600"/>
          <p14:tracePt t="50594" x="5803900" y="4673600"/>
          <p14:tracePt t="50611" x="5810250" y="4673600"/>
          <p14:tracePt t="50643" x="5822950" y="4673600"/>
          <p14:tracePt t="50660" x="5822950" y="4679950"/>
          <p14:tracePt t="50680" x="5829300" y="4679950"/>
          <p14:tracePt t="50696" x="5835650" y="4679950"/>
          <p14:tracePt t="50711" x="5835650" y="4686300"/>
          <p14:tracePt t="50726" x="5842000" y="4686300"/>
          <p14:tracePt t="50746" x="5848350" y="4686300"/>
          <p14:tracePt t="50759" x="5854700" y="4692650"/>
          <p14:tracePt t="50780" x="5861050" y="4692650"/>
          <p14:tracePt t="50834" x="5867400" y="4692650"/>
          <p14:tracePt t="50862" x="5873750" y="4699000"/>
          <p14:tracePt t="50869" x="5880100" y="4699000"/>
          <p14:tracePt t="50912" x="5892800" y="4699000"/>
          <p14:tracePt t="50918" x="5899150" y="4705350"/>
          <p14:tracePt t="50946" x="5905500" y="4705350"/>
          <p14:tracePt t="50961" x="5911850" y="4711700"/>
          <p14:tracePt t="50968" x="5924550" y="4711700"/>
          <p14:tracePt t="50982" x="5930900" y="4711700"/>
          <p14:tracePt t="50996" x="5949950" y="4711700"/>
          <p14:tracePt t="51009" x="5962650" y="4718050"/>
          <p14:tracePt t="51026" x="5975350" y="4724400"/>
          <p14:tracePt t="51042" x="5988050" y="4724400"/>
          <p14:tracePt t="51059" x="6007100" y="4730750"/>
          <p14:tracePt t="51075" x="6013450" y="4737100"/>
          <p14:tracePt t="51092" x="6019800" y="4737100"/>
          <p14:tracePt t="51136" x="6026150" y="4737100"/>
          <p14:tracePt t="52596" x="6013450" y="4743450"/>
          <p14:tracePt t="52604" x="6000750" y="4756150"/>
          <p14:tracePt t="52617" x="5994400" y="4768850"/>
          <p14:tracePt t="52625" x="5981700" y="4775200"/>
          <p14:tracePt t="52640" x="5962650" y="4787900"/>
          <p14:tracePt t="52653" x="5930900" y="4819650"/>
          <p14:tracePt t="52669" x="5911850" y="4832350"/>
          <p14:tracePt t="52686" x="5892800" y="4851400"/>
          <p14:tracePt t="52703" x="5867400" y="4889500"/>
          <p14:tracePt t="52720" x="5829300" y="4921250"/>
          <p14:tracePt t="52737" x="5797550" y="4965700"/>
          <p14:tracePt t="52753" x="5778500" y="4997450"/>
          <p14:tracePt t="52769" x="5746750" y="5035550"/>
          <p14:tracePt t="52786" x="5715000" y="5080000"/>
          <p14:tracePt t="52803" x="5702300" y="5092700"/>
          <p14:tracePt t="52819" x="5664200" y="5124450"/>
          <p14:tracePt t="52836" x="5645150" y="5168900"/>
          <p14:tracePt t="52852" x="5632450" y="5181600"/>
          <p14:tracePt t="52869" x="5613400" y="5207000"/>
          <p14:tracePt t="52885" x="5594350" y="5219700"/>
          <p14:tracePt t="52902" x="5588000" y="5226050"/>
          <p14:tracePt t="52919" x="5581650" y="5232400"/>
          <p14:tracePt t="52936" x="5562600" y="5251450"/>
          <p14:tracePt t="52952" x="5556250" y="5257800"/>
          <p14:tracePt t="52968" x="5543550" y="5264150"/>
          <p14:tracePt t="52985" x="5543550" y="5270500"/>
          <p14:tracePt t="53002" x="5537200" y="5276850"/>
          <p14:tracePt t="53018" x="5530850" y="5276850"/>
          <p14:tracePt t="53035" x="5530850" y="5283200"/>
          <p14:tracePt t="53053" x="5530850" y="5289550"/>
          <p14:tracePt t="53068" x="5524500" y="5289550"/>
          <p14:tracePt t="53095" x="5518150" y="5289550"/>
          <p14:tracePt t="53116" x="5518150" y="5295900"/>
          <p14:tracePt t="53136" x="5511800" y="5302250"/>
          <p14:tracePt t="53164" x="5505450" y="5308600"/>
          <p14:tracePt t="53186" x="5499100" y="5314950"/>
          <p14:tracePt t="53207" x="5492750" y="5321300"/>
          <p14:tracePt t="53256" x="5486400" y="5327650"/>
          <p14:tracePt t="53277" x="5480050" y="5327650"/>
          <p14:tracePt t="53305" x="5473700" y="5334000"/>
          <p14:tracePt t="53326" x="5467350" y="5340350"/>
          <p14:tracePt t="53347" x="5461000" y="5340350"/>
          <p14:tracePt t="53353" x="5454650" y="5346700"/>
          <p14:tracePt t="53375" x="5448300" y="5353050"/>
          <p14:tracePt t="53389" x="5435600" y="5353050"/>
          <p14:tracePt t="53400" x="5416550" y="5359400"/>
          <p14:tracePt t="53418" x="5353050" y="5372100"/>
          <p14:tracePt t="53434" x="5302250" y="5391150"/>
          <p14:tracePt t="53450" x="5200650" y="5397500"/>
          <p14:tracePt t="53468" x="5029200" y="5416550"/>
          <p14:tracePt t="53484" x="4940300" y="5429250"/>
          <p14:tracePt t="53501" x="4737100" y="5448300"/>
          <p14:tracePt t="53516" x="4521200" y="5448300"/>
          <p14:tracePt t="53533" x="4406900" y="5448300"/>
          <p14:tracePt t="53551" x="4159250" y="5461000"/>
          <p14:tracePt t="53567" x="3930650" y="5461000"/>
          <p14:tracePt t="53583" x="3816350" y="5461000"/>
          <p14:tracePt t="53600" x="3625850" y="5461000"/>
          <p14:tracePt t="53616" x="3448050" y="5467350"/>
          <p14:tracePt t="53633" x="3378200" y="5467350"/>
          <p14:tracePt t="53650" x="3276600" y="5448300"/>
          <p14:tracePt t="53666" x="3219450" y="5416550"/>
          <p14:tracePt t="53684" x="3200400" y="5397500"/>
          <p14:tracePt t="53699" x="3206750" y="5397500"/>
          <p14:tracePt t="54051" x="3175000" y="5397500"/>
          <p14:tracePt t="54058" x="3124200" y="5397500"/>
          <p14:tracePt t="54072" x="3073400" y="5391150"/>
          <p14:tracePt t="54081" x="2997200" y="5391150"/>
          <p14:tracePt t="54098" x="2927350" y="5397500"/>
          <p14:tracePt t="54115" x="2787650" y="5397500"/>
          <p14:tracePt t="54131" x="2660650" y="5397500"/>
          <p14:tracePt t="54149" x="2559050" y="5397500"/>
          <p14:tracePt t="54164" x="2520950" y="5397500"/>
          <p14:tracePt t="54181" x="2476500" y="5397500"/>
          <p14:tracePt t="54198" x="2457450" y="5397500"/>
          <p14:tracePt t="54214" x="2451100" y="5397500"/>
          <p14:tracePt t="54331" x="2457450" y="5397500"/>
          <p14:tracePt t="54338" x="2463800" y="5397500"/>
          <p14:tracePt t="54352" x="2476500" y="5397500"/>
          <p14:tracePt t="54364" x="2489200" y="5397500"/>
          <p14:tracePt t="54381" x="2527300" y="5397500"/>
          <p14:tracePt t="54397" x="2559050" y="5397500"/>
          <p14:tracePt t="54414" x="2673350" y="5391150"/>
          <p14:tracePt t="54430" x="2851150" y="5384800"/>
          <p14:tracePt t="54447" x="2965450" y="5384800"/>
          <p14:tracePt t="54464" x="3213100" y="5372100"/>
          <p14:tracePt t="54480" x="3467100" y="5353050"/>
          <p14:tracePt t="54497" x="3581400" y="5353050"/>
          <p14:tracePt t="54514" x="3822700" y="5340350"/>
          <p14:tracePt t="54530" x="4013200" y="5327650"/>
          <p14:tracePt t="54547" x="4089400" y="5327650"/>
          <p14:tracePt t="54563" x="4241800" y="5327650"/>
          <p14:tracePt t="54580" x="4413250" y="5321300"/>
          <p14:tracePt t="54597" x="4476750" y="5321300"/>
          <p14:tracePt t="54613" x="4603750" y="5321300"/>
          <p14:tracePt t="54629" x="4654550" y="5321300"/>
          <p14:tracePt t="54647" x="4743450" y="5321300"/>
          <p14:tracePt t="54663" x="4813300" y="5321300"/>
          <p14:tracePt t="54666" x="4838700" y="5321300"/>
          <p14:tracePt t="54696" x="4889500" y="5314950"/>
          <p14:tracePt t="54712" x="4940300" y="5314950"/>
          <p14:tracePt t="54729" x="4959350" y="5314950"/>
          <p14:tracePt t="54746" x="4991100" y="5314950"/>
          <p14:tracePt t="54762" x="5016500" y="5308600"/>
          <p14:tracePt t="54780" x="5035550" y="5308600"/>
          <p14:tracePt t="54796" x="5048250" y="5308600"/>
          <p14:tracePt t="54812" x="5048250" y="5302250"/>
          <p14:tracePt t="54829" x="5067300" y="5302250"/>
          <p14:tracePt t="54845" x="5073650" y="5302250"/>
          <p14:tracePt t="54862" x="5086350" y="5302250"/>
          <p14:tracePt t="54879" x="5092700" y="5302250"/>
          <p14:tracePt t="54895" x="5105400" y="5302250"/>
          <p14:tracePt t="54911" x="5111750" y="5302250"/>
          <p14:tracePt t="54928" x="5149850" y="5302250"/>
          <p14:tracePt t="54945" x="5168900" y="5302250"/>
          <p14:tracePt t="54963" x="5207000" y="5302250"/>
          <p14:tracePt t="54978" x="5238750" y="5302250"/>
          <p14:tracePt t="54995" x="5289550" y="5302250"/>
          <p14:tracePt t="55012" x="5334000" y="5302250"/>
          <p14:tracePt t="55028" x="5346700" y="5302250"/>
          <p14:tracePt t="55045" x="5378450" y="5308600"/>
          <p14:tracePt t="55061" x="5403850" y="5308600"/>
          <p14:tracePt t="55078" x="5416550" y="5308600"/>
          <p14:tracePt t="55095" x="5435600" y="5314950"/>
          <p14:tracePt t="55111" x="5441950" y="5314950"/>
          <p14:tracePt t="55128" x="5448300" y="5314950"/>
          <p14:tracePt t="55160" x="5461000" y="5314950"/>
          <p14:tracePt t="55195" x="5467350" y="5308600"/>
          <p14:tracePt t="55229" x="5473700" y="5308600"/>
          <p14:tracePt t="55250" x="5480050" y="5308600"/>
          <p14:tracePt t="55278" x="5486400" y="5308600"/>
          <p14:tracePt t="55292" x="5492750" y="5308600"/>
          <p14:tracePt t="55334" x="5499100" y="5308600"/>
          <p14:tracePt t="55341" x="5505450" y="5308600"/>
          <p14:tracePt t="55348" x="5511800" y="5308600"/>
          <p14:tracePt t="55364" x="5524500" y="5308600"/>
          <p14:tracePt t="55377" x="5537200" y="5308600"/>
          <p14:tracePt t="55394" x="5568950" y="5308600"/>
          <p14:tracePt t="55411" x="5588000" y="5308600"/>
          <p14:tracePt t="55427" x="5638800" y="5308600"/>
          <p14:tracePt t="55443" x="5695950" y="5308600"/>
          <p14:tracePt t="55461" x="5740400" y="5308600"/>
          <p14:tracePt t="55477" x="5765800" y="5308600"/>
          <p14:tracePt t="55493" x="5797550" y="5308600"/>
          <p14:tracePt t="55510" x="5829300" y="5308600"/>
          <p14:tracePt t="55527" x="5835650" y="5308600"/>
          <p14:tracePt t="55543" x="5848350" y="5308600"/>
          <p14:tracePt t="55560" x="5867400" y="5314950"/>
          <p14:tracePt t="55576" x="5873750" y="5314950"/>
          <p14:tracePt t="55594" x="5886450" y="5314950"/>
          <p14:tracePt t="55610" x="5892800" y="5314950"/>
          <p14:tracePt t="55628" x="5899150" y="5314950"/>
          <p14:tracePt t="55643" x="5905500" y="5314950"/>
          <p14:tracePt t="55660" x="5918200" y="5314950"/>
          <p14:tracePt t="55693" x="5924550" y="5314950"/>
          <p14:tracePt t="55748" x="5930900" y="5314950"/>
          <p14:tracePt t="55776" x="5937250" y="5314950"/>
          <p14:tracePt t="55804" x="5943600" y="5314950"/>
          <p14:tracePt t="55853" x="5949950" y="5314950"/>
          <p14:tracePt t="55917" x="5956300" y="5314950"/>
          <p14:tracePt t="55945" x="5962650" y="5314950"/>
          <p14:tracePt t="56036" x="5969000" y="5314950"/>
          <p14:tracePt t="56183" x="5962650" y="5314950"/>
          <p14:tracePt t="56197" x="5949950" y="5321300"/>
          <p14:tracePt t="56204" x="5937250" y="5321300"/>
          <p14:tracePt t="56211" x="5905500" y="5327650"/>
          <p14:tracePt t="56227" x="5880100" y="5334000"/>
          <p14:tracePt t="56240" x="5810250" y="5353050"/>
          <p14:tracePt t="56257" x="5645150" y="5384800"/>
          <p14:tracePt t="56275" x="5537200" y="5416550"/>
          <p14:tracePt t="56290" x="5302250" y="5492750"/>
          <p14:tracePt t="56307" x="5099050" y="5549900"/>
          <p14:tracePt t="56324" x="4902200" y="5613400"/>
          <p14:tracePt t="56340" x="4819650" y="5632450"/>
          <p14:tracePt t="56357" x="4686300" y="5670550"/>
          <p14:tracePt t="56374" x="4578350" y="5702300"/>
          <p14:tracePt t="56390" x="4540250" y="5708650"/>
          <p14:tracePt t="56407" x="4483100" y="5715000"/>
          <p14:tracePt t="56423" x="4457700" y="5721350"/>
          <p14:tracePt t="56440" x="4445000" y="5721350"/>
          <p14:tracePt t="56457" x="4438650" y="5721350"/>
          <p14:tracePt t="56473" x="4432300" y="5721350"/>
          <p14:tracePt t="56507" x="4425950" y="5721350"/>
          <p14:tracePt t="56561" x="4419600" y="5727700"/>
          <p14:tracePt t="56575" x="4413250" y="5727700"/>
          <p14:tracePt t="56597" x="4394200" y="5727700"/>
          <p14:tracePt t="56604" x="4381500" y="5727700"/>
          <p14:tracePt t="56611" x="4356100" y="5727700"/>
          <p14:tracePt t="56626" x="4330700" y="5727700"/>
          <p14:tracePt t="56639" x="4279900" y="5727700"/>
          <p14:tracePt t="56656" x="4165600" y="5727700"/>
          <p14:tracePt t="56673" x="4089400" y="5727700"/>
          <p14:tracePt t="56676" x="4025900" y="5727700"/>
          <p14:tracePt t="56689" x="3949700" y="5727700"/>
          <p14:tracePt t="56706" x="3810000" y="5727700"/>
          <p14:tracePt t="56723" x="3708400" y="5727700"/>
          <p14:tracePt t="56739" x="3651250" y="5727700"/>
          <p14:tracePt t="56756" x="3594100" y="5734050"/>
          <p14:tracePt t="56773" x="3562350" y="5740400"/>
          <p14:tracePt t="56789" x="3556000" y="5746750"/>
          <p14:tracePt t="56805" x="3549650" y="5746750"/>
          <p14:tracePt t="56843" x="3562350" y="5746750"/>
          <p14:tracePt t="56858" x="3575050" y="5746750"/>
          <p14:tracePt t="56872" x="3600450" y="5746750"/>
          <p14:tracePt t="56888" x="3657600" y="5746750"/>
          <p14:tracePt t="56906" x="3790950" y="5746750"/>
          <p14:tracePt t="56921" x="3886200" y="5746750"/>
          <p14:tracePt t="56938" x="4108450" y="5746750"/>
          <p14:tracePt t="56955" x="4362450" y="5746750"/>
          <p14:tracePt t="56971" x="4476750" y="5746750"/>
          <p14:tracePt t="56988" x="4641850" y="5759450"/>
          <p14:tracePt t="57005" x="4737100" y="5759450"/>
          <p14:tracePt t="57021" x="4762500" y="5765800"/>
          <p14:tracePt t="57038" x="4775200" y="5765800"/>
          <p14:tracePt t="57074" x="4762500" y="5765800"/>
          <p14:tracePt t="57095" x="4749800" y="5765800"/>
          <p14:tracePt t="57123" x="4737100" y="5765800"/>
          <p14:tracePt t="57139" x="4705350" y="5765800"/>
          <p14:tracePt t="57144" x="4660900" y="5765800"/>
          <p14:tracePt t="57158" x="4578350" y="5765800"/>
          <p14:tracePt t="57171" x="4476750" y="5753100"/>
          <p14:tracePt t="57188" x="4229100" y="5753100"/>
          <p14:tracePt t="57204" x="4102100" y="5753100"/>
          <p14:tracePt t="57208" x="3975100" y="5753100"/>
          <p14:tracePt t="57221" x="3759200" y="5753100"/>
          <p14:tracePt t="57237" x="3683000" y="5753100"/>
          <p14:tracePt t="57254" x="3632200" y="5759450"/>
          <p14:tracePt t="57271" x="3581400" y="5765800"/>
          <p14:tracePt t="57287" x="3562350" y="5772150"/>
          <p14:tracePt t="57304" x="3556000" y="5772150"/>
          <p14:tracePt t="57320" x="3556000" y="5778500"/>
          <p14:tracePt t="57337" x="3587750" y="5778500"/>
          <p14:tracePt t="57355" x="3644900" y="5778500"/>
          <p14:tracePt t="57370" x="3683000" y="5778500"/>
          <p14:tracePt t="57387" x="3797300" y="5784850"/>
          <p14:tracePt t="57404" x="3981450" y="5797550"/>
          <p14:tracePt t="57420" x="4114800" y="5797550"/>
          <p14:tracePt t="57437" x="4273550" y="5803900"/>
          <p14:tracePt t="57453" x="4730750" y="5803900"/>
          <p14:tracePt t="57470" x="4864100" y="5803900"/>
          <p14:tracePt t="57486" x="4965700" y="5791200"/>
          <p14:tracePt t="57503" x="5143500" y="5791200"/>
          <p14:tracePt t="57519" x="5213350" y="5791200"/>
          <p14:tracePt t="57537" x="5245100" y="5791200"/>
          <p14:tracePt t="57553" x="5251450" y="5791200"/>
          <p14:tracePt t="57649" x="5245100" y="5791200"/>
          <p14:tracePt t="57699" x="5238750" y="5791200"/>
          <p14:tracePt t="57727" x="5238750" y="57785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Private Attributes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86968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class Critter():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</a:t>
            </a:r>
            <a:r>
              <a:rPr lang="en-US" altLang="en-US" sz="2400" dirty="0" smtClean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nm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ag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400" dirty="0" err="1" smtClean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self.nm</a:t>
            </a:r>
            <a:r>
              <a:rPr lang="en-US" altLang="en-US" sz="2400" dirty="0" smtClean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=nm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.__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=md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.__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ag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__=ag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pet=Critter(</a:t>
            </a:r>
            <a:r>
              <a:rPr lang="en-US" altLang="en-US" sz="2400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"Spot"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"Happy"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400" dirty="0" err="1" smtClean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.nm</a:t>
            </a:r>
            <a:endParaRPr lang="en-US" altLang="en-US" sz="2400" dirty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rgbClr val="FFA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'Spot'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.__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spc="7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Courier New" panose="02070309020205020404" pitchFamily="49" charset="0"/>
              </a:rPr>
              <a:t>#This is, in an incorrect sense, “private”</a:t>
            </a:r>
            <a:endParaRPr lang="en-US" altLang="en-US" sz="2400" spc="70" dirty="0">
              <a:solidFill>
                <a:srgbClr val="FF0000"/>
              </a:solidFill>
              <a:latin typeface="Lucida Sans Unicode" panose="020B060203050402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spc="100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100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spc="100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100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100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spc="100" dirty="0" err="1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AttributeError</a:t>
            </a:r>
            <a:r>
              <a:rPr lang="en-US" altLang="en-US" sz="2400" spc="100" dirty="0">
                <a:solidFill>
                  <a:srgbClr val="FFD6D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'Critter' object has</a:t>
            </a:r>
            <a:r>
              <a:rPr lang="en-US" altLang="en-US" sz="2400" spc="100" dirty="0">
                <a:solidFill>
                  <a:srgbClr val="FFD6EA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1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 attribute </a:t>
            </a:r>
            <a:r>
              <a:rPr lang="en-US" altLang="en-US" sz="2400" spc="10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  <a:r>
              <a:rPr lang="en-US" altLang="en-US" sz="2400" spc="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altLang="en-US" sz="2400" spc="10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</a:t>
            </a:r>
            <a:r>
              <a:rPr lang="en-US" altLang="en-US" sz="2400" spc="1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.__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ag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pet.__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400" spc="10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#Every object has this auto-defined</a:t>
            </a:r>
            <a:endParaRPr lang="en-US" altLang="en-US" sz="2400" spc="100" dirty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spc="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</a:t>
            </a:r>
            <a:r>
              <a:rPr lang="en-US" altLang="en-US" sz="2400" spc="100" dirty="0" smtClean="0">
                <a:solidFill>
                  <a:srgbClr val="FFA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'nm': </a:t>
            </a:r>
            <a:r>
              <a:rPr lang="en-US" altLang="en-US" sz="2400" spc="100" dirty="0">
                <a:solidFill>
                  <a:srgbClr val="FFA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'Spot'</a:t>
            </a:r>
            <a:r>
              <a:rPr lang="en-US" altLang="en-US" sz="2400" spc="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, </a:t>
            </a:r>
            <a:r>
              <a:rPr lang="en-US" altLang="en-US" sz="2400" spc="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  <a:r>
              <a:rPr lang="en-US" altLang="en-US" sz="2400" spc="100" dirty="0" smtClean="0">
                <a:solidFill>
                  <a:srgbClr val="00B0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altLang="en-US" sz="2400" spc="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Critter</a:t>
            </a:r>
            <a:r>
              <a:rPr lang="en-US" altLang="en-US" sz="2400" spc="100" dirty="0" err="1">
                <a:solidFill>
                  <a:srgbClr val="00B0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altLang="en-US" sz="2400" spc="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md</a:t>
            </a:r>
            <a:r>
              <a:rPr lang="en-US" altLang="en-US" sz="2400" spc="10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': 'Happy'</a:t>
            </a:r>
            <a:r>
              <a:rPr lang="en-US" altLang="en-US" sz="2400" spc="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, </a:t>
            </a:r>
            <a:r>
              <a:rPr lang="en-US" altLang="en-US" sz="2400" spc="100" dirty="0" smtClean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</a:t>
            </a:r>
            <a:r>
              <a:rPr lang="en-US" altLang="en-US" sz="2400" spc="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altLang="en-US" sz="2400" spc="100" dirty="0" smtClean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ag</a:t>
            </a:r>
            <a:r>
              <a:rPr lang="en-US" altLang="en-US" sz="2400" spc="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altLang="en-US" sz="2400" spc="100" dirty="0" smtClean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': </a:t>
            </a:r>
            <a:r>
              <a:rPr lang="en-US" altLang="en-US" sz="2400" spc="10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n-US" altLang="en-US" sz="2400" spc="1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pet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._Critter__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md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#Wha</a:t>
            </a:r>
            <a:r>
              <a:rPr lang="en-US" alt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t’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 this?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'Happy'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#S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 it is</a:t>
            </a:r>
            <a:r>
              <a:rPr lang="en-US" alt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n’t</a:t>
            </a:r>
            <a:r>
              <a:rPr lang="en-US" altLang="en-US" sz="20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i="1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really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7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privat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altLang="en-US" sz="22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Just</a:t>
            </a:r>
            <a:r>
              <a:rPr lang="en-US" altLang="en-US" sz="20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rename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d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altLang="en-US" sz="2400" spc="-20" dirty="0">
              <a:solidFill>
                <a:srgbClr val="FF0000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74320" y="990600"/>
            <a:ext cx="86868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dirty="0" smtClean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dirty="0" smtClean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solidFill>
                <a:srgbClr val="FFA3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spc="70" dirty="0" smtClean="0">
              <a:solidFill>
                <a:srgbClr val="FF0000"/>
              </a:solidFill>
              <a:latin typeface="Lucida Sans Unicode" panose="020B060203050402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spc="100" dirty="0" smtClean="0">
              <a:solidFill>
                <a:srgbClr val="FFD6D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spc="100" dirty="0" smtClean="0">
              <a:solidFill>
                <a:srgbClr val="FFD6D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spc="100" dirty="0" smtClean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dirty="0" smtClean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solidFill>
                <a:srgbClr val="3333CC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spc="100" dirty="0" smtClean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spc="100" dirty="0" smtClean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kern="0" dirty="0" smtClean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400" kern="0" dirty="0" smtClean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4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8045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9640"/>
    </mc:Choice>
    <mc:Fallback>
      <p:transition spd="slow" advTm="269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35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35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35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35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35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35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35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46" x="4318000" y="3676650"/>
          <p14:tracePt t="953" x="4292600" y="3632200"/>
          <p14:tracePt t="962" x="4254500" y="3587750"/>
          <p14:tracePt t="976" x="4191000" y="3486150"/>
          <p14:tracePt t="993" x="4133850" y="3416300"/>
          <p14:tracePt t="1010" x="4006850" y="3321050"/>
          <p14:tracePt t="1026" x="3949700" y="3251200"/>
          <p14:tracePt t="1042" x="3892550" y="3194050"/>
          <p14:tracePt t="1059" x="3835400" y="3130550"/>
          <p14:tracePt t="1076" x="3790950" y="3086100"/>
          <p14:tracePt t="1093" x="3733800" y="3022600"/>
          <p14:tracePt t="1109" x="3702050" y="2990850"/>
          <p14:tracePt t="1126" x="3676650" y="2965450"/>
          <p14:tracePt t="1142" x="3638550" y="2927350"/>
          <p14:tracePt t="1159" x="3613150" y="2914650"/>
          <p14:tracePt t="1175" x="3594100" y="2901950"/>
          <p14:tracePt t="1192" x="3562350" y="2882900"/>
          <p14:tracePt t="1209" x="3536950" y="2876550"/>
          <p14:tracePt t="1227" x="3486150" y="2844800"/>
          <p14:tracePt t="1242" x="3448050" y="2832100"/>
          <p14:tracePt t="1258" x="3403600" y="2819400"/>
          <p14:tracePt t="1276" x="3333750" y="2781300"/>
          <p14:tracePt t="1292" x="3321050" y="2749550"/>
          <p14:tracePt t="13055" x="3352800" y="2730500"/>
          <p14:tracePt t="13062" x="3384550" y="2679700"/>
          <p14:tracePt t="13070" x="3435350" y="2597150"/>
          <p14:tracePt t="13084" x="3543300" y="2374900"/>
          <p14:tracePt t="13100" x="3695700" y="2127250"/>
          <p14:tracePt t="13117" x="3917950" y="1809750"/>
          <p14:tracePt t="13134" x="4114800" y="1549400"/>
          <p14:tracePt t="13150" x="4222750" y="1428750"/>
          <p14:tracePt t="13168" x="4311650" y="1295400"/>
          <p14:tracePt t="13184" x="4349750" y="1250950"/>
          <p14:tracePt t="13200" x="4387850" y="1200150"/>
          <p14:tracePt t="13217" x="4419600" y="1136650"/>
          <p14:tracePt t="13233" x="4432300" y="1104900"/>
          <p14:tracePt t="13250" x="4445000" y="1079500"/>
          <p14:tracePt t="13266" x="4445000" y="1047750"/>
          <p14:tracePt t="13283" x="4445000" y="1028700"/>
          <p14:tracePt t="13302" x="4425950" y="1003300"/>
          <p14:tracePt t="13316" x="4368800" y="971550"/>
          <p14:tracePt t="13333" x="4279900" y="920750"/>
          <p14:tracePt t="13350" x="4051300" y="768350"/>
          <p14:tracePt t="13366" x="3810000" y="660400"/>
          <p14:tracePt t="13383" x="3556000" y="552450"/>
          <p14:tracePt t="13400" x="3238500" y="444500"/>
          <p14:tracePt t="13416" x="2984500" y="412750"/>
          <p14:tracePt t="13433" x="2673350" y="412750"/>
          <p14:tracePt t="13449" x="2514600" y="438150"/>
          <p14:tracePt t="13466" x="2393950" y="457200"/>
          <p14:tracePt t="13483" x="2286000" y="508000"/>
          <p14:tracePt t="13500" x="2254250" y="527050"/>
          <p14:tracePt t="13504" x="2247900" y="533400"/>
          <p14:tracePt t="13518" x="2235200" y="539750"/>
          <p14:tracePt t="13533" x="2228850" y="546100"/>
          <p14:tracePt t="13574" x="2228850" y="539750"/>
          <p14:tracePt t="13582" x="2235200" y="539750"/>
          <p14:tracePt t="13599" x="2247900" y="533400"/>
          <p14:tracePt t="13616" x="2336800" y="495300"/>
          <p14:tracePt t="13632" x="2413000" y="469900"/>
          <p14:tracePt t="13649" x="2514600" y="450850"/>
          <p14:tracePt t="13666" x="2736850" y="457200"/>
          <p14:tracePt t="13682" x="2965450" y="476250"/>
          <p14:tracePt t="13700" x="3244850" y="508000"/>
          <p14:tracePt t="13715" x="3759200" y="584200"/>
          <p14:tracePt t="13732" x="4076700" y="596900"/>
          <p14:tracePt t="13749" x="4495800" y="615950"/>
          <p14:tracePt t="13765" x="4737100" y="603250"/>
          <p14:tracePt t="13782" x="4914900" y="609600"/>
          <p14:tracePt t="13799" x="5130800" y="609600"/>
          <p14:tracePt t="13815" x="5314950" y="571500"/>
          <p14:tracePt t="13831" x="5473700" y="552450"/>
          <p14:tracePt t="13848" x="5670550" y="527050"/>
          <p14:tracePt t="13865" x="5797550" y="508000"/>
          <p14:tracePt t="13882" x="5975350" y="450850"/>
          <p14:tracePt t="13898" x="6032500" y="438150"/>
          <p14:tracePt t="13914" x="6102350" y="419100"/>
          <p14:tracePt t="13932" x="6178550" y="406400"/>
          <p14:tracePt t="13947" x="6210300" y="406400"/>
          <p14:tracePt t="13964" x="6235700" y="393700"/>
          <p14:tracePt t="13981" x="6273800" y="387350"/>
          <p14:tracePt t="13998" x="6286500" y="374650"/>
          <p14:tracePt t="14001" x="6299200" y="374650"/>
          <p14:tracePt t="14022" x="6305550" y="374650"/>
          <p14:tracePt t="14037" x="6311900" y="368300"/>
          <p14:tracePt t="14078" x="6311900" y="361950"/>
          <p14:tracePt t="14086" x="6305550" y="361950"/>
          <p14:tracePt t="14128" x="6299200" y="361950"/>
          <p14:tracePt t="14163" x="6292850" y="361950"/>
          <p14:tracePt t="14233" x="6286500" y="361950"/>
          <p14:tracePt t="14239" x="6273800" y="361950"/>
          <p14:tracePt t="14254" x="6261100" y="361950"/>
          <p14:tracePt t="14263" x="6254750" y="361950"/>
          <p14:tracePt t="14280" x="6223000" y="361950"/>
          <p14:tracePt t="14297" x="6115050" y="381000"/>
          <p14:tracePt t="14313" x="5969000" y="400050"/>
          <p14:tracePt t="14330" x="5676900" y="450850"/>
          <p14:tracePt t="14347" x="5410200" y="508000"/>
          <p14:tracePt t="14363" x="5137150" y="571500"/>
          <p14:tracePt t="14380" x="4679950" y="679450"/>
          <p14:tracePt t="14396" x="4425950" y="730250"/>
          <p14:tracePt t="14413" x="4127500" y="812800"/>
          <p14:tracePt t="14430" x="3778250" y="927100"/>
          <p14:tracePt t="14446" x="3568700" y="990600"/>
          <p14:tracePt t="14463" x="3327400" y="1079500"/>
          <p14:tracePt t="14479" x="3194050" y="1130300"/>
          <p14:tracePt t="14496" x="3041650" y="1181100"/>
          <p14:tracePt t="14513" x="2889250" y="1231900"/>
          <p14:tracePt t="14529" x="2806700" y="1257300"/>
          <p14:tracePt t="14546" x="2711450" y="1282700"/>
          <p14:tracePt t="14562" x="2616200" y="1320800"/>
          <p14:tracePt t="14579" x="2533650" y="1339850"/>
          <p14:tracePt t="14595" x="2482850" y="1352550"/>
          <p14:tracePt t="14612" x="2438400" y="1371600"/>
          <p14:tracePt t="14629" x="2419350" y="1390650"/>
          <p14:tracePt t="14646" x="2393950" y="1422400"/>
          <p14:tracePt t="14662" x="2387600" y="1454150"/>
          <p14:tracePt t="14679" x="2374900" y="1498600"/>
          <p14:tracePt t="14696" x="2362200" y="1543050"/>
          <p14:tracePt t="14712" x="2355850" y="1562100"/>
          <p14:tracePt t="14728" x="2355850" y="1574800"/>
          <p14:tracePt t="14745" x="2355850" y="1581150"/>
          <p14:tracePt t="14762" x="2355850" y="1587500"/>
          <p14:tracePt t="14779" x="2362200" y="1600200"/>
          <p14:tracePt t="14811" x="2374900" y="1600200"/>
          <p14:tracePt t="14829" x="2387600" y="1612900"/>
          <p14:tracePt t="14845" x="2400300" y="1619250"/>
          <p14:tracePt t="14861" x="2419350" y="1625600"/>
          <p14:tracePt t="14878" x="2463800" y="1631950"/>
          <p14:tracePt t="14894" x="2495550" y="1631950"/>
          <p14:tracePt t="14911" x="2520950" y="1631950"/>
          <p14:tracePt t="14928" x="2552700" y="1631950"/>
          <p14:tracePt t="14944" x="2565400" y="1631950"/>
          <p14:tracePt t="14962" x="2571750" y="1631950"/>
          <p14:tracePt t="15011" x="2571750" y="1625600"/>
          <p14:tracePt t="15032" x="2571750" y="1619250"/>
          <p14:tracePt t="15053" x="2559050" y="1612900"/>
          <p14:tracePt t="15059" x="2559050" y="1606550"/>
          <p14:tracePt t="15074" x="2552700" y="1606550"/>
          <p14:tracePt t="15081" x="2540000" y="1593850"/>
          <p14:tracePt t="15094" x="2540000" y="1587500"/>
          <p14:tracePt t="15110" x="2514600" y="1562100"/>
          <p14:tracePt t="15127" x="2489200" y="1530350"/>
          <p14:tracePt t="15144" x="2432050" y="1460500"/>
          <p14:tracePt t="15160" x="2393950" y="1416050"/>
          <p14:tracePt t="15177" x="2355850" y="1358900"/>
          <p14:tracePt t="15193" x="2305050" y="1320800"/>
          <p14:tracePt t="15210" x="2292350" y="1308100"/>
          <p14:tracePt t="15227" x="2279650" y="1295400"/>
          <p14:tracePt t="15243" x="2266950" y="1295400"/>
          <p14:tracePt t="15277" x="2260600" y="1295400"/>
          <p14:tracePt t="15293" x="2260600" y="1301750"/>
          <p14:tracePt t="15313" x="2260600" y="1308100"/>
          <p14:tracePt t="15333" x="2260600" y="1314450"/>
          <p14:tracePt t="15361" x="2260600" y="1320800"/>
          <p14:tracePt t="15403" x="2260600" y="1327150"/>
          <p14:tracePt t="15452" x="2260600" y="1333500"/>
          <p14:tracePt t="15466" x="2260600" y="1339850"/>
          <p14:tracePt t="15494" x="2260600" y="1352550"/>
          <p14:tracePt t="15522" x="2260600" y="1358900"/>
          <p14:tracePt t="15544" x="2266950" y="1358900"/>
          <p14:tracePt t="15564" x="2266950" y="1365250"/>
          <p14:tracePt t="15571" x="2273300" y="1365250"/>
          <p14:tracePt t="15593" x="2286000" y="1365250"/>
          <p14:tracePt t="15614" x="2292350" y="1371600"/>
          <p14:tracePt t="15634" x="2298700" y="1377950"/>
          <p14:tracePt t="15643" x="2305050" y="1384300"/>
          <p14:tracePt t="15656" x="2311400" y="1384300"/>
          <p14:tracePt t="15662" x="2324100" y="1390650"/>
          <p14:tracePt t="15675" x="2336800" y="1397000"/>
          <p14:tracePt t="15692" x="2362200" y="1416050"/>
          <p14:tracePt t="15708" x="2387600" y="1435100"/>
          <p14:tracePt t="15725" x="2444750" y="1479550"/>
          <p14:tracePt t="15742" x="2470150" y="1498600"/>
          <p14:tracePt t="15758" x="2495550" y="1517650"/>
          <p14:tracePt t="15775" x="2552700" y="1549400"/>
          <p14:tracePt t="15791" x="2565400" y="1562100"/>
          <p14:tracePt t="15808" x="2597150" y="1587500"/>
          <p14:tracePt t="15825" x="2616200" y="1600200"/>
          <p14:tracePt t="15841" x="2628900" y="1606550"/>
          <p14:tracePt t="15858" x="2647950" y="1612900"/>
          <p14:tracePt t="15874" x="2654300" y="1612900"/>
          <p14:tracePt t="15891" x="2667000" y="1619250"/>
          <p14:tracePt t="15908" x="2673350" y="1619250"/>
          <p14:tracePt t="15924" x="2686050" y="1619250"/>
          <p14:tracePt t="15941" x="2692400" y="1619250"/>
          <p14:tracePt t="15958" x="2698750" y="1619250"/>
          <p14:tracePt t="15974" x="2698750" y="1625600"/>
          <p14:tracePt t="15991" x="2705100" y="1625600"/>
          <p14:tracePt t="16230" x="2705100" y="1619250"/>
          <p14:tracePt t="16244" x="2698750" y="1619250"/>
          <p14:tracePt t="16255" x="2705100" y="1625600"/>
          <p14:tracePt t="16493" x="2679700" y="1625600"/>
          <p14:tracePt t="16508" x="2647950" y="1631950"/>
          <p14:tracePt t="16514" x="2609850" y="1638300"/>
          <p14:tracePt t="16529" x="2552700" y="1657350"/>
          <p14:tracePt t="16538" x="2508250" y="1676400"/>
          <p14:tracePt t="16555" x="2457450" y="1682750"/>
          <p14:tracePt t="16572" x="2381250" y="1714500"/>
          <p14:tracePt t="16588" x="2330450" y="1733550"/>
          <p14:tracePt t="16606" x="2279650" y="1752600"/>
          <p14:tracePt t="16622" x="2260600" y="1758950"/>
          <p14:tracePt t="16639" x="2222500" y="1771650"/>
          <p14:tracePt t="16655" x="2197100" y="1784350"/>
          <p14:tracePt t="16672" x="2190750" y="1790700"/>
          <p14:tracePt t="16689" x="2178050" y="1803400"/>
          <p14:tracePt t="16746" x="2171700" y="1809750"/>
          <p14:tracePt t="16752" x="2171700" y="1816100"/>
          <p14:tracePt t="16774" x="2171700" y="1822450"/>
          <p14:tracePt t="16808" x="2178050" y="1822450"/>
          <p14:tracePt t="16816" x="2184400" y="1822450"/>
          <p14:tracePt t="16824" x="2190750" y="1822450"/>
          <p14:tracePt t="16838" x="2197100" y="1822450"/>
          <p14:tracePt t="16854" x="2203450" y="1822450"/>
          <p14:tracePt t="16871" x="2235200" y="1822450"/>
          <p14:tracePt t="16887" x="2298700" y="1822450"/>
          <p14:tracePt t="16904" x="2349500" y="1809750"/>
          <p14:tracePt t="16921" x="2495550" y="1803400"/>
          <p14:tracePt t="16937" x="2673350" y="1790700"/>
          <p14:tracePt t="16954" x="2774950" y="1778000"/>
          <p14:tracePt t="16971" x="2978150" y="1758950"/>
          <p14:tracePt t="16987" x="3168650" y="1758950"/>
          <p14:tracePt t="17005" x="3327400" y="1752600"/>
          <p14:tracePt t="17020" x="3390900" y="1739900"/>
          <p14:tracePt t="17037" x="3479800" y="1733550"/>
          <p14:tracePt t="17055" x="3556000" y="1714500"/>
          <p14:tracePt t="17070" x="3575050" y="1714500"/>
          <p14:tracePt t="17087" x="3594100" y="1714500"/>
          <p14:tracePt t="17104" x="3613150" y="1714500"/>
          <p14:tracePt t="17159" x="3619500" y="1708150"/>
          <p14:tracePt t="17778" x="3594100" y="1708150"/>
          <p14:tracePt t="17786" x="3562350" y="1708150"/>
          <p14:tracePt t="17799" x="3524250" y="1708150"/>
          <p14:tracePt t="17806" x="3486150" y="1708150"/>
          <p14:tracePt t="17821" x="3454400" y="1708150"/>
          <p14:tracePt t="17835" x="3378200" y="1708150"/>
          <p14:tracePt t="17851" x="3327400" y="1708150"/>
          <p14:tracePt t="17868" x="3295650" y="1714500"/>
          <p14:tracePt t="17884" x="3232150" y="1714500"/>
          <p14:tracePt t="17901" x="3162300" y="1720850"/>
          <p14:tracePt t="17918" x="3092450" y="1739900"/>
          <p14:tracePt t="17934" x="3035300" y="1746250"/>
          <p14:tracePt t="17951" x="2952750" y="1765300"/>
          <p14:tracePt t="17968" x="2870200" y="1790700"/>
          <p14:tracePt t="17984" x="2838450" y="1803400"/>
          <p14:tracePt t="18000" x="2755900" y="1828800"/>
          <p14:tracePt t="18017" x="2692400" y="1847850"/>
          <p14:tracePt t="18034" x="2667000" y="1854200"/>
          <p14:tracePt t="18051" x="2565400" y="1879600"/>
          <p14:tracePt t="18066" x="2463800" y="1898650"/>
          <p14:tracePt t="18083" x="2406650" y="1898650"/>
          <p14:tracePt t="18101" x="2305050" y="1892300"/>
          <p14:tracePt t="18116" x="2235200" y="1879600"/>
          <p14:tracePt t="18134" x="2190750" y="1860550"/>
          <p14:tracePt t="18151" x="2139950" y="1841500"/>
          <p14:tracePt t="18166" x="2120900" y="1835150"/>
          <p14:tracePt t="18183" x="2089150" y="1803400"/>
          <p14:tracePt t="18200" x="2070100" y="1784350"/>
          <p14:tracePt t="18233" x="2063750" y="1778000"/>
          <p14:tracePt t="18249" x="2063750" y="1771650"/>
          <p14:tracePt t="18290" x="2063750" y="1765300"/>
          <p14:tracePt t="18299" x="2063750" y="1758950"/>
          <p14:tracePt t="18319" x="2063750" y="1752600"/>
          <p14:tracePt t="18346" x="2070100" y="1746250"/>
          <p14:tracePt t="18360" x="2076450" y="1746250"/>
          <p14:tracePt t="18369" x="2082800" y="1746250"/>
          <p14:tracePt t="18383" x="2089150" y="1746250"/>
          <p14:tracePt t="18399" x="2114550" y="1733550"/>
          <p14:tracePt t="18416" x="2146300" y="1720850"/>
          <p14:tracePt t="18432" x="2165350" y="1708150"/>
          <p14:tracePt t="18449" x="2184400" y="1701800"/>
          <p14:tracePt t="18466" x="2260600" y="1676400"/>
          <p14:tracePt t="18482" x="2279650" y="1676400"/>
          <p14:tracePt t="18499" x="2298700" y="1657350"/>
          <p14:tracePt t="18515" x="2343150" y="1644650"/>
          <p14:tracePt t="18532" x="2374900" y="1631950"/>
          <p14:tracePt t="18549" x="2393950" y="1625600"/>
          <p14:tracePt t="18565" x="2400300" y="1619250"/>
          <p14:tracePt t="18582" x="2413000" y="1612900"/>
          <p14:tracePt t="18598" x="2419350" y="1612900"/>
          <p14:tracePt t="18781" x="2425700" y="1612900"/>
          <p14:tracePt t="18788" x="2432050" y="1612900"/>
          <p14:tracePt t="18802" x="2438400" y="1612900"/>
          <p14:tracePt t="18814" x="2444750" y="1612900"/>
          <p14:tracePt t="18831" x="2457450" y="1612900"/>
          <p14:tracePt t="18847" x="2470150" y="1612900"/>
          <p14:tracePt t="18865" x="2514600" y="1612900"/>
          <p14:tracePt t="18881" x="2565400" y="1612900"/>
          <p14:tracePt t="18897" x="2590800" y="1612900"/>
          <p14:tracePt t="18914" x="2635250" y="1606550"/>
          <p14:tracePt t="18931" x="2667000" y="1606550"/>
          <p14:tracePt t="18947" x="2679700" y="1606550"/>
          <p14:tracePt t="18964" x="2686050" y="1606550"/>
          <p14:tracePt t="18980" x="2692400" y="1600200"/>
          <p14:tracePt t="19013" x="2698750" y="1600200"/>
          <p14:tracePt t="19030" x="2698750" y="1606550"/>
          <p14:tracePt t="19061" x="2698750" y="1612900"/>
          <p14:tracePt t="19089" x="2705100" y="1619250"/>
          <p14:tracePt t="19096" x="2711450" y="1619250"/>
          <p14:tracePt t="19117" x="2717800" y="1619250"/>
          <p14:tracePt t="19137" x="2724150" y="1625600"/>
          <p14:tracePt t="19152" x="2730500" y="1625600"/>
          <p14:tracePt t="19159" x="2743200" y="1631950"/>
          <p14:tracePt t="19166" x="2755900" y="1631950"/>
          <p14:tracePt t="19182" x="2787650" y="1638300"/>
          <p14:tracePt t="19196" x="2813050" y="1651000"/>
          <p14:tracePt t="19213" x="2895600" y="1657350"/>
          <p14:tracePt t="19230" x="3022600" y="1663700"/>
          <p14:tracePt t="19246" x="3079750" y="1676400"/>
          <p14:tracePt t="19263" x="3206750" y="1676400"/>
          <p14:tracePt t="19279" x="3308350" y="1676400"/>
          <p14:tracePt t="19296" x="3359150" y="1676400"/>
          <p14:tracePt t="19313" x="3429000" y="1670050"/>
          <p14:tracePt t="19329" x="3479800" y="1657350"/>
          <p14:tracePt t="19346" x="3505200" y="1651000"/>
          <p14:tracePt t="19363" x="3536950" y="1644650"/>
          <p14:tracePt t="19379" x="3556000" y="1638300"/>
          <p14:tracePt t="19396" x="3562350" y="1638300"/>
          <p14:tracePt t="19413" x="3568700" y="1631950"/>
          <p14:tracePt t="19429" x="3575050" y="1631950"/>
          <p14:tracePt t="19446" x="3581400" y="1631950"/>
          <p14:tracePt t="19462" x="3587750" y="1631950"/>
          <p14:tracePt t="19482" x="3594100" y="1625600"/>
          <p14:tracePt t="19580" x="3587750" y="1625600"/>
          <p14:tracePt t="19607" x="3581400" y="1625600"/>
          <p14:tracePt t="19643" x="3575050" y="1625600"/>
          <p14:tracePt t="19671" x="3575050" y="1631950"/>
          <p14:tracePt t="19699" x="3568700" y="1638300"/>
          <p14:tracePt t="19720" x="3562350" y="1638300"/>
          <p14:tracePt t="19748" x="3556000" y="1638300"/>
          <p14:tracePt t="19769" x="3549650" y="1638300"/>
          <p14:tracePt t="19783" x="3543300" y="1638300"/>
          <p14:tracePt t="19790" x="3543300" y="1644650"/>
          <p14:tracePt t="19797" x="3536950" y="1644650"/>
          <p14:tracePt t="19839" x="3530600" y="1644650"/>
          <p14:tracePt t="19860" x="3524250" y="1644650"/>
          <p14:tracePt t="19867" x="3517900" y="1644650"/>
          <p14:tracePt t="19887" x="3511550" y="1644650"/>
          <p14:tracePt t="19929" x="3505200" y="1644650"/>
          <p14:tracePt t="20000" x="3511550" y="1644650"/>
          <p14:tracePt t="20007" x="3517900" y="1644650"/>
          <p14:tracePt t="20021" x="3524250" y="1644650"/>
          <p14:tracePt t="20030" x="3530600" y="1644650"/>
          <p14:tracePt t="20050" x="3536950" y="1644650"/>
          <p14:tracePt t="20063" x="3543300" y="1644650"/>
          <p14:tracePt t="20077" x="3575050" y="1644650"/>
          <p14:tracePt t="20093" x="3606800" y="1644650"/>
          <p14:tracePt t="20110" x="3632200" y="1638300"/>
          <p14:tracePt t="20127" x="3714750" y="1638300"/>
          <p14:tracePt t="20143" x="3778250" y="1638300"/>
          <p14:tracePt t="20160" x="3816350" y="1638300"/>
          <p14:tracePt t="20177" x="3860800" y="1625600"/>
          <p14:tracePt t="20193" x="3898900" y="1625600"/>
          <p14:tracePt t="20209" x="3905250" y="1625600"/>
          <p14:tracePt t="20226" x="3911600" y="1625600"/>
          <p14:tracePt t="20253" x="3917950" y="1631950"/>
          <p14:tracePt t="20288" x="3911600" y="1631950"/>
          <p14:tracePt t="20302" x="3905250" y="1631950"/>
          <p14:tracePt t="20330" x="3898900" y="1631950"/>
          <p14:tracePt t="20351" x="3892550" y="1631950"/>
          <p14:tracePt t="20379" x="3886200" y="1631950"/>
          <p14:tracePt t="20400" x="3879850" y="1631950"/>
          <p14:tracePt t="20421" x="3873500" y="1631950"/>
          <p14:tracePt t="20449" x="3867150" y="1631950"/>
          <p14:tracePt t="20491" x="3854450" y="1631950"/>
          <p14:tracePt t="20519" x="3848100" y="1631950"/>
          <p14:tracePt t="20540" x="3835400" y="1631950"/>
          <p14:tracePt t="20561" x="3829050" y="1631950"/>
          <p14:tracePt t="20568" x="3822700" y="1631950"/>
          <p14:tracePt t="20582" x="3816350" y="1631950"/>
          <p14:tracePt t="20591" x="3803650" y="1631950"/>
          <p14:tracePt t="20608" x="3778250" y="1638300"/>
          <p14:tracePt t="20624" x="3702050" y="1651000"/>
          <p14:tracePt t="20642" x="3581400" y="1657350"/>
          <p14:tracePt t="20658" x="3505200" y="1670050"/>
          <p14:tracePt t="20674" x="3327400" y="1676400"/>
          <p14:tracePt t="20691" x="3238500" y="1689100"/>
          <p14:tracePt t="20709" x="2997200" y="1689100"/>
          <p14:tracePt t="20724" x="2933700" y="1689100"/>
          <p14:tracePt t="20741" x="2882900" y="1689100"/>
          <p14:tracePt t="20757" x="2787650" y="1689100"/>
          <p14:tracePt t="20774" x="2724150" y="1689100"/>
          <p14:tracePt t="20791" x="2698750" y="1689100"/>
          <p14:tracePt t="20808" x="2660650" y="1689100"/>
          <p14:tracePt t="20824" x="2628900" y="1689100"/>
          <p14:tracePt t="20841" x="2597150" y="1689100"/>
          <p14:tracePt t="20857" x="2571750" y="1689100"/>
          <p14:tracePt t="20873" x="2540000" y="1689100"/>
          <p14:tracePt t="20891" x="2514600" y="1689100"/>
          <p14:tracePt t="20907" x="2508250" y="1695450"/>
          <p14:tracePt t="20924" x="2495550" y="1695450"/>
          <p14:tracePt t="20941" x="2482850" y="1695450"/>
          <p14:tracePt t="20958" x="2476500" y="1695450"/>
          <p14:tracePt t="20974" x="2463800" y="1695450"/>
          <p14:tracePt t="20990" x="2457450" y="1695450"/>
          <p14:tracePt t="21024" x="2451100" y="1695450"/>
          <p14:tracePt t="21045" x="2444750" y="1695450"/>
          <p14:tracePt t="21304" x="2451100" y="1695450"/>
          <p14:tracePt t="21310" x="2451100" y="1689100"/>
          <p14:tracePt t="21322" x="2451100" y="1682750"/>
          <p14:tracePt t="21339" x="2451100" y="1676400"/>
          <p14:tracePt t="21710" x="2489200" y="1676400"/>
          <p14:tracePt t="21724" x="2565400" y="1682750"/>
          <p14:tracePt t="21732" x="2647950" y="1689100"/>
          <p14:tracePt t="21746" x="2781300" y="1689100"/>
          <p14:tracePt t="21754" x="2921000" y="1689100"/>
          <p14:tracePt t="21771" x="3079750" y="1689100"/>
          <p14:tracePt t="21788" x="3441700" y="1689100"/>
          <p14:tracePt t="21804" x="3917950" y="1701800"/>
          <p14:tracePt t="21821" x="4152900" y="1701800"/>
          <p14:tracePt t="21837" x="4495800" y="1701800"/>
          <p14:tracePt t="21854" x="4819650" y="1689100"/>
          <p14:tracePt t="21871" x="5048250" y="1670050"/>
          <p14:tracePt t="21887" x="5137150" y="1657350"/>
          <p14:tracePt t="21903" x="5270500" y="1619250"/>
          <p14:tracePt t="21921" x="5327650" y="1606550"/>
          <p14:tracePt t="21937" x="5340350" y="1606550"/>
          <p14:tracePt t="21953" x="5353050" y="1600200"/>
          <p14:tracePt t="21970" x="5359400" y="1600200"/>
          <p14:tracePt t="22011" x="5353050" y="1600200"/>
          <p14:tracePt t="22032" x="5346700" y="1600200"/>
          <p14:tracePt t="22040" x="5340350" y="1600200"/>
          <p14:tracePt t="22061" x="5334000" y="1600200"/>
          <p14:tracePt t="22103" x="5327650" y="1606550"/>
          <p14:tracePt t="22180" x="5321300" y="1606550"/>
          <p14:tracePt t="22243" x="5314950" y="1606550"/>
          <p14:tracePt t="22250" x="5302250" y="1612900"/>
          <p14:tracePt t="22264" x="5295900" y="1612900"/>
          <p14:tracePt t="22272" x="5283200" y="1612900"/>
          <p14:tracePt t="22288" x="5270500" y="1619250"/>
          <p14:tracePt t="22302" x="5264150" y="1619250"/>
          <p14:tracePt t="22319" x="5245100" y="1625600"/>
          <p14:tracePt t="22335" x="5219700" y="1631950"/>
          <p14:tracePt t="22352" x="5213350" y="1631950"/>
          <p14:tracePt t="22369" x="5194300" y="1631950"/>
          <p14:tracePt t="22385" x="5181600" y="1631950"/>
          <p14:tracePt t="22402" x="5175250" y="1638300"/>
          <p14:tracePt t="22419" x="5168900" y="1638300"/>
          <p14:tracePt t="22481" x="5175250" y="1638300"/>
          <p14:tracePt t="22502" x="5181600" y="1638300"/>
          <p14:tracePt t="22516" x="5187950" y="1638300"/>
          <p14:tracePt t="22524" x="5194300" y="1638300"/>
          <p14:tracePt t="22534" x="5207000" y="1638300"/>
          <p14:tracePt t="22552" x="5245100" y="1631950"/>
          <p14:tracePt t="22568" x="5276850" y="1631950"/>
          <p14:tracePt t="22585" x="5314950" y="1625600"/>
          <p14:tracePt t="22601" x="5537200" y="1593850"/>
          <p14:tracePt t="22617" x="5626100" y="1587500"/>
          <p14:tracePt t="22634" x="5715000" y="1587500"/>
          <p14:tracePt t="22638" x="5816600" y="1574800"/>
          <p14:tracePt t="22651" x="5905500" y="1574800"/>
          <p14:tracePt t="22667" x="6057900" y="1568450"/>
          <p14:tracePt t="22685" x="6178550" y="1555750"/>
          <p14:tracePt t="22701" x="6203950" y="1555750"/>
          <p14:tracePt t="22717" x="6248400" y="1555750"/>
          <p14:tracePt t="22734" x="6254750" y="1555750"/>
          <p14:tracePt t="22750" x="6261100" y="1549400"/>
          <p14:tracePt t="22767" x="6273800" y="1549400"/>
          <p14:tracePt t="22784" x="6280150" y="1543050"/>
          <p14:tracePt t="22817" x="6286500" y="1543050"/>
          <p14:tracePt t="22833" x="6292850" y="1543050"/>
          <p14:tracePt t="22868" x="6299200" y="1543050"/>
          <p14:tracePt t="22874" x="6305550" y="1543050"/>
          <p14:tracePt t="22883" x="6311900" y="1543050"/>
          <p14:tracePt t="22900" x="6318250" y="1543050"/>
          <p14:tracePt t="22917" x="6330950" y="1543050"/>
          <p14:tracePt t="22950" x="6356350" y="1543050"/>
          <p14:tracePt t="22966" x="6388100" y="1543050"/>
          <p14:tracePt t="22983" x="6419850" y="1543050"/>
          <p14:tracePt t="23000" x="6464300" y="1543050"/>
          <p14:tracePt t="23016" x="6521450" y="1549400"/>
          <p14:tracePt t="23033" x="6553200" y="1549400"/>
          <p14:tracePt t="23050" x="6604000" y="1555750"/>
          <p14:tracePt t="23066" x="6635750" y="1574800"/>
          <p14:tracePt t="23083" x="6654800" y="1581150"/>
          <p14:tracePt t="23099" x="6673850" y="1593850"/>
          <p14:tracePt t="23116" x="6686550" y="1593850"/>
          <p14:tracePt t="23183" x="6680200" y="1593850"/>
          <p14:tracePt t="23204" x="6673850" y="1593850"/>
          <p14:tracePt t="23218" x="6667500" y="1587500"/>
          <p14:tracePt t="23224" x="6648450" y="1587500"/>
          <p14:tracePt t="23233" x="6629400" y="1587500"/>
          <p14:tracePt t="23249" x="6610350" y="1587500"/>
          <p14:tracePt t="23265" x="6572250" y="1587500"/>
          <p14:tracePt t="23282" x="6438900" y="1587500"/>
          <p14:tracePt t="23299" x="6248400" y="1593850"/>
          <p14:tracePt t="23316" x="6051550" y="1593850"/>
          <p14:tracePt t="23332" x="5943600" y="1612900"/>
          <p14:tracePt t="23349" x="5765800" y="1631950"/>
          <p14:tracePt t="23365" x="5607050" y="1651000"/>
          <p14:tracePt t="23382" x="5556250" y="1651000"/>
          <p14:tracePt t="23399" x="5473700" y="1670050"/>
          <p14:tracePt t="23415" x="5435600" y="1670050"/>
          <p14:tracePt t="23432" x="5422900" y="1670050"/>
          <p14:tracePt t="23449" x="5410200" y="1670050"/>
          <p14:tracePt t="23465" x="5403850" y="1670050"/>
          <p14:tracePt t="23533" x="5397500" y="1670050"/>
          <p14:tracePt t="23575" x="5397500" y="1663700"/>
          <p14:tracePt t="23603" x="5384800" y="1663700"/>
          <p14:tracePt t="23617" x="5378450" y="1657350"/>
          <p14:tracePt t="23624" x="5372100" y="1651000"/>
          <p14:tracePt t="23638" x="5359400" y="1651000"/>
          <p14:tracePt t="23647" x="5340350" y="1638300"/>
          <p14:tracePt t="23666" x="5257800" y="1612900"/>
          <p14:tracePt t="23681" x="5213350" y="1587500"/>
          <p14:tracePt t="23698" x="5080000" y="1549400"/>
          <p14:tracePt t="23715" x="4946650" y="1504950"/>
          <p14:tracePt t="23731" x="4889500" y="1485900"/>
          <p14:tracePt t="23747" x="4768850" y="1466850"/>
          <p14:tracePt t="23764" x="4699000" y="1447800"/>
          <p14:tracePt t="23780" x="4673600" y="1447800"/>
          <p14:tracePt t="23797" x="4622800" y="1447800"/>
          <p14:tracePt t="23814" x="4584700" y="1447800"/>
          <p14:tracePt t="23830" x="4572000" y="1447800"/>
          <p14:tracePt t="23847" x="4559300" y="1447800"/>
          <p14:tracePt t="23864" x="4521200" y="1447800"/>
          <p14:tracePt t="23880" x="4514850" y="1454150"/>
          <p14:tracePt t="23897" x="4495800" y="1454150"/>
          <p14:tracePt t="23913" x="4489450" y="1454150"/>
          <p14:tracePt t="23930" x="4470400" y="1460500"/>
          <p14:tracePt t="23947" x="4451350" y="1473200"/>
          <p14:tracePt t="23964" x="4438650" y="1473200"/>
          <p14:tracePt t="23980" x="4432300" y="1485900"/>
          <p14:tracePt t="23997" x="4419600" y="1485900"/>
          <p14:tracePt t="24013" x="4413250" y="1485900"/>
          <p14:tracePt t="24029" x="4406900" y="1492250"/>
          <p14:tracePt t="24046" x="4400550" y="1492250"/>
          <p14:tracePt t="24086" x="4394200" y="1492250"/>
          <p14:tracePt t="24115" x="4387850" y="1498600"/>
          <p14:tracePt t="24143" x="4387850" y="1504950"/>
          <p14:tracePt t="24297" x="4381500" y="1511300"/>
          <p14:tracePt t="24325" x="4381500" y="1517650"/>
          <p14:tracePt t="24339" x="4381500" y="1524000"/>
          <p14:tracePt t="24353" x="4375150" y="1524000"/>
          <p14:tracePt t="24367" x="4375150" y="1530350"/>
          <p14:tracePt t="24378" x="4368800" y="1536700"/>
          <p14:tracePt t="24396" x="4356100" y="1549400"/>
          <p14:tracePt t="24412" x="4356100" y="1562100"/>
          <p14:tracePt t="24428" x="4337050" y="1581150"/>
          <p14:tracePt t="24445" x="4311650" y="1600200"/>
          <p14:tracePt t="24461" x="4305300" y="1612900"/>
          <p14:tracePt t="24478" x="4292600" y="1619250"/>
          <p14:tracePt t="24494" x="4260850" y="1651000"/>
          <p14:tracePt t="24511" x="4254500" y="1651000"/>
          <p14:tracePt t="24529" x="4241800" y="1657350"/>
          <p14:tracePt t="24545" x="4241800" y="1663700"/>
          <p14:tracePt t="24562" x="4229100" y="1663700"/>
          <p14:tracePt t="24578" x="4216400" y="1670050"/>
          <p14:tracePt t="24594" x="4210050" y="1670050"/>
          <p14:tracePt t="25036" x="4197350" y="1676400"/>
          <p14:tracePt t="25044" x="4184650" y="1682750"/>
          <p14:tracePt t="25050" x="4178300" y="1682750"/>
          <p14:tracePt t="25064" x="4171950" y="1682750"/>
          <p14:tracePt t="25076" x="4165600" y="1689100"/>
          <p14:tracePt t="25093" x="4152900" y="1701800"/>
          <p14:tracePt t="25109" x="4146550" y="1701800"/>
          <p14:tracePt t="25190" x="4152900" y="1701800"/>
          <p14:tracePt t="25204" x="4165600" y="1701800"/>
          <p14:tracePt t="25218" x="4171950" y="1695450"/>
          <p14:tracePt t="25228" x="4184650" y="1695450"/>
          <p14:tracePt t="25241" x="4210050" y="1689100"/>
          <p14:tracePt t="25259" x="4222750" y="1682750"/>
          <p14:tracePt t="25275" x="4375150" y="1657350"/>
          <p14:tracePt t="25292" x="4457700" y="1651000"/>
          <p14:tracePt t="25309" x="4635500" y="1606550"/>
          <p14:tracePt t="25325" x="4737100" y="1600200"/>
          <p14:tracePt t="25342" x="4908550" y="1555750"/>
          <p14:tracePt t="25359" x="5041900" y="1517650"/>
          <p14:tracePt t="25375" x="5086350" y="1498600"/>
          <p14:tracePt t="25392" x="5149850" y="1473200"/>
          <p14:tracePt t="25408" x="5194300" y="1441450"/>
          <p14:tracePt t="25425" x="5200650" y="1435100"/>
          <p14:tracePt t="25442" x="5207000" y="1428750"/>
          <p14:tracePt t="25458" x="5213350" y="1428750"/>
          <p14:tracePt t="25569" x="5213350" y="1435100"/>
          <p14:tracePt t="25646" x="5213350" y="1441450"/>
          <p14:tracePt t="25737" x="5213350" y="1447800"/>
          <p14:tracePt t="25765" x="5213350" y="1454150"/>
          <p14:tracePt t="25849" x="5207000" y="1460500"/>
          <p14:tracePt t="25891" x="5207000" y="1466850"/>
          <p14:tracePt t="25925" x="5200650" y="1473200"/>
          <p14:tracePt t="25961" x="5194300" y="1473200"/>
          <p14:tracePt t="26010" x="5187950" y="1479550"/>
          <p14:tracePt t="26060" x="5187950" y="1485900"/>
          <p14:tracePt t="26066" x="5181600" y="1492250"/>
          <p14:tracePt t="26081" x="5175250" y="1492250"/>
          <p14:tracePt t="26089" x="5175250" y="1504950"/>
          <p14:tracePt t="26105" x="5162550" y="1536700"/>
          <p14:tracePt t="26123" x="5137150" y="1600200"/>
          <p14:tracePt t="26139" x="5111750" y="1695450"/>
          <p14:tracePt t="26156" x="5092700" y="1739900"/>
          <p14:tracePt t="26173" x="5067300" y="1835150"/>
          <p14:tracePt t="26189" x="5054600" y="1892300"/>
          <p14:tracePt t="26205" x="5054600" y="1911350"/>
          <p14:tracePt t="26222" x="5054600" y="1936750"/>
          <p14:tracePt t="26238" x="5060950" y="1943100"/>
          <p14:tracePt t="26256" x="5105400" y="1949450"/>
          <p14:tracePt t="26272" x="5124450" y="1949450"/>
          <p14:tracePt t="26288" x="5156200" y="1943100"/>
          <p14:tracePt t="26305" x="5238750" y="1917700"/>
          <p14:tracePt t="26322" x="5334000" y="1879600"/>
          <p14:tracePt t="26338" x="5391150" y="1860550"/>
          <p14:tracePt t="26355" x="5505450" y="1809750"/>
          <p14:tracePt t="26371" x="5581650" y="1746250"/>
          <p14:tracePt t="26388" x="5638800" y="1708150"/>
          <p14:tracePt t="26405" x="5702300" y="1663700"/>
          <p14:tracePt t="26421" x="5727700" y="1644650"/>
          <p14:tracePt t="26438" x="5746750" y="1631950"/>
          <p14:tracePt t="26454" x="5797550" y="1600200"/>
          <p14:tracePt t="26470" x="5810250" y="1587500"/>
          <p14:tracePt t="26488" x="5822950" y="1581150"/>
          <p14:tracePt t="26504" x="5835650" y="1568450"/>
          <p14:tracePt t="26522" x="5842000" y="1562100"/>
          <p14:tracePt t="26538" x="5848350" y="1562100"/>
          <p14:tracePt t="26571" x="5854700" y="1562100"/>
          <p14:tracePt t="26599" x="5861050" y="1562100"/>
          <p14:tracePt t="26669" x="5867400" y="1568450"/>
          <p14:tracePt t="26767" x="5867400" y="1574800"/>
          <p14:tracePt t="27102" x="5880100" y="1574800"/>
          <p14:tracePt t="27109" x="5911850" y="1568450"/>
          <p14:tracePt t="27122" x="5962650" y="1562100"/>
          <p14:tracePt t="27136" x="6007100" y="1549400"/>
          <p14:tracePt t="27152" x="6070600" y="1543050"/>
          <p14:tracePt t="27169" x="6203950" y="1530350"/>
          <p14:tracePt t="27186" x="6381750" y="1524000"/>
          <p14:tracePt t="27202" x="6572250" y="1524000"/>
          <p14:tracePt t="27219" x="6661150" y="1536700"/>
          <p14:tracePt t="27236" x="6800850" y="1543050"/>
          <p14:tracePt t="27252" x="6883400" y="1555750"/>
          <p14:tracePt t="27268" x="6921500" y="1555750"/>
          <p14:tracePt t="27285" x="6965950" y="1562100"/>
          <p14:tracePt t="27302" x="6997700" y="1562100"/>
          <p14:tracePt t="27319" x="7004050" y="1562100"/>
          <p14:tracePt t="27335" x="7010400" y="1562100"/>
          <p14:tracePt t="27351" x="7016750" y="1562100"/>
          <p14:tracePt t="27396" x="7010400" y="1562100"/>
          <p14:tracePt t="27459" x="7004050" y="1562100"/>
          <p14:tracePt t="27481" x="6997700" y="1568450"/>
          <p14:tracePt t="27502" x="6991350" y="1568450"/>
          <p14:tracePt t="27558" x="6985000" y="1568450"/>
          <p14:tracePt t="27620" x="6978650" y="1568450"/>
          <p14:tracePt t="27705" x="6972300" y="1568450"/>
          <p14:tracePt t="27992" x="6965950" y="1568450"/>
          <p14:tracePt t="28020" x="6959600" y="1568450"/>
          <p14:tracePt t="28041" x="6959600" y="1574800"/>
          <p14:tracePt t="28048" x="6953250" y="1574800"/>
          <p14:tracePt t="28069" x="6940550" y="1574800"/>
          <p14:tracePt t="28090" x="6934200" y="1574800"/>
          <p14:tracePt t="28112" x="6921500" y="1574800"/>
          <p14:tracePt t="28118" x="6896100" y="1581150"/>
          <p14:tracePt t="28135" x="6870700" y="1587500"/>
          <p14:tracePt t="28149" x="6813550" y="1593850"/>
          <p14:tracePt t="28165" x="6661150" y="1625600"/>
          <p14:tracePt t="28182" x="6426200" y="1676400"/>
          <p14:tracePt t="28199" x="6280150" y="1714500"/>
          <p14:tracePt t="28202" x="6076950" y="1752600"/>
          <p14:tracePt t="28215" x="5886450" y="1778000"/>
          <p14:tracePt t="28232" x="5461000" y="1847850"/>
          <p14:tracePt t="28248" x="5162550" y="1892300"/>
          <p14:tracePt t="28266" x="4591050" y="1987550"/>
          <p14:tracePt t="28281" x="3987800" y="2082800"/>
          <p14:tracePt t="28298" x="3714750" y="2127250"/>
          <p14:tracePt t="28315" x="3219450" y="2197100"/>
          <p14:tracePt t="28331" x="2876550" y="2247900"/>
          <p14:tracePt t="28348" x="2762250" y="2260600"/>
          <p14:tracePt t="28365" x="2546350" y="2298700"/>
          <p14:tracePt t="28381" x="2463800" y="2317750"/>
          <p14:tracePt t="28398" x="2324100" y="2355850"/>
          <p14:tracePt t="28414" x="2298700" y="2368550"/>
          <p14:tracePt t="28431" x="2266950" y="2387600"/>
          <p14:tracePt t="28448" x="2209800" y="2419350"/>
          <p14:tracePt t="28464" x="2197100" y="2432050"/>
          <p14:tracePt t="28924" x="2203450" y="2432050"/>
          <p14:tracePt t="28931" x="2222500" y="2413000"/>
          <p14:tracePt t="28938" x="2247900" y="2387600"/>
          <p14:tracePt t="28952" x="2279650" y="2374900"/>
          <p14:tracePt t="28962" x="2311400" y="2343150"/>
          <p14:tracePt t="28979" x="2343150" y="2317750"/>
          <p14:tracePt t="28996" x="2413000" y="2266950"/>
          <p14:tracePt t="29012" x="2432050" y="2241550"/>
          <p14:tracePt t="29030" x="2520950" y="2178050"/>
          <p14:tracePt t="29046" x="2540000" y="2159000"/>
          <p14:tracePt t="29062" x="2571750" y="2133600"/>
          <p14:tracePt t="29079" x="2616200" y="2108200"/>
          <p14:tracePt t="29095" x="2660650" y="2076450"/>
          <p14:tracePt t="29112" x="2679700" y="2063750"/>
          <p14:tracePt t="29129" x="2705100" y="2044700"/>
          <p14:tracePt t="29145" x="2730500" y="2032000"/>
          <p14:tracePt t="29163" x="2743200" y="2019300"/>
          <p14:tracePt t="29178" x="2749550" y="2019300"/>
          <p14:tracePt t="29195" x="2762250" y="2006600"/>
          <p14:tracePt t="29212" x="2768600" y="2006600"/>
          <p14:tracePt t="29228" x="2774950" y="2000250"/>
          <p14:tracePt t="29245" x="2787650" y="2000250"/>
          <p14:tracePt t="29262" x="2794000" y="2000250"/>
          <p14:tracePt t="29296" x="2800350" y="2000250"/>
          <p14:tracePt t="29331" x="2806700" y="2000250"/>
          <p14:tracePt t="29359" x="2813050" y="2000250"/>
          <p14:tracePt t="29373" x="2819400" y="2000250"/>
          <p14:tracePt t="29380" x="2825750" y="2006600"/>
          <p14:tracePt t="29397" x="2832100" y="2006600"/>
          <p14:tracePt t="29411" x="2838450" y="2012950"/>
          <p14:tracePt t="29427" x="2851150" y="2012950"/>
          <p14:tracePt t="29444" x="2940050" y="2044700"/>
          <p14:tracePt t="29461" x="2978150" y="2051050"/>
          <p14:tracePt t="29478" x="3086100" y="2076450"/>
          <p14:tracePt t="29494" x="3143250" y="2089150"/>
          <p14:tracePt t="29510" x="3206750" y="2095500"/>
          <p14:tracePt t="29528" x="3314700" y="2108200"/>
          <p14:tracePt t="29544" x="3365500" y="2108200"/>
          <p14:tracePt t="29560" x="3429000" y="2108200"/>
          <p14:tracePt t="29577" x="3460750" y="2108200"/>
          <p14:tracePt t="29594" x="3486150" y="2108200"/>
          <p14:tracePt t="29611" x="3530600" y="2101850"/>
          <p14:tracePt t="29627" x="3543300" y="2095500"/>
          <p14:tracePt t="29643" x="3556000" y="2095500"/>
          <p14:tracePt t="29661" x="3575050" y="2089150"/>
          <p14:tracePt t="29693" x="3581400" y="2082800"/>
          <p14:tracePt t="29850" x="3581400" y="2076450"/>
          <p14:tracePt t="29871" x="3575050" y="2076450"/>
          <p14:tracePt t="29899" x="3568700" y="2076450"/>
          <p14:tracePt t="29906" x="3562350" y="2070100"/>
          <p14:tracePt t="29920" x="3556000" y="2070100"/>
          <p14:tracePt t="29955" x="3549650" y="2070100"/>
          <p14:tracePt t="29969" x="3543300" y="2070100"/>
          <p14:tracePt t="29978" x="3536950" y="2070100"/>
          <p14:tracePt t="29992" x="3530600" y="2070100"/>
          <p14:tracePt t="30009" x="3486150" y="2057400"/>
          <p14:tracePt t="30026" x="3403600" y="2044700"/>
          <p14:tracePt t="30042" x="3365500" y="2038350"/>
          <p14:tracePt t="30059" x="3232150" y="2032000"/>
          <p14:tracePt t="30075" x="3105150" y="2019300"/>
          <p14:tracePt t="30092" x="3028950" y="2012950"/>
          <p14:tracePt t="30109" x="2901950" y="2012950"/>
          <p14:tracePt t="30125" x="2806700" y="2012950"/>
          <p14:tracePt t="30144" x="2749550" y="2012950"/>
          <p14:tracePt t="30158" x="2730500" y="2012950"/>
          <p14:tracePt t="30175" x="2705100" y="2012950"/>
          <p14:tracePt t="30192" x="2692400" y="2012950"/>
          <p14:tracePt t="30225" x="2686050" y="2012950"/>
          <p14:tracePt t="30495" x="2686050" y="2006600"/>
          <p14:tracePt t="30501" x="2686050" y="2000250"/>
          <p14:tracePt t="30516" x="2686050" y="1993900"/>
          <p14:tracePt t="30537" x="2686050" y="1987550"/>
          <p14:tracePt t="30543" x="2686050" y="1974850"/>
          <p14:tracePt t="30560" x="2686050" y="1962150"/>
          <p14:tracePt t="30574" x="2679700" y="1905000"/>
          <p14:tracePt t="30590" x="2660650" y="1847850"/>
          <p14:tracePt t="30607" x="2603500" y="1714500"/>
          <p14:tracePt t="30623" x="2559050" y="1631950"/>
          <p14:tracePt t="30640" x="2470150" y="1454150"/>
          <p14:tracePt t="30657" x="2374900" y="1308100"/>
          <p14:tracePt t="30674" x="2330450" y="1244600"/>
          <p14:tracePt t="30690" x="2273300" y="1155700"/>
          <p14:tracePt t="30706" x="2254250" y="1136650"/>
          <p14:tracePt t="30723" x="2235200" y="1111250"/>
          <p14:tracePt t="30740" x="2228850" y="1104900"/>
          <p14:tracePt t="30757" x="2216150" y="1098550"/>
          <p14:tracePt t="30803" x="2216150" y="1104900"/>
          <p14:tracePt t="30824" x="2216150" y="1111250"/>
          <p14:tracePt t="30852" x="2222500" y="1117600"/>
          <p14:tracePt t="30866" x="2228850" y="1123950"/>
          <p14:tracePt t="30880" x="2235200" y="1130300"/>
          <p14:tracePt t="30889" x="2235200" y="1136650"/>
          <p14:tracePt t="30906" x="2235200" y="1143000"/>
          <p14:tracePt t="30923" x="2247900" y="1149350"/>
          <p14:tracePt t="30939" x="2247900" y="1155700"/>
          <p14:tracePt t="30956" x="2247900" y="1162050"/>
          <p14:tracePt t="30972" x="2266950" y="1181100"/>
          <p14:tracePt t="30989" x="2286000" y="1212850"/>
          <p14:tracePt t="31006" x="2343150" y="1270000"/>
          <p14:tracePt t="31022" x="2381250" y="1314450"/>
          <p14:tracePt t="31038" x="2476500" y="1409700"/>
          <p14:tracePt t="31056" x="2590800" y="1517650"/>
          <p14:tracePt t="31072" x="2654300" y="1574800"/>
          <p14:tracePt t="31088" x="2781300" y="1663700"/>
          <p14:tracePt t="31105" x="2895600" y="1752600"/>
          <p14:tracePt t="31122" x="2940050" y="1790700"/>
          <p14:tracePt t="31139" x="3041650" y="1841500"/>
          <p14:tracePt t="31154" x="3136900" y="1892300"/>
          <p14:tracePt t="31172" x="3181350" y="1905000"/>
          <p14:tracePt t="31189" x="3276600" y="1930400"/>
          <p14:tracePt t="31205" x="3333750" y="1949450"/>
          <p14:tracePt t="31208" x="3397250" y="1949450"/>
          <p14:tracePt t="31238" x="3556000" y="1981200"/>
          <p14:tracePt t="31254" x="3632200" y="1993900"/>
          <p14:tracePt t="31272" x="3708400" y="1993900"/>
          <p14:tracePt t="31288" x="3803650" y="2000250"/>
          <p14:tracePt t="31304" x="3854450" y="2000250"/>
          <p14:tracePt t="31321" x="3911600" y="2000250"/>
          <p14:tracePt t="31338" x="3949700" y="2000250"/>
          <p14:tracePt t="31354" x="3968750" y="1993900"/>
          <p14:tracePt t="31371" x="4019550" y="1993900"/>
          <p14:tracePt t="31387" x="4038600" y="1993900"/>
          <p14:tracePt t="31404" x="4057650" y="1981200"/>
          <p14:tracePt t="31421" x="4121150" y="1962150"/>
          <p14:tracePt t="31437" x="4146550" y="1962150"/>
          <p14:tracePt t="31454" x="4178300" y="1955800"/>
          <p14:tracePt t="31470" x="4210050" y="1949450"/>
          <p14:tracePt t="31487" x="4254500" y="1943100"/>
          <p14:tracePt t="31504" x="4311650" y="1936750"/>
          <p14:tracePt t="31520" x="4349750" y="1930400"/>
          <p14:tracePt t="31537" x="4375150" y="1917700"/>
          <p14:tracePt t="31553" x="4470400" y="1905000"/>
          <p14:tracePt t="31570" x="4603750" y="1885950"/>
          <p14:tracePt t="31587" x="4679950" y="1866900"/>
          <p14:tracePt t="31603" x="4826000" y="1847850"/>
          <p14:tracePt t="31620" x="4959350" y="1828800"/>
          <p14:tracePt t="31637" x="5054600" y="1809750"/>
          <p14:tracePt t="31653" x="5105400" y="1809750"/>
          <p14:tracePt t="31670" x="5175250" y="1803400"/>
          <p14:tracePt t="31687" x="5232400" y="1797050"/>
          <p14:tracePt t="31703" x="5257800" y="1790700"/>
          <p14:tracePt t="31720" x="5302250" y="1790700"/>
          <p14:tracePt t="31736" x="5340350" y="1784350"/>
          <p14:tracePt t="31753" x="5359400" y="1784350"/>
          <p14:tracePt t="31770" x="5397500" y="1784350"/>
          <p14:tracePt t="31786" x="5422900" y="1784350"/>
          <p14:tracePt t="31803" x="5441950" y="1784350"/>
          <p14:tracePt t="31820" x="5454650" y="1784350"/>
          <p14:tracePt t="31836" x="5467350" y="1784350"/>
          <p14:tracePt t="31853" x="5473700" y="1784350"/>
          <p14:tracePt t="31869" x="5486400" y="1790700"/>
          <p14:tracePt t="31889" x="5492750" y="1797050"/>
          <p14:tracePt t="31925" x="5499100" y="1797050"/>
          <p14:tracePt t="31966" x="5499100" y="1803400"/>
          <p14:tracePt t="32036" x="5499100" y="1809750"/>
          <p14:tracePt t="32113" x="5499100" y="1816100"/>
          <p14:tracePt t="32149" x="5499100" y="1822450"/>
          <p14:tracePt t="32170" x="5505450" y="1822450"/>
          <p14:tracePt t="32198" x="5511800" y="1822450"/>
          <p14:tracePt t="32226" x="5518150" y="1822450"/>
          <p14:tracePt t="32240" x="5524500" y="1822450"/>
          <p14:tracePt t="32247" x="5524500" y="1828800"/>
          <p14:tracePt t="32269" x="5530850" y="1828800"/>
          <p14:tracePt t="32275" x="5537200" y="1828800"/>
          <p14:tracePt t="32289" x="5543550" y="1828800"/>
          <p14:tracePt t="32300" x="5549900" y="1835150"/>
          <p14:tracePt t="32318" x="5568950" y="1835150"/>
          <p14:tracePt t="32351" x="5594350" y="1841500"/>
          <p14:tracePt t="32367" x="5619750" y="1841500"/>
          <p14:tracePt t="32384" x="5626100" y="1841500"/>
          <p14:tracePt t="32401" x="5632450" y="1841500"/>
          <p14:tracePt t="32789" x="5689600" y="1841500"/>
          <p14:tracePt t="32796" x="5778500" y="1841500"/>
          <p14:tracePt t="32809" x="5880100" y="1841500"/>
          <p14:tracePt t="32819" x="5994400" y="1841500"/>
          <p14:tracePt t="32833" x="6134100" y="1854200"/>
          <p14:tracePt t="32849" x="6464300" y="1879600"/>
          <p14:tracePt t="32866" x="6743700" y="1898650"/>
          <p14:tracePt t="32882" x="6883400" y="1911350"/>
          <p14:tracePt t="32899" x="7010400" y="1924050"/>
          <p14:tracePt t="32916" x="7302500" y="1962150"/>
          <p14:tracePt t="32933" x="7366000" y="1974850"/>
          <p14:tracePt t="32950" x="7486650" y="1974850"/>
          <p14:tracePt t="32965" x="7524750" y="1974850"/>
          <p14:tracePt t="32982" x="7569200" y="1974850"/>
          <p14:tracePt t="32999" x="7607300" y="1962150"/>
          <p14:tracePt t="33015" x="7632700" y="1962150"/>
          <p14:tracePt t="33033" x="7670800" y="1943100"/>
          <p14:tracePt t="33049" x="7702550" y="1943100"/>
          <p14:tracePt t="33065" x="7727950" y="1943100"/>
          <p14:tracePt t="33082" x="7759700" y="1943100"/>
          <p14:tracePt t="33098" x="7791450" y="1943100"/>
          <p14:tracePt t="33115" x="7804150" y="1943100"/>
          <p14:tracePt t="33132" x="7835900" y="1943100"/>
          <p14:tracePt t="33148" x="7867650" y="1936750"/>
          <p14:tracePt t="33165" x="7880350" y="1930400"/>
          <p14:tracePt t="33181" x="7899400" y="1930400"/>
          <p14:tracePt t="33198" x="7912100" y="1930400"/>
          <p14:tracePt t="33214" x="7931150" y="1930400"/>
          <p14:tracePt t="33248" x="7943850" y="1930400"/>
          <p14:tracePt t="33265" x="7950200" y="1930400"/>
          <p14:tracePt t="33281" x="7956550" y="1930400"/>
          <p14:tracePt t="33297" x="7962900" y="1930400"/>
          <p14:tracePt t="33384" x="7956550" y="1930400"/>
          <p14:tracePt t="33412" x="7950200" y="1930400"/>
          <p14:tracePt t="33419" x="7943850" y="1930400"/>
          <p14:tracePt t="33434" x="7937500" y="1930400"/>
          <p14:tracePt t="33447" x="7937500" y="1936750"/>
          <p14:tracePt t="33468" x="7931150" y="1936750"/>
          <p14:tracePt t="33481" x="7924800" y="1936750"/>
          <p14:tracePt t="33497" x="7899400" y="1936750"/>
          <p14:tracePt t="33513" x="7880350" y="1936750"/>
          <p14:tracePt t="33530" x="7842250" y="1936750"/>
          <p14:tracePt t="33547" x="7588250" y="1936750"/>
          <p14:tracePt t="33563" x="7461250" y="1936750"/>
          <p14:tracePt t="33581" x="7124700" y="1936750"/>
          <p14:tracePt t="33596" x="6908800" y="1930400"/>
          <p14:tracePt t="33613" x="6438900" y="1911350"/>
          <p14:tracePt t="33630" x="5969000" y="1911350"/>
          <p14:tracePt t="33646" x="5727700" y="1924050"/>
          <p14:tracePt t="33663" x="5308600" y="1936750"/>
          <p14:tracePt t="33680" x="4921250" y="1974850"/>
          <p14:tracePt t="33696" x="4705350" y="1987550"/>
          <p14:tracePt t="33713" x="4349750" y="2025650"/>
          <p14:tracePt t="33729" x="4044950" y="2044700"/>
          <p14:tracePt t="33746" x="3930650" y="2057400"/>
          <p14:tracePt t="33750" x="3816350" y="2076450"/>
          <p14:tracePt t="33763" x="3702050" y="2089150"/>
          <p14:tracePt t="33780" x="3505200" y="2120900"/>
          <p14:tracePt t="33796" x="3429000" y="2127250"/>
          <p14:tracePt t="33813" x="3257550" y="2159000"/>
          <p14:tracePt t="33829" x="3098800" y="2209800"/>
          <p14:tracePt t="33846" x="3022600" y="2228850"/>
          <p14:tracePt t="33862" x="2863850" y="2266950"/>
          <p14:tracePt t="33879" x="2800350" y="2286000"/>
          <p14:tracePt t="33896" x="2622550" y="2330450"/>
          <p14:tracePt t="33912" x="2578100" y="2343150"/>
          <p14:tracePt t="33929" x="2559050" y="2343150"/>
          <p14:tracePt t="33945" x="2533650" y="2343150"/>
          <p14:tracePt t="33962" x="2508250" y="2343150"/>
          <p14:tracePt t="33979" x="2501900" y="2336800"/>
          <p14:tracePt t="33995" x="2482850" y="2330450"/>
          <p14:tracePt t="34012" x="2476500" y="2324100"/>
          <p14:tracePt t="34029" x="2470150" y="2317750"/>
          <p14:tracePt t="34045" x="2470150" y="2311400"/>
          <p14:tracePt t="34062" x="2470150" y="2305050"/>
          <p14:tracePt t="34079" x="2476500" y="2305050"/>
          <p14:tracePt t="34095" x="2476500" y="2298700"/>
          <p14:tracePt t="34111" x="2489200" y="2292350"/>
          <p14:tracePt t="34128" x="2501900" y="2286000"/>
          <p14:tracePt t="34144" x="2514600" y="2279650"/>
          <p14:tracePt t="34162" x="2527300" y="2266950"/>
          <p14:tracePt t="34178" x="2546350" y="2254250"/>
          <p14:tracePt t="34194" x="2559050" y="2247900"/>
          <p14:tracePt t="34212" x="2597150" y="2235200"/>
          <p14:tracePt t="34228" x="2616200" y="2228850"/>
          <p14:tracePt t="34244" x="2647950" y="2216150"/>
          <p14:tracePt t="34261" x="2692400" y="2203450"/>
          <p14:tracePt t="34278" x="2711450" y="2197100"/>
          <p14:tracePt t="34296" x="2755900" y="2184400"/>
          <p14:tracePt t="34311" x="2781300" y="2171700"/>
          <p14:tracePt t="34327" x="2794000" y="2165350"/>
          <p14:tracePt t="34344" x="2813050" y="2152650"/>
          <p14:tracePt t="34360" x="2819400" y="2146300"/>
          <p14:tracePt t="34377" x="2825750" y="2146300"/>
          <p14:tracePt t="34394" x="2838450" y="2133600"/>
          <p14:tracePt t="34410" x="2851150" y="2127250"/>
          <p14:tracePt t="34444" x="2857500" y="2127250"/>
          <p14:tracePt t="36101" x="2863850" y="2127250"/>
          <p14:tracePt t="36115" x="2889250" y="2127250"/>
          <p14:tracePt t="36124" x="2908300" y="2127250"/>
          <p14:tracePt t="36137" x="2933700" y="2127250"/>
          <p14:tracePt t="36154" x="3003550" y="2127250"/>
          <p14:tracePt t="36171" x="3067050" y="2127250"/>
          <p14:tracePt t="36187" x="3111500" y="2120900"/>
          <p14:tracePt t="36204" x="3187700" y="2114550"/>
          <p14:tracePt t="36221" x="3308350" y="2101850"/>
          <p14:tracePt t="36237" x="3371850" y="2095500"/>
          <p14:tracePt t="36255" x="3505200" y="2076450"/>
          <p14:tracePt t="36270" x="3632200" y="2063750"/>
          <p14:tracePt t="36287" x="3689350" y="2057400"/>
          <p14:tracePt t="36304" x="3797300" y="2038350"/>
          <p14:tracePt t="36320" x="3848100" y="2032000"/>
          <p14:tracePt t="36337" x="3956050" y="2012950"/>
          <p14:tracePt t="36354" x="4044950" y="2006600"/>
          <p14:tracePt t="36370" x="4102100" y="1993900"/>
          <p14:tracePt t="36387" x="4159250" y="1987550"/>
          <p14:tracePt t="36403" x="4197350" y="1987550"/>
          <p14:tracePt t="36420" x="4210050" y="1987550"/>
          <p14:tracePt t="36437" x="4241800" y="1987550"/>
          <p14:tracePt t="36453" x="4279900" y="1987550"/>
          <p14:tracePt t="36470" x="4298950" y="1987550"/>
          <p14:tracePt t="36486" x="4337050" y="1987550"/>
          <p14:tracePt t="36503" x="4387850" y="1987550"/>
          <p14:tracePt t="36520" x="4419600" y="1993900"/>
          <p14:tracePt t="36536" x="4476750" y="2006600"/>
          <p14:tracePt t="36553" x="4514850" y="2019300"/>
          <p14:tracePt t="36570" x="4572000" y="2025650"/>
          <p14:tracePt t="36586" x="4597400" y="2025650"/>
          <p14:tracePt t="36603" x="4616450" y="2032000"/>
          <p14:tracePt t="36620" x="4673600" y="2032000"/>
          <p14:tracePt t="36636" x="4705350" y="2038350"/>
          <p14:tracePt t="36653" x="4718050" y="2038350"/>
          <p14:tracePt t="36669" x="4756150" y="2038350"/>
          <p14:tracePt t="36686" x="4794250" y="2032000"/>
          <p14:tracePt t="36704" x="4832350" y="2025650"/>
          <p14:tracePt t="36719" x="4845050" y="2025650"/>
          <p14:tracePt t="36736" x="4864100" y="2025650"/>
          <p14:tracePt t="36753" x="4876800" y="2032000"/>
          <p14:tracePt t="36769" x="4883150" y="2032000"/>
          <p14:tracePt t="36803" x="4889500" y="2038350"/>
          <p14:tracePt t="36865" x="4895850" y="2038350"/>
          <p14:tracePt t="40290" x="4902200" y="2038350"/>
          <p14:tracePt t="40297" x="4914900" y="2038350"/>
          <p14:tracePt t="40306" x="4921250" y="2038350"/>
          <p14:tracePt t="40323" x="4927600" y="2032000"/>
          <p14:tracePt t="40340" x="4940300" y="2019300"/>
          <p14:tracePt t="40357" x="4946650" y="2019300"/>
          <p14:tracePt t="40374" x="4965700" y="2006600"/>
          <p14:tracePt t="40389" x="4984750" y="2000250"/>
          <p14:tracePt t="40406" x="4997450" y="1993900"/>
          <p14:tracePt t="40423" x="5029200" y="1993900"/>
          <p14:tracePt t="40439" x="5054600" y="1987550"/>
          <p14:tracePt t="40456" x="5060950" y="1987550"/>
          <p14:tracePt t="40473" x="5080000" y="1981200"/>
          <p14:tracePt t="40506" x="5092700" y="1981200"/>
          <p14:tracePt t="40523" x="5105400" y="1981200"/>
          <p14:tracePt t="40539" x="5111750" y="1981200"/>
          <p14:tracePt t="40556" x="5118100" y="1981200"/>
          <p14:tracePt t="40573" x="5124450" y="1981200"/>
          <p14:tracePt t="40589" x="5130800" y="1981200"/>
          <p14:tracePt t="40608" x="5137150" y="1981200"/>
          <p14:tracePt t="40640" x="5143500" y="1981200"/>
          <p14:tracePt t="40675" x="5149850" y="1981200"/>
          <p14:tracePt t="40809" x="5143500" y="1981200"/>
          <p14:tracePt t="40815" x="5137150" y="1987550"/>
          <p14:tracePt t="40830" x="5130800" y="1987550"/>
          <p14:tracePt t="40839" x="5124450" y="1987550"/>
          <p14:tracePt t="40865" x="5111750" y="1993900"/>
          <p14:tracePt t="40874" x="5092700" y="1993900"/>
          <p14:tracePt t="40887" x="5067300" y="1993900"/>
          <p14:tracePt t="40904" x="5048250" y="1993900"/>
          <p14:tracePt t="40921" x="4991100" y="1993900"/>
          <p14:tracePt t="40938" x="4965700" y="1993900"/>
          <p14:tracePt t="40956" x="4914900" y="1993900"/>
          <p14:tracePt t="40971" x="4895850" y="1993900"/>
          <p14:tracePt t="40987" x="4870450" y="1993900"/>
          <p14:tracePt t="41005" x="4864100" y="1993900"/>
          <p14:tracePt t="41041" x="4864100" y="1987550"/>
          <p14:tracePt t="41075" x="4876800" y="1987550"/>
          <p14:tracePt t="41089" x="4889500" y="1987550"/>
          <p14:tracePt t="41104" x="4908550" y="1987550"/>
          <p14:tracePt t="41117" x="4927600" y="1987550"/>
          <p14:tracePt t="41124" x="4959350" y="1987550"/>
          <p14:tracePt t="41140" x="5010150" y="1987550"/>
          <p14:tracePt t="41154" x="5048250" y="1987550"/>
          <p14:tracePt t="41170" x="5086350" y="1993900"/>
          <p14:tracePt t="41188" x="5194300" y="2006600"/>
          <p14:tracePt t="41203" x="5232400" y="2006600"/>
          <p14:tracePt t="41220" x="5276850" y="2012950"/>
          <p14:tracePt t="41237" x="5314950" y="2012950"/>
          <p14:tracePt t="41253" x="5334000" y="2012950"/>
          <p14:tracePt t="41270" x="5340350" y="2012950"/>
          <p14:tracePt t="41286" x="5353050" y="2012950"/>
          <p14:tracePt t="41304" x="5359400" y="2012950"/>
          <p14:tracePt t="41384" x="5353050" y="2012950"/>
          <p14:tracePt t="41419" x="5346700" y="2012950"/>
          <p14:tracePt t="41425" x="5340350" y="2012950"/>
          <p14:tracePt t="41559" x="5340350" y="2019300"/>
          <p14:tracePt t="41656" x="5346700" y="2019300"/>
          <p14:tracePt t="41671" x="5353050" y="2019300"/>
          <p14:tracePt t="41686" x="5359400" y="2019300"/>
          <p14:tracePt t="41692" x="5372100" y="2019300"/>
          <p14:tracePt t="41706" x="5391150" y="2019300"/>
          <p14:tracePt t="41722" x="5410200" y="2019300"/>
          <p14:tracePt t="41735" x="5441950" y="2019300"/>
          <p14:tracePt t="41752" x="5461000" y="2019300"/>
          <p14:tracePt t="41769" x="5524500" y="2019300"/>
          <p14:tracePt t="41785" x="5556250" y="2019300"/>
          <p14:tracePt t="41802" x="5581650" y="2012950"/>
          <p14:tracePt t="41818" x="5638800" y="2000250"/>
          <p14:tracePt t="41835" x="5651500" y="2000250"/>
          <p14:tracePt t="41852" x="5676900" y="2000250"/>
          <p14:tracePt t="41868" x="5689600" y="2000250"/>
          <p14:tracePt t="41884" x="5695950" y="2000250"/>
          <p14:tracePt t="41958" x="5689600" y="2000250"/>
          <p14:tracePt t="41993" x="5683250" y="2000250"/>
          <p14:tracePt t="42036" x="5670550" y="2000250"/>
          <p14:tracePt t="42071" x="5664200" y="2000250"/>
          <p14:tracePt t="42085" x="5657850" y="2000250"/>
          <p14:tracePt t="42092" x="5651500" y="2000250"/>
          <p14:tracePt t="42119" x="5638800" y="2000250"/>
          <p14:tracePt t="42126" x="5626100" y="2000250"/>
          <p14:tracePt t="42141" x="5607050" y="2000250"/>
          <p14:tracePt t="42155" x="5581650" y="2000250"/>
          <p14:tracePt t="42170" x="5556250" y="2000250"/>
          <p14:tracePt t="42183" x="5524500" y="2000250"/>
          <p14:tracePt t="42200" x="5499100" y="2000250"/>
          <p14:tracePt t="42217" x="5441950" y="2000250"/>
          <p14:tracePt t="42233" x="5410200" y="2000250"/>
          <p14:tracePt t="42250" x="5384800" y="2000250"/>
          <p14:tracePt t="42267" x="5353050" y="2000250"/>
          <p14:tracePt t="42283" x="5340350" y="2006600"/>
          <p14:tracePt t="42300" x="5334000" y="2006600"/>
          <p14:tracePt t="42316" x="5321300" y="2006600"/>
          <p14:tracePt t="42349" x="5314950" y="2006600"/>
          <p14:tracePt t="42407" x="5314950" y="2000250"/>
          <p14:tracePt t="42420" x="5321300" y="1993900"/>
          <p14:tracePt t="42435" x="5327650" y="1993900"/>
          <p14:tracePt t="42442" x="5334000" y="1993900"/>
          <p14:tracePt t="42456" x="5340350" y="1993900"/>
          <p14:tracePt t="42477" x="5346700" y="1993900"/>
          <p14:tracePt t="42491" x="5359400" y="1993900"/>
          <p14:tracePt t="42505" x="5372100" y="1993900"/>
          <p14:tracePt t="42519" x="5391150" y="1993900"/>
          <p14:tracePt t="42533" x="5410200" y="1993900"/>
          <p14:tracePt t="42549" x="5448300" y="1993900"/>
          <p14:tracePt t="42565" x="5480050" y="1993900"/>
          <p14:tracePt t="42582" x="5556250" y="1987550"/>
          <p14:tracePt t="42599" x="5600700" y="1987550"/>
          <p14:tracePt t="42615" x="5664200" y="1981200"/>
          <p14:tracePt t="42632" x="5689600" y="1981200"/>
          <p14:tracePt t="42648" x="5708650" y="1974850"/>
          <p14:tracePt t="42666" x="5734050" y="1974850"/>
          <p14:tracePt t="42919" x="5740400" y="1974850"/>
          <p14:tracePt t="43010" x="5746750" y="1974850"/>
          <p14:tracePt t="43370" x="5759450" y="1974850"/>
          <p14:tracePt t="43377" x="5791200" y="1974850"/>
          <p14:tracePt t="43392" x="5829300" y="1974850"/>
          <p14:tracePt t="43399" x="5892800" y="1974850"/>
          <p14:tracePt t="43415" x="5969000" y="1987550"/>
          <p14:tracePt t="43429" x="6083300" y="1987550"/>
          <p14:tracePt t="43446" x="6375400" y="1993900"/>
          <p14:tracePt t="43463" x="6813550" y="2038350"/>
          <p14:tracePt t="43479" x="7054850" y="2063750"/>
          <p14:tracePt t="43496" x="7486650" y="2089150"/>
          <p14:tracePt t="43512" x="7797800" y="2101850"/>
          <p14:tracePt t="43529" x="7924800" y="2101850"/>
          <p14:tracePt t="43545" x="8089900" y="2101850"/>
          <p14:tracePt t="43562" x="8185150" y="2095500"/>
          <p14:tracePt t="43579" x="8210550" y="2089150"/>
          <p14:tracePt t="43595" x="8223250" y="2082800"/>
          <p14:tracePt t="43612" x="8235950" y="2076450"/>
          <p14:tracePt t="43679" x="8235950" y="2082800"/>
          <p14:tracePt t="43700" x="8229600" y="2082800"/>
          <p14:tracePt t="43721" x="8223250" y="2082800"/>
          <p14:tracePt t="43749" x="8216900" y="2082800"/>
          <p14:tracePt t="43770" x="8210550" y="2082800"/>
          <p14:tracePt t="43791" x="8204200" y="2089150"/>
          <p14:tracePt t="43812" x="8197850" y="2089150"/>
          <p14:tracePt t="43854" x="8191500" y="2089150"/>
          <p14:tracePt t="43862" x="8185150" y="2089150"/>
          <p14:tracePt t="43890" x="8178800" y="2089150"/>
          <p14:tracePt t="43903" x="8166100" y="2089150"/>
          <p14:tracePt t="43911" x="8159750" y="2089150"/>
          <p14:tracePt t="43927" x="8153400" y="2089150"/>
          <p14:tracePt t="43945" x="8140700" y="2089150"/>
          <p14:tracePt t="43961" x="8089900" y="2089150"/>
          <p14:tracePt t="43977" x="8064500" y="2089150"/>
          <p14:tracePt t="43994" x="7981950" y="2089150"/>
          <p14:tracePt t="44010" x="7943850" y="2089150"/>
          <p14:tracePt t="44027" x="7861300" y="2076450"/>
          <p14:tracePt t="44044" x="7791450" y="2070100"/>
          <p14:tracePt t="44060" x="7766050" y="2063750"/>
          <p14:tracePt t="44077" x="7727950" y="2057400"/>
          <p14:tracePt t="44093" x="7702550" y="2044700"/>
          <p14:tracePt t="44127" x="7696200" y="2038350"/>
          <p14:tracePt t="44143" x="7689850" y="2032000"/>
          <p14:tracePt t="44163" x="7683500" y="2032000"/>
          <p14:tracePt t="44177" x="7677150" y="2025650"/>
          <p14:tracePt t="44193" x="7664450" y="2019300"/>
          <p14:tracePt t="44226" x="7658100" y="2006600"/>
          <p14:tracePt t="44243" x="7645400" y="2006600"/>
          <p14:tracePt t="44261" x="7639050" y="2000250"/>
          <p14:tracePt t="44293" x="7632700" y="1993900"/>
          <p14:tracePt t="44312" x="7626350" y="1993900"/>
          <p14:tracePt t="44331" x="7620000" y="1987550"/>
          <p14:tracePt t="44401" x="7613650" y="1987550"/>
          <p14:tracePt t="44443" x="7613650" y="1981200"/>
          <p14:tracePt t="44492" x="7620000" y="1974850"/>
          <p14:tracePt t="44506" x="7626350" y="1974850"/>
          <p14:tracePt t="44520" x="7632700" y="1974850"/>
          <p14:tracePt t="44534" x="7639050" y="1974850"/>
          <p14:tracePt t="44555" x="7645400" y="1974850"/>
          <p14:tracePt t="44562" x="7651750" y="1974850"/>
          <p14:tracePt t="44583" x="7658100" y="1974850"/>
          <p14:tracePt t="44592" x="7670800" y="1974850"/>
          <p14:tracePt t="44608" x="7683500" y="1974850"/>
          <p14:tracePt t="44625" x="7715250" y="1974850"/>
          <p14:tracePt t="44642" x="7727950" y="1974850"/>
          <p14:tracePt t="44661" x="7772400" y="1981200"/>
          <p14:tracePt t="44675" x="7797800" y="1981200"/>
          <p14:tracePt t="44692" x="7804150" y="1981200"/>
          <p14:tracePt t="44709" x="7823200" y="1981200"/>
          <p14:tracePt t="44724" x="7829550" y="1981200"/>
          <p14:tracePt t="44741" x="7835900" y="1981200"/>
          <p14:tracePt t="44759" x="7842250" y="1981200"/>
          <p14:tracePt t="44927" x="7842250" y="1987550"/>
          <p14:tracePt t="44955" x="7835900" y="1993900"/>
          <p14:tracePt t="44996" x="7842250" y="2000250"/>
          <p14:tracePt t="45003" x="7848600" y="2000250"/>
          <p14:tracePt t="45025" x="7854950" y="2006600"/>
          <p14:tracePt t="45031" x="7867650" y="2012950"/>
          <p14:tracePt t="45046" x="7886700" y="2019300"/>
          <p14:tracePt t="45057" x="7912100" y="2025650"/>
          <p14:tracePt t="45074" x="7981950" y="2032000"/>
          <p14:tracePt t="45090" x="8020050" y="2051050"/>
          <p14:tracePt t="45107" x="8115300" y="2063750"/>
          <p14:tracePt t="45127" x="8210550" y="2082800"/>
          <p14:tracePt t="45141" x="8242300" y="2082800"/>
          <p14:tracePt t="45158" x="8299450" y="2089150"/>
          <p14:tracePt t="45173" x="8337550" y="2089150"/>
          <p14:tracePt t="45190" x="8350250" y="2089150"/>
          <p14:tracePt t="45207" x="8369300" y="2089150"/>
          <p14:tracePt t="45223" x="8382000" y="2089150"/>
          <p14:tracePt t="45382" x="8388350" y="2089150"/>
          <p14:tracePt t="45445" x="8394700" y="2089150"/>
          <p14:tracePt t="45522" x="8388350" y="2089150"/>
          <p14:tracePt t="45565" x="8382000" y="2089150"/>
          <p14:tracePt t="45592" x="8369300" y="2089150"/>
          <p14:tracePt t="45613" x="8356600" y="2089150"/>
          <p14:tracePt t="45628" x="8350250" y="2089150"/>
          <p14:tracePt t="45635" x="8337550" y="2089150"/>
          <p14:tracePt t="45641" x="8324850" y="2089150"/>
          <p14:tracePt t="45658" x="8305800" y="2089150"/>
          <p14:tracePt t="45671" x="8286750" y="2089150"/>
          <p14:tracePt t="45688" x="8235950" y="2089150"/>
          <p14:tracePt t="45705" x="8178800" y="2089150"/>
          <p14:tracePt t="45721" x="8159750" y="2089150"/>
          <p14:tracePt t="45738" x="8121650" y="2089150"/>
          <p14:tracePt t="45755" x="8096250" y="2082800"/>
          <p14:tracePt t="45771" x="8083550" y="2082800"/>
          <p14:tracePt t="45788" x="8077200" y="2082800"/>
          <p14:tracePt t="45804" x="8070850" y="2082800"/>
          <p14:tracePt t="45838" x="8064500" y="2082800"/>
          <p14:tracePt t="45854" x="8058150" y="2082800"/>
          <p14:tracePt t="45871" x="8051800" y="2082800"/>
          <p14:tracePt t="45890" x="8045450" y="2082800"/>
          <p14:tracePt t="45904" x="8039100" y="2082800"/>
          <p14:tracePt t="45921" x="8032750" y="2076450"/>
          <p14:tracePt t="45937" x="8020050" y="2070100"/>
          <p14:tracePt t="45971" x="7994650" y="2057400"/>
          <p14:tracePt t="45987" x="7956550" y="2051050"/>
          <p14:tracePt t="46003" x="7937500" y="2044700"/>
          <p14:tracePt t="46020" x="7893050" y="2019300"/>
          <p14:tracePt t="46037" x="7861300" y="2012950"/>
          <p14:tracePt t="46053" x="7842250" y="2006600"/>
          <p14:tracePt t="46070" x="7823200" y="1993900"/>
          <p14:tracePt t="46086" x="7804150" y="1993900"/>
          <p14:tracePt t="46132" x="7804150" y="1987550"/>
          <p14:tracePt t="46238" x="7797800" y="1987550"/>
          <p14:tracePt t="46293" x="7791450" y="1993900"/>
          <p14:tracePt t="46315" x="7785100" y="1993900"/>
          <p14:tracePt t="46835" x="7785100" y="2000250"/>
          <p14:tracePt t="46850" x="7785100" y="2006600"/>
          <p14:tracePt t="46863" x="7785100" y="2012950"/>
          <p14:tracePt t="46878" x="7785100" y="2019300"/>
          <p14:tracePt t="46887" x="7785100" y="2025650"/>
          <p14:tracePt t="46905" x="7785100" y="2032000"/>
          <p14:tracePt t="46920" x="7785100" y="2038350"/>
          <p14:tracePt t="46934" x="7785100" y="2051050"/>
          <p14:tracePt t="46950" x="7785100" y="2057400"/>
          <p14:tracePt t="46968" x="7785100" y="2063750"/>
          <p14:tracePt t="46984" x="7778750" y="2063750"/>
          <p14:tracePt t="47000" x="7772400" y="2070100"/>
          <p14:tracePt t="47033" x="7772400" y="2076450"/>
          <p14:tracePt t="47060" x="7766050" y="2082800"/>
          <p14:tracePt t="47094" x="7766050" y="2089150"/>
          <p14:tracePt t="47130" x="7772400" y="2089150"/>
          <p14:tracePt t="47144" x="7778750" y="2089150"/>
          <p14:tracePt t="47165" x="7785100" y="2082800"/>
          <p14:tracePt t="47179" x="7791450" y="2076450"/>
          <p14:tracePt t="47200" x="7797800" y="2070100"/>
          <p14:tracePt t="47228" x="7804150" y="2063750"/>
          <p14:tracePt t="47234" x="7810500" y="2057400"/>
          <p14:tracePt t="47256" x="7816850" y="2051050"/>
          <p14:tracePt t="47277" x="7823200" y="2044700"/>
          <p14:tracePt t="47299" x="7829550" y="2038350"/>
          <p14:tracePt t="47347" x="7835900" y="2032000"/>
          <p14:tracePt t="47417" x="7829550" y="2032000"/>
          <p14:tracePt t="47438" x="7823200" y="2032000"/>
          <p14:tracePt t="47445" x="7816850" y="2032000"/>
          <p14:tracePt t="47459" x="7810500" y="2038350"/>
          <p14:tracePt t="47468" x="7791450" y="2038350"/>
          <p14:tracePt t="47481" x="7778750" y="2044700"/>
          <p14:tracePt t="47498" x="7689850" y="2070100"/>
          <p14:tracePt t="47516" x="7537450" y="2120900"/>
          <p14:tracePt t="47532" x="7435850" y="2152650"/>
          <p14:tracePt t="47549" x="7213600" y="2203450"/>
          <p14:tracePt t="47565" x="6972300" y="2260600"/>
          <p14:tracePt t="47582" x="6845300" y="2292350"/>
          <p14:tracePt t="47598" x="6699250" y="2311400"/>
          <p14:tracePt t="47614" x="6292850" y="2368550"/>
          <p14:tracePt t="47631" x="6153150" y="2374900"/>
          <p14:tracePt t="47649" x="5899150" y="2419350"/>
          <p14:tracePt t="47664" x="5778500" y="2438400"/>
          <p14:tracePt t="47680" x="5575300" y="2489200"/>
          <p14:tracePt t="47698" x="5429250" y="2540000"/>
          <p14:tracePt t="47714" x="5372100" y="2565400"/>
          <p14:tracePt t="47731" x="5365750" y="2584450"/>
          <p14:tracePt t="51591" x="5353050" y="2590800"/>
          <p14:tracePt t="51604" x="5327650" y="2603500"/>
          <p14:tracePt t="51612" x="5289550" y="2628900"/>
          <p14:tracePt t="51626" x="5270500" y="2635250"/>
          <p14:tracePt t="51634" x="5226050" y="2641600"/>
          <p14:tracePt t="51650" x="5181600" y="2667000"/>
          <p14:tracePt t="51667" x="5086350" y="2724150"/>
          <p14:tracePt t="51684" x="4984750" y="2768600"/>
          <p14:tracePt t="51701" x="4927600" y="2787650"/>
          <p14:tracePt t="51717" x="4806950" y="2844800"/>
          <p14:tracePt t="51734" x="4660900" y="2895600"/>
          <p14:tracePt t="51751" x="4521200" y="2940050"/>
          <p14:tracePt t="51767" x="4457700" y="2959100"/>
          <p14:tracePt t="51784" x="4337050" y="2997200"/>
          <p14:tracePt t="51801" x="4292600" y="3009900"/>
          <p14:tracePt t="51817" x="4241800" y="3028950"/>
          <p14:tracePt t="51833" x="4222750" y="3028950"/>
          <p14:tracePt t="51850" x="4191000" y="3048000"/>
          <p14:tracePt t="51867" x="4184650" y="3048000"/>
          <p14:tracePt t="51883" x="4178300" y="3054350"/>
          <p14:tracePt t="51900" x="4171950" y="3054350"/>
          <p14:tracePt t="51916" x="4165600" y="3060700"/>
          <p14:tracePt t="51934" x="4146550" y="3067050"/>
          <p14:tracePt t="51950" x="4133850" y="3067050"/>
          <p14:tracePt t="51966" x="4121150" y="3073400"/>
          <p14:tracePt t="51983" x="4114800" y="3079750"/>
          <p14:tracePt t="51999" x="4108450" y="3079750"/>
          <p14:tracePt t="52016" x="4095750" y="3086100"/>
          <p14:tracePt t="52033" x="4076700" y="3086100"/>
          <p14:tracePt t="52050" x="4064000" y="3086100"/>
          <p14:tracePt t="52066" x="4025900" y="3098800"/>
          <p14:tracePt t="52082" x="3987800" y="3098800"/>
          <p14:tracePt t="68462" x="3956050" y="3054350"/>
          <p14:tracePt t="68469" x="3924300" y="3003550"/>
          <p14:tracePt t="68478" x="3873500" y="2933700"/>
          <p14:tracePt t="68492" x="3778250" y="2819400"/>
          <p14:tracePt t="68509" x="3708400" y="2705100"/>
          <p14:tracePt t="68526" x="3600450" y="2590800"/>
          <p14:tracePt t="68542" x="3524250" y="2540000"/>
          <p14:tracePt t="68559" x="3473450" y="2482850"/>
          <p14:tracePt t="68575" x="3416300" y="2406650"/>
          <p14:tracePt t="68592" x="3371850" y="2368550"/>
          <p14:tracePt t="68610" x="3308350" y="2305050"/>
          <p14:tracePt t="68625" x="3270250" y="2273300"/>
          <p14:tracePt t="68642" x="3244850" y="2254250"/>
          <p14:tracePt t="68659" x="3225800" y="2241550"/>
          <p14:tracePt t="68675" x="3219450" y="2241550"/>
          <p14:tracePt t="68692" x="3213100" y="2228850"/>
          <p14:tracePt t="68709" x="3206750" y="2216150"/>
          <p14:tracePt t="68725" x="3200400" y="2203450"/>
          <p14:tracePt t="68742" x="3194050" y="2203450"/>
          <p14:tracePt t="68758" x="3181350" y="2197100"/>
          <p14:tracePt t="68792" x="3175000" y="2197100"/>
          <p14:tracePt t="68808" x="3168650" y="2197100"/>
          <p14:tracePt t="68824" x="3168650" y="2190750"/>
          <p14:tracePt t="68841" x="3155950" y="2190750"/>
          <p14:tracePt t="68858" x="3143250" y="2184400"/>
          <p14:tracePt t="68875" x="3130550" y="2178050"/>
          <p14:tracePt t="68891" x="3117850" y="2171700"/>
          <p14:tracePt t="68908" x="3111500" y="2171700"/>
          <p14:tracePt t="68925" x="3092450" y="2165350"/>
          <p14:tracePt t="68941" x="3086100" y="2165350"/>
          <p14:tracePt t="68957" x="3079750" y="2159000"/>
          <p14:tracePt t="68974" x="3079750" y="2152650"/>
          <p14:tracePt t="69007" x="3073400" y="2152650"/>
          <p14:tracePt t="69065" x="3067050" y="2146300"/>
          <p14:tracePt t="69107" x="3060700" y="2139950"/>
          <p14:tracePt t="69198" x="3054350" y="2139950"/>
          <p14:tracePt t="69261" x="3048000" y="2139950"/>
          <p14:tracePt t="69289" x="3041650" y="2139950"/>
          <p14:tracePt t="69296" x="3041650" y="2133600"/>
          <p14:tracePt t="69338" x="3035300" y="2133600"/>
          <p14:tracePt t="69366" x="3035300" y="2127250"/>
          <p14:tracePt t="69387" x="3028950" y="2127250"/>
          <p14:tracePt t="69408" x="3022600" y="2127250"/>
          <p14:tracePt t="69415" x="3016250" y="2120900"/>
          <p14:tracePt t="69437" x="3009900" y="2120900"/>
          <p14:tracePt t="69457" x="3003550" y="2120900"/>
          <p14:tracePt t="69486" x="3003550" y="2114550"/>
          <p14:tracePt t="69507" x="2997200" y="2114550"/>
          <p14:tracePt t="69528" x="2990850" y="2108200"/>
          <p14:tracePt t="69548" x="2984500" y="2101850"/>
          <p14:tracePt t="69557" x="2984500" y="2095500"/>
          <p14:tracePt t="69577" x="2978150" y="2095500"/>
          <p14:tracePt t="69598" x="2971800" y="2089150"/>
          <p14:tracePt t="69626" x="2971800" y="2082800"/>
          <p14:tracePt t="69647" x="2965450" y="2082800"/>
          <p14:tracePt t="69667" x="2959100" y="2082800"/>
          <p14:tracePt t="69695" x="2952750" y="2076450"/>
          <p14:tracePt t="69716" x="2946400" y="2076450"/>
          <p14:tracePt t="69730" x="2940050" y="2076450"/>
          <p14:tracePt t="69737" x="2940050" y="2070100"/>
          <p14:tracePt t="69752" x="2933700" y="2070100"/>
          <p14:tracePt t="69766" x="2927350" y="2070100"/>
          <p14:tracePt t="69780" x="2927350" y="2063750"/>
          <p14:tracePt t="69788" x="2921000" y="2063750"/>
          <p14:tracePt t="69804" x="2914650" y="2063750"/>
          <p14:tracePt t="69822" x="2914650" y="2057400"/>
          <p14:tracePt t="69838" x="2901950" y="2051050"/>
          <p14:tracePt t="69854" x="2895600" y="2051050"/>
          <p14:tracePt t="69871" x="2889250" y="2051050"/>
          <p14:tracePt t="69899" x="2882900" y="2044700"/>
          <p14:tracePt t="69927" x="2876550" y="2044700"/>
          <p14:tracePt t="69948" x="2870200" y="2044700"/>
          <p14:tracePt t="69969" x="2863850" y="2044700"/>
          <p14:tracePt t="70011" x="2857500" y="2038350"/>
          <p14:tracePt t="70046" x="2851150" y="2038350"/>
          <p14:tracePt t="72519" x="2851150" y="2057400"/>
          <p14:tracePt t="72533" x="2832100" y="2082800"/>
          <p14:tracePt t="72540" x="2825750" y="2120900"/>
          <p14:tracePt t="72555" x="2813050" y="2139950"/>
          <p14:tracePt t="72564" x="2806700" y="2159000"/>
          <p14:tracePt t="72578" x="2794000" y="2184400"/>
          <p14:tracePt t="72595" x="2774950" y="2254250"/>
          <p14:tracePt t="72612" x="2762250" y="2324100"/>
          <p14:tracePt t="72628" x="2762250" y="2374900"/>
          <p14:tracePt t="72646" x="2749550" y="2470150"/>
          <p14:tracePt t="72661" x="2743200" y="2597150"/>
          <p14:tracePt t="72678" x="2743200" y="2660650"/>
          <p14:tracePt t="72695" x="2743200" y="2794000"/>
          <p14:tracePt t="72711" x="2743200" y="2857500"/>
          <p14:tracePt t="72715" x="2743200" y="2895600"/>
          <p14:tracePt t="72728" x="2730500" y="2946400"/>
          <p14:tracePt t="72745" x="2730500" y="3073400"/>
          <p14:tracePt t="72761" x="2730500" y="3143250"/>
          <p14:tracePt t="72778" x="2724150" y="3282950"/>
          <p14:tracePt t="72794" x="2724150" y="3371850"/>
          <p14:tracePt t="72811" x="2724150" y="3403600"/>
          <p14:tracePt t="72828" x="2711450" y="3454400"/>
          <p14:tracePt t="72844" x="2698750" y="3492500"/>
          <p14:tracePt t="72861" x="2686050" y="3505200"/>
          <p14:tracePt t="72877" x="2667000" y="3543300"/>
          <p14:tracePt t="72894" x="2647950" y="3568700"/>
          <p14:tracePt t="72911" x="2641600" y="3587750"/>
          <p14:tracePt t="72927" x="2616200" y="3606800"/>
          <p14:tracePt t="72944" x="2578100" y="3644900"/>
          <p14:tracePt t="72961" x="2533650" y="3670300"/>
          <p14:tracePt t="72977" x="2514600" y="3689350"/>
          <p14:tracePt t="72993" x="2482850" y="3702050"/>
          <p14:tracePt t="73011" x="2393950" y="3733800"/>
          <p14:tracePt t="73027" x="2362200" y="3746500"/>
          <p14:tracePt t="73043" x="2336800" y="3752850"/>
          <p14:tracePt t="73060" x="2292350" y="3771900"/>
          <p14:tracePt t="73076" x="2247900" y="3784600"/>
          <p14:tracePt t="73094" x="2216150" y="3797300"/>
          <p14:tracePt t="73109" x="2203450" y="3803650"/>
          <p14:tracePt t="73126" x="2184400" y="3810000"/>
          <p14:tracePt t="73144" x="2165350" y="3822700"/>
          <p14:tracePt t="73160" x="2159000" y="3829050"/>
          <p14:tracePt t="73176" x="2146300" y="3841750"/>
          <p14:tracePt t="73193" x="2127250" y="3854450"/>
          <p14:tracePt t="73209" x="2120900" y="3867150"/>
          <p14:tracePt t="101091" x="2133600" y="3860800"/>
          <p14:tracePt t="101098" x="2159000" y="3829050"/>
          <p14:tracePt t="101105" x="2203450" y="3790950"/>
          <p14:tracePt t="101113" x="2241550" y="3746500"/>
          <p14:tracePt t="101130" x="2349500" y="3651250"/>
          <p14:tracePt t="101147" x="2527300" y="3460750"/>
          <p14:tracePt t="101163" x="2647950" y="3321050"/>
          <p14:tracePt t="101179" x="2717800" y="3181350"/>
          <p14:tracePt t="101196" x="2825750" y="2965450"/>
          <p14:tracePt t="101213" x="2851150" y="2832100"/>
          <p14:tracePt t="101229" x="2876550" y="2762250"/>
          <p14:tracePt t="101246" x="2901950" y="2660650"/>
          <p14:tracePt t="101262" x="2933700" y="2597150"/>
          <p14:tracePt t="101280" x="2952750" y="2527300"/>
          <p14:tracePt t="101296" x="2971800" y="2476500"/>
          <p14:tracePt t="101312" x="2990850" y="2438400"/>
          <p14:tracePt t="101329" x="3003550" y="2362200"/>
          <p14:tracePt t="101345" x="3009900" y="2311400"/>
          <p14:tracePt t="101362" x="3016250" y="2273300"/>
          <p14:tracePt t="101379" x="3041650" y="2184400"/>
          <p14:tracePt t="101395" x="3067050" y="2127250"/>
          <p14:tracePt t="101413" x="3105150" y="2012950"/>
          <p14:tracePt t="101428" x="3130550" y="1936750"/>
          <p14:tracePt t="101445" x="3143250" y="1879600"/>
          <p14:tracePt t="101463" x="3155950" y="1809750"/>
          <p14:tracePt t="101478" x="3168650" y="1778000"/>
          <p14:tracePt t="101482" x="3168650" y="1771650"/>
          <p14:tracePt t="101495" x="3168650" y="1758950"/>
          <p14:tracePt t="101512" x="3175000" y="1733550"/>
          <p14:tracePt t="101528" x="3181350" y="1727200"/>
          <p14:tracePt t="101595" x="3175000" y="1727200"/>
          <p14:tracePt t="101623" x="3162300" y="1727200"/>
          <p14:tracePt t="101630" x="3149600" y="1727200"/>
          <p14:tracePt t="101645" x="3111500" y="1720850"/>
          <p14:tracePt t="101661" x="3041650" y="1695450"/>
          <p14:tracePt t="101678" x="2959100" y="1676400"/>
          <p14:tracePt t="101694" x="2813050" y="1644650"/>
          <p14:tracePt t="101711" x="2692400" y="1625600"/>
          <p14:tracePt t="101728" x="2527300" y="1625600"/>
          <p14:tracePt t="101744" x="2419350" y="1625600"/>
          <p14:tracePt t="101761" x="2336800" y="1631950"/>
          <p14:tracePt t="101778" x="2286000" y="1638300"/>
          <p14:tracePt t="101794" x="2266950" y="1644650"/>
          <p14:tracePt t="101811" x="2254250" y="1651000"/>
          <p14:tracePt t="101843" x="2247900" y="1651000"/>
          <p14:tracePt t="101897" x="2254250" y="1651000"/>
          <p14:tracePt t="101903" x="2273300" y="1651000"/>
          <p14:tracePt t="101913" x="2279650" y="1651000"/>
          <p14:tracePt t="101927" x="2298700" y="1644650"/>
          <p14:tracePt t="101943" x="2336800" y="1638300"/>
          <p14:tracePt t="101960" x="2432050" y="1644650"/>
          <p14:tracePt t="101977" x="2508250" y="1651000"/>
          <p14:tracePt t="101980" x="2565400" y="1651000"/>
          <p14:tracePt t="101993" x="2616200" y="1651000"/>
          <p14:tracePt t="102010" x="2768600" y="1657350"/>
          <p14:tracePt t="102026" x="2863850" y="1670050"/>
          <p14:tracePt t="102044" x="3016250" y="1670050"/>
          <p14:tracePt t="102059" x="3098800" y="1663700"/>
          <p14:tracePt t="102076" x="3149600" y="1663700"/>
          <p14:tracePt t="102093" x="3200400" y="1657350"/>
          <p14:tracePt t="102109" x="3219450" y="1644650"/>
          <p14:tracePt t="102126" x="3232150" y="1644650"/>
          <p14:tracePt t="102143" x="3238500" y="1638300"/>
          <p14:tracePt t="102159" x="3251200" y="1638300"/>
          <p14:tracePt t="102226" x="3244850" y="1631950"/>
          <p14:tracePt t="102247" x="3238500" y="1625600"/>
          <p14:tracePt t="102268" x="3232150" y="1619250"/>
          <p14:tracePt t="102289" x="3225800" y="1619250"/>
          <p14:tracePt t="102296" x="3213100" y="1619250"/>
          <p14:tracePt t="102312" x="3194050" y="1619250"/>
          <p14:tracePt t="102325" x="3149600" y="1612900"/>
          <p14:tracePt t="102342" x="3092450" y="1612900"/>
          <p14:tracePt t="102359" x="2952750" y="1600200"/>
          <p14:tracePt t="102375" x="2838450" y="1600200"/>
          <p14:tracePt t="102392" x="2724150" y="1600200"/>
          <p14:tracePt t="102409" x="2578100" y="1606550"/>
          <p14:tracePt t="102425" x="2520950" y="1612900"/>
          <p14:tracePt t="102442" x="2476500" y="1612900"/>
          <p14:tracePt t="102458" x="2451100" y="1619250"/>
          <p14:tracePt t="102475" x="2432050" y="1625600"/>
          <p14:tracePt t="102500" x="2425700" y="1625600"/>
          <p14:tracePt t="102555" x="2425700" y="1631950"/>
          <p14:tracePt t="102577" x="2432050" y="1638300"/>
          <p14:tracePt t="102605" x="2432050" y="1644650"/>
          <p14:tracePt t="102640" x="2438400" y="1644650"/>
          <p14:tracePt t="102979" x="2432050" y="1695450"/>
          <p14:tracePt t="102986" x="2425700" y="1771650"/>
          <p14:tracePt t="102993" x="2393950" y="1873250"/>
          <p14:tracePt t="103007" x="2336800" y="2152650"/>
          <p14:tracePt t="103023" x="2305050" y="2413000"/>
          <p14:tracePt t="103039" x="2260600" y="2755900"/>
          <p14:tracePt t="103057" x="2209800" y="3308350"/>
          <p14:tracePt t="103073" x="2190750" y="3829050"/>
          <p14:tracePt t="103090" x="2184400" y="4108450"/>
          <p14:tracePt t="103107" x="2171700" y="4451350"/>
          <p14:tracePt t="103123" x="2171700" y="4603750"/>
          <p14:tracePt t="103140" x="2171700" y="4692650"/>
          <p14:tracePt t="103155" x="2165350" y="4838700"/>
          <p14:tracePt t="103173" x="2146300" y="4908550"/>
          <p14:tracePt t="103190" x="2139950" y="5029200"/>
          <p14:tracePt t="103206" x="2139950" y="5080000"/>
          <p14:tracePt t="103223" x="2139950" y="5124450"/>
          <p14:tracePt t="103240" x="2133600" y="5156200"/>
          <p14:tracePt t="103255" x="2133600" y="5168900"/>
          <p14:tracePt t="103273" x="2133600" y="5194300"/>
          <p14:tracePt t="103289" x="2120900" y="5238750"/>
          <p14:tracePt t="103306" x="2114550" y="5264150"/>
          <p14:tracePt t="103323" x="2108200" y="5334000"/>
          <p14:tracePt t="103339" x="2108200" y="5422900"/>
          <p14:tracePt t="103355" x="2108200" y="5467350"/>
          <p14:tracePt t="103372" x="2114550" y="5518150"/>
          <p14:tracePt t="103388" x="2120900" y="5543550"/>
          <p14:tracePt t="103617" x="2089150" y="5562600"/>
          <p14:tracePt t="103631" x="2044700" y="5568950"/>
          <p14:tracePt t="103640" x="2012950" y="5581650"/>
          <p14:tracePt t="103654" x="1974850" y="5581650"/>
          <p14:tracePt t="103671" x="1936750" y="5600700"/>
          <p14:tracePt t="103688" x="1905000" y="5607050"/>
          <p14:tracePt t="103721" x="1898650" y="5607050"/>
          <p14:tracePt t="103771" x="1898650" y="5600700"/>
          <p14:tracePt t="103778" x="1898650" y="5594350"/>
          <p14:tracePt t="103849" x="1898650" y="5588000"/>
          <p14:tracePt t="103876" x="1898650" y="5581650"/>
          <p14:tracePt t="103919" x="1911350" y="5575300"/>
          <p14:tracePt t="103926" x="1917700" y="5575300"/>
          <p14:tracePt t="103940" x="1924050" y="5568950"/>
          <p14:tracePt t="103953" x="1930400" y="5562600"/>
          <p14:tracePt t="103970" x="1962150" y="5549900"/>
          <p14:tracePt t="103986" x="1981200" y="5543550"/>
          <p14:tracePt t="104003" x="2057400" y="5511800"/>
          <p14:tracePt t="104020" x="2152650" y="5486400"/>
          <p14:tracePt t="104036" x="2203450" y="5467350"/>
          <p14:tracePt t="104053" x="2311400" y="5448300"/>
          <p14:tracePt t="104070" x="2419350" y="5429250"/>
          <p14:tracePt t="104087" x="2527300" y="5422900"/>
          <p14:tracePt t="104103" x="2565400" y="5422900"/>
          <p14:tracePt t="104119" x="2616200" y="5422900"/>
          <p14:tracePt t="104136" x="2749550" y="5410200"/>
          <p14:tracePt t="104152" x="2774950" y="5410200"/>
          <p14:tracePt t="104169" x="2806700" y="5410200"/>
          <p14:tracePt t="104186" x="2825750" y="5410200"/>
          <p14:tracePt t="104202" x="2844800" y="5410200"/>
          <p14:tracePt t="104219" x="2851150" y="5410200"/>
          <p14:tracePt t="104276" x="2844800" y="5410200"/>
          <p14:tracePt t="104318" x="2838450" y="5410200"/>
          <p14:tracePt t="104332" x="2832100" y="5410200"/>
          <p14:tracePt t="104339" x="2825750" y="5410200"/>
          <p14:tracePt t="104352" x="2819400" y="5410200"/>
          <p14:tracePt t="104368" x="2800350" y="5410200"/>
          <p14:tracePt t="104385" x="2781300" y="5403850"/>
          <p14:tracePt t="104402" x="2717800" y="5403850"/>
          <p14:tracePt t="104418" x="2584450" y="5397500"/>
          <p14:tracePt t="104435" x="2520950" y="5384800"/>
          <p14:tracePt t="104452" x="2343150" y="5378450"/>
          <p14:tracePt t="104468" x="2254250" y="5378450"/>
          <p14:tracePt t="104485" x="2089150" y="5365750"/>
          <p14:tracePt t="104488" x="2012950" y="5365750"/>
          <p14:tracePt t="104502" x="1949450" y="5365750"/>
          <p14:tracePt t="104518" x="1892300" y="5365750"/>
          <p14:tracePt t="104535" x="1828800" y="5365750"/>
          <p14:tracePt t="104551" x="1778000" y="5365750"/>
          <p14:tracePt t="104568" x="1758950" y="5365750"/>
          <p14:tracePt t="104584" x="1739900" y="5365750"/>
          <p14:tracePt t="104601" x="1714500" y="5372100"/>
          <p14:tracePt t="104618" x="1701800" y="5372100"/>
          <p14:tracePt t="104634" x="1676400" y="5378450"/>
          <p14:tracePt t="104651" x="1644650" y="5378450"/>
          <p14:tracePt t="104668" x="1631950" y="5378450"/>
          <p14:tracePt t="104684" x="1600200" y="5378450"/>
          <p14:tracePt t="104701" x="1568450" y="5378450"/>
          <p14:tracePt t="104718" x="1517650" y="5378450"/>
          <p14:tracePt t="104734" x="1498600" y="5378450"/>
          <p14:tracePt t="104750" x="1473200" y="5384800"/>
          <p14:tracePt t="104767" x="1416050" y="5384800"/>
          <p14:tracePt t="104784" x="1403350" y="5384800"/>
          <p14:tracePt t="104803" x="1390650" y="5384800"/>
          <p14:tracePt t="104817" x="1384300" y="5391150"/>
          <p14:tracePt t="104833" x="1377950" y="5391150"/>
          <p14:tracePt t="104851" x="1371600" y="5391150"/>
          <p14:tracePt t="104883" x="1371600" y="5397500"/>
          <p14:tracePt t="104949" x="1365250" y="5403850"/>
          <p14:tracePt t="104991" x="1358900" y="5403850"/>
          <p14:tracePt t="105019" x="1358900" y="5410200"/>
          <p14:tracePt t="105047" x="1352550" y="5416550"/>
          <p14:tracePt t="105082" x="1352550" y="5422900"/>
          <p14:tracePt t="105089" x="1346200" y="5422900"/>
          <p14:tracePt t="105117" x="1346200" y="5429250"/>
          <p14:tracePt t="105138" x="1346200" y="5435600"/>
          <p14:tracePt t="105152" x="1352550" y="5435600"/>
          <p14:tracePt t="105167" x="1358900" y="5435600"/>
          <p14:tracePt t="105180" x="1371600" y="5435600"/>
          <p14:tracePt t="105187" x="1384300" y="5435600"/>
          <p14:tracePt t="105202" x="1403350" y="5441950"/>
          <p14:tracePt t="105215" x="1435100" y="5441950"/>
          <p14:tracePt t="105232" x="1504950" y="5448300"/>
          <p14:tracePt t="105249" x="1543050" y="5448300"/>
          <p14:tracePt t="105265" x="1600200" y="5454650"/>
          <p14:tracePt t="105282" x="1638300" y="5461000"/>
          <p14:tracePt t="105298" x="1663700" y="5461000"/>
          <p14:tracePt t="105315" x="1676400" y="5467350"/>
          <p14:tracePt t="105332" x="1682750" y="5467350"/>
          <p14:tracePt t="105384" x="1689100" y="5467350"/>
          <p14:tracePt t="105454" x="1695450" y="5473700"/>
          <p14:tracePt t="105489" x="1701800" y="5473700"/>
          <p14:tracePt t="105524" x="1708150" y="5473700"/>
          <p14:tracePt t="105559" x="1714500" y="5473700"/>
          <p14:tracePt t="105573" x="1720850" y="5480050"/>
          <p14:tracePt t="105580" x="1727200" y="5480050"/>
          <p14:tracePt t="105594" x="1733550" y="5480050"/>
          <p14:tracePt t="105601" x="1739900" y="5480050"/>
          <p14:tracePt t="105615" x="1752600" y="5486400"/>
          <p14:tracePt t="105631" x="1784350" y="5486400"/>
          <p14:tracePt t="105647" x="1803400" y="5492750"/>
          <p14:tracePt t="105664" x="1841500" y="5499100"/>
          <p14:tracePt t="105680" x="1905000" y="5505450"/>
          <p14:tracePt t="105697" x="1943100" y="5505450"/>
          <p14:tracePt t="105714" x="2012950" y="5518150"/>
          <p14:tracePt t="105730" x="2063750" y="5524500"/>
          <p14:tracePt t="105747" x="2165350" y="5530850"/>
          <p14:tracePt t="105763" x="2266950" y="5530850"/>
          <p14:tracePt t="105780" x="2317750" y="5530850"/>
          <p14:tracePt t="105798" x="2400300" y="5530850"/>
          <p14:tracePt t="105813" x="2451100" y="5530850"/>
          <p14:tracePt t="105830" x="2470150" y="5530850"/>
          <p14:tracePt t="105846" x="2495550" y="5524500"/>
          <p14:tracePt t="105863" x="2514600" y="5524500"/>
          <p14:tracePt t="105880" x="2527300" y="5518150"/>
          <p14:tracePt t="105897" x="2540000" y="5518150"/>
          <p14:tracePt t="105913" x="2559050" y="5511800"/>
          <p14:tracePt t="105930" x="2578100" y="5505450"/>
          <p14:tracePt t="105946" x="2590800" y="5499100"/>
          <p14:tracePt t="105963" x="2616200" y="5499100"/>
          <p14:tracePt t="105980" x="2647950" y="5492750"/>
          <p14:tracePt t="105997" x="2667000" y="5486400"/>
          <p14:tracePt t="106000" x="2679700" y="5486400"/>
          <p14:tracePt t="106016" x="2698750" y="5486400"/>
          <p14:tracePt t="106029" x="2743200" y="5480050"/>
          <p14:tracePt t="106046" x="2762250" y="5480050"/>
          <p14:tracePt t="106064" x="2794000" y="5473700"/>
          <p14:tracePt t="106079" x="2813050" y="5467350"/>
          <p14:tracePt t="106096" x="2851150" y="5461000"/>
          <p14:tracePt t="106113" x="2863850" y="5454650"/>
          <p14:tracePt t="106129" x="2876550" y="5448300"/>
          <p14:tracePt t="106146" x="2895600" y="5448300"/>
          <p14:tracePt t="106162" x="2901950" y="5441950"/>
          <p14:tracePt t="106179" x="2908300" y="5441950"/>
          <p14:tracePt t="106197" x="2914650" y="5435600"/>
          <p14:tracePt t="106228" x="2914650" y="5429250"/>
          <p14:tracePt t="106246" x="2908300" y="5429250"/>
          <p14:tracePt t="106274" x="2901950" y="5429250"/>
          <p14:tracePt t="106296" x="2895600" y="5429250"/>
          <p14:tracePt t="106302" x="2889250" y="5429250"/>
          <p14:tracePt t="106323" x="2882900" y="5429250"/>
          <p14:tracePt t="106331" x="2863850" y="5422900"/>
          <p14:tracePt t="106345" x="2832100" y="5422900"/>
          <p14:tracePt t="106362" x="2794000" y="5416550"/>
          <p14:tracePt t="106379" x="2552700" y="5397500"/>
          <p14:tracePt t="106395" x="2451100" y="5391150"/>
          <p14:tracePt t="106412" x="2349500" y="5391150"/>
          <p14:tracePt t="106428" x="2133600" y="5391150"/>
          <p14:tracePt t="106444" x="1943100" y="5391150"/>
          <p14:tracePt t="106461" x="1866900" y="5391150"/>
          <p14:tracePt t="106478" x="1758950" y="5391150"/>
          <p14:tracePt t="106494" x="1701800" y="5397500"/>
          <p14:tracePt t="106511" x="1682750" y="5397500"/>
          <p14:tracePt t="106528" x="1663700" y="5397500"/>
          <p14:tracePt t="106561" x="1670050" y="5397500"/>
          <p14:tracePt t="106577" x="1708150" y="5397500"/>
          <p14:tracePt t="106594" x="1765300" y="5391150"/>
          <p14:tracePt t="106611" x="1854200" y="5391150"/>
          <p14:tracePt t="106627" x="1930400" y="5391150"/>
          <p14:tracePt t="106646" x="2082800" y="5391150"/>
          <p14:tracePt t="106660" x="2222500" y="5391150"/>
          <p14:tracePt t="106677" x="2305050" y="5391150"/>
          <p14:tracePt t="106695" x="2432050" y="5391150"/>
          <p14:tracePt t="106710" x="2482850" y="5391150"/>
          <p14:tracePt t="106727" x="2565400" y="5378450"/>
          <p14:tracePt t="106744" x="2622550" y="5372100"/>
          <p14:tracePt t="106760" x="2647950" y="5372100"/>
          <p14:tracePt t="106777" x="2692400" y="5359400"/>
          <p14:tracePt t="106793" x="2724150" y="5359400"/>
          <p14:tracePt t="106810" x="2743200" y="5353050"/>
          <p14:tracePt t="106827" x="2768600" y="5346700"/>
          <p14:tracePt t="106843" x="2787650" y="5346700"/>
          <p14:tracePt t="106859" x="2794000" y="5346700"/>
          <p14:tracePt t="106877" x="2800350" y="5346700"/>
          <p14:tracePt t="107009" x="2794000" y="5346700"/>
          <p14:tracePt t="107031" x="2787650" y="5346700"/>
          <p14:tracePt t="107045" x="2781300" y="5346700"/>
          <p14:tracePt t="107052" x="2774950" y="5346700"/>
          <p14:tracePt t="107073" x="2762250" y="5353050"/>
          <p14:tracePt t="107080" x="2755900" y="5353050"/>
          <p14:tracePt t="107095" x="2736850" y="5353050"/>
          <p14:tracePt t="107109" x="2717800" y="5353050"/>
          <p14:tracePt t="107125" x="2660650" y="5359400"/>
          <p14:tracePt t="107143" x="2565400" y="5378450"/>
          <p14:tracePt t="107159" x="2527300" y="5378450"/>
          <p14:tracePt t="107175" x="2457450" y="5391150"/>
          <p14:tracePt t="107192" x="2400300" y="5397500"/>
          <p14:tracePt t="107208" x="2381250" y="5403850"/>
          <p14:tracePt t="107225" x="2343150" y="5416550"/>
          <p14:tracePt t="107242" x="2330450" y="5416550"/>
          <p14:tracePt t="107259" x="2330450" y="5422900"/>
          <p14:tracePt t="107292" x="2355850" y="5422900"/>
          <p14:tracePt t="107308" x="2368550" y="5422900"/>
          <p14:tracePt t="107325" x="2419350" y="5422900"/>
          <p14:tracePt t="107341" x="2457450" y="5422900"/>
          <p14:tracePt t="107358" x="2584450" y="5422900"/>
          <p14:tracePt t="107375" x="2736850" y="5422900"/>
          <p14:tracePt t="107391" x="2813050" y="5422900"/>
          <p14:tracePt t="107408" x="2940050" y="5422900"/>
          <p14:tracePt t="107424" x="3048000" y="5416550"/>
          <p14:tracePt t="107441" x="3073400" y="5416550"/>
          <p14:tracePt t="107458" x="3124200" y="5410200"/>
          <p14:tracePt t="107474" x="3136900" y="5410200"/>
          <p14:tracePt t="107491" x="3143250" y="5410200"/>
          <p14:tracePt t="107542" x="3136900" y="5410200"/>
          <p14:tracePt t="107564" x="3130550" y="5410200"/>
          <p14:tracePt t="107570" x="3124200" y="5410200"/>
          <p14:tracePt t="107592" x="3117850" y="5410200"/>
          <p14:tracePt t="108235" x="3124200" y="5410200"/>
          <p14:tracePt t="108241" x="3155950" y="5410200"/>
          <p14:tracePt t="108258" x="3181350" y="5410200"/>
          <p14:tracePt t="108272" x="3219450" y="5410200"/>
          <p14:tracePt t="108288" x="3314700" y="5410200"/>
          <p14:tracePt t="108305" x="3435350" y="5410200"/>
          <p14:tracePt t="108321" x="3486150" y="5410200"/>
          <p14:tracePt t="108338" x="3613150" y="5410200"/>
          <p14:tracePt t="108355" x="3740150" y="5410200"/>
          <p14:tracePt t="108371" x="3803650" y="5410200"/>
          <p14:tracePt t="108388" x="3924300" y="5416550"/>
          <p14:tracePt t="108404" x="4064000" y="5429250"/>
          <p14:tracePt t="108421" x="4127500" y="5429250"/>
          <p14:tracePt t="108438" x="4210050" y="5429250"/>
          <p14:tracePt t="108454" x="4267200" y="5429250"/>
          <p14:tracePt t="108471" x="4292600" y="5429250"/>
          <p14:tracePt t="108488" x="4324350" y="5429250"/>
          <p14:tracePt t="108504" x="4349750" y="5429250"/>
          <p14:tracePt t="108508" x="4362450" y="5429250"/>
          <p14:tracePt t="108521" x="4375150" y="5435600"/>
          <p14:tracePt t="108592" x="4368800" y="5435600"/>
          <p14:tracePt t="108613" x="4375150" y="5429250"/>
          <p14:tracePt t="108622" x="4406900" y="5416550"/>
          <p14:tracePt t="112882" x="4216400" y="5422900"/>
          <p14:tracePt t="112890" x="3987800" y="5461000"/>
          <p14:tracePt t="112903" x="3784600" y="5518150"/>
          <p14:tracePt t="112910" x="3556000" y="5562600"/>
          <p14:tracePt t="112922" x="3359150" y="5600700"/>
          <p14:tracePt t="112939" x="2978150" y="5676900"/>
          <p14:tracePt t="112955" x="2800350" y="5715000"/>
          <p14:tracePt t="112972" x="2597150" y="5772150"/>
          <p14:tracePt t="112988" x="2152650" y="5867400"/>
          <p14:tracePt t="113005" x="2051050" y="5886450"/>
          <p14:tracePt t="113022" x="1866900" y="5924550"/>
          <p14:tracePt t="113038" x="1790700" y="5949950"/>
          <p14:tracePt t="113055" x="1657350" y="5962650"/>
          <p14:tracePt t="113072" x="1555750" y="5962650"/>
          <p14:tracePt t="113088" x="1498600" y="5975350"/>
          <p14:tracePt t="113105" x="1409700" y="5975350"/>
          <p14:tracePt t="113122" x="1352550" y="5975350"/>
          <p14:tracePt t="113138" x="1333500" y="5981700"/>
          <p14:tracePt t="113155" x="1289050" y="5981700"/>
          <p14:tracePt t="113171" x="1257300" y="5975350"/>
          <p14:tracePt t="113188" x="1238250" y="5975350"/>
          <p14:tracePt t="113205" x="1193800" y="5969000"/>
          <p14:tracePt t="113221" x="1143000" y="5969000"/>
          <p14:tracePt t="113238" x="1123950" y="5969000"/>
          <p14:tracePt t="113255" x="1066800" y="5975350"/>
          <p14:tracePt t="113271" x="1022350" y="5988050"/>
          <p14:tracePt t="113288" x="996950" y="5988050"/>
          <p14:tracePt t="113305" x="946150" y="5988050"/>
          <p14:tracePt t="113321" x="927100" y="5988050"/>
          <p14:tracePt t="113338" x="882650" y="5981700"/>
          <p14:tracePt t="113354" x="869950" y="5981700"/>
          <p14:tracePt t="113370" x="863600" y="5975350"/>
          <p14:tracePt t="113387" x="850900" y="5969000"/>
          <p14:tracePt t="113404" x="844550" y="5962650"/>
          <p14:tracePt t="113420" x="831850" y="5949950"/>
          <p14:tracePt t="113437" x="819150" y="5930900"/>
          <p14:tracePt t="113453" x="800100" y="5911850"/>
          <p14:tracePt t="113471" x="781050" y="5892800"/>
          <p14:tracePt t="113487" x="774700" y="5886450"/>
          <p14:tracePt t="113504" x="762000" y="5873750"/>
          <p14:tracePt t="113521" x="755650" y="5861050"/>
          <p14:tracePt t="113553" x="749300" y="5861050"/>
          <p14:tracePt t="113604" x="749300" y="5854700"/>
          <p14:tracePt t="113702" x="749300" y="5861050"/>
          <p14:tracePt t="113710" x="749300" y="5867400"/>
          <p14:tracePt t="113779" x="755650" y="5867400"/>
          <p14:tracePt t="113793" x="762000" y="5867400"/>
          <p14:tracePt t="113800" x="768350" y="5867400"/>
          <p14:tracePt t="113821" x="774700" y="5867400"/>
          <p14:tracePt t="113828" x="781050" y="5867400"/>
          <p14:tracePt t="113842" x="787400" y="5867400"/>
          <p14:tracePt t="113864" x="793750" y="5867400"/>
          <p14:tracePt t="113872" x="806450" y="5867400"/>
          <p14:tracePt t="113886" x="825500" y="5867400"/>
          <p14:tracePt t="113902" x="876300" y="5867400"/>
          <p14:tracePt t="113920" x="933450" y="5867400"/>
          <p14:tracePt t="113935" x="984250" y="5867400"/>
          <p14:tracePt t="113952" x="1022350" y="5867400"/>
          <p14:tracePt t="113969" x="1162050" y="5867400"/>
          <p14:tracePt t="113985" x="1200150" y="5867400"/>
          <p14:tracePt t="114002" x="1244600" y="5867400"/>
          <p14:tracePt t="114019" x="1346200" y="5880100"/>
          <p14:tracePt t="114035" x="1428750" y="5886450"/>
          <p14:tracePt t="114053" x="1492250" y="5892800"/>
          <p14:tracePt t="114068" x="1517650" y="5892800"/>
          <p14:tracePt t="114085" x="1574800" y="5892800"/>
          <p14:tracePt t="114102" x="1600200" y="5892800"/>
          <p14:tracePt t="114118" x="1631950" y="5892800"/>
          <p14:tracePt t="114135" x="1670050" y="5886450"/>
          <p14:tracePt t="114152" x="1695450" y="5880100"/>
          <p14:tracePt t="114184" x="1708150" y="5880100"/>
          <p14:tracePt t="114201" x="1714500" y="5880100"/>
          <p14:tracePt t="114242" x="1714500" y="5873750"/>
          <p14:tracePt t="114269" x="1708150" y="5873750"/>
          <p14:tracePt t="114291" x="1701800" y="5873750"/>
          <p14:tracePt t="114312" x="1701800" y="5880100"/>
          <p14:tracePt t="114354" x="1695450" y="5886450"/>
          <p14:tracePt t="114361" x="1689100" y="5886450"/>
          <p14:tracePt t="114389" x="1682750" y="5886450"/>
          <p14:tracePt t="114403" x="1676400" y="5892800"/>
          <p14:tracePt t="114445" x="1670050" y="5899150"/>
          <p14:tracePt t="114481" x="1663700" y="5899150"/>
          <p14:tracePt t="114635" x="1657350" y="5899150"/>
          <p14:tracePt t="114641" x="1651000" y="5899150"/>
          <p14:tracePt t="114670" x="1644650" y="5899150"/>
          <p14:tracePt t="114704" x="1638300" y="5899150"/>
          <p14:tracePt t="114712" x="1631950" y="5899150"/>
          <p14:tracePt t="114726" x="1625600" y="5899150"/>
          <p14:tracePt t="114735" x="1619250" y="5892800"/>
          <p14:tracePt t="114749" x="1612900" y="5892800"/>
          <p14:tracePt t="114766" x="1593850" y="5886450"/>
          <p14:tracePt t="114783" x="1543050" y="5873750"/>
          <p14:tracePt t="114799" x="1492250" y="5861050"/>
          <p14:tracePt t="114816" x="1384300" y="5835650"/>
          <p14:tracePt t="114832" x="1263650" y="5803900"/>
          <p14:tracePt t="114849" x="1206500" y="5791200"/>
          <p14:tracePt t="114866" x="1098550" y="5759450"/>
          <p14:tracePt t="114882" x="1028700" y="5746750"/>
          <p14:tracePt t="114899" x="1009650" y="5740400"/>
          <p14:tracePt t="114915" x="971550" y="5727700"/>
          <p14:tracePt t="114932" x="958850" y="5721350"/>
          <p14:tracePt t="114949" x="946150" y="5721350"/>
          <p14:tracePt t="114985" x="939800" y="5721350"/>
          <p14:tracePt t="115216" x="939800" y="5727700"/>
          <p14:tracePt t="115231" x="946150" y="5740400"/>
          <p14:tracePt t="115823" x="946150" y="5746750"/>
          <p14:tracePt t="115831" x="946150" y="5753100"/>
          <p14:tracePt t="115846" x="946150" y="5759450"/>
          <p14:tracePt t="115958" x="946150" y="5765800"/>
          <p14:tracePt t="115992" x="939800" y="5772150"/>
          <p14:tracePt t="116027" x="939800" y="5778500"/>
          <p14:tracePt t="116146" x="933450" y="5778500"/>
          <p14:tracePt t="116714" x="933450" y="5784850"/>
          <p14:tracePt t="116742" x="939800" y="5784850"/>
          <p14:tracePt t="116834" x="946150" y="5784850"/>
          <p14:tracePt t="117044" x="952500" y="5784850"/>
          <p14:tracePt t="117128" x="958850" y="5784850"/>
          <p14:tracePt t="117198" x="965200" y="5784850"/>
          <p14:tracePt t="117247" x="971550" y="5784850"/>
          <p14:tracePt t="117289" x="977900" y="5784850"/>
          <p14:tracePt t="117324" x="984250" y="5784850"/>
          <p14:tracePt t="117394" x="990600" y="5784850"/>
          <p14:tracePt t="117436" x="996950" y="5784850"/>
          <p14:tracePt t="117443" x="1003300" y="5784850"/>
          <p14:tracePt t="117464" x="1009650" y="5784850"/>
          <p14:tracePt t="117485" x="1016000" y="5784850"/>
          <p14:tracePt t="117507" x="1022350" y="5784850"/>
          <p14:tracePt t="117534" x="1028700" y="5784850"/>
          <p14:tracePt t="117549" x="1035050" y="5784850"/>
          <p14:tracePt t="117577" x="1041400" y="5784850"/>
          <p14:tracePt t="117604" x="1047750" y="5784850"/>
          <p14:tracePt t="117625" x="1054100" y="5784850"/>
          <p14:tracePt t="117653" x="1054100" y="5791200"/>
          <p14:tracePt t="117689" x="1060450" y="5791200"/>
          <p14:tracePt t="117780" x="1060450" y="5797550"/>
          <p14:tracePt t="117906" x="1060450" y="5803900"/>
          <p14:tracePt t="117955" x="1060450" y="5810250"/>
          <p14:tracePt t="118004" x="1066800" y="5810250"/>
          <p14:tracePt t="118046" x="1073150" y="5816600"/>
          <p14:tracePt t="118060" x="1079500" y="5816600"/>
          <p14:tracePt t="118067" x="1085850" y="5816600"/>
          <p14:tracePt t="118089" x="1098550" y="5822950"/>
          <p14:tracePt t="118109" x="1104900" y="5829300"/>
          <p14:tracePt t="118116" x="1117600" y="5829300"/>
          <p14:tracePt t="118130" x="1130300" y="5835650"/>
          <p14:tracePt t="118140" x="1155700" y="5848350"/>
          <p14:tracePt t="118154" x="1181100" y="5854700"/>
          <p14:tracePt t="118171" x="1263650" y="5880100"/>
          <p14:tracePt t="118188" x="1365250" y="5905500"/>
          <p14:tracePt t="118204" x="1428750" y="5918200"/>
          <p14:tracePt t="118221" x="1549400" y="5943600"/>
          <p14:tracePt t="118237" x="1663700" y="5943600"/>
          <p14:tracePt t="118254" x="1714500" y="5943600"/>
          <p14:tracePt t="118272" x="1809750" y="5943600"/>
          <p14:tracePt t="118287" x="1860550" y="5930900"/>
          <p14:tracePt t="118304" x="1879600" y="5924550"/>
          <p14:tracePt t="118320" x="1898650" y="5918200"/>
          <p14:tracePt t="118337" x="1905000" y="5911850"/>
          <p14:tracePt t="118353" x="1911350" y="5905500"/>
          <p14:tracePt t="118370" x="1911350" y="5899150"/>
          <p14:tracePt t="118460" x="1911350" y="5892800"/>
          <p14:tracePt t="118586" x="1905000" y="5892800"/>
          <p14:tracePt t="118649" x="1905000" y="5899150"/>
          <p14:tracePt t="118691" x="1905000" y="5905500"/>
          <p14:tracePt t="118705" x="1911350" y="5905500"/>
          <p14:tracePt t="118726" x="1917700" y="5905500"/>
          <p14:tracePt t="118741" x="1930400" y="5905500"/>
          <p14:tracePt t="118747" x="1936750" y="5911850"/>
          <p14:tracePt t="118762" x="1949450" y="5911850"/>
          <p14:tracePt t="118771" x="1974850" y="5911850"/>
          <p14:tracePt t="118785" x="2012950" y="5911850"/>
          <p14:tracePt t="118802" x="2120900" y="5911850"/>
          <p14:tracePt t="118818" x="2305050" y="5911850"/>
          <p14:tracePt t="118835" x="2413000" y="5905500"/>
          <p14:tracePt t="118852" x="2628900" y="5892800"/>
          <p14:tracePt t="118868" x="2844800" y="5873750"/>
          <p14:tracePt t="118885" x="2921000" y="5867400"/>
          <p14:tracePt t="118902" x="3067050" y="5848350"/>
          <p14:tracePt t="118918" x="3143250" y="5842000"/>
          <p14:tracePt t="118935" x="3175000" y="5842000"/>
          <p14:tracePt t="118952" x="3200400" y="5842000"/>
          <p14:tracePt t="118968" x="3213100" y="5835650"/>
          <p14:tracePt t="118985" x="3219450" y="5835650"/>
          <p14:tracePt t="119001" x="3232150" y="5835650"/>
          <p14:tracePt t="119018" x="3238500" y="5835650"/>
          <p14:tracePt t="119035" x="3257550" y="5829300"/>
          <p14:tracePt t="119051" x="3289300" y="5829300"/>
          <p14:tracePt t="119068" x="3308350" y="5829300"/>
          <p14:tracePt t="119084" x="3397250" y="5829300"/>
          <p14:tracePt t="119101" x="3568700" y="5842000"/>
          <p14:tracePt t="119117" x="3683000" y="5848350"/>
          <p14:tracePt t="119121" x="3816350" y="5861050"/>
          <p14:tracePt t="119133" x="3975100" y="5861050"/>
          <p14:tracePt t="119151" x="4400550" y="5886450"/>
          <p14:tracePt t="119168" x="4876800" y="5899150"/>
          <p14:tracePt t="119184" x="5060950" y="5899150"/>
          <p14:tracePt t="119200" x="5429250" y="5911850"/>
          <p14:tracePt t="119217" x="5753100" y="5911850"/>
          <p14:tracePt t="119234" x="5880100" y="5911850"/>
          <p14:tracePt t="119250" x="5994400" y="5911850"/>
          <p14:tracePt t="119267" x="6273800" y="5911850"/>
          <p14:tracePt t="119283" x="6350000" y="5911850"/>
          <p14:tracePt t="119301" x="6451600" y="5911850"/>
          <p14:tracePt t="119317" x="6477000" y="5911850"/>
          <p14:tracePt t="119333" x="6502400" y="5911850"/>
          <p14:tracePt t="119350" x="6502400" y="5918200"/>
          <p14:tracePt t="119371" x="6502400" y="5924550"/>
          <p14:tracePt t="119392" x="6489700" y="5924550"/>
          <p14:tracePt t="119400" x="6477000" y="5918200"/>
          <p14:tracePt t="119416" x="6470650" y="5918200"/>
          <p14:tracePt t="119434" x="6451600" y="5911850"/>
          <p14:tracePt t="119450" x="6426200" y="5911850"/>
          <p14:tracePt t="119466" x="6400800" y="5911850"/>
          <p14:tracePt t="119483" x="6261100" y="5911850"/>
          <p14:tracePt t="119499" x="6007100" y="5905500"/>
          <p14:tracePt t="119516" x="5835650" y="5892800"/>
          <p14:tracePt t="119533" x="5276850" y="5861050"/>
          <p14:tracePt t="119549" x="4616450" y="5816600"/>
          <p14:tracePt t="119566" x="4279900" y="5816600"/>
          <p14:tracePt t="119583" x="3619500" y="5765800"/>
          <p14:tracePt t="119599" x="3359150" y="5765800"/>
          <p14:tracePt t="119616" x="2717800" y="5727700"/>
          <p14:tracePt t="119632" x="2590800" y="5702300"/>
          <p14:tracePt t="119649" x="2463800" y="5708650"/>
          <p14:tracePt t="119666" x="2279650" y="5721350"/>
          <p14:tracePt t="119682" x="2152650" y="5715000"/>
          <p14:tracePt t="119699" x="2101850" y="5708650"/>
          <p14:tracePt t="119715" x="2000250" y="5683250"/>
          <p14:tracePt t="119732" x="1917700" y="5664200"/>
          <p14:tracePt t="119748" x="1879600" y="5645150"/>
          <p14:tracePt t="119765" x="1809750" y="5638800"/>
          <p14:tracePt t="119782" x="1758950" y="5632450"/>
          <p14:tracePt t="119799" x="1727200" y="5619750"/>
          <p14:tracePt t="119816" x="1701800" y="5613400"/>
          <p14:tracePt t="119832" x="1670050" y="5613400"/>
          <p14:tracePt t="119848" x="1638300" y="5613400"/>
          <p14:tracePt t="119865" x="1619250" y="5613400"/>
          <p14:tracePt t="119882" x="1587500" y="5613400"/>
          <p14:tracePt t="119898" x="1517650" y="5613400"/>
          <p14:tracePt t="119915" x="1504950" y="5613400"/>
          <p14:tracePt t="119932" x="1479550" y="5613400"/>
          <p14:tracePt t="119948" x="1473200" y="5613400"/>
          <p14:tracePt t="119964" x="1460500" y="5607050"/>
          <p14:tracePt t="119981" x="1441450" y="5600700"/>
          <p14:tracePt t="119998" x="1428750" y="5600700"/>
          <p14:tracePt t="120015" x="1409700" y="5594350"/>
          <p14:tracePt t="120031" x="1397000" y="5594350"/>
          <p14:tracePt t="120048" x="1390650" y="5588000"/>
          <p14:tracePt t="120064" x="1371600" y="5588000"/>
          <p14:tracePt t="120081" x="1358900" y="5581650"/>
          <p14:tracePt t="120097" x="1352550" y="5575300"/>
          <p14:tracePt t="120116" x="1339850" y="5568950"/>
          <p14:tracePt t="120130" x="1333500" y="5568950"/>
          <p14:tracePt t="120163" x="1327150" y="5568950"/>
          <p14:tracePt t="120192" x="1320800" y="5568950"/>
          <p14:tracePt t="120233" x="1314450" y="5562600"/>
          <p14:tracePt t="120311" x="1308100" y="5562600"/>
          <p14:tracePt t="120352" x="1308100" y="5568950"/>
          <p14:tracePt t="120944" x="1314450" y="5568950"/>
          <p14:tracePt t="120950" x="1327150" y="5575300"/>
          <p14:tracePt t="120964" x="1346200" y="5575300"/>
          <p14:tracePt t="120978" x="1390650" y="5581650"/>
          <p14:tracePt t="120994" x="1409700" y="5588000"/>
          <p14:tracePt t="121011" x="1428750" y="5594350"/>
          <p14:tracePt t="121028" x="1466850" y="5607050"/>
          <p14:tracePt t="121044" x="1511300" y="5632450"/>
          <p14:tracePt t="121061" x="1536700" y="5645150"/>
          <p14:tracePt t="121077" x="1593850" y="5676900"/>
          <p14:tracePt t="121094" x="1682750" y="5740400"/>
          <p14:tracePt t="121112" x="1758950" y="5791200"/>
          <p14:tracePt t="121127" x="1778000" y="5803900"/>
          <p14:tracePt t="121144" x="1835150" y="5848350"/>
          <p14:tracePt t="121161" x="1879600" y="5886450"/>
          <p14:tracePt t="121177" x="1898650" y="5911850"/>
          <p14:tracePt t="121194" x="1943100" y="5937250"/>
          <p14:tracePt t="121210" x="1974850" y="5975350"/>
          <p14:tracePt t="121227" x="1993900" y="5988050"/>
          <p14:tracePt t="121243" x="2006600" y="5994400"/>
          <p14:tracePt t="121259" x="2057400" y="6026150"/>
          <p14:tracePt t="121276" x="2076450" y="6038850"/>
          <p14:tracePt t="121294" x="2114550" y="6057900"/>
          <p14:tracePt t="121310" x="2133600" y="6064250"/>
          <p14:tracePt t="121326" x="2171700" y="6070600"/>
          <p14:tracePt t="121343" x="2203450" y="6076950"/>
          <p14:tracePt t="121360" x="2222500" y="6083300"/>
          <p14:tracePt t="121376" x="2247900" y="6083300"/>
          <p14:tracePt t="121393" x="2266950" y="6089650"/>
          <p14:tracePt t="121409" x="2273300" y="6096000"/>
          <p14:tracePt t="121426" x="2279650" y="6096000"/>
          <p14:tracePt t="121443" x="2286000" y="6096000"/>
          <p14:tracePt t="121476" x="2292350" y="6096000"/>
          <p14:tracePt t="121532" x="2298700" y="6096000"/>
          <p14:tracePt t="121630" x="2305050" y="6096000"/>
          <p14:tracePt t="122044" x="2305050" y="6102350"/>
          <p14:tracePt t="122093" x="2305050" y="6108700"/>
          <p14:tracePt t="122100" x="2305050" y="6115050"/>
          <p14:tracePt t="122114" x="2305050" y="6121400"/>
          <p14:tracePt t="122123" x="2305050" y="6127750"/>
          <p14:tracePt t="122141" x="2305050" y="6134100"/>
          <p14:tracePt t="122144" x="2305050" y="6140450"/>
          <p14:tracePt t="122158" x="2305050" y="6153150"/>
          <p14:tracePt t="122174" x="2317750" y="6178550"/>
          <p14:tracePt t="122191" x="2317750" y="6203950"/>
          <p14:tracePt t="124376" x="2311400" y="6197600"/>
          <p14:tracePt t="124384" x="2279650" y="6172200"/>
          <p14:tracePt t="124398" x="2235200" y="6146800"/>
          <p14:tracePt t="124405" x="2190750" y="6121400"/>
          <p14:tracePt t="124419" x="2139950" y="6083300"/>
          <p14:tracePt t="124433" x="2044700" y="6026150"/>
          <p14:tracePt t="124449" x="1987550" y="6000750"/>
          <p14:tracePt t="124466" x="1930400" y="5981700"/>
          <p14:tracePt t="124482" x="1835150" y="5937250"/>
          <p14:tracePt t="124499" x="1720850" y="5899150"/>
          <p14:tracePt t="124515" x="1657350" y="5880100"/>
          <p14:tracePt t="124532" x="1549400" y="5854700"/>
          <p14:tracePt t="124549" x="1416050" y="5822950"/>
          <p14:tracePt t="124566" x="1282700" y="5810250"/>
          <p14:tracePt t="124582" x="1219200" y="5797550"/>
          <p14:tracePt t="124598" x="1111250" y="5778500"/>
          <p14:tracePt t="124615" x="1028700" y="5765800"/>
          <p14:tracePt t="124632" x="996950" y="5753100"/>
          <p14:tracePt t="124648" x="952500" y="5753100"/>
          <p14:tracePt t="124665" x="908050" y="5746750"/>
          <p14:tracePt t="124682" x="889000" y="5746750"/>
          <p14:tracePt t="124700" x="857250" y="5746750"/>
          <p14:tracePt t="124715" x="825500" y="5759450"/>
          <p14:tracePt t="124731" x="812800" y="5759450"/>
          <p14:tracePt t="124748" x="781050" y="5772150"/>
          <p14:tracePt t="124764" x="768350" y="5778500"/>
          <p14:tracePt t="124781" x="755650" y="5791200"/>
          <p14:tracePt t="124798" x="730250" y="5797550"/>
          <p14:tracePt t="124814" x="717550" y="5797550"/>
          <p14:tracePt t="124832" x="704850" y="5797550"/>
          <p14:tracePt t="124847" x="685800" y="5803900"/>
          <p14:tracePt t="124881" x="673100" y="5803900"/>
          <p14:tracePt t="124897" x="660400" y="5810250"/>
          <p14:tracePt t="124914" x="654050" y="5810250"/>
          <p14:tracePt t="124931" x="647700" y="5810250"/>
          <p14:tracePt t="124979" x="641350" y="5810250"/>
          <p14:tracePt t="125015" x="635000" y="5810250"/>
          <p14:tracePt t="125036" x="628650" y="5810250"/>
          <p14:tracePt t="125085" x="622300" y="5810250"/>
          <p14:tracePt t="125134" x="622300" y="5803900"/>
          <p14:tracePt t="125267" x="628650" y="5803900"/>
          <p14:tracePt t="125295" x="635000" y="5810250"/>
          <p14:tracePt t="125309" x="641350" y="5810250"/>
          <p14:tracePt t="125316" x="641350" y="5816600"/>
          <p14:tracePt t="125333" x="647700" y="5816600"/>
          <p14:tracePt t="125346" x="666750" y="5816600"/>
          <p14:tracePt t="125363" x="685800" y="5816600"/>
          <p14:tracePt t="125379" x="742950" y="5822950"/>
          <p14:tracePt t="125396" x="787400" y="5829300"/>
          <p14:tracePt t="125412" x="889000" y="5842000"/>
          <p14:tracePt t="125430" x="996950" y="5861050"/>
          <p14:tracePt t="125446" x="1035050" y="5867400"/>
          <p14:tracePt t="125463" x="1117600" y="5873750"/>
          <p14:tracePt t="125479" x="1168400" y="5886450"/>
          <p14:tracePt t="125495" x="1181100" y="5892800"/>
          <p14:tracePt t="125512" x="1206500" y="5892800"/>
          <p14:tracePt t="125529" x="1219200" y="5892800"/>
          <p14:tracePt t="125562" x="1225550" y="5892800"/>
          <p14:tracePt t="125716" x="1219200" y="5892800"/>
          <p14:tracePt t="125765" x="1212850" y="5892800"/>
          <p14:tracePt t="125828" x="1206500" y="5886450"/>
          <p14:tracePt t="125848" x="1200150" y="5886450"/>
          <p14:tracePt t="125856" x="1200150" y="5880100"/>
          <p14:tracePt t="125870" x="1193800" y="5880100"/>
          <p14:tracePt t="125878" x="1193800" y="5873750"/>
          <p14:tracePt t="125894" x="1193800" y="5867400"/>
          <p14:tracePt t="125910" x="1187450" y="5867400"/>
          <p14:tracePt t="125927" x="1181100" y="5861050"/>
          <p14:tracePt t="125947" x="1168400" y="5861050"/>
          <p14:tracePt t="125968" x="1162050" y="5854700"/>
          <p14:tracePt t="125977" x="1155700" y="5848350"/>
          <p14:tracePt t="125994" x="1136650" y="5842000"/>
          <p14:tracePt t="126010" x="1104900" y="5829300"/>
          <p14:tracePt t="126027" x="1085850" y="5822950"/>
          <p14:tracePt t="126044" x="1022350" y="5797550"/>
          <p14:tracePt t="126060" x="971550" y="5778500"/>
          <p14:tracePt t="126077" x="946150" y="5778500"/>
          <p14:tracePt t="126094" x="901700" y="5759450"/>
          <p14:tracePt t="126110" x="876300" y="5753100"/>
          <p14:tracePt t="126126" x="863600" y="5753100"/>
          <p14:tracePt t="126160" x="857250" y="5753100"/>
          <p14:tracePt t="126346" x="863600" y="5753100"/>
          <p14:tracePt t="126368" x="869950" y="5753100"/>
          <p14:tracePt t="126374" x="876300" y="5746750"/>
          <p14:tracePt t="126389" x="882650" y="5746750"/>
          <p14:tracePt t="126395" x="889000" y="5740400"/>
          <p14:tracePt t="126412" x="901700" y="5734050"/>
          <p14:tracePt t="126425" x="920750" y="5727700"/>
          <p14:tracePt t="126442" x="984250" y="5689600"/>
          <p14:tracePt t="126459" x="1085850" y="5588000"/>
          <p14:tracePt t="126475" x="1149350" y="5518150"/>
          <p14:tracePt t="126492" x="1301750" y="5251450"/>
          <p14:tracePt t="126509" x="1390650" y="5035550"/>
          <p14:tracePt t="126525" x="1549400" y="4559300"/>
          <p14:tracePt t="126542" x="1689100" y="3994150"/>
          <p14:tracePt t="126558" x="1809750" y="3505200"/>
          <p14:tracePt t="126575" x="1854200" y="3282950"/>
          <p14:tracePt t="126592" x="1917700" y="3003550"/>
          <p14:tracePt t="126608" x="1962150" y="2743200"/>
          <p14:tracePt t="126625" x="1993900" y="2628900"/>
          <p14:tracePt t="126642" x="2057400" y="2406650"/>
          <p14:tracePt t="126658" x="2089150" y="2317750"/>
          <p14:tracePt t="126675" x="2159000" y="2178050"/>
          <p14:tracePt t="126691" x="2222500" y="2089150"/>
          <p14:tracePt t="126708" x="2241550" y="2051050"/>
          <p14:tracePt t="126725" x="2305050" y="1993900"/>
          <p14:tracePt t="126741" x="2355850" y="1955800"/>
          <p14:tracePt t="126758" x="2387600" y="1943100"/>
          <p14:tracePt t="126774" x="2432050" y="1917700"/>
          <p14:tracePt t="126791" x="2463800" y="1911350"/>
          <p14:tracePt t="126807" x="2476500" y="1905000"/>
          <p14:tracePt t="126824" x="2501900" y="1892300"/>
          <p14:tracePt t="126841" x="2527300" y="1892300"/>
          <p14:tracePt t="126858" x="2546350" y="1892300"/>
          <p14:tracePt t="126874" x="2552700" y="1892300"/>
          <p14:tracePt t="126890" x="2559050" y="1892300"/>
          <p14:tracePt t="126907" x="2565400" y="1892300"/>
          <p14:tracePt t="126944" x="2571750" y="1892300"/>
          <p14:tracePt t="126977" x="2571750" y="1885950"/>
          <p14:tracePt t="127040" x="2571750" y="1879600"/>
          <p14:tracePt t="127139" x="2578100" y="1879600"/>
          <p14:tracePt t="127152" x="2578100" y="1885950"/>
          <p14:tracePt t="127159" x="2584450" y="1885950"/>
          <p14:tracePt t="127173" x="2590800" y="1885950"/>
          <p14:tracePt t="127189" x="2603500" y="1885950"/>
          <p14:tracePt t="127206" x="2616200" y="1885950"/>
          <p14:tracePt t="127223" x="2660650" y="1885950"/>
          <p14:tracePt t="127239" x="2724150" y="1898650"/>
          <p14:tracePt t="127256" x="2768600" y="1905000"/>
          <p14:tracePt t="127273" x="2857500" y="1905000"/>
          <p14:tracePt t="127289" x="2908300" y="1905000"/>
          <p14:tracePt t="127306" x="3016250" y="1905000"/>
          <p14:tracePt t="127322" x="3048000" y="1905000"/>
          <p14:tracePt t="127339" x="3067050" y="1905000"/>
          <p14:tracePt t="127356" x="3098800" y="1905000"/>
          <p14:tracePt t="127372" x="3117850" y="1911350"/>
          <p14:tracePt t="127389" x="3124200" y="1911350"/>
          <p14:tracePt t="127405" x="3130550" y="1911350"/>
          <p14:tracePt t="127422" x="3136900" y="1911350"/>
          <p14:tracePt t="127441" x="3143250" y="1911350"/>
          <p14:tracePt t="127468" x="3149600" y="1911350"/>
          <p14:tracePt t="127608" x="3149600" y="1905000"/>
          <p14:tracePt t="127650" x="3143250" y="1905000"/>
          <p14:tracePt t="127656" x="3136900" y="1905000"/>
          <p14:tracePt t="127674" x="3136900" y="1911350"/>
          <p14:tracePt t="127692" x="3130550" y="1917700"/>
          <p14:tracePt t="127704" x="3124200" y="1930400"/>
          <p14:tracePt t="127721" x="3092450" y="1955800"/>
          <p14:tracePt t="127738" x="3073400" y="1987550"/>
          <p14:tracePt t="127755" x="2997200" y="2076450"/>
          <p14:tracePt t="127771" x="2901950" y="2222500"/>
          <p14:tracePt t="127787" x="2825750" y="2317750"/>
          <p14:tracePt t="127804" x="2686050" y="2514600"/>
          <p14:tracePt t="127821" x="2540000" y="2730500"/>
          <p14:tracePt t="127837" x="2470150" y="2851150"/>
          <p14:tracePt t="127854" x="2330450" y="3079750"/>
          <p14:tracePt t="127870" x="2266950" y="3187700"/>
          <p14:tracePt t="127887" x="2159000" y="3422650"/>
          <p14:tracePt t="127903" x="2057400" y="3695700"/>
          <p14:tracePt t="127920" x="2012950" y="3829050"/>
          <p14:tracePt t="127938" x="1930400" y="4279900"/>
          <p14:tracePt t="127953" x="1936750" y="4419600"/>
          <p14:tracePt t="127970" x="1936750" y="4559300"/>
          <p14:tracePt t="127987" x="1981200" y="4845050"/>
          <p14:tracePt t="128003" x="2051050" y="5041900"/>
          <p14:tracePt t="128020" x="2089150" y="5111750"/>
          <p14:tracePt t="128036" x="2184400" y="5200650"/>
          <p14:tracePt t="128053" x="2330450" y="5270500"/>
          <p14:tracePt t="128071" x="2603500" y="5346700"/>
          <p14:tracePt t="128086" x="2787650" y="5416550"/>
          <p14:tracePt t="128103" x="3352800" y="5556250"/>
          <p14:tracePt t="128120" x="3981450" y="5670550"/>
          <p14:tracePt t="128137" x="4330700" y="5721350"/>
          <p14:tracePt t="128153" x="5073650" y="5784850"/>
          <p14:tracePt t="128170" x="5702300" y="5803900"/>
          <p14:tracePt t="128186" x="5962650" y="5797550"/>
          <p14:tracePt t="128190" x="6172200" y="5797550"/>
          <p14:tracePt t="128206" x="6400800" y="5753100"/>
          <p14:tracePt t="128219" x="6845300" y="5683250"/>
          <p14:tracePt t="128236" x="6959600" y="5664200"/>
          <p14:tracePt t="128253" x="7181850" y="5588000"/>
          <p14:tracePt t="128269" x="7277100" y="5543550"/>
          <p14:tracePt t="128286" x="7410450" y="5505450"/>
          <p14:tracePt t="128303" x="7473950" y="5486400"/>
          <p14:tracePt t="128319" x="7493000" y="5473700"/>
          <p14:tracePt t="128337" x="7524750" y="5461000"/>
          <p14:tracePt t="128352" x="7550150" y="5454650"/>
          <p14:tracePt t="128369" x="7562850" y="5448300"/>
          <p14:tracePt t="128386" x="7575550" y="5441950"/>
          <p14:tracePt t="128402" x="7575550" y="5435600"/>
          <p14:tracePt t="128419" x="7581900" y="5422900"/>
          <p14:tracePt t="128436" x="7581900" y="5416550"/>
          <p14:tracePt t="128452" x="7581900" y="5403850"/>
          <p14:tracePt t="128468" x="7581900" y="5397500"/>
          <p14:tracePt t="128502" x="7581900" y="5384800"/>
          <p14:tracePt t="128535" x="7581900" y="5365750"/>
          <p14:tracePt t="128552" x="7581900" y="5359400"/>
          <p14:tracePt t="128569" x="7581900" y="5321300"/>
          <p14:tracePt t="128584" x="7581900" y="5295900"/>
          <p14:tracePt t="128601" x="7581900" y="5257800"/>
          <p14:tracePt t="128618" x="7550150" y="5073650"/>
          <p14:tracePt t="128634" x="7473950" y="4705350"/>
          <p14:tracePt t="128653" x="7410450" y="4445000"/>
          <p14:tracePt t="128668" x="7277100" y="3765550"/>
          <p14:tracePt t="128685" x="7207250" y="3384550"/>
          <p14:tracePt t="128688" x="7143750" y="3028950"/>
          <p14:tracePt t="128704" x="7092950" y="2730500"/>
          <p14:tracePt t="128717" x="7048500" y="2482850"/>
          <p14:tracePt t="128734" x="7016750" y="2159000"/>
          <p14:tracePt t="128751" x="7016750" y="1981200"/>
          <p14:tracePt t="128769" x="7054850" y="1873250"/>
          <p14:tracePt t="128785" x="7073900" y="1828800"/>
          <p14:tracePt t="128801" x="7092950" y="1765300"/>
          <p14:tracePt t="128818" x="7118350" y="1714500"/>
          <p14:tracePt t="128834" x="7131050" y="1701800"/>
          <p14:tracePt t="128850" x="7150100" y="1676400"/>
          <p14:tracePt t="128867" x="7162800" y="1670050"/>
          <p14:tracePt t="128884" x="7169150" y="1670050"/>
          <p14:tracePt t="128901" x="7175500" y="1670050"/>
          <p14:tracePt t="128917" x="7194550" y="1663700"/>
          <p14:tracePt t="128933" x="7200900" y="1663700"/>
          <p14:tracePt t="128951" x="7219950" y="1663700"/>
          <p14:tracePt t="128967" x="7232650" y="1663700"/>
          <p14:tracePt t="128984" x="7239000" y="1676400"/>
          <p14:tracePt t="129000" x="7277100" y="1682750"/>
          <p14:tracePt t="129016" x="7296150" y="1682750"/>
          <p14:tracePt t="129033" x="7366000" y="1695450"/>
          <p14:tracePt t="129050" x="7454900" y="1701800"/>
          <p14:tracePt t="129066" x="7512050" y="1714500"/>
          <p14:tracePt t="129083" x="7594600" y="1739900"/>
          <p14:tracePt t="129099" x="7658100" y="1765300"/>
          <p14:tracePt t="129116" x="7689850" y="1784350"/>
          <p14:tracePt t="129133" x="7766050" y="1841500"/>
          <p14:tracePt t="129149" x="7829550" y="1885950"/>
          <p14:tracePt t="129166" x="7854950" y="1911350"/>
          <p14:tracePt t="129183" x="7886700" y="1936750"/>
          <p14:tracePt t="129199" x="7918450" y="1955800"/>
          <p14:tracePt t="129215" x="7924800" y="1962150"/>
          <p14:tracePt t="129233" x="7937500" y="1968500"/>
          <p14:tracePt t="129249" x="7943850" y="1974850"/>
          <p14:tracePt t="129266" x="7962900" y="1974850"/>
          <p14:tracePt t="129299" x="7962900" y="1968500"/>
          <p14:tracePt t="129315" x="7975600" y="1968500"/>
          <p14:tracePt t="129332" x="7988300" y="1962150"/>
          <p14:tracePt t="129365" x="8001000" y="1955800"/>
          <p14:tracePt t="129382" x="8013700" y="1949450"/>
          <p14:tracePt t="129400" x="8039100" y="1936750"/>
          <p14:tracePt t="129415" x="8051800" y="1936750"/>
          <p14:tracePt t="129432" x="8089900" y="1924050"/>
          <p14:tracePt t="129449" x="8153400" y="1905000"/>
          <p14:tracePt t="129465" x="8191500" y="1892300"/>
          <p14:tracePt t="129482" x="8261350" y="1885950"/>
          <p14:tracePt t="129499" x="8331200" y="1866900"/>
          <p14:tracePt t="129515" x="8382000" y="1866900"/>
          <p14:tracePt t="129532" x="8426450" y="1860550"/>
          <p14:tracePt t="129548" x="8483600" y="1854200"/>
          <p14:tracePt t="129564" x="8534400" y="1841500"/>
          <p14:tracePt t="129582" x="8572500" y="1841500"/>
          <p14:tracePt t="129598" x="8578850" y="1841500"/>
          <p14:tracePt t="129614" x="8604250" y="1841500"/>
          <p14:tracePt t="129631" x="8616950" y="1841500"/>
          <p14:tracePt t="129648" x="8623300" y="1841500"/>
          <p14:tracePt t="129664" x="8629650" y="1835150"/>
          <p14:tracePt t="129681" x="8642350" y="1835150"/>
          <p14:tracePt t="129729" x="8648700" y="1835150"/>
          <p14:tracePt t="129806" x="8642350" y="1841500"/>
          <p14:tracePt t="129820" x="8636000" y="1854200"/>
          <p14:tracePt t="129827" x="8623300" y="1866900"/>
          <p14:tracePt t="129840" x="8597900" y="1898650"/>
          <p14:tracePt t="129850" x="8553450" y="1949450"/>
          <p14:tracePt t="129864" x="8502650" y="2006600"/>
          <p14:tracePt t="129880" x="8432800" y="2114550"/>
          <p14:tracePt t="129897" x="8197850" y="2482850"/>
          <p14:tracePt t="129913" x="7835900" y="3117850"/>
          <p14:tracePt t="129930" x="7639050" y="3498850"/>
          <p14:tracePt t="129947" x="7086600" y="4743450"/>
          <p14:tracePt t="129963" x="6927850" y="5137150"/>
          <p14:tracePt t="129980" x="6807200" y="5480050"/>
          <p14:tracePt t="129996" x="6610350" y="6127750"/>
          <p14:tracePt t="130013" x="6477000" y="6616700"/>
          <p14:tracePt t="130030" x="6394450" y="6851650"/>
          <p14:tracePt t="130046" x="6362700" y="6851650"/>
          <p14:tracePt t="130063" x="6318250" y="6851650"/>
          <p14:tracePt t="130080" x="6299200" y="6851650"/>
          <p14:tracePt t="130096" x="6292850" y="6851650"/>
          <p14:tracePt t="130113" x="6286500" y="6851650"/>
          <p14:tracePt t="130241" x="6292850" y="6851650"/>
          <p14:tracePt t="130262" x="6299200" y="6851650"/>
          <p14:tracePt t="130268" x="6318250" y="6851650"/>
          <p14:tracePt t="130283" x="6330950" y="6851650"/>
          <p14:tracePt t="130295" x="6350000" y="6851650"/>
          <p14:tracePt t="130312" x="6413500" y="6851650"/>
          <p14:tracePt t="130329" x="6470650" y="6851650"/>
          <p14:tracePt t="130345" x="6604000" y="6819900"/>
          <p14:tracePt t="130362" x="6762750" y="6731000"/>
          <p14:tracePt t="130378" x="6845300" y="6667500"/>
          <p14:tracePt t="130395" x="6997700" y="6546850"/>
          <p14:tracePt t="130412" x="7099300" y="6407150"/>
          <p14:tracePt t="130428" x="7137400" y="6350000"/>
          <p14:tracePt t="130445" x="7194550" y="6248400"/>
          <p14:tracePt t="130462" x="7207250" y="6165850"/>
          <p14:tracePt t="130479" x="7207250" y="6146800"/>
          <p14:tracePt t="130494" x="7207250" y="6102350"/>
          <p14:tracePt t="130511" x="7207250" y="6076950"/>
          <p14:tracePt t="130528" x="7207250" y="6057900"/>
          <p14:tracePt t="130598" x="7213600" y="6057900"/>
          <p14:tracePt t="130612" x="7219950" y="6051550"/>
          <p14:tracePt t="130619" x="7226300" y="6051550"/>
          <p14:tracePt t="130640" x="7239000" y="6051550"/>
          <p14:tracePt t="130647" x="7245350" y="6051550"/>
          <p14:tracePt t="130668" x="7251700" y="6051550"/>
          <p14:tracePt t="130682" x="7264400" y="6051550"/>
          <p14:tracePt t="130693" x="7270750" y="6051550"/>
          <p14:tracePt t="130711" x="7289800" y="6051550"/>
          <p14:tracePt t="130727" x="7296150" y="6051550"/>
          <p14:tracePt t="130744" x="7334250" y="6051550"/>
          <p14:tracePt t="130761" x="7366000" y="6051550"/>
          <p14:tracePt t="130777" x="7385050" y="6051550"/>
          <p14:tracePt t="130794" x="7416800" y="6051550"/>
          <p14:tracePt t="130810" x="7448550" y="6045200"/>
          <p14:tracePt t="130827" x="7454900" y="6038850"/>
          <p14:tracePt t="130844" x="7461250" y="6038850"/>
          <p14:tracePt t="130860" x="7467600" y="6032500"/>
          <p14:tracePt t="130876" x="7467600" y="6026150"/>
          <p14:tracePt t="130941" x="7461250" y="6026150"/>
          <p14:tracePt t="130962" x="7454900" y="6026150"/>
          <p14:tracePt t="130990" x="7448550" y="6026150"/>
          <p14:tracePt t="131004" x="7442200" y="6026150"/>
          <p14:tracePt t="131013" x="7435850" y="6032500"/>
          <p14:tracePt t="131026" x="7429500" y="6032500"/>
          <p14:tracePt t="131043" x="7423150" y="6032500"/>
          <p14:tracePt t="131059" x="7410450" y="6032500"/>
          <p14:tracePt t="131076" x="7397750" y="6032500"/>
          <p14:tracePt t="131093" x="7366000" y="6032500"/>
          <p14:tracePt t="131110" x="7321550" y="6019800"/>
          <p14:tracePt t="131126" x="7302500" y="6013450"/>
          <p14:tracePt t="131142" x="7251700" y="6000750"/>
          <p14:tracePt t="131159" x="7188200" y="5962650"/>
          <p14:tracePt t="131176" x="7143750" y="5937250"/>
          <p14:tracePt t="131192" x="7099300" y="5899150"/>
          <p14:tracePt t="131209" x="6896100" y="5715000"/>
          <p14:tracePt t="131225" x="6813550" y="5619750"/>
          <p14:tracePt t="131243" x="6584950" y="5378450"/>
          <p14:tracePt t="131259" x="6445250" y="5213350"/>
          <p14:tracePt t="131275" x="6261100" y="4997450"/>
          <p14:tracePt t="131292" x="5829300" y="4464050"/>
          <p14:tracePt t="131308" x="5607050" y="4178300"/>
          <p14:tracePt t="131325" x="5168900" y="3619500"/>
          <p14:tracePt t="131342" x="4889500" y="3289300"/>
          <p14:tracePt t="131358" x="4711700" y="3092450"/>
          <p14:tracePt t="131375" x="4667250" y="3028950"/>
          <p14:tracePt t="131392" x="4546600" y="2844800"/>
          <p14:tracePt t="131408" x="4508500" y="2787650"/>
          <p14:tracePt t="131425" x="4445000" y="2686050"/>
          <p14:tracePt t="131441" x="4381500" y="2597150"/>
          <p14:tracePt t="131458" x="4362450" y="2546350"/>
          <p14:tracePt t="131475" x="4311650" y="2444750"/>
          <p14:tracePt t="131491" x="4273550" y="2355850"/>
          <p14:tracePt t="131508" x="4267200" y="2317750"/>
          <p14:tracePt t="131524" x="4241800" y="2254250"/>
          <p14:tracePt t="131541" x="4241800" y="2235200"/>
          <p14:tracePt t="131558" x="4235450" y="2190750"/>
          <p14:tracePt t="131574" x="4235450" y="2178050"/>
          <p14:tracePt t="131591" x="4235450" y="2171700"/>
          <p14:tracePt t="131608" x="4254500" y="2152650"/>
          <p14:tracePt t="131624" x="4273550" y="2133600"/>
          <p14:tracePt t="131641" x="4292600" y="2127250"/>
          <p14:tracePt t="131657" x="4324350" y="2114550"/>
          <p14:tracePt t="131674" x="4375150" y="2101850"/>
          <p14:tracePt t="131692" x="4451350" y="2076450"/>
          <p14:tracePt t="131707" x="4476750" y="2070100"/>
          <p14:tracePt t="131724" x="4552950" y="2051050"/>
          <p14:tracePt t="131741" x="4622800" y="2038350"/>
          <p14:tracePt t="131757" x="4641850" y="2038350"/>
          <p14:tracePt t="131773" x="4692650" y="2032000"/>
          <p14:tracePt t="131791" x="4737100" y="2025650"/>
          <p14:tracePt t="131807" x="4749800" y="2025650"/>
          <p14:tracePt t="131824" x="4762500" y="2025650"/>
          <p14:tracePt t="131841" x="4794250" y="2025650"/>
          <p14:tracePt t="131857" x="4806950" y="2025650"/>
          <p14:tracePt t="131874" x="4819650" y="2032000"/>
          <p14:tracePt t="131890" x="4826000" y="2032000"/>
          <p14:tracePt t="131906" x="4838700" y="2038350"/>
          <p14:tracePt t="131924" x="4845050" y="2038350"/>
          <p14:tracePt t="131956" x="4851400" y="2038350"/>
          <p14:tracePt t="131979" x="4857750" y="2038350"/>
          <p14:tracePt t="132140" x="4864100" y="2038350"/>
          <p14:tracePt t="132203" x="4870450" y="2032000"/>
          <p14:tracePt t="132252" x="4876800" y="2032000"/>
          <p14:tracePt t="132281" x="4883150" y="2032000"/>
          <p14:tracePt t="132295" x="4889500" y="2032000"/>
          <p14:tracePt t="132301" x="4895850" y="2032000"/>
          <p14:tracePt t="132330" x="4902200" y="2032000"/>
          <p14:tracePt t="132351" x="4908550" y="2032000"/>
          <p14:tracePt t="132365" x="4914900" y="2025650"/>
          <p14:tracePt t="132386" x="4921250" y="2025650"/>
          <p14:tracePt t="132393" x="4927600" y="2025650"/>
          <p14:tracePt t="132408" x="4933950" y="2025650"/>
          <p14:tracePt t="132428" x="4946650" y="2025650"/>
          <p14:tracePt t="132442" x="4959350" y="2025650"/>
          <p14:tracePt t="132458" x="4972050" y="2025650"/>
          <p14:tracePt t="132471" x="4991100" y="2012950"/>
          <p14:tracePt t="132488" x="5003800" y="2012950"/>
          <p14:tracePt t="132505" x="5035550" y="2006600"/>
          <p14:tracePt t="132521" x="5048250" y="2006600"/>
          <p14:tracePt t="132538" x="5060950" y="2006600"/>
          <p14:tracePt t="132554" x="5073650" y="2006600"/>
          <p14:tracePt t="132571" x="5080000" y="2006600"/>
          <p14:tracePt t="132589" x="5086350" y="2006600"/>
          <p14:tracePt t="132621" x="5092700" y="2006600"/>
          <p14:tracePt t="132687" x="5099050" y="2006600"/>
          <p14:tracePt t="132708" x="5105400" y="2006600"/>
          <p14:tracePt t="132715" x="5111750" y="2006600"/>
          <p14:tracePt t="132737" x="5118100" y="2006600"/>
          <p14:tracePt t="132743" x="5124450" y="2006600"/>
          <p14:tracePt t="132753" x="5130800" y="2006600"/>
          <p14:tracePt t="132773" x="5137150" y="2006600"/>
          <p14:tracePt t="132787" x="5143500" y="2006600"/>
          <p14:tracePt t="132804" x="5149850" y="2006600"/>
          <p14:tracePt t="132821" x="5187950" y="2006600"/>
          <p14:tracePt t="132837" x="5200650" y="2006600"/>
          <p14:tracePt t="132853" x="5213350" y="2000250"/>
          <p14:tracePt t="132870" x="5245100" y="2000250"/>
          <p14:tracePt t="132887" x="5264150" y="1993900"/>
          <p14:tracePt t="132904" x="5270500" y="1993900"/>
          <p14:tracePt t="132920" x="5283200" y="1993900"/>
          <p14:tracePt t="132936" x="5295900" y="1993900"/>
          <p14:tracePt t="132954" x="5302250" y="1993900"/>
          <p14:tracePt t="132970" x="5308600" y="1993900"/>
          <p14:tracePt t="133005" x="5314950" y="1993900"/>
          <p14:tracePt t="133024" x="5321300" y="1993900"/>
          <p14:tracePt t="133073" x="5327650" y="1987550"/>
          <p14:tracePt t="133087" x="5334000" y="1987550"/>
          <p14:tracePt t="133094" x="5340350" y="1987550"/>
          <p14:tracePt t="133122" x="5346700" y="1987550"/>
          <p14:tracePt t="133142" x="5353050" y="1987550"/>
          <p14:tracePt t="133227" x="5359400" y="1987550"/>
          <p14:tracePt t="133233" x="5365750" y="1987550"/>
          <p14:tracePt t="133262" x="5372100" y="1987550"/>
          <p14:tracePt t="133367" x="5372100" y="1993900"/>
          <p14:tracePt t="133374" x="5365750" y="2006600"/>
          <p14:tracePt t="133384" x="5353050" y="2032000"/>
          <p14:tracePt t="133402" x="5327650" y="2114550"/>
          <p14:tracePt t="133418" x="5295900" y="2197100"/>
          <p14:tracePt t="133435" x="5264150" y="2286000"/>
          <p14:tracePt t="133452" x="5175250" y="2578100"/>
          <p14:tracePt t="133468" x="5105400" y="2787650"/>
          <p14:tracePt t="133484" x="4933950" y="3314700"/>
          <p14:tracePt t="133501" x="4762500" y="3860800"/>
          <p14:tracePt t="133517" x="4673600" y="4102100"/>
          <p14:tracePt t="133534" x="4527550" y="4521200"/>
          <p14:tracePt t="133550" x="4432300" y="4838700"/>
          <p14:tracePt t="133567" x="4387850" y="4946650"/>
          <p14:tracePt t="133585" x="4298950" y="5219700"/>
          <p14:tracePt t="133601" x="4273550" y="5276850"/>
          <p14:tracePt t="133617" x="4222750" y="5378450"/>
          <p14:tracePt t="133634" x="4184650" y="5467350"/>
          <p14:tracePt t="133650" x="4152900" y="5530850"/>
          <p14:tracePt t="133667" x="4102100" y="5657850"/>
          <p14:tracePt t="133684" x="4070350" y="5740400"/>
          <p14:tracePt t="133700" x="4064000" y="5772150"/>
          <p14:tracePt t="133717" x="4019550" y="5835650"/>
          <p14:tracePt t="133734" x="3987800" y="5911850"/>
          <p14:tracePt t="133750" x="3975100" y="5943600"/>
          <p14:tracePt t="133767" x="3937000" y="5994400"/>
          <p14:tracePt t="133783" x="3924300" y="6013450"/>
          <p14:tracePt t="133800" x="3898900" y="6051550"/>
          <p14:tracePt t="133817" x="3886200" y="6070600"/>
          <p14:tracePt t="133833" x="3886200" y="6076950"/>
          <p14:tracePt t="133850" x="3886200" y="6083300"/>
          <p14:tracePt t="133866" x="3886200" y="6089650"/>
          <p14:tracePt t="133883" x="3879850" y="6096000"/>
          <p14:tracePt t="134054" x="3879850" y="6089650"/>
          <p14:tracePt t="134096" x="3879850" y="6083300"/>
          <p14:tracePt t="134103" x="3873500" y="6083300"/>
          <p14:tracePt t="134145" x="3873500" y="6076950"/>
          <p14:tracePt t="134173" x="3873500" y="6070600"/>
          <p14:tracePt t="134194" x="3867150" y="6064250"/>
          <p14:tracePt t="134208" x="3860800" y="6057900"/>
          <p14:tracePt t="134222" x="3860800" y="6051550"/>
          <p14:tracePt t="134236" x="3854450" y="6051550"/>
          <p14:tracePt t="134248" x="3848100" y="6051550"/>
          <p14:tracePt t="134265" x="3848100" y="6045200"/>
          <p14:tracePt t="134281" x="3841750" y="6032500"/>
          <p14:tracePt t="134299" x="3816350" y="6019800"/>
          <p14:tracePt t="134314" x="3778250" y="5994400"/>
          <p14:tracePt t="134332" x="3759200" y="5975350"/>
          <p14:tracePt t="134348" x="3708400" y="5937250"/>
          <p14:tracePt t="134365" x="3644900" y="5905500"/>
          <p14:tracePt t="134381" x="3613150" y="5892800"/>
          <p14:tracePt t="134398" x="3524250" y="5861050"/>
          <p14:tracePt t="134414" x="3486150" y="5842000"/>
          <p14:tracePt t="134431" x="3384550" y="5816600"/>
          <p14:tracePt t="134448" x="3289300" y="5778500"/>
          <p14:tracePt t="134464" x="3244850" y="5759450"/>
          <p14:tracePt t="134482" x="3162300" y="5734050"/>
          <p14:tracePt t="134498" x="3092450" y="5721350"/>
          <p14:tracePt t="134514" x="3060700" y="5715000"/>
          <p14:tracePt t="134531" x="3009900" y="5702300"/>
          <p14:tracePt t="134547" x="2971800" y="5683250"/>
          <p14:tracePt t="134564" x="2946400" y="5676900"/>
          <p14:tracePt t="134581" x="2921000" y="5664200"/>
          <p14:tracePt t="134597" x="2895600" y="5657850"/>
          <p14:tracePt t="134614" x="2882900" y="5651500"/>
          <p14:tracePt t="134646" x="2876550" y="5645150"/>
          <p14:tracePt t="134734" x="2882900" y="5645150"/>
          <p14:tracePt t="134748" x="2889250" y="5645150"/>
          <p14:tracePt t="134769" x="2895600" y="5645150"/>
          <p14:tracePt t="134776" x="2901950" y="5645150"/>
          <p14:tracePt t="134783" x="2908300" y="5645150"/>
          <p14:tracePt t="134804" x="2914650" y="5645150"/>
          <p14:tracePt t="134818" x="2921000" y="5651500"/>
          <p14:tracePt t="134839" x="2921000" y="5657850"/>
          <p14:tracePt t="134850" x="2933700" y="5657850"/>
          <p14:tracePt t="134863" x="2946400" y="5670550"/>
          <p14:tracePt t="134880" x="2997200" y="5695950"/>
          <p14:tracePt t="134896" x="3111500" y="5759450"/>
          <p14:tracePt t="134913" x="3181350" y="5791200"/>
          <p14:tracePt t="134930" x="3333750" y="5861050"/>
          <p14:tracePt t="134946" x="3479800" y="5905500"/>
          <p14:tracePt t="134963" x="3530600" y="5924550"/>
          <p14:tracePt t="134980" x="3625850" y="5949950"/>
          <p14:tracePt t="134996" x="3670300" y="5949950"/>
          <p14:tracePt t="135012" x="3683000" y="5949950"/>
          <p14:tracePt t="135029" x="3702050" y="5949950"/>
          <p14:tracePt t="135065" x="3695700" y="5949950"/>
          <p14:tracePt t="135079" x="3689350" y="5956300"/>
          <p14:tracePt t="135099" x="3683000" y="5962650"/>
          <p14:tracePt t="135113" x="3676650" y="5962650"/>
          <p14:tracePt t="135129" x="3644900" y="5962650"/>
          <p14:tracePt t="135146" x="3625850" y="5962650"/>
          <p14:tracePt t="135162" x="3568700" y="5956300"/>
          <p14:tracePt t="135178" x="3486150" y="5943600"/>
          <p14:tracePt t="135195" x="3435350" y="5937250"/>
          <p14:tracePt t="135212" x="3346450" y="5911850"/>
          <p14:tracePt t="135228" x="3276600" y="5899150"/>
          <p14:tracePt t="135246" x="3244850" y="5886450"/>
          <p14:tracePt t="135261" x="3232150" y="5880100"/>
          <p14:tracePt t="135278" x="3225800" y="5880100"/>
          <p14:tracePt t="135295" x="3219450" y="5880100"/>
          <p14:tracePt t="135331" x="3232150" y="5880100"/>
          <p14:tracePt t="135345" x="3257550" y="5873750"/>
          <p14:tracePt t="135361" x="3276600" y="5873750"/>
          <p14:tracePt t="135378" x="3295650" y="5873750"/>
          <p14:tracePt t="135394" x="3384550" y="5861050"/>
          <p14:tracePt t="135411" x="3536950" y="5861050"/>
          <p14:tracePt t="135428" x="3721100" y="5854700"/>
          <p14:tracePt t="135445" x="3822700" y="5842000"/>
          <p14:tracePt t="135461" x="4013200" y="5810250"/>
          <p14:tracePt t="135478" x="4146550" y="5784850"/>
          <p14:tracePt t="135494" x="4184650" y="5778500"/>
          <p14:tracePt t="135511" x="4235450" y="5753100"/>
          <p14:tracePt t="135528" x="4267200" y="5746750"/>
          <p14:tracePt t="135568" x="4260850" y="5746750"/>
          <p14:tracePt t="135577" x="4254500" y="5746750"/>
          <p14:tracePt t="135593" x="4248150" y="5746750"/>
          <p14:tracePt t="135611" x="4229100" y="5746750"/>
          <p14:tracePt t="135627" x="4191000" y="5746750"/>
          <p14:tracePt t="135644" x="4140200" y="5746750"/>
          <p14:tracePt t="135661" x="4013200" y="5759450"/>
          <p14:tracePt t="135677" x="3911600" y="5772150"/>
          <p14:tracePt t="135694" x="3568700" y="5778500"/>
          <p14:tracePt t="135710" x="3454400" y="5791200"/>
          <p14:tracePt t="135727" x="3365500" y="5797550"/>
          <p14:tracePt t="135730" x="3276600" y="5797550"/>
          <p14:tracePt t="135744" x="3232150" y="5810250"/>
          <p14:tracePt t="135760" x="3175000" y="5816600"/>
          <p14:tracePt t="135777" x="3168650" y="5816600"/>
          <p14:tracePt t="135794" x="3162300" y="5816600"/>
          <p14:tracePt t="135809" x="3175000" y="5822950"/>
          <p14:tracePt t="135826" x="3187700" y="5822950"/>
          <p14:tracePt t="135843" x="3244850" y="5803900"/>
          <p14:tracePt t="135859" x="3327400" y="5797550"/>
          <p14:tracePt t="135877" x="3441700" y="5791200"/>
          <p14:tracePt t="135893" x="3505200" y="5791200"/>
          <p14:tracePt t="135909" x="3683000" y="5791200"/>
          <p14:tracePt t="135926" x="3867150" y="5791200"/>
          <p14:tracePt t="135943" x="3943350" y="5778500"/>
          <p14:tracePt t="135959" x="4006850" y="5778500"/>
          <p14:tracePt t="135976" x="4108450" y="5772150"/>
          <p14:tracePt t="136045" x="4102100" y="5772150"/>
          <p14:tracePt t="136060" x="4095750" y="5772150"/>
          <p14:tracePt t="136065" x="4089400" y="5772150"/>
          <p14:tracePt t="136079" x="4070350" y="5778500"/>
          <p14:tracePt t="136092" x="4032250" y="5784850"/>
          <p14:tracePt t="136109" x="3949700" y="5810250"/>
          <p14:tracePt t="136125" x="3873500" y="5822950"/>
          <p14:tracePt t="136142" x="3740150" y="5848350"/>
          <p14:tracePt t="136158" x="3613150" y="5886450"/>
          <p14:tracePt t="136175" x="3562350" y="5892800"/>
          <p14:tracePt t="136192" x="3498850" y="5918200"/>
          <p14:tracePt t="136208" x="3479800" y="5924550"/>
          <p14:tracePt t="136248" x="3486150" y="5924550"/>
          <p14:tracePt t="136258" x="3505200" y="5924550"/>
          <p14:tracePt t="136275" x="3530600" y="5924550"/>
          <p14:tracePt t="136292" x="3581400" y="5911850"/>
          <p14:tracePt t="136308" x="3619500" y="5899150"/>
          <p14:tracePt t="136326" x="3816350" y="5873750"/>
          <p14:tracePt t="136341" x="3898900" y="5854700"/>
          <p14:tracePt t="136358" x="3975100" y="5835650"/>
          <p14:tracePt t="136374" x="4108450" y="5816600"/>
          <p14:tracePt t="136391" x="4191000" y="5791200"/>
          <p14:tracePt t="136408" x="4210050" y="5778500"/>
          <p14:tracePt t="136425" x="4254500" y="5753100"/>
          <p14:tracePt t="136441" x="4273550" y="5746750"/>
          <p14:tracePt t="136457" x="4279900" y="5746750"/>
          <p14:tracePt t="136474" x="4292600" y="5740400"/>
          <p14:tracePt t="136490" x="4298950" y="5740400"/>
          <p14:tracePt t="136522" x="4305300" y="5740400"/>
          <p14:tracePt t="136528" x="4311650" y="5740400"/>
          <p14:tracePt t="136558" x="4318000" y="5734050"/>
          <p14:tracePt t="136648" x="4324350" y="5734050"/>
          <p14:tracePt t="136732" x="4318000" y="5734050"/>
          <p14:tracePt t="136746" x="4311650" y="5740400"/>
          <p14:tracePt t="136767" x="4305300" y="5746750"/>
          <p14:tracePt t="136788" x="4292600" y="5746750"/>
          <p14:tracePt t="136809" x="4279900" y="5753100"/>
          <p14:tracePt t="136816" x="4260850" y="5753100"/>
          <p14:tracePt t="136830" x="4222750" y="5753100"/>
          <p14:tracePt t="136839" x="4178300" y="5759450"/>
          <p14:tracePt t="136856" x="4127500" y="5772150"/>
          <p14:tracePt t="136873" x="4006850" y="5778500"/>
          <p14:tracePt t="136889" x="3867150" y="5791200"/>
          <p14:tracePt t="136906" x="3790950" y="5797550"/>
          <p14:tracePt t="136922" x="3644900" y="5810250"/>
          <p14:tracePt t="136939" x="3581400" y="5829300"/>
          <p14:tracePt t="136956" x="3384550" y="5848350"/>
          <p14:tracePt t="136972" x="3333750" y="5854700"/>
          <p14:tracePt t="136989" x="3302000" y="5854700"/>
          <p14:tracePt t="137006" x="3232150" y="5861050"/>
          <p14:tracePt t="137022" x="3175000" y="5867400"/>
          <p14:tracePt t="137039" x="3149600" y="5867400"/>
          <p14:tracePt t="137055" x="3105150" y="5873750"/>
          <p14:tracePt t="137072" x="3048000" y="5873750"/>
          <p14:tracePt t="137089" x="3003550" y="5873750"/>
          <p14:tracePt t="137105" x="2978150" y="5873750"/>
          <p14:tracePt t="137122" x="2940050" y="5873750"/>
          <p14:tracePt t="137139" x="2914650" y="5873750"/>
          <p14:tracePt t="137155" x="2908300" y="5873750"/>
          <p14:tracePt t="137172" x="2901950" y="5873750"/>
          <p14:tracePt t="137188" x="2882900" y="5873750"/>
          <p14:tracePt t="137205" x="2876550" y="5873750"/>
          <p14:tracePt t="137222" x="2857500" y="5873750"/>
          <p14:tracePt t="137238" x="2844800" y="5873750"/>
          <p14:tracePt t="137255" x="2838450" y="5873750"/>
          <p14:tracePt t="137258" x="2825750" y="5873750"/>
          <p14:tracePt t="137274" x="2819400" y="5873750"/>
          <p14:tracePt t="137288" x="2813050" y="5873750"/>
          <p14:tracePt t="137304" x="2806700" y="5873750"/>
          <p14:tracePt t="137321" x="2794000" y="5873750"/>
          <p14:tracePt t="137363" x="2787650" y="5873750"/>
          <p14:tracePt t="137397" x="2781300" y="5873750"/>
          <p14:tracePt t="137447" x="2774950" y="5873750"/>
          <p14:tracePt t="137573" x="2781300" y="5873750"/>
          <p14:tracePt t="137580" x="2787650" y="5873750"/>
          <p14:tracePt t="137608" x="2794000" y="5873750"/>
          <p14:tracePt t="137629" x="2800350" y="5873750"/>
          <p14:tracePt t="137650" x="2806700" y="5867400"/>
          <p14:tracePt t="137657" x="2813050" y="5867400"/>
          <p14:tracePt t="137673" x="2819400" y="5867400"/>
          <p14:tracePt t="137686" x="2832100" y="5867400"/>
          <p14:tracePt t="137703" x="2857500" y="5861050"/>
          <p14:tracePt t="137720" x="2889250" y="5861050"/>
          <p14:tracePt t="137736" x="2901950" y="5854700"/>
          <p14:tracePt t="137753" x="2927350" y="5854700"/>
          <p14:tracePt t="137770" x="2946400" y="5848350"/>
          <p14:tracePt t="137786" x="2952750" y="5848350"/>
          <p14:tracePt t="137839" x="2959100" y="5848350"/>
          <p14:tracePt t="138049" x="2965450" y="5848350"/>
          <p14:tracePt t="138092" x="2971800" y="5848350"/>
          <p14:tracePt t="138099" x="2978150" y="5848350"/>
          <p14:tracePt t="138120" x="2984500" y="5848350"/>
          <p14:tracePt t="138141" x="2990850" y="5848350"/>
          <p14:tracePt t="138190" x="2997200" y="5848350"/>
          <p14:tracePt t="138211" x="3003550" y="5848350"/>
          <p14:tracePt t="138239" x="3009900" y="5848350"/>
          <p14:tracePt t="138260" x="3016250" y="5848350"/>
          <p14:tracePt t="138281" x="3022600" y="5848350"/>
          <p14:tracePt t="138288" x="3028950" y="5848350"/>
          <p14:tracePt t="138330" x="3035300" y="5848350"/>
          <p14:tracePt t="138344" x="3041650" y="5848350"/>
          <p14:tracePt t="138358" x="3048000" y="5848350"/>
          <p14:tracePt t="138372" x="3054350" y="5848350"/>
          <p14:tracePt t="138384" x="3060700" y="5848350"/>
          <p14:tracePt t="138401" x="3079750" y="5848350"/>
          <p14:tracePt t="138417" x="3105150" y="5848350"/>
          <p14:tracePt t="138435" x="3149600" y="5848350"/>
          <p14:tracePt t="138451" x="3219450" y="5848350"/>
          <p14:tracePt t="138467" x="3244850" y="5848350"/>
          <p14:tracePt t="138484" x="3327400" y="5835650"/>
          <p14:tracePt t="138500" x="3390900" y="5842000"/>
          <p14:tracePt t="138517" x="3416300" y="5842000"/>
          <p14:tracePt t="138534" x="3454400" y="5842000"/>
          <p14:tracePt t="138550" x="3473450" y="5842000"/>
          <p14:tracePt t="138567" x="3492500" y="5842000"/>
          <p14:tracePt t="138583" x="3505200" y="5842000"/>
          <p14:tracePt t="138617" x="3511550" y="5842000"/>
          <p14:tracePt t="138638" x="3517900" y="5842000"/>
          <p14:tracePt t="138659" x="3524250" y="5842000"/>
          <p14:tracePt t="138681" x="3530600" y="5842000"/>
          <p14:tracePt t="138694" x="3536950" y="5842000"/>
          <p14:tracePt t="138722" x="3543300" y="5842000"/>
          <p14:tracePt t="138729" x="3549650" y="5842000"/>
          <p14:tracePt t="138771" x="3556000" y="5842000"/>
          <p14:tracePt t="138793" x="3562350" y="5842000"/>
          <p14:tracePt t="138800" x="3568700" y="5842000"/>
          <p14:tracePt t="138821" x="3575050" y="5842000"/>
          <p14:tracePt t="138835" x="3581400" y="5842000"/>
          <p14:tracePt t="138841" x="3587750" y="5842000"/>
          <p14:tracePt t="138863" x="3594100" y="5842000"/>
          <p14:tracePt t="138884" x="3606800" y="5842000"/>
          <p14:tracePt t="138891" x="3613150" y="5842000"/>
          <p14:tracePt t="138905" x="3625850" y="5842000"/>
          <p14:tracePt t="138915" x="3644900" y="5842000"/>
          <p14:tracePt t="138933" x="3676650" y="5842000"/>
          <p14:tracePt t="138949" x="3695700" y="5842000"/>
          <p14:tracePt t="138966" x="3740150" y="5842000"/>
          <p14:tracePt t="138982" x="3778250" y="5835650"/>
          <p14:tracePt t="138998" x="3803650" y="5835650"/>
          <p14:tracePt t="139015" x="3835400" y="5829300"/>
          <p14:tracePt t="139032" x="3860800" y="5829300"/>
          <p14:tracePt t="139048" x="3867150" y="5829300"/>
          <p14:tracePt t="139065" x="3886200" y="5829300"/>
          <p14:tracePt t="139082" x="3905250" y="5829300"/>
          <p14:tracePt t="139099" x="3911600" y="5829300"/>
          <p14:tracePt t="139115" x="3937000" y="5829300"/>
          <p14:tracePt t="139132" x="3956050" y="5829300"/>
          <p14:tracePt t="139148" x="3981450" y="5835650"/>
          <p14:tracePt t="139165" x="4006850" y="5835650"/>
          <p14:tracePt t="139182" x="4025900" y="5835650"/>
          <p14:tracePt t="139199" x="4044950" y="5835650"/>
          <p14:tracePt t="139215" x="4057650" y="5835650"/>
          <p14:tracePt t="139231" x="4064000" y="5835650"/>
          <p14:tracePt t="139248" x="4076700" y="5835650"/>
          <p14:tracePt t="139264" x="4083050" y="5835650"/>
          <p14:tracePt t="139290" x="4089400" y="5835650"/>
          <p14:tracePt t="139311" x="4095750" y="5835650"/>
          <p14:tracePt t="139332" x="4102100" y="5835650"/>
          <p14:tracePt t="139339" x="4108450" y="5835650"/>
          <p14:tracePt t="139360" x="4114800" y="5835650"/>
          <p14:tracePt t="139382" x="4121150" y="5835650"/>
          <p14:tracePt t="139409" x="4127500" y="5835650"/>
          <p14:tracePt t="139423" x="4133850" y="5835650"/>
          <p14:tracePt t="139444" x="4140200" y="5835650"/>
          <p14:tracePt t="139465" x="4146550" y="5835650"/>
          <p14:tracePt t="139472" x="4152900" y="5835650"/>
          <p14:tracePt t="139481" x="4159250" y="5835650"/>
          <p14:tracePt t="139522" x="4165600" y="5835650"/>
          <p14:tracePt t="139550" x="4171950" y="5835650"/>
          <p14:tracePt t="139565" x="4178300" y="5835650"/>
          <p14:tracePt t="139592" x="4184650" y="5835650"/>
          <p14:tracePt t="139614" x="4191000" y="5835650"/>
          <p14:tracePt t="139641" x="4197350" y="5835650"/>
          <p14:tracePt t="139683" x="4203700" y="5835650"/>
          <p14:tracePt t="139703" x="4216400" y="5835650"/>
          <p14:tracePt t="139732" x="4216400" y="5842000"/>
          <p14:tracePt t="139738" x="4222750" y="5842000"/>
          <p14:tracePt t="139767" x="4235450" y="5842000"/>
          <p14:tracePt t="139788" x="4241800" y="5842000"/>
          <p14:tracePt t="139816" x="4248150" y="5848350"/>
          <p14:tracePt t="139823" x="4254500" y="5848350"/>
          <p14:tracePt t="139837" x="4267200" y="5848350"/>
          <p14:tracePt t="139846" x="4279900" y="5854700"/>
          <p14:tracePt t="139862" x="4298950" y="5854700"/>
          <p14:tracePt t="139879" x="4343400" y="5861050"/>
          <p14:tracePt t="139895" x="4387850" y="5867400"/>
          <p14:tracePt t="139912" x="4413250" y="5873750"/>
          <p14:tracePt t="139929" x="4451350" y="5873750"/>
          <p14:tracePt t="139945" x="4483100" y="5880100"/>
          <p14:tracePt t="139963" x="4508500" y="5880100"/>
          <p14:tracePt t="139978" x="4521200" y="5880100"/>
          <p14:tracePt t="139995" x="4533900" y="5886450"/>
          <p14:tracePt t="140012" x="4540250" y="5886450"/>
          <p14:tracePt t="140028" x="4546600" y="5886450"/>
          <p14:tracePt t="140045" x="4552950" y="5886450"/>
          <p14:tracePt t="140096" x="4559300" y="5886450"/>
          <p14:tracePt t="140131" x="4565650" y="5892800"/>
          <p14:tracePt t="140222" x="4565650" y="5899150"/>
          <p14:tracePt t="140250" x="4565650" y="5892800"/>
          <p14:tracePt t="144400" x="4552950" y="5892800"/>
          <p14:tracePt t="144407" x="4521200" y="5886450"/>
          <p14:tracePt t="144421" x="4489450" y="5867400"/>
          <p14:tracePt t="144430" x="4451350" y="5861050"/>
          <p14:tracePt t="144446" x="4419600" y="5854700"/>
          <p14:tracePt t="144463" x="4337050" y="5829300"/>
          <p14:tracePt t="144480" x="4241800" y="5816600"/>
          <p14:tracePt t="144496" x="4203700" y="5810250"/>
          <p14:tracePt t="144513" x="4133850" y="5803900"/>
          <p14:tracePt t="144529" x="4064000" y="5803900"/>
          <p14:tracePt t="144546" x="4044950" y="5797550"/>
          <p14:tracePt t="144563" x="4013200" y="5797550"/>
          <p14:tracePt t="144579" x="4000500" y="5797550"/>
          <p14:tracePt t="144597" x="3949700" y="5797550"/>
          <p14:tracePt t="144613" x="3924300" y="5797550"/>
          <p14:tracePt t="144629" x="3905250" y="5797550"/>
          <p14:tracePt t="144646" x="3873500" y="5797550"/>
          <p14:tracePt t="144662" x="3835400" y="5797550"/>
          <p14:tracePt t="144679" x="3810000" y="5797550"/>
          <p14:tracePt t="144696" x="3790950" y="5797550"/>
          <p14:tracePt t="144712" x="3771900" y="5797550"/>
          <p14:tracePt t="144729" x="3752850" y="5803900"/>
          <p14:tracePt t="144745" x="3746500" y="5803900"/>
          <p14:tracePt t="144762" x="3733800" y="5810250"/>
          <p14:tracePt t="144779" x="3714750" y="5810250"/>
          <p14:tracePt t="144795" x="3695700" y="5810250"/>
          <p14:tracePt t="144812" x="3644900" y="5810250"/>
          <p14:tracePt t="144829" x="3575050" y="5829300"/>
          <p14:tracePt t="144845" x="3549650" y="5829300"/>
          <p14:tracePt t="144861" x="3511550" y="5835650"/>
          <p14:tracePt t="144865" x="3479800" y="5835650"/>
          <p14:tracePt t="144878" x="3422650" y="5842000"/>
          <p14:tracePt t="144895" x="3403600" y="5842000"/>
          <p14:tracePt t="144912" x="3371850" y="5842000"/>
          <p14:tracePt t="144928" x="3359150" y="5848350"/>
          <p14:tracePt t="144945" x="3340100" y="5848350"/>
          <p14:tracePt t="144961" x="3321050" y="5848350"/>
          <p14:tracePt t="144978" x="3308350" y="5854700"/>
          <p14:tracePt t="144995" x="3282950" y="5861050"/>
          <p14:tracePt t="145012" x="3270250" y="5867400"/>
          <p14:tracePt t="145028" x="3257550" y="5867400"/>
          <p14:tracePt t="145045" x="3232150" y="5867400"/>
          <p14:tracePt t="145061" x="3213100" y="5867400"/>
          <p14:tracePt t="145078" x="3194050" y="5873750"/>
          <p14:tracePt t="145094" x="3181350" y="5873750"/>
          <p14:tracePt t="145111" x="3168650" y="5873750"/>
          <p14:tracePt t="145127" x="3162300" y="5873750"/>
          <p14:tracePt t="145144" x="3155950" y="5873750"/>
          <p14:tracePt t="145161" x="3149600" y="5873750"/>
          <p14:tracePt t="145192" x="3143250" y="5880100"/>
          <p14:tracePt t="145270" x="3149600" y="5880100"/>
          <p14:tracePt t="145283" x="3155950" y="5880100"/>
          <p14:tracePt t="145290" x="3162300" y="5880100"/>
          <p14:tracePt t="145298" x="3162300" y="5873750"/>
          <p14:tracePt t="145313" x="3175000" y="5873750"/>
          <p14:tracePt t="145327" x="3181350" y="5873750"/>
          <p14:tracePt t="145343" x="3194050" y="5873750"/>
          <p14:tracePt t="145361" x="3244850" y="5867400"/>
          <p14:tracePt t="145377" x="3276600" y="5867400"/>
          <p14:tracePt t="145393" x="3378200" y="5861050"/>
          <p14:tracePt t="145410" x="3517900" y="5848350"/>
          <p14:tracePt t="145427" x="3594100" y="5842000"/>
          <p14:tracePt t="145443" x="3778250" y="5822950"/>
          <p14:tracePt t="145461" x="3956050" y="5803900"/>
          <p14:tracePt t="145476" x="4032250" y="5803900"/>
          <p14:tracePt t="145494" x="4159250" y="5803900"/>
          <p14:tracePt t="145509" x="4267200" y="5803900"/>
          <p14:tracePt t="145526" x="4305300" y="5803900"/>
          <p14:tracePt t="145544" x="4343400" y="5803900"/>
          <p14:tracePt t="145559" x="4356100" y="5803900"/>
          <p14:tracePt t="145576" x="4368800" y="5803900"/>
          <p14:tracePt t="145592" x="4375150" y="5803900"/>
          <p14:tracePt t="145609" x="4400550" y="5797550"/>
          <p14:tracePt t="153566" x="4337050" y="5810250"/>
          <p14:tracePt t="153574" x="4260850" y="5835650"/>
          <p14:tracePt t="153582" x="4191000" y="5854700"/>
          <p14:tracePt t="153598" x="4000500" y="5905500"/>
          <p14:tracePt t="153616" x="3721100" y="6007100"/>
          <p14:tracePt t="153631" x="3536950" y="6038850"/>
          <p14:tracePt t="153648" x="3321050" y="6108700"/>
          <p14:tracePt t="153665" x="3003550" y="6216650"/>
          <p14:tracePt t="153681" x="2844800" y="6273800"/>
          <p14:tracePt t="153698" x="2673350" y="6324600"/>
          <p14:tracePt t="153715" x="2463800" y="6381750"/>
          <p14:tracePt t="153732" x="2336800" y="6419850"/>
          <p14:tracePt t="153748" x="2266950" y="6451600"/>
          <p14:tracePt t="153764" x="2184400" y="6483350"/>
          <p14:tracePt t="153781" x="2152650" y="6489700"/>
          <p14:tracePt t="153799" x="2114550" y="6489700"/>
          <p14:tracePt t="153814" x="2108200" y="6489700"/>
          <p14:tracePt t="153831" x="2095500" y="6489700"/>
          <p14:tracePt t="153847" x="2076450" y="6489700"/>
          <p14:tracePt t="153864" x="2057400" y="6489700"/>
          <p14:tracePt t="153880" x="2038350" y="6483350"/>
          <p14:tracePt t="153897" x="2025650" y="6470650"/>
          <p14:tracePt t="153914" x="2000250" y="6464300"/>
          <p14:tracePt t="153932" x="1962150" y="6451600"/>
          <p14:tracePt t="153946" x="1936750" y="6438900"/>
          <p14:tracePt t="153963" x="1905000" y="6419850"/>
          <p14:tracePt t="153981" x="1873250" y="6394450"/>
          <p14:tracePt t="153997" x="1847850" y="6375400"/>
          <p14:tracePt t="154013" x="1809750" y="6350000"/>
          <p14:tracePt t="154030" x="1746250" y="6299200"/>
          <p14:tracePt t="154047" x="1682750" y="6248400"/>
          <p14:tracePt t="154063" x="1619250" y="6210300"/>
          <p14:tracePt t="154079" x="1549400" y="6165850"/>
          <p14:tracePt t="154096" x="1504950" y="6140450"/>
          <p14:tracePt t="154113" x="1479550" y="6134100"/>
          <p14:tracePt t="154130" x="1479550" y="6127750"/>
          <p14:tracePt t="154146" x="1473200" y="6127750"/>
          <p14:tracePt t="154422" x="1479550" y="6127750"/>
          <p14:tracePt t="154430" x="1485900" y="6127750"/>
          <p14:tracePt t="154443" x="1492250" y="6127750"/>
          <p14:tracePt t="154450" x="1504950" y="6127750"/>
          <p14:tracePt t="154462" x="1517650" y="6127750"/>
          <p14:tracePt t="154479" x="1549400" y="6121400"/>
          <p14:tracePt t="154495" x="1593850" y="6121400"/>
          <p14:tracePt t="154512" x="1638300" y="6121400"/>
          <p14:tracePt t="154528" x="1733550" y="6121400"/>
          <p14:tracePt t="154545" x="1803400" y="6121400"/>
          <p14:tracePt t="154562" x="1924050" y="6121400"/>
          <p14:tracePt t="154578" x="2006600" y="6140450"/>
          <p14:tracePt t="154595" x="2057400" y="6146800"/>
          <p14:tracePt t="154612" x="2127250" y="6153150"/>
          <p14:tracePt t="154628" x="2159000" y="6165850"/>
          <p14:tracePt t="154645" x="2178050" y="6172200"/>
          <p14:tracePt t="154661" x="2190750" y="6178550"/>
          <p14:tracePt t="154678" x="2197100" y="6178550"/>
          <p14:tracePt t="154711" x="2203450" y="6184900"/>
          <p14:tracePt t="154940" x="2197100" y="6184900"/>
          <p14:tracePt t="154961" x="2190750" y="6184900"/>
          <p14:tracePt t="154976" x="2184400" y="6191250"/>
          <p14:tracePt t="155466" x="2209800" y="6191250"/>
          <p14:tracePt t="155474" x="2228850" y="6197600"/>
          <p14:tracePt t="155480" x="2241550" y="6197600"/>
          <p14:tracePt t="155492" x="2260600" y="6197600"/>
          <p14:tracePt t="155508" x="2324100" y="6210300"/>
          <p14:tracePt t="155525" x="2368550" y="6216650"/>
          <p14:tracePt t="155541" x="2425700" y="6223000"/>
          <p14:tracePt t="155558" x="2495550" y="6229350"/>
          <p14:tracePt t="155575" x="2552700" y="6229350"/>
          <p14:tracePt t="155592" x="2635250" y="6242050"/>
          <p14:tracePt t="155607" x="2692400" y="6235700"/>
          <p14:tracePt t="155624" x="2755900" y="6242050"/>
          <p14:tracePt t="155642" x="2844800" y="6235700"/>
          <p14:tracePt t="155658" x="2895600" y="6223000"/>
          <p14:tracePt t="155674" x="2927350" y="6223000"/>
          <p14:tracePt t="155691" x="2978150" y="6210300"/>
          <p14:tracePt t="155707" x="3003550" y="6216650"/>
          <p14:tracePt t="155724" x="3022600" y="6210300"/>
          <p14:tracePt t="155741" x="3041650" y="6210300"/>
          <p14:tracePt t="155757" x="3054350" y="6210300"/>
          <p14:tracePt t="155802" x="3054350" y="6197600"/>
          <p14:tracePt t="155852" x="3054350" y="6203950"/>
          <p14:tracePt t="155872" x="3054350" y="6210300"/>
          <p14:tracePt t="155950" x="3048000" y="6210300"/>
          <p14:tracePt t="156441" x="3041650" y="6210300"/>
          <p14:tracePt t="156469" x="3035300" y="6210300"/>
          <p14:tracePt t="156788" x="3073400" y="6172200"/>
          <p14:tracePt t="156795" x="3155950" y="6108700"/>
          <p14:tracePt t="156804" x="3238500" y="6051550"/>
          <p14:tracePt t="156821" x="3403600" y="5924550"/>
          <p14:tracePt t="156838" x="3683000" y="5695950"/>
          <p14:tracePt t="156854" x="3905250" y="5518150"/>
          <p14:tracePt t="156870" x="4057650" y="5359400"/>
          <p14:tracePt t="156887" x="4349750" y="5035550"/>
          <p14:tracePt t="156903" x="4533900" y="4781550"/>
          <p14:tracePt t="156922" x="4800600" y="4381500"/>
          <p14:tracePt t="156936" x="4895850" y="4184650"/>
          <p14:tracePt t="156953" x="4991100" y="4000500"/>
          <p14:tracePt t="156970" x="5092700" y="3746500"/>
          <p14:tracePt t="156986" x="5162550" y="3581400"/>
          <p14:tracePt t="157003" x="5219700" y="3422650"/>
          <p14:tracePt t="157020" x="5270500" y="3238500"/>
          <p14:tracePt t="157036" x="5283200" y="3168650"/>
          <p14:tracePt t="157053" x="5302250" y="3130550"/>
          <p14:tracePt t="157069" x="5308600" y="3092450"/>
          <p14:tracePt t="157086" x="5308600" y="3079750"/>
          <p14:tracePt t="157103" x="5308600" y="3054350"/>
          <p14:tracePt t="157120" x="5308600" y="3048000"/>
          <p14:tracePt t="157136" x="5308600" y="3035300"/>
          <p14:tracePt t="157153" x="5314950" y="3035300"/>
          <p14:tracePt t="157169" x="5314950" y="3028950"/>
          <p14:tracePt t="157186" x="5321300" y="3022600"/>
          <p14:tracePt t="157202" x="5327650" y="3009900"/>
          <p14:tracePt t="157219" x="5334000" y="3003550"/>
          <p14:tracePt t="157237" x="5334000" y="2952750"/>
          <p14:tracePt t="157252" x="5334000" y="2895600"/>
          <p14:tracePt t="157269" x="5334000" y="2800350"/>
          <p14:tracePt t="157286" x="5334000" y="2647950"/>
          <p14:tracePt t="157302" x="5340350" y="2527300"/>
          <p14:tracePt t="157319" x="5340350" y="2413000"/>
          <p14:tracePt t="157336" x="5340350" y="2305050"/>
          <p14:tracePt t="157352" x="5340350" y="2273300"/>
          <p14:tracePt t="157369" x="5340350" y="2247900"/>
          <p14:tracePt t="157385" x="5346700" y="2228850"/>
          <p14:tracePt t="157402" x="5346700" y="2222500"/>
          <p14:tracePt t="157419" x="5346700" y="2209800"/>
          <p14:tracePt t="157435" x="5353050" y="2197100"/>
          <p14:tracePt t="157452" x="5353050" y="2190750"/>
          <p14:tracePt t="157468" x="5359400" y="2184400"/>
          <p14:tracePt t="157485" x="5359400" y="2178050"/>
          <p14:tracePt t="157518" x="5359400" y="2171700"/>
          <p14:tracePt t="157538" x="5359400" y="2165350"/>
          <p14:tracePt t="157615" x="5359400" y="2159000"/>
          <p14:tracePt t="157657" x="5365750" y="2152650"/>
          <p14:tracePt t="157713" x="5365750" y="2139950"/>
          <p14:tracePt t="157735" x="5365750" y="2133600"/>
          <p14:tracePt t="157748" x="5365750" y="2127250"/>
          <p14:tracePt t="157755" x="5365750" y="2114550"/>
          <p14:tracePt t="157767" x="5365750" y="2101850"/>
          <p14:tracePt t="157784" x="5346700" y="2063750"/>
          <p14:tracePt t="157800" x="5340350" y="2038350"/>
          <p14:tracePt t="157817" x="5314950" y="1987550"/>
          <p14:tracePt t="157833" x="5308600" y="1962150"/>
          <p14:tracePt t="159184" x="5308600" y="1993900"/>
          <p14:tracePt t="159198" x="5283200" y="2082800"/>
          <p14:tracePt t="159205" x="5276850" y="2171700"/>
          <p14:tracePt t="159219" x="5257800" y="2279650"/>
          <p14:tracePt t="159228" x="5245100" y="2413000"/>
          <p14:tracePt t="159245" x="5232400" y="2552700"/>
          <p14:tracePt t="159262" x="5200650" y="2882900"/>
          <p14:tracePt t="159278" x="5149850" y="3251200"/>
          <p14:tracePt t="159295" x="5105400" y="3473450"/>
          <p14:tracePt t="159312" x="5029200" y="3854450"/>
          <p14:tracePt t="159328" x="4959350" y="4133850"/>
          <p14:tracePt t="159346" x="4908550" y="4343400"/>
          <p14:tracePt t="159362" x="4876800" y="4419600"/>
          <p14:tracePt t="159378" x="4845050" y="4502150"/>
          <p14:tracePt t="159394" x="4794250" y="4667250"/>
          <p14:tracePt t="159411" x="4762500" y="4724400"/>
          <p14:tracePt t="159428" x="4737100" y="4787900"/>
          <p14:tracePt t="159445" x="4686300" y="4991100"/>
          <p14:tracePt t="159461" x="4679950" y="5041900"/>
          <p14:tracePt t="159479" x="4673600" y="5105400"/>
          <p14:tracePt t="159494" x="4673600" y="5124450"/>
          <p14:tracePt t="159511" x="4673600" y="5156200"/>
          <p14:tracePt t="159528" x="4673600" y="5194300"/>
          <p14:tracePt t="159544" x="4673600" y="5207000"/>
          <p14:tracePt t="159547" x="4667250" y="5245100"/>
          <p14:tracePt t="159561" x="4667250" y="5276850"/>
          <p14:tracePt t="159578" x="4654550" y="5334000"/>
          <p14:tracePt t="159594" x="4654550" y="5384800"/>
          <p14:tracePt t="159611" x="4654550" y="5461000"/>
          <p14:tracePt t="159627" x="4660900" y="5556250"/>
          <p14:tracePt t="159644" x="4660900" y="5607050"/>
          <p14:tracePt t="159661" x="4673600" y="5702300"/>
          <p14:tracePt t="159678" x="4686300" y="5797550"/>
          <p14:tracePt t="159694" x="4705350" y="5842000"/>
          <p14:tracePt t="159711" x="4730750" y="5962650"/>
          <p14:tracePt t="159727" x="4737100" y="6026150"/>
          <p14:tracePt t="159744" x="4768850" y="6121400"/>
          <p14:tracePt t="159760" x="4794250" y="6203950"/>
          <p14:tracePt t="159777" x="4800600" y="6229350"/>
          <p14:tracePt t="159794" x="4806950" y="6242050"/>
          <p14:tracePt t="159810" x="4806950" y="6248400"/>
          <p14:tracePt t="159850" x="4813300" y="6248400"/>
          <p14:tracePt t="159864" x="4826000" y="6242050"/>
          <p14:tracePt t="159880" x="4832350" y="6242050"/>
          <p14:tracePt t="159899" x="4838700" y="6235700"/>
          <p14:tracePt t="168784" x="4838700" y="6229350"/>
          <p14:tracePt t="168792" x="4826000" y="6223000"/>
          <p14:tracePt t="168799" x="4806950" y="6210300"/>
          <p14:tracePt t="168813" x="4762500" y="6178550"/>
          <p14:tracePt t="168829" x="4699000" y="6140450"/>
          <p14:tracePt t="168846" x="4610100" y="6083300"/>
          <p14:tracePt t="168862" x="4413250" y="5981700"/>
          <p14:tracePt t="168878" x="4241800" y="5905500"/>
          <p14:tracePt t="168895" x="4070350" y="5854700"/>
          <p14:tracePt t="168912" x="3816350" y="5784850"/>
          <p14:tracePt t="168929" x="3702050" y="5759450"/>
          <p14:tracePt t="168947" x="3536950" y="5734050"/>
          <p14:tracePt t="168962" x="3441700" y="5715000"/>
          <p14:tracePt t="168978" x="3365500" y="5708650"/>
          <p14:tracePt t="168996" x="3244850" y="5708650"/>
          <p14:tracePt t="169011" x="3187700" y="5715000"/>
          <p14:tracePt t="169028" x="3143250" y="5721350"/>
          <p14:tracePt t="169045" x="3079750" y="5734050"/>
          <p14:tracePt t="169062" x="3041650" y="5746750"/>
          <p14:tracePt t="169078" x="2997200" y="5765800"/>
          <p14:tracePt t="169095" x="2965450" y="5772150"/>
          <p14:tracePt t="169111" x="2952750" y="5772150"/>
          <p14:tracePt t="169129" x="2933700" y="5778500"/>
          <p14:tracePt t="169144" x="2914650" y="5784850"/>
          <p14:tracePt t="169161" x="2889250" y="5791200"/>
          <p14:tracePt t="169178" x="2857500" y="5797550"/>
          <p14:tracePt t="169194" x="2819400" y="5810250"/>
          <p14:tracePt t="169197" x="2806700" y="5810250"/>
          <p14:tracePt t="169211" x="2794000" y="5810250"/>
          <p14:tracePt t="169228" x="2774950" y="5822950"/>
          <p14:tracePt t="169244" x="2755900" y="5829300"/>
          <p14:tracePt t="169262" x="2743200" y="5842000"/>
          <p14:tracePt t="169277" x="2730500" y="5848350"/>
          <p14:tracePt t="169294" x="2711450" y="5854700"/>
          <p14:tracePt t="169312" x="2698750" y="5873750"/>
          <p14:tracePt t="169327" x="2692400" y="5880100"/>
          <p14:tracePt t="169344" x="2686050" y="5892800"/>
          <p14:tracePt t="169361" x="2667000" y="5905500"/>
          <p14:tracePt t="169377" x="2660650" y="5911850"/>
          <p14:tracePt t="169394" x="2660650" y="5918200"/>
          <p14:tracePt t="169410" x="2654300" y="5930900"/>
          <p14:tracePt t="169427" x="2647950" y="5937250"/>
          <p14:tracePt t="169444" x="2635250" y="5949950"/>
          <p14:tracePt t="169460" x="2616200" y="5962650"/>
          <p14:tracePt t="169476" x="2609850" y="5975350"/>
          <p14:tracePt t="169493" x="2597150" y="5994400"/>
          <p14:tracePt t="169510" x="2590800" y="6000750"/>
          <p14:tracePt t="169526" x="2584450" y="6007100"/>
          <p14:tracePt t="169543" x="2578100" y="6007100"/>
          <p14:tracePt t="169560" x="2571750" y="6013450"/>
          <p14:tracePt t="169599" x="2565400" y="6019800"/>
          <p14:tracePt t="169626" x="2552700" y="6026150"/>
          <p14:tracePt t="170870" x="2527300" y="6057900"/>
          <p14:tracePt t="170884" x="2489200" y="6102350"/>
          <p14:tracePt t="170891" x="2451100" y="6172200"/>
          <p14:tracePt t="170908" x="2413000" y="6229350"/>
          <p14:tracePt t="170921" x="2349500" y="6305550"/>
          <p14:tracePt t="170938" x="2317750" y="6350000"/>
          <p14:tracePt t="170955" x="2286000" y="6407150"/>
          <p14:tracePt t="170971" x="2266950" y="6419850"/>
          <p14:tracePt t="170989" x="2241550" y="6445250"/>
          <p14:tracePt t="171004" x="2235200" y="6451600"/>
          <p14:tracePt t="171021" x="2235200" y="6457950"/>
          <p14:tracePt t="171038" x="2228850" y="6464300"/>
          <p14:tracePt t="171054" x="2222500" y="6464300"/>
          <p14:tracePt t="171087" x="2216150" y="6464300"/>
          <p14:tracePt t="177510" x="2222500" y="6451600"/>
          <p14:tracePt t="177518" x="2235200" y="6426200"/>
          <p14:tracePt t="177524" x="2247900" y="6407150"/>
          <p14:tracePt t="177534" x="2266950" y="6375400"/>
          <p14:tracePt t="177549" x="2317750" y="6299200"/>
          <p14:tracePt t="177566" x="2362200" y="6191250"/>
          <p14:tracePt t="177582" x="2438400" y="6007100"/>
          <p14:tracePt t="177598" x="2476500" y="5899150"/>
          <p14:tracePt t="177616" x="2520950" y="5734050"/>
          <p14:tracePt t="177632" x="2540000" y="5619750"/>
          <p14:tracePt t="177648" x="2540000" y="5511800"/>
          <p14:tracePt t="177665" x="2533650" y="5378450"/>
          <p14:tracePt t="177682" x="2514600" y="5308600"/>
          <p14:tracePt t="177698" x="2495550" y="5245100"/>
          <p14:tracePt t="177702" x="2482850" y="5194300"/>
          <p14:tracePt t="177715" x="2438400" y="5092700"/>
          <p14:tracePt t="177731" x="2387600" y="5003800"/>
          <p14:tracePt t="177748" x="2286000" y="4876800"/>
          <p14:tracePt t="177764" x="2216150" y="4806950"/>
          <p14:tracePt t="177781" x="2171700" y="4768850"/>
          <p14:tracePt t="177798" x="2127250" y="4749800"/>
          <p14:tracePt t="177814" x="2120900" y="4743450"/>
          <p14:tracePt t="177831" x="2108200" y="4743450"/>
          <p14:tracePt t="177848" x="2108200" y="4737100"/>
          <p14:tracePt t="177884" x="2114550" y="4737100"/>
          <p14:tracePt t="177903" x="2114550" y="4743450"/>
          <p14:tracePt t="177924" x="2114550" y="4749800"/>
          <p14:tracePt t="177933" x="2120900" y="4756150"/>
          <p14:tracePt t="177952" x="2127250" y="4768850"/>
          <p14:tracePt t="177973" x="2133600" y="4781550"/>
          <p14:tracePt t="178833" x="2152650" y="4775200"/>
          <p14:tracePt t="178840" x="2184400" y="4756150"/>
          <p14:tracePt t="178847" x="2228850" y="4730750"/>
          <p14:tracePt t="178861" x="2324100" y="4660900"/>
          <p14:tracePt t="178877" x="2413000" y="4584700"/>
          <p14:tracePt t="178894" x="2540000" y="4464050"/>
          <p14:tracePt t="178911" x="2743200" y="4273550"/>
          <p14:tracePt t="178927" x="2901950" y="4108450"/>
          <p14:tracePt t="178944" x="3187700" y="3606800"/>
          <p14:tracePt t="178960" x="3390900" y="3213100"/>
          <p14:tracePt t="178977" x="3568700" y="2882900"/>
          <p14:tracePt t="178994" x="3797300" y="2463800"/>
          <p14:tracePt t="179010" x="3879850" y="2292350"/>
          <p14:tracePt t="179027" x="3917950" y="2190750"/>
          <p14:tracePt t="179044" x="3937000" y="2044700"/>
          <p14:tracePt t="179060" x="3956050" y="1987550"/>
          <p14:tracePt t="179077" x="3975100" y="1905000"/>
          <p14:tracePt t="179093" x="3987800" y="1816100"/>
          <p14:tracePt t="179110" x="3987800" y="1771650"/>
          <p14:tracePt t="179127" x="4000500" y="1676400"/>
          <p14:tracePt t="179143" x="4000500" y="1638300"/>
          <p14:tracePt t="179160" x="4000500" y="1600200"/>
          <p14:tracePt t="179176" x="4006850" y="1555750"/>
          <p14:tracePt t="179193" x="4006850" y="1524000"/>
          <p14:tracePt t="179210" x="3994150" y="1479550"/>
          <p14:tracePt t="179213" x="3994150" y="1454150"/>
          <p14:tracePt t="179226" x="3981450" y="1384300"/>
          <p14:tracePt t="179243" x="3975100" y="1289050"/>
          <p14:tracePt t="179260" x="3924300" y="1092200"/>
          <p14:tracePt t="179276" x="3873500" y="920750"/>
          <p14:tracePt t="179292" x="3854450" y="857250"/>
          <p14:tracePt t="179309" x="3810000" y="755650"/>
          <p14:tracePt t="179326" x="3784600" y="711200"/>
          <p14:tracePt t="179342" x="3746500" y="609600"/>
          <p14:tracePt t="179359" x="3702050" y="501650"/>
          <p14:tracePt t="179376" x="3683000" y="457200"/>
          <p14:tracePt t="179393" x="3651250" y="381000"/>
          <p14:tracePt t="179409" x="3619500" y="311150"/>
          <p14:tracePt t="179425" x="3613150" y="292100"/>
          <p14:tracePt t="179442" x="3606800" y="254000"/>
          <p14:tracePt t="179459" x="3587750" y="228600"/>
          <p14:tracePt t="179475" x="3587750" y="222250"/>
          <p14:tracePt t="179492" x="3575050" y="209550"/>
          <p14:tracePt t="179508" x="3568700" y="196850"/>
          <p14:tracePt t="179526" x="3556000" y="184150"/>
          <p14:tracePt t="179562" x="3549650" y="177800"/>
          <p14:tracePt t="179597" x="3543300" y="171450"/>
          <p14:tracePt t="179638" x="3543300" y="165100"/>
          <p14:tracePt t="179667" x="3543300" y="158750"/>
          <p14:tracePt t="179695" x="3536950" y="158750"/>
          <p14:tracePt t="179730" x="3530600" y="158750"/>
          <p14:tracePt t="179765" x="3524250" y="158750"/>
          <p14:tracePt t="179786" x="3517900" y="158750"/>
          <p14:tracePt t="179800" x="3511550" y="165100"/>
          <p14:tracePt t="179808" x="3511550" y="171450"/>
          <p14:tracePt t="179821" x="3498850" y="177800"/>
          <p14:tracePt t="179828" x="3492500" y="196850"/>
          <p14:tracePt t="179841" x="3479800" y="228600"/>
          <p14:tracePt t="179857" x="3454400" y="311150"/>
          <p14:tracePt t="179874" x="3435350" y="368300"/>
          <p14:tracePt t="179893" x="3397250" y="476250"/>
          <p14:tracePt t="179907" x="3371850" y="552450"/>
          <p14:tracePt t="179924" x="3359150" y="571500"/>
          <p14:tracePt t="179940" x="3352800" y="603250"/>
          <p14:tracePt t="179957" x="3352800" y="609600"/>
          <p14:tracePt t="179973" x="3346450" y="609600"/>
          <p14:tracePt t="179991" x="3340100" y="609600"/>
          <p14:tracePt t="180007" x="3340100" y="596900"/>
          <p14:tracePt t="180023" x="3340100" y="584200"/>
          <p14:tracePt t="180040" x="3340100" y="552450"/>
          <p14:tracePt t="180057" x="3340100" y="539750"/>
          <p14:tracePt t="180073" x="3340100" y="488950"/>
          <p14:tracePt t="180090" x="3340100" y="419100"/>
          <p14:tracePt t="180107" x="3340100" y="381000"/>
          <p14:tracePt t="180123" x="3340100" y="323850"/>
          <p14:tracePt t="180140" x="3346450" y="266700"/>
          <p14:tracePt t="180157" x="3346450" y="254000"/>
          <p14:tracePt t="180173" x="3346450" y="228600"/>
          <p14:tracePt t="180190" x="3346450" y="209550"/>
          <p14:tracePt t="180207" x="3346450" y="203200"/>
          <p14:tracePt t="180222" x="3346450" y="196850"/>
          <p14:tracePt t="180239" x="3346450" y="190500"/>
          <p14:tracePt t="180243" x="3346450" y="184150"/>
          <p14:tracePt t="180259" x="3346450" y="177800"/>
          <p14:tracePt t="180277" x="3346450" y="171450"/>
          <p14:tracePt t="180298" x="3346450" y="165100"/>
          <p14:tracePt t="180312" x="3346450" y="158750"/>
          <p14:tracePt t="180322" x="3346450" y="146050"/>
          <p14:tracePt t="180340" x="3346450" y="133350"/>
          <p14:tracePt t="180356" x="3346450" y="127000"/>
          <p14:tracePt t="180372" x="3346450" y="120650"/>
          <p14:tracePt t="180389" x="3346450" y="107950"/>
          <p14:tracePt t="180431" x="3346450" y="101600"/>
          <p14:tracePt t="180487" x="3340100" y="107950"/>
          <p14:tracePt t="180501" x="3340100" y="114300"/>
          <p14:tracePt t="180529" x="3340100" y="120650"/>
          <p14:tracePt t="180536" x="3333750" y="120650"/>
          <p14:tracePt t="180550" x="3333750" y="127000"/>
          <p14:tracePt t="180586" x="3327400" y="139700"/>
          <p14:tracePt t="180606" x="3327400" y="146050"/>
          <p14:tracePt t="180613" x="3327400" y="158750"/>
          <p14:tracePt t="180622" x="3321050" y="165100"/>
          <p14:tracePt t="180638" x="3314700" y="177800"/>
          <p14:tracePt t="180656" x="3308350" y="203200"/>
          <p14:tracePt t="180671" x="3302000" y="228600"/>
          <p14:tracePt t="180688" x="3295650" y="241300"/>
          <p14:tracePt t="180705" x="3289300" y="247650"/>
          <p14:tracePt t="180721" x="3289300" y="260350"/>
          <p14:tracePt t="180738" x="3282950" y="266700"/>
          <p14:tracePt t="180859" x="3276600" y="260350"/>
          <p14:tracePt t="180873" x="3276600" y="254000"/>
          <p14:tracePt t="180880" x="3270250" y="254000"/>
          <p14:tracePt t="180901" x="3263900" y="247650"/>
          <p14:tracePt t="180922" x="3263900" y="234950"/>
          <p14:tracePt t="180929" x="3257550" y="228600"/>
          <p14:tracePt t="180943" x="3251200" y="222250"/>
          <p14:tracePt t="180953" x="3244850" y="209550"/>
          <p14:tracePt t="180971" x="3232150" y="184150"/>
          <p14:tracePt t="180987" x="3225800" y="171450"/>
          <p14:tracePt t="181003" x="3213100" y="152400"/>
          <p14:tracePt t="181020" x="3206750" y="152400"/>
          <p14:tracePt t="181036" x="3206750" y="146050"/>
          <p14:tracePt t="181053" x="3200400" y="146050"/>
          <p14:tracePt t="181086" x="3194050" y="152400"/>
          <p14:tracePt t="181104" x="3194050" y="158750"/>
          <p14:tracePt t="181120" x="3194050" y="171450"/>
          <p14:tracePt t="181136" x="3194050" y="190500"/>
          <p14:tracePt t="181154" x="3194050" y="215900"/>
          <p14:tracePt t="181169" x="3194050" y="247650"/>
          <p14:tracePt t="181186" x="3200400" y="266700"/>
          <p14:tracePt t="181203" x="3206750" y="292100"/>
          <p14:tracePt t="181219" x="3213100" y="304800"/>
          <p14:tracePt t="181236" x="3232150" y="317500"/>
          <p14:tracePt t="181253" x="3251200" y="330200"/>
          <p14:tracePt t="181269" x="3257550" y="330200"/>
          <p14:tracePt t="181286" x="3295650" y="330200"/>
          <p14:tracePt t="181302" x="3321050" y="323850"/>
          <p14:tracePt t="181319" x="3365500" y="317500"/>
          <p14:tracePt t="181336" x="3594100" y="247650"/>
          <p14:tracePt t="181352" x="3695700" y="215900"/>
          <p14:tracePt t="181369" x="3930650" y="152400"/>
          <p14:tracePt t="181385" x="4133850" y="107950"/>
          <p14:tracePt t="181402" x="4248150" y="88900"/>
          <p14:tracePt t="181419" x="4476750" y="69850"/>
          <p14:tracePt t="181435" x="4718050" y="69850"/>
          <p14:tracePt t="181452" x="4832350" y="69850"/>
          <p14:tracePt t="181469" x="4933950" y="82550"/>
          <p14:tracePt t="181485" x="5048250" y="101600"/>
          <p14:tracePt t="181502" x="5283200" y="133350"/>
          <p14:tracePt t="181518" x="5372100" y="146050"/>
          <p14:tracePt t="181535" x="5473700" y="152400"/>
          <p14:tracePt t="181552" x="5505450" y="152400"/>
          <p14:tracePt t="181568" x="5518150" y="152400"/>
          <p14:tracePt t="181585" x="5524500" y="152400"/>
          <p14:tracePt t="181602" x="5530850" y="152400"/>
          <p14:tracePt t="181665" x="5524500" y="146050"/>
          <p14:tracePt t="181714" x="5518150" y="146050"/>
          <p14:tracePt t="181750" x="5511800" y="146050"/>
          <p14:tracePt t="181798" x="5505450" y="139700"/>
          <p14:tracePt t="181862" x="5499100" y="139700"/>
          <p14:tracePt t="181897" x="5492750" y="139700"/>
          <p14:tracePt t="181932" x="5492750" y="146050"/>
          <p14:tracePt t="181953" x="5492750" y="152400"/>
          <p14:tracePt t="181959" x="5492750" y="158750"/>
          <p14:tracePt t="181974" x="5492750" y="165100"/>
          <p14:tracePt t="181983" x="5486400" y="177800"/>
          <p14:tracePt t="182000" x="5486400" y="190500"/>
          <p14:tracePt t="182017" x="5486400" y="241300"/>
          <p14:tracePt t="182033" x="5492750" y="298450"/>
          <p14:tracePt t="182051" x="5499100" y="349250"/>
          <p14:tracePt t="182066" x="5499100" y="368300"/>
          <p14:tracePt t="182083" x="5505450" y="400050"/>
          <p14:tracePt t="182100" x="5511800" y="412750"/>
          <p14:tracePt t="182116" x="5511800" y="419100"/>
          <p14:tracePt t="182152" x="5511800" y="412750"/>
          <p14:tracePt t="182166" x="5511800" y="406400"/>
          <p14:tracePt t="182183" x="5511800" y="393700"/>
          <p14:tracePt t="182199" x="5505450" y="387350"/>
          <p14:tracePt t="182216" x="5505450" y="381000"/>
          <p14:tracePt t="182233" x="5505450" y="368300"/>
          <p14:tracePt t="182249" x="5505450" y="355600"/>
          <p14:tracePt t="182266" x="5505450" y="342900"/>
          <p14:tracePt t="182283" x="5505450" y="311150"/>
          <p14:tracePt t="182299" x="5505450" y="298450"/>
          <p14:tracePt t="182316" x="5505450" y="285750"/>
          <p14:tracePt t="182332" x="5505450" y="260350"/>
          <p14:tracePt t="182349" x="5505450" y="247650"/>
          <p14:tracePt t="182382" x="5505450" y="241300"/>
          <p14:tracePt t="182398" x="5511800" y="241300"/>
          <p14:tracePt t="182437" x="5518150" y="247650"/>
          <p14:tracePt t="182457" x="5524500" y="260350"/>
          <p14:tracePt t="182479" x="5524500" y="266700"/>
          <p14:tracePt t="182485" x="5524500" y="279400"/>
          <p14:tracePt t="182498" x="5530850" y="285750"/>
          <p14:tracePt t="182514" x="5543550" y="311150"/>
          <p14:tracePt t="182531" x="5543550" y="323850"/>
          <p14:tracePt t="182549" x="5556250" y="342900"/>
          <p14:tracePt t="182565" x="5562600" y="355600"/>
          <p14:tracePt t="182581" x="5562600" y="361950"/>
          <p14:tracePt t="182614" x="5562600" y="368300"/>
          <p14:tracePt t="182843" x="5562600" y="374650"/>
          <p14:tracePt t="182850" x="5562600" y="381000"/>
          <p14:tracePt t="182866" x="5556250" y="400050"/>
          <p14:tracePt t="182880" x="5549900" y="419100"/>
          <p14:tracePt t="182897" x="5511800" y="527050"/>
          <p14:tracePt t="182914" x="5461000" y="723900"/>
          <p14:tracePt t="182929" x="5429250" y="869950"/>
          <p14:tracePt t="182947" x="5403850" y="1041400"/>
          <p14:tracePt t="182963" x="5314950" y="1517650"/>
          <p14:tracePt t="182980" x="5270500" y="1765300"/>
          <p14:tracePt t="182997" x="5213350" y="2330450"/>
          <p14:tracePt t="183013" x="5181600" y="2628900"/>
          <p14:tracePt t="183030" x="5149850" y="2870200"/>
          <p14:tracePt t="183047" x="5137150" y="3371850"/>
          <p14:tracePt t="183063" x="5137150" y="3556000"/>
          <p14:tracePt t="183079" x="5124450" y="3879850"/>
          <p14:tracePt t="183096" x="5130800" y="4146550"/>
          <p14:tracePt t="183113" x="5130800" y="4260850"/>
          <p14:tracePt t="183130" x="5130800" y="4464050"/>
          <p14:tracePt t="183146" x="5130800" y="4629150"/>
          <p14:tracePt t="183163" x="5137150" y="4692650"/>
          <p14:tracePt t="183180" x="5137150" y="4775200"/>
          <p14:tracePt t="183196" x="5143500" y="4813300"/>
          <p14:tracePt t="183213" x="5143500" y="4826000"/>
          <p14:tracePt t="183230" x="5149850" y="4845050"/>
          <p14:tracePt t="183246" x="5149850" y="4857750"/>
          <p14:tracePt t="183262" x="5149850" y="4870450"/>
          <p14:tracePt t="183279" x="5149850" y="4902200"/>
          <p14:tracePt t="183295" x="5149850" y="4946650"/>
          <p14:tracePt t="183313" x="5143500" y="4984750"/>
          <p14:tracePt t="183329" x="5143500" y="5016500"/>
          <p14:tracePt t="183345" x="5118100" y="5067300"/>
          <p14:tracePt t="183363" x="5099050" y="5137150"/>
          <p14:tracePt t="183378" x="5086350" y="5181600"/>
          <p14:tracePt t="183395" x="5073650" y="5226050"/>
          <p14:tracePt t="183412" x="5010150" y="5353050"/>
          <p14:tracePt t="183429" x="4972050" y="5410200"/>
          <p14:tracePt t="183444" x="4946650" y="5486400"/>
          <p14:tracePt t="183462" x="4940300" y="5499100"/>
          <p14:tracePt t="184136" x="4921250" y="5505450"/>
          <p14:tracePt t="184144" x="4895850" y="5511800"/>
          <p14:tracePt t="184157" x="4883150" y="5518150"/>
          <p14:tracePt t="184164" x="4870450" y="5530850"/>
          <p14:tracePt t="184179" x="4845050" y="5537200"/>
          <p14:tracePt t="184193" x="4819650" y="5549900"/>
          <p14:tracePt t="184209" x="4749800" y="5575300"/>
          <p14:tracePt t="184226" x="4705350" y="5594350"/>
          <p14:tracePt t="184242" x="4610100" y="5619750"/>
          <p14:tracePt t="184259" x="4514850" y="5657850"/>
          <p14:tracePt t="184276" x="4457700" y="5683250"/>
          <p14:tracePt t="184292" x="4324350" y="5734050"/>
          <p14:tracePt t="184309" x="4171950" y="5791200"/>
          <p14:tracePt t="184326" x="4025900" y="5842000"/>
          <p14:tracePt t="184342" x="3962400" y="5867400"/>
          <p14:tracePt t="184358" x="3835400" y="5918200"/>
          <p14:tracePt t="184376" x="3721100" y="5969000"/>
          <p14:tracePt t="184392" x="3670300" y="6000750"/>
          <p14:tracePt t="184409" x="3619500" y="6038850"/>
          <p14:tracePt t="184425" x="3486150" y="6134100"/>
          <p14:tracePt t="184442" x="3441700" y="6172200"/>
          <p14:tracePt t="184459" x="3371850" y="6235700"/>
          <p14:tracePt t="184475" x="3352800" y="6248400"/>
          <p14:tracePt t="184492" x="3308350" y="6273800"/>
          <p14:tracePt t="184508" x="3263900" y="6311900"/>
          <p14:tracePt t="184524" x="3244850" y="6324600"/>
          <p14:tracePt t="184541" x="3200400" y="6362700"/>
          <p14:tracePt t="184558" x="3155950" y="6388100"/>
          <p14:tracePt t="184574" x="3130550" y="6407150"/>
          <p14:tracePt t="184592" x="3086100" y="6432550"/>
          <p14:tracePt t="184607" x="3048000" y="6464300"/>
          <p14:tracePt t="184624" x="3035300" y="6477000"/>
          <p14:tracePt t="184641" x="3009900" y="6489700"/>
          <p14:tracePt t="184657" x="2997200" y="6496050"/>
          <p14:tracePt t="184674" x="2997200" y="6502400"/>
          <p14:tracePt t="184707" x="2990850" y="6508750"/>
          <p14:tracePt t="184774" x="2990850" y="6515100"/>
          <p14:tracePt t="184808" x="2990850" y="6521450"/>
          <p14:tracePt t="184837" x="2997200" y="6527800"/>
          <p14:tracePt t="184865" x="3003550" y="6534150"/>
          <p14:tracePt t="184886" x="3009900" y="6534150"/>
          <p14:tracePt t="184915" x="3016250" y="6540500"/>
          <p14:tracePt t="184928" x="3022600" y="6540500"/>
          <p14:tracePt t="184970" x="3022600" y="6546850"/>
          <p14:tracePt t="184977" x="3028950" y="6546850"/>
          <p14:tracePt t="185005" x="3035300" y="6553200"/>
          <p14:tracePt t="185027" x="3041650" y="6553200"/>
          <p14:tracePt t="185047" x="3041650" y="6559550"/>
          <p14:tracePt t="185054" x="3048000" y="6559550"/>
          <p14:tracePt t="185075" x="3054350" y="6565900"/>
          <p14:tracePt t="185097" x="3060700" y="6565900"/>
          <p14:tracePt t="185118" x="3060700" y="6572250"/>
          <p14:tracePt t="185160" x="3067050" y="6572250"/>
          <p14:tracePt t="185188" x="3073400" y="6572250"/>
          <p14:tracePt t="185195" x="3073400" y="6578600"/>
          <p14:tracePt t="185208" x="3079750" y="6578600"/>
          <p14:tracePt t="185237" x="3086100" y="6584950"/>
          <p14:tracePt t="185265" x="3092450" y="6591300"/>
          <p14:tracePt t="185286" x="3098800" y="6597650"/>
          <p14:tracePt t="185328" x="3098800" y="6604000"/>
          <p14:tracePt t="185335" x="3105150" y="6604000"/>
          <p14:tracePt t="185356" x="3111500" y="6610350"/>
          <p14:tracePt t="185370" x="3117850" y="6610350"/>
          <p14:tracePt t="185391" x="3124200" y="6610350"/>
          <p14:tracePt t="185398" x="3124200" y="6616700"/>
          <p14:tracePt t="185408" x="3130550" y="6623050"/>
          <p14:tracePt t="185426" x="3136900" y="6629400"/>
          <p14:tracePt t="185447" x="3143250" y="6635750"/>
          <p14:tracePt t="185461" x="3149600" y="6635750"/>
          <p14:tracePt t="185471" x="3155950" y="6642100"/>
          <p14:tracePt t="185488" x="3175000" y="6648450"/>
          <p14:tracePt t="185504" x="3187700" y="6661150"/>
          <p14:tracePt t="185521" x="3213100" y="6673850"/>
          <p14:tracePt t="185538" x="3244850" y="6686550"/>
          <p14:tracePt t="185554" x="3263900" y="6692900"/>
          <p14:tracePt t="185571" x="3295650" y="6705600"/>
          <p14:tracePt t="185588" x="3327400" y="6711950"/>
          <p14:tracePt t="185604" x="3346450" y="6718300"/>
          <p14:tracePt t="185621" x="3365500" y="6718300"/>
          <p14:tracePt t="185637" x="3384550" y="6718300"/>
          <p14:tracePt t="185671" x="3390900" y="6718300"/>
          <p14:tracePt t="186008" x="3384550" y="6718300"/>
          <p14:tracePt t="186036" x="3378200" y="6718300"/>
          <p14:tracePt t="186106" x="3371850" y="6724650"/>
          <p14:tracePt t="186148" x="3365500" y="6724650"/>
          <p14:tracePt t="186499" x="3371850" y="6718300"/>
          <p14:tracePt t="186506" x="3378200" y="6718300"/>
          <p14:tracePt t="186521" x="3390900" y="6718300"/>
          <p14:tracePt t="186534" x="3390900" y="6711950"/>
          <p14:tracePt t="186551" x="3403600" y="6711950"/>
          <p14:tracePt t="186568" x="3422650" y="6711950"/>
          <p14:tracePt t="186584" x="3486150" y="6699250"/>
          <p14:tracePt t="186600" x="3562350" y="6692900"/>
          <p14:tracePt t="186619" x="3676650" y="6680200"/>
          <p14:tracePt t="186634" x="3746500" y="6673850"/>
          <p14:tracePt t="186650" x="3810000" y="6673850"/>
          <p14:tracePt t="186668" x="4019550" y="6635750"/>
          <p14:tracePt t="186684" x="4070350" y="6623050"/>
          <p14:tracePt t="186700" x="4127500" y="6616700"/>
          <p14:tracePt t="186717" x="4229100" y="6610350"/>
          <p14:tracePt t="186734" x="4311650" y="6591300"/>
          <p14:tracePt t="186750" x="4343400" y="6591300"/>
          <p14:tracePt t="186767" x="4381500" y="6591300"/>
          <p14:tracePt t="186783" x="4413250" y="6591300"/>
          <p14:tracePt t="186800" x="4445000" y="6591300"/>
          <p14:tracePt t="186817" x="4470400" y="6597650"/>
          <p14:tracePt t="186833" x="4508500" y="6604000"/>
          <p14:tracePt t="186850" x="4552950" y="6610350"/>
          <p14:tracePt t="186867" x="4578350" y="6616700"/>
          <p14:tracePt t="186883" x="4648200" y="6616700"/>
          <p14:tracePt t="186900" x="4699000" y="6616700"/>
          <p14:tracePt t="186917" x="4724400" y="6616700"/>
          <p14:tracePt t="186934" x="4781550" y="6616700"/>
          <p14:tracePt t="186949" x="4832350" y="6616700"/>
          <p14:tracePt t="186966" x="4851400" y="6616700"/>
          <p14:tracePt t="186983" x="4870450" y="6616700"/>
          <p14:tracePt t="186999" x="4902200" y="6616700"/>
          <p14:tracePt t="187016" x="4927600" y="6623050"/>
          <p14:tracePt t="187033" x="4946650" y="6623050"/>
          <p14:tracePt t="187049" x="4953000" y="6623050"/>
          <p14:tracePt t="187144" x="4946650" y="6623050"/>
          <p14:tracePt t="187158" x="4940300" y="6623050"/>
          <p14:tracePt t="187200" x="4933950" y="6623050"/>
          <p14:tracePt t="187229" x="4927600" y="6623050"/>
          <p14:tracePt t="187250" x="4921250" y="6623050"/>
          <p14:tracePt t="187263" x="4914900" y="6623050"/>
          <p14:tracePt t="187271" x="4902200" y="6623050"/>
          <p14:tracePt t="187285" x="4883150" y="6623050"/>
          <p14:tracePt t="187299" x="4826000" y="6616700"/>
          <p14:tracePt t="187315" x="4768850" y="6616700"/>
          <p14:tracePt t="187332" x="4718050" y="6610350"/>
          <p14:tracePt t="187348" x="4591050" y="6610350"/>
          <p14:tracePt t="187365" x="4438650" y="6597650"/>
          <p14:tracePt t="187383" x="4248150" y="6597650"/>
          <p14:tracePt t="187398" x="4171950" y="6597650"/>
          <p14:tracePt t="187414" x="3981450" y="6604000"/>
          <p14:tracePt t="187432" x="3835400" y="6610350"/>
          <p14:tracePt t="187448" x="3771900" y="6623050"/>
          <p14:tracePt t="187465" x="3689350" y="6635750"/>
          <p14:tracePt t="187482" x="3644900" y="6642100"/>
          <p14:tracePt t="187497" x="3632200" y="6642100"/>
          <p14:tracePt t="187514" x="3625850" y="6642100"/>
          <p14:tracePt t="187531" x="3619500" y="6642100"/>
          <p14:tracePt t="187567" x="3613150" y="6642100"/>
          <p14:tracePt t="187580" x="3613150" y="6648450"/>
          <p14:tracePt t="187615" x="3606800" y="6648450"/>
          <p14:tracePt t="187642" x="3600450" y="6648450"/>
          <p14:tracePt t="187692" x="3594100" y="6648450"/>
          <p14:tracePt t="187719" x="3587750" y="6648450"/>
          <p14:tracePt t="187726" x="3587750" y="6642100"/>
          <p14:tracePt t="188436" x="3587750" y="6635750"/>
          <p14:tracePt t="188442" x="3581400" y="6623050"/>
          <p14:tracePt t="188457" x="3568700" y="6610350"/>
          <p14:tracePt t="188464" x="3543300" y="6584950"/>
          <p14:tracePt t="188478" x="3524250" y="6572250"/>
          <p14:tracePt t="188494" x="3448050" y="6521450"/>
          <p14:tracePt t="188511" x="3416300" y="6502400"/>
          <p14:tracePt t="188528" x="3321050" y="6426200"/>
          <p14:tracePt t="188544" x="3194050" y="6337300"/>
          <p14:tracePt t="188561" x="3130550" y="6299200"/>
          <p14:tracePt t="188577" x="3003550" y="6223000"/>
          <p14:tracePt t="188594" x="2863850" y="6172200"/>
          <p14:tracePt t="188611" x="2768600" y="6134100"/>
          <p14:tracePt t="188627" x="2724150" y="6127750"/>
          <p14:tracePt t="188644" x="2705100" y="6115050"/>
          <p14:tracePt t="188660" x="2660650" y="6096000"/>
          <p14:tracePt t="188677" x="2622550" y="6070600"/>
          <p14:tracePt t="188693" x="2590800" y="6064250"/>
          <p14:tracePt t="188710" x="2514600" y="6032500"/>
          <p14:tracePt t="188727" x="2406650" y="5994400"/>
          <p14:tracePt t="188744" x="2317750" y="5962650"/>
          <p14:tracePt t="188760" x="2120900" y="5924550"/>
          <p14:tracePt t="188776" x="1898650" y="5873750"/>
          <p14:tracePt t="188794" x="1676400" y="5861050"/>
          <p14:tracePt t="188810" x="1574800" y="5861050"/>
          <p14:tracePt t="188826" x="1441450" y="5848350"/>
          <p14:tracePt t="188843" x="1365250" y="5848350"/>
          <p14:tracePt t="188859" x="1346200" y="5848350"/>
          <p14:tracePt t="188863" x="1339850" y="5848350"/>
          <p14:tracePt t="188893" x="1320800" y="5848350"/>
          <p14:tracePt t="188909" x="1314450" y="5848350"/>
          <p14:tracePt t="189018" x="1308100" y="5848350"/>
          <p14:tracePt t="189053" x="1308100" y="5854700"/>
          <p14:tracePt t="189067" x="1308100" y="5861050"/>
          <p14:tracePt t="189074" x="1308100" y="5867400"/>
          <p14:tracePt t="189081" x="1308100" y="5873750"/>
          <p14:tracePt t="189095" x="1301750" y="5880100"/>
          <p14:tracePt t="189109" x="1295400" y="5886450"/>
          <p14:tracePt t="189125" x="1276350" y="5905500"/>
          <p14:tracePt t="189142" x="1270000" y="5918200"/>
          <p14:tracePt t="189159" x="1257300" y="5943600"/>
          <p14:tracePt t="189175" x="1238250" y="5981700"/>
          <p14:tracePt t="189193" x="1238250" y="6007100"/>
          <p14:tracePt t="189208" x="1231900" y="6007100"/>
          <p14:tracePt t="189225" x="1231900" y="6013450"/>
          <p14:tracePt t="189242" x="1231900" y="6026150"/>
          <p14:tracePt t="189274" x="1231900" y="6032500"/>
          <p14:tracePt t="189305" x="1231900" y="6038850"/>
          <p14:tracePt t="189376" x="1231900" y="6045200"/>
          <p14:tracePt t="189467" x="1231900" y="6051550"/>
          <p14:tracePt t="189474" x="1231900" y="6057900"/>
          <p14:tracePt t="189516" x="1231900" y="6064250"/>
          <p14:tracePt t="189522" x="1238250" y="6064250"/>
          <p14:tracePt t="189544" x="1244600" y="6064250"/>
          <p14:tracePt t="189559" x="1250950" y="6064250"/>
          <p14:tracePt t="189564" x="1257300" y="6064250"/>
          <p14:tracePt t="189579" x="1270000" y="6064250"/>
          <p14:tracePt t="189590" x="1282700" y="6064250"/>
          <p14:tracePt t="189607" x="1327150" y="6070600"/>
          <p14:tracePt t="189623" x="1358900" y="6076950"/>
          <p14:tracePt t="189640" x="1422400" y="6076950"/>
          <p14:tracePt t="189657" x="1530350" y="6089650"/>
          <p14:tracePt t="189673" x="1581150" y="6089650"/>
          <p14:tracePt t="189690" x="1676400" y="6083300"/>
          <p14:tracePt t="189706" x="1758950" y="6076950"/>
          <p14:tracePt t="189723" x="1784350" y="6070600"/>
          <p14:tracePt t="189740" x="1816100" y="6070600"/>
          <p14:tracePt t="189756" x="1828800" y="6057900"/>
          <p14:tracePt t="189773" x="1828800" y="6051550"/>
          <p14:tracePt t="189806" x="1822450" y="6051550"/>
          <p14:tracePt t="189825" x="1816100" y="6045200"/>
          <p14:tracePt t="189845" x="1803400" y="6045200"/>
          <p14:tracePt t="189859" x="1797050" y="6045200"/>
          <p14:tracePt t="189873" x="1771650" y="6045200"/>
          <p14:tracePt t="189889" x="1758950" y="6045200"/>
          <p14:tracePt t="189906" x="1746250" y="6045200"/>
          <p14:tracePt t="189923" x="1689100" y="6038850"/>
          <p14:tracePt t="189939" x="1593850" y="6051550"/>
          <p14:tracePt t="189956" x="1543050" y="6051550"/>
          <p14:tracePt t="189972" x="1435100" y="6076950"/>
          <p14:tracePt t="189989" x="1327150" y="6102350"/>
          <p14:tracePt t="190007" x="1257300" y="6140450"/>
          <p14:tracePt t="190023" x="1225550" y="6153150"/>
          <p14:tracePt t="190038" x="1193800" y="6172200"/>
          <p14:tracePt t="190056" x="1181100" y="6184900"/>
          <p14:tracePt t="190088" x="1174750" y="6197600"/>
          <p14:tracePt t="190122" x="1174750" y="6203950"/>
          <p14:tracePt t="190139" x="1187450" y="6210300"/>
          <p14:tracePt t="190155" x="1200150" y="6216650"/>
          <p14:tracePt t="190172" x="1206500" y="6216650"/>
          <p14:tracePt t="190189" x="1225550" y="6216650"/>
          <p14:tracePt t="190205" x="1238250" y="6216650"/>
          <p14:tracePt t="190222" x="1250950" y="6216650"/>
          <p14:tracePt t="190238" x="1295400" y="6235700"/>
          <p14:tracePt t="190255" x="1314450" y="6235700"/>
          <p14:tracePt t="190272" x="1384300" y="6248400"/>
          <p14:tracePt t="190288" x="1479550" y="6267450"/>
          <p14:tracePt t="190305" x="1536700" y="6273800"/>
          <p14:tracePt t="190322" x="1663700" y="6292850"/>
          <p14:tracePt t="190338" x="1797050" y="6305550"/>
          <p14:tracePt t="190354" x="1873250" y="6305550"/>
          <p14:tracePt t="190371" x="2000250" y="6305550"/>
          <p14:tracePt t="190388" x="2101850" y="6311900"/>
          <p14:tracePt t="190405" x="2146300" y="6311900"/>
          <p14:tracePt t="190421" x="2184400" y="6311900"/>
          <p14:tracePt t="190438" x="2209800" y="6311900"/>
          <p14:tracePt t="190455" x="2222500" y="6311900"/>
          <p14:tracePt t="190470" x="2222500" y="6318250"/>
          <p14:tracePt t="190487" x="2235200" y="6324600"/>
          <p14:tracePt t="190504" x="2260600" y="6337300"/>
          <p14:tracePt t="190521" x="2266950" y="6337300"/>
          <p14:tracePt t="190537" x="2273300" y="6337300"/>
          <p14:tracePt t="190554" x="2286000" y="6337300"/>
          <p14:tracePt t="190570" x="2305050" y="6343650"/>
          <p14:tracePt t="190589" x="2317750" y="6350000"/>
          <p14:tracePt t="190603" x="2324100" y="6356350"/>
          <p14:tracePt t="190620" x="2330450" y="6356350"/>
          <p14:tracePt t="190637" x="2336800" y="6362700"/>
          <p14:tracePt t="190654" x="2343150" y="6362700"/>
          <p14:tracePt t="203592" x="2336800" y="6356350"/>
          <p14:tracePt t="203600" x="2317750" y="6330950"/>
          <p14:tracePt t="203608" x="2292350" y="6299200"/>
          <p14:tracePt t="203625" x="2203450" y="6184900"/>
          <p14:tracePt t="203642" x="2025650" y="5924550"/>
          <p14:tracePt t="203658" x="1885950" y="5708650"/>
          <p14:tracePt t="203676" x="1619250" y="5384800"/>
          <p14:tracePt t="203692" x="1428750" y="5175250"/>
          <p14:tracePt t="203708" x="1263650" y="5010150"/>
          <p14:tracePt t="203725" x="1136650" y="4889500"/>
          <p14:tracePt t="203741" x="901700" y="4711700"/>
          <p14:tracePt t="203758" x="749300" y="4616450"/>
          <p14:tracePt t="203775" x="539750" y="4495800"/>
          <p14:tracePt t="203791" x="387350" y="4400550"/>
          <p14:tracePt t="203808" x="260350" y="4324350"/>
          <p14:tracePt t="203825" x="50800" y="4248150"/>
          <p14:tracePt t="204023" x="88900" y="3670300"/>
          <p14:tracePt t="204042" x="419100" y="3556000"/>
          <p14:tracePt t="204057" x="647700" y="3492500"/>
          <p14:tracePt t="204073" x="882650" y="3435350"/>
          <p14:tracePt t="204077" x="996950" y="3416300"/>
          <p14:tracePt t="204090" x="1181100" y="3365500"/>
          <p14:tracePt t="204107" x="1327150" y="3308350"/>
          <p14:tracePt t="204124" x="1447800" y="3270250"/>
          <p14:tracePt t="204140" x="1568450" y="3251200"/>
          <p14:tracePt t="204157" x="1606550" y="3244850"/>
          <p14:tracePt t="204174" x="1638300" y="3244850"/>
          <p14:tracePt t="204189" x="1644650" y="3244850"/>
          <p14:tracePt t="204223" x="1638300" y="3244850"/>
          <p14:tracePt t="204240" x="1625600" y="3244850"/>
          <p14:tracePt t="204256" x="1619250" y="3251200"/>
          <p14:tracePt t="204273" x="1606550" y="3251200"/>
          <p14:tracePt t="204289" x="1600200" y="3257550"/>
          <p14:tracePt t="204307" x="1587500" y="3263900"/>
          <p14:tracePt t="204323" x="1562100" y="3282950"/>
          <p14:tracePt t="204339" x="1517650" y="3321050"/>
          <p14:tracePt t="204357" x="1454150" y="3384550"/>
          <p14:tracePt t="204373" x="1416050" y="3441700"/>
          <p14:tracePt t="204389" x="1397000" y="3479800"/>
          <p14:tracePt t="204406" x="1371600" y="3530600"/>
          <p14:tracePt t="204422" x="1365250" y="3549650"/>
          <p14:tracePt t="204439" x="1365250" y="3568700"/>
          <p14:tracePt t="204456" x="1377950" y="3587750"/>
          <p14:tracePt t="204472" x="1409700" y="3587750"/>
          <p14:tracePt t="204490" x="1479550" y="3594100"/>
          <p14:tracePt t="204505" x="1568450" y="3600450"/>
          <p14:tracePt t="204522" x="1644650" y="3600450"/>
          <p14:tracePt t="204539" x="1790700" y="3581400"/>
          <p14:tracePt t="204555" x="1860550" y="3562350"/>
          <p14:tracePt t="204572" x="1981200" y="3511550"/>
          <p14:tracePt t="204576" x="2012950" y="3498850"/>
          <p14:tracePt t="204589" x="2044700" y="3479800"/>
          <p14:tracePt t="204605" x="2063750" y="3467100"/>
          <p14:tracePt t="204622" x="2076450" y="3454400"/>
          <p14:tracePt t="204638" x="2076450" y="3448050"/>
          <p14:tracePt t="204672" x="2076450" y="3441700"/>
          <p14:tracePt t="204688" x="2070100" y="3441700"/>
          <p14:tracePt t="204708" x="2063750" y="3454400"/>
          <p14:tracePt t="204728" x="2057400" y="3460750"/>
          <p14:tracePt t="204738" x="2044700" y="3473450"/>
          <p14:tracePt t="204755" x="2019300" y="3486150"/>
          <p14:tracePt t="204771" x="1981200" y="3524250"/>
          <p14:tracePt t="204788" x="1936750" y="3562350"/>
          <p14:tracePt t="204805" x="1892300" y="3606800"/>
          <p14:tracePt t="204821" x="1879600" y="3613150"/>
          <p14:tracePt t="204838" x="1873250" y="3625850"/>
          <p14:tracePt t="204855" x="1866900" y="3644900"/>
          <p14:tracePt t="204871" x="1873250" y="3651250"/>
          <p14:tracePt t="204887" x="1873250" y="3657600"/>
          <p14:tracePt t="204904" x="1905000" y="3670300"/>
          <p14:tracePt t="204921" x="1949450" y="3676650"/>
          <p14:tracePt t="204939" x="2038350" y="3689350"/>
          <p14:tracePt t="204954" x="2101850" y="3689350"/>
          <p14:tracePt t="204970" x="2222500" y="3689350"/>
          <p14:tracePt t="204987" x="2298700" y="3683000"/>
          <p14:tracePt t="205004" x="2330450" y="3683000"/>
          <p14:tracePt t="205020" x="2362200" y="3676650"/>
          <p14:tracePt t="205037" x="2374900" y="3676650"/>
          <p14:tracePt t="205107" x="2368550" y="3676650"/>
          <p14:tracePt t="205121" x="2362200" y="3676650"/>
          <p14:tracePt t="205128" x="2355850" y="3683000"/>
          <p14:tracePt t="205136" x="2349500" y="3689350"/>
          <p14:tracePt t="205153" x="2330450" y="3702050"/>
          <p14:tracePt t="205170" x="2298700" y="3721100"/>
          <p14:tracePt t="205186" x="2286000" y="3727450"/>
          <p14:tracePt t="205203" x="2260600" y="3746500"/>
          <p14:tracePt t="205220" x="2235200" y="3771900"/>
          <p14:tracePt t="205236" x="2222500" y="3771900"/>
          <p14:tracePt t="205253" x="2216150" y="3778250"/>
          <p14:tracePt t="205269" x="2209800" y="3778250"/>
          <p14:tracePt t="205338" x="2209800" y="3784600"/>
          <p14:tracePt t="205345" x="2209800" y="3790950"/>
          <p14:tracePt t="206429" x="2222500" y="3790950"/>
          <p14:tracePt t="206436" x="2260600" y="3790950"/>
          <p14:tracePt t="206451" x="2298700" y="3790950"/>
          <p14:tracePt t="206465" x="2349500" y="3790950"/>
          <p14:tracePt t="206482" x="2444750" y="3771900"/>
          <p14:tracePt t="206501" x="2540000" y="3752850"/>
          <p14:tracePt t="206516" x="2571750" y="3752850"/>
          <p14:tracePt t="206532" x="2635250" y="3746500"/>
          <p14:tracePt t="206549" x="2679700" y="3740150"/>
          <p14:tracePt t="206566" x="2698750" y="3740150"/>
          <p14:tracePt t="206584" x="2717800" y="3733800"/>
          <p14:tracePt t="206646" x="2711450" y="3733800"/>
          <p14:tracePt t="206667" x="2705100" y="3733800"/>
          <p14:tracePt t="206682" x="2698750" y="3733800"/>
          <p14:tracePt t="206688" x="2686050" y="3733800"/>
          <p14:tracePt t="206702" x="2667000" y="3733800"/>
          <p14:tracePt t="206714" x="2628900" y="3733800"/>
          <p14:tracePt t="206732" x="2508250" y="3733800"/>
          <p14:tracePt t="206748" x="2419350" y="3733800"/>
          <p14:tracePt t="206765" x="2241550" y="3746500"/>
          <p14:tracePt t="206781" x="2082800" y="3778250"/>
          <p14:tracePt t="206798" x="2032000" y="3797300"/>
          <p14:tracePt t="206815" x="1930400" y="3822700"/>
          <p14:tracePt t="206831" x="1885950" y="3835400"/>
          <p14:tracePt t="206847" x="1873250" y="3835400"/>
          <p14:tracePt t="206864" x="1860550" y="3841750"/>
          <p14:tracePt t="206880" x="1860550" y="3860800"/>
          <p14:tracePt t="206914" x="1879600" y="3873500"/>
          <p14:tracePt t="206930" x="1905000" y="3873500"/>
          <p14:tracePt t="206947" x="1943100" y="3873500"/>
          <p14:tracePt t="206963" x="2000250" y="3886200"/>
          <p14:tracePt t="206980" x="2057400" y="3892550"/>
          <p14:tracePt t="206998" x="2216150" y="3917950"/>
          <p14:tracePt t="207013" x="2266950" y="3930650"/>
          <p14:tracePt t="207030" x="2317750" y="3930650"/>
          <p14:tracePt t="207047" x="2425700" y="3924300"/>
          <p14:tracePt t="207063" x="2476500" y="3917950"/>
          <p14:tracePt t="207080" x="2489200" y="3911600"/>
          <p14:tracePt t="207096" x="2508250" y="3905250"/>
          <p14:tracePt t="207113" x="2508250" y="3898900"/>
          <p14:tracePt t="207130" x="2508250" y="3886200"/>
          <p14:tracePt t="207146" x="2508250" y="3879850"/>
          <p14:tracePt t="207194" x="2501900" y="3879850"/>
          <p14:tracePt t="207222" x="2508250" y="3879850"/>
          <p14:tracePt t="207242" x="2508250" y="3886200"/>
          <p14:tracePt t="207250" x="2520950" y="3886200"/>
          <p14:tracePt t="207265" x="2527300" y="3886200"/>
          <p14:tracePt t="207279" x="2565400" y="3898900"/>
          <p14:tracePt t="207296" x="2609850" y="3911600"/>
          <p14:tracePt t="207313" x="2724150" y="3937000"/>
          <p14:tracePt t="207329" x="2813050" y="3937000"/>
          <p14:tracePt t="207346" x="3016250" y="3937000"/>
          <p14:tracePt t="207362" x="3206750" y="3930650"/>
          <p14:tracePt t="207379" x="3282950" y="3917950"/>
          <p14:tracePt t="207396" x="3403600" y="3905250"/>
          <p14:tracePt t="207412" x="3454400" y="3892550"/>
          <p14:tracePt t="207428" x="3467100" y="3886200"/>
          <p14:tracePt t="207446" x="3479800" y="3886200"/>
          <p14:tracePt t="207523" x="3479800" y="3892550"/>
          <p14:tracePt t="207551" x="3479800" y="3898900"/>
          <p14:tracePt t="207558" x="3479800" y="3905250"/>
          <p14:tracePt t="207579" x="3479800" y="3911600"/>
          <p14:tracePt t="208045" x="3492500" y="3911600"/>
          <p14:tracePt t="208051" x="3530600" y="3911600"/>
          <p14:tracePt t="208060" x="3568700" y="3911600"/>
          <p14:tracePt t="208076" x="3638550" y="3917950"/>
          <p14:tracePt t="208094" x="3790950" y="3956050"/>
          <p14:tracePt t="208110" x="3873500" y="3968750"/>
          <p14:tracePt t="208113" x="3962400" y="3987800"/>
          <p14:tracePt t="208126" x="4051300" y="4000500"/>
          <p14:tracePt t="208143" x="4229100" y="4006850"/>
          <p14:tracePt t="208159" x="4305300" y="4006850"/>
          <p14:tracePt t="208176" x="4400550" y="4025900"/>
          <p14:tracePt t="208193" x="4438650" y="4032250"/>
          <p14:tracePt t="208209" x="4445000" y="4032250"/>
          <p14:tracePt t="208226" x="4451350" y="4038600"/>
          <p14:tracePt t="208290" x="4445000" y="4038600"/>
          <p14:tracePt t="208303" x="4438650" y="4038600"/>
          <p14:tracePt t="208312" x="4432300" y="4038600"/>
          <p14:tracePt t="208326" x="4425950" y="4038600"/>
          <p14:tracePt t="208342" x="4419600" y="4038600"/>
          <p14:tracePt t="208360" x="4419600" y="4025900"/>
          <p14:tracePt t="211018" x="4413250" y="4032250"/>
          <p14:tracePt t="211025" x="4400550" y="4038600"/>
          <p14:tracePt t="211033" x="4375150" y="4044950"/>
          <p14:tracePt t="211049" x="4362450" y="4051300"/>
          <p14:tracePt t="211067" x="4324350" y="4057650"/>
          <p14:tracePt t="211083" x="4298950" y="4064000"/>
          <p14:tracePt t="211099" x="4241800" y="4083050"/>
          <p14:tracePt t="211116" x="4159250" y="4095750"/>
          <p14:tracePt t="211132" x="4108450" y="4095750"/>
          <p14:tracePt t="211149" x="3994150" y="4095750"/>
          <p14:tracePt t="211166" x="3829050" y="4095750"/>
          <p14:tracePt t="211182" x="3746500" y="4083050"/>
          <p14:tracePt t="211200" x="3556000" y="4044950"/>
          <p14:tracePt t="211215" x="3371850" y="4000500"/>
          <p14:tracePt t="211232" x="3295650" y="3994150"/>
          <p14:tracePt t="211249" x="3136900" y="3949700"/>
          <p14:tracePt t="211265" x="3016250" y="3917950"/>
          <p14:tracePt t="211282" x="2946400" y="3886200"/>
          <p14:tracePt t="211299" x="2832100" y="3841750"/>
          <p14:tracePt t="211315" x="2736850" y="3803650"/>
          <p14:tracePt t="211332" x="2692400" y="3797300"/>
          <p14:tracePt t="211348" x="2616200" y="3784600"/>
          <p14:tracePt t="211365" x="2578100" y="3784600"/>
          <p14:tracePt t="211382" x="2476500" y="3765550"/>
          <p14:tracePt t="211398" x="2451100" y="3759200"/>
          <p14:tracePt t="211415" x="2432050" y="3752850"/>
          <p14:tracePt t="211432" x="2413000" y="3746500"/>
          <p14:tracePt t="211448" x="2406650" y="3746500"/>
          <p14:tracePt t="211481" x="2400300" y="3746500"/>
          <p14:tracePt t="211498" x="2387600" y="3746500"/>
          <p14:tracePt t="211515" x="2374900" y="3740150"/>
          <p14:tracePt t="211531" x="2368550" y="3740150"/>
          <p14:tracePt t="211547" x="2355850" y="3740150"/>
          <p14:tracePt t="211565" x="2343150" y="3733800"/>
          <p14:tracePt t="211581" x="2330450" y="3733800"/>
          <p14:tracePt t="211598" x="2324100" y="3733800"/>
          <p14:tracePt t="211614" x="2305050" y="3727450"/>
          <p14:tracePt t="211631" x="2292350" y="3721100"/>
          <p14:tracePt t="211648" x="2286000" y="3721100"/>
          <p14:tracePt t="211664" x="2241550" y="3708400"/>
          <p14:tracePt t="211681" x="2222500" y="3702050"/>
          <p14:tracePt t="211698" x="2178050" y="3695700"/>
          <p14:tracePt t="211714" x="2159000" y="3689350"/>
          <p14:tracePt t="211730" x="2133600" y="3683000"/>
          <p14:tracePt t="211747" x="2108200" y="3676650"/>
          <p14:tracePt t="211764" x="2101850" y="3676650"/>
          <p14:tracePt t="211781" x="2095500" y="3676650"/>
          <p14:tracePt t="211859" x="2089150" y="3670300"/>
          <p14:tracePt t="212048" x="2089150" y="3676650"/>
          <p14:tracePt t="212083" x="2095500" y="3676650"/>
          <p14:tracePt t="212125" x="2101850" y="3676650"/>
          <p14:tracePt t="212154" x="2108200" y="3676650"/>
          <p14:tracePt t="212175" x="2114550" y="3676650"/>
          <p14:tracePt t="212197" x="2120900" y="3676650"/>
          <p14:tracePt t="212217" x="2133600" y="3676650"/>
          <p14:tracePt t="212238" x="2139950" y="3676650"/>
          <p14:tracePt t="212244" x="2152650" y="3676650"/>
          <p14:tracePt t="212259" x="2171700" y="3676650"/>
          <p14:tracePt t="212265" x="2197100" y="3689350"/>
          <p14:tracePt t="212282" x="2222500" y="3689350"/>
          <p14:tracePt t="212295" x="2279650" y="3695700"/>
          <p14:tracePt t="212312" x="2311400" y="3695700"/>
          <p14:tracePt t="212330" x="2368550" y="3708400"/>
          <p14:tracePt t="212345" x="2400300" y="3708400"/>
          <p14:tracePt t="212364" x="2451100" y="3727450"/>
          <p14:tracePt t="212378" x="2463800" y="3733800"/>
          <p14:tracePt t="212395" x="2470150" y="3740150"/>
          <p14:tracePt t="212412" x="2482850" y="3746500"/>
          <p14:tracePt t="212428" x="2489200" y="3759200"/>
          <p14:tracePt t="212462" x="2495550" y="3765550"/>
          <p14:tracePt t="212497" x="2501900" y="3765550"/>
          <p14:tracePt t="212574" x="2495550" y="3765550"/>
          <p14:tracePt t="212616" x="2482850" y="3759200"/>
          <p14:tracePt t="212637" x="2476500" y="3752850"/>
          <p14:tracePt t="212645" x="2470150" y="3752850"/>
          <p14:tracePt t="212658" x="2463800" y="3746500"/>
          <p14:tracePt t="212665" x="2457450" y="3746500"/>
          <p14:tracePt t="212680" x="2444750" y="3740150"/>
          <p14:tracePt t="212694" x="2419350" y="3733800"/>
          <p14:tracePt t="212710" x="2368550" y="3714750"/>
          <p14:tracePt t="212729" x="2298700" y="3689350"/>
          <p14:tracePt t="212744" x="2266950" y="3683000"/>
          <p14:tracePt t="212761" x="2209800" y="3657600"/>
          <p14:tracePt t="212778" x="2159000" y="3644900"/>
          <p14:tracePt t="212794" x="2146300" y="3638550"/>
          <p14:tracePt t="212810" x="2114550" y="3632200"/>
          <p14:tracePt t="212826" x="2101850" y="3619500"/>
          <p14:tracePt t="212843" x="2095500" y="3619500"/>
          <p14:tracePt t="212860" x="2089150" y="3619500"/>
          <p14:tracePt t="212877" x="2082800" y="3619500"/>
          <p14:tracePt t="212910" x="2076450" y="3619500"/>
          <p14:tracePt t="212926" x="2076450" y="3613150"/>
          <p14:tracePt t="213016" x="2070100" y="3613150"/>
          <p14:tracePt t="213149" x="2076450" y="3613150"/>
          <p14:tracePt t="213178" x="2082800" y="3613150"/>
          <p14:tracePt t="213205" x="2089150" y="3613150"/>
          <p14:tracePt t="213261" x="2095500" y="3613150"/>
          <p14:tracePt t="213359" x="2095500" y="3619500"/>
          <p14:tracePt t="214692" x="2114550" y="3632200"/>
          <p14:tracePt t="214699" x="2133600" y="3638550"/>
          <p14:tracePt t="214713" x="2165350" y="3651250"/>
          <p14:tracePt t="214723" x="2184400" y="3657600"/>
          <p14:tracePt t="214736" x="2203450" y="3683000"/>
          <p14:tracePt t="214753" x="2273300" y="3727450"/>
          <p14:tracePt t="214770" x="2336800" y="3771900"/>
          <p14:tracePt t="214786" x="2368550" y="3797300"/>
          <p14:tracePt t="214804" x="2432050" y="3835400"/>
          <p14:tracePt t="214820" x="2520950" y="3879850"/>
          <p14:tracePt t="214836" x="2565400" y="3898900"/>
          <p14:tracePt t="214853" x="2641600" y="3937000"/>
          <p14:tracePt t="214869" x="2660650" y="3956050"/>
          <p14:tracePt t="214886" x="2705100" y="3975100"/>
          <p14:tracePt t="214903" x="2730500" y="3987800"/>
          <p14:tracePt t="214919" x="2736850" y="3987800"/>
          <p14:tracePt t="214937" x="2749550" y="3987800"/>
          <p14:tracePt t="214993" x="2743200" y="3981450"/>
          <p14:tracePt t="215015" x="2736850" y="3981450"/>
          <p14:tracePt t="215021" x="2730500" y="3975100"/>
          <p14:tracePt t="215036" x="2724150" y="3975100"/>
          <p14:tracePt t="215070" x="2711450" y="3975100"/>
          <p14:tracePt t="215092" x="2705100" y="3968750"/>
          <p14:tracePt t="215099" x="2698750" y="3968750"/>
          <p14:tracePt t="215113" x="2692400" y="3968750"/>
          <p14:tracePt t="215122" x="2679700" y="3962400"/>
          <p14:tracePt t="215135" x="2667000" y="3956050"/>
          <p14:tracePt t="215152" x="2654300" y="3949700"/>
          <p14:tracePt t="215169" x="2597150" y="3917950"/>
          <p14:tracePt t="215185" x="2578100" y="3905250"/>
          <p14:tracePt t="215202" x="2559050" y="3892550"/>
          <p14:tracePt t="215219" x="2514600" y="3867150"/>
          <p14:tracePt t="215235" x="2470150" y="3841750"/>
          <p14:tracePt t="215254" x="2432050" y="3822700"/>
          <p14:tracePt t="215268" x="2406650" y="3797300"/>
          <p14:tracePt t="215285" x="2362200" y="3759200"/>
          <p14:tracePt t="215302" x="2343150" y="3740150"/>
          <p14:tracePt t="215318" x="2317750" y="3714750"/>
          <p14:tracePt t="215335" x="2298700" y="3702050"/>
          <p14:tracePt t="215351" x="2286000" y="3689350"/>
          <p14:tracePt t="215367" x="2279650" y="3683000"/>
          <p14:tracePt t="215385" x="2273300" y="3676650"/>
          <p14:tracePt t="215401" x="2266950" y="3676650"/>
          <p14:tracePt t="215660" x="2266950" y="3683000"/>
          <p14:tracePt t="215695" x="2266950" y="3689350"/>
          <p14:tracePt t="215702" x="2273300" y="3689350"/>
          <p14:tracePt t="215730" x="2273300" y="3695700"/>
          <p14:tracePt t="215744" x="2279650" y="3695700"/>
          <p14:tracePt t="215753" x="2286000" y="3695700"/>
          <p14:tracePt t="215772" x="2286000" y="3702050"/>
          <p14:tracePt t="215793" x="2292350" y="3702050"/>
          <p14:tracePt t="215802" x="2298700" y="3708400"/>
          <p14:tracePt t="215816" x="2305050" y="3714750"/>
          <p14:tracePt t="215833" x="2317750" y="3721100"/>
          <p14:tracePt t="215850" x="2349500" y="3740150"/>
          <p14:tracePt t="215866" x="2425700" y="3784600"/>
          <p14:tracePt t="215883" x="2540000" y="3848100"/>
          <p14:tracePt t="215899" x="2597150" y="3886200"/>
          <p14:tracePt t="215916" x="2736850" y="3968750"/>
          <p14:tracePt t="215934" x="2863850" y="4032250"/>
          <p14:tracePt t="215949" x="2914650" y="4064000"/>
          <p14:tracePt t="215966" x="3003550" y="4095750"/>
          <p14:tracePt t="215983" x="3035300" y="4121150"/>
          <p14:tracePt t="215999" x="3048000" y="4127500"/>
          <p14:tracePt t="216074" x="3035300" y="4127500"/>
          <p14:tracePt t="216080" x="3028950" y="4127500"/>
          <p14:tracePt t="216102" x="3022600" y="4127500"/>
          <p14:tracePt t="216117" x="3016250" y="4127500"/>
          <p14:tracePt t="216122" x="3009900" y="4127500"/>
          <p14:tracePt t="216144" x="3009900" y="4121150"/>
          <p14:tracePt t="216152" x="3003550" y="4121150"/>
          <p14:tracePt t="216166" x="2997200" y="4114800"/>
          <p14:tracePt t="216186" x="2984500" y="4108450"/>
          <p14:tracePt t="216198" x="2978150" y="4108450"/>
          <p14:tracePt t="216215" x="2959100" y="4102100"/>
          <p14:tracePt t="216232" x="2940050" y="4095750"/>
          <p14:tracePt t="216250" x="2882900" y="4076700"/>
          <p14:tracePt t="216265" x="2794000" y="4032250"/>
          <p14:tracePt t="216281" x="2749550" y="4000500"/>
          <p14:tracePt t="216298" x="2660650" y="3956050"/>
          <p14:tracePt t="216315" x="2571750" y="3917950"/>
          <p14:tracePt t="216331" x="2540000" y="3892550"/>
          <p14:tracePt t="216348" x="2489200" y="3860800"/>
          <p14:tracePt t="216365" x="2451100" y="3829050"/>
          <p14:tracePt t="216382" x="2444750" y="3829050"/>
          <p14:tracePt t="216397" x="2438400" y="3822700"/>
          <p14:tracePt t="216414" x="2432050" y="3816350"/>
          <p14:tracePt t="216431" x="2425700" y="3816350"/>
          <p14:tracePt t="216464" x="2425700" y="3822700"/>
          <p14:tracePt t="216481" x="2432050" y="3829050"/>
          <p14:tracePt t="216497" x="2438400" y="3841750"/>
          <p14:tracePt t="216514" x="2451100" y="3848100"/>
          <p14:tracePt t="216531" x="2470150" y="3867150"/>
          <p14:tracePt t="216547" x="2514600" y="3905250"/>
          <p14:tracePt t="216565" x="2597150" y="3962400"/>
          <p14:tracePt t="216581" x="2667000" y="4013200"/>
          <p14:tracePt t="216597" x="2832100" y="4152900"/>
          <p14:tracePt t="216614" x="2914650" y="4248150"/>
          <p14:tracePt t="216630" x="3124200" y="4419600"/>
          <p14:tracePt t="216647" x="3314700" y="4610100"/>
          <p14:tracePt t="216664" x="3492500" y="4781550"/>
          <p14:tracePt t="216681" x="3568700" y="4864100"/>
          <p14:tracePt t="216697" x="3625850" y="4921250"/>
          <p14:tracePt t="216713" x="3721100" y="5035550"/>
          <p14:tracePt t="216730" x="3727450" y="5048250"/>
          <p14:tracePt t="216747" x="3740150" y="5073650"/>
          <p14:tracePt t="216763" x="3740150" y="5080000"/>
          <p14:tracePt t="216767" x="3746500" y="5086350"/>
          <p14:tracePt t="216780" x="3746500" y="5092700"/>
          <p14:tracePt t="216796" x="3746500" y="5105400"/>
          <p14:tracePt t="216830" x="3746500" y="5130800"/>
          <p14:tracePt t="216846" x="3746500" y="5156200"/>
          <p14:tracePt t="216863" x="3746500" y="5168900"/>
          <p14:tracePt t="216880" x="3746500" y="5194300"/>
          <p14:tracePt t="216896" x="3746500" y="5219700"/>
          <p14:tracePt t="216913" x="3746500" y="5238750"/>
          <p14:tracePt t="216930" x="3752850" y="5264150"/>
          <p14:tracePt t="216946" x="3752850" y="5276850"/>
          <p14:tracePt t="216962" x="3752850" y="5308600"/>
          <p14:tracePt t="216979" x="3752850" y="5346700"/>
          <p14:tracePt t="216996" x="3752850" y="5403850"/>
          <p14:tracePt t="217013" x="3752850" y="5492750"/>
          <p14:tracePt t="217029" x="3765550" y="5549900"/>
          <p14:tracePt t="217045" x="3765550" y="5613400"/>
          <p14:tracePt t="217063" x="3771900" y="5803900"/>
          <p14:tracePt t="217079" x="3778250" y="5848350"/>
          <p14:tracePt t="217099" x="3797300" y="5943600"/>
          <p14:tracePt t="217113" x="3803650" y="5969000"/>
          <p14:tracePt t="217129" x="3810000" y="6000750"/>
          <p14:tracePt t="217145" x="3816350" y="6026150"/>
          <p14:tracePt t="217162" x="3816350" y="6032500"/>
          <p14:tracePt t="217178" x="3816350" y="6038850"/>
          <p14:tracePt t="217217" x="3816350" y="6045200"/>
          <p14:tracePt t="217223" x="3810000" y="6051550"/>
          <p14:tracePt t="217238" x="3803650" y="6051550"/>
          <p14:tracePt t="217247" x="3797300" y="6064250"/>
          <p14:tracePt t="217261" x="3790950" y="6076950"/>
          <p14:tracePt t="217278" x="3784600" y="6076950"/>
          <p14:tracePt t="217929" x="3778250" y="6076950"/>
          <p14:tracePt t="217936" x="3771900" y="6083300"/>
          <p14:tracePt t="217945" x="3752850" y="6089650"/>
          <p14:tracePt t="217959" x="3740150" y="6102350"/>
          <p14:tracePt t="217975" x="3733800" y="6108700"/>
          <p14:tracePt t="217993" x="3708400" y="6127750"/>
          <p14:tracePt t="218009" x="3689350" y="6134100"/>
          <p14:tracePt t="218026" x="3683000" y="6140450"/>
          <p14:tracePt t="218042" x="3663950" y="6153150"/>
          <p14:tracePt t="218059" x="3651250" y="6159500"/>
          <p14:tracePt t="218076" x="3644900" y="6159500"/>
          <p14:tracePt t="218147" x="3644900" y="6165850"/>
          <p14:tracePt t="218210" x="3644900" y="6172200"/>
          <p14:tracePt t="218280" x="3644900" y="6165850"/>
          <p14:tracePt t="218315" x="3651250" y="6165850"/>
          <p14:tracePt t="218350" x="3657600" y="6165850"/>
          <p14:tracePt t="218371" x="3663950" y="6165850"/>
          <p14:tracePt t="218406" x="3663950" y="6159500"/>
          <p14:tracePt t="218511" x="3670300" y="6159500"/>
          <p14:tracePt t="218567" x="3663950" y="6159500"/>
          <p14:tracePt t="218589" x="3657600" y="6159500"/>
          <p14:tracePt t="218595" x="3651250" y="6159500"/>
          <p14:tracePt t="218609" x="3644900" y="6159500"/>
          <p14:tracePt t="218624" x="3644900" y="6153150"/>
          <p14:tracePt t="218640" x="3638550" y="6146800"/>
          <p14:tracePt t="218656" x="3632200" y="6134100"/>
          <p14:tracePt t="218673" x="3600450" y="6083300"/>
          <p14:tracePt t="218690" x="3568700" y="5994400"/>
          <p14:tracePt t="218706" x="3536950" y="5930900"/>
          <p14:tracePt t="218723" x="3498850" y="5772150"/>
          <p14:tracePt t="218740" x="3460750" y="5600700"/>
          <p14:tracePt t="218757" x="3435350" y="5410200"/>
          <p14:tracePt t="218773" x="3416300" y="5314950"/>
          <p14:tracePt t="218776" x="3409950" y="5213350"/>
          <p14:tracePt t="218806" x="3365500" y="4933950"/>
          <p14:tracePt t="218823" x="3359150" y="4851400"/>
          <p14:tracePt t="218839" x="3340100" y="4762500"/>
          <p14:tracePt t="218856" x="3314700" y="4597400"/>
          <p14:tracePt t="218872" x="3289300" y="4413250"/>
          <p14:tracePt t="218890" x="3225800" y="4229100"/>
          <p14:tracePt t="218905" x="3187700" y="4140200"/>
          <p14:tracePt t="218922" x="3098800" y="3937000"/>
          <p14:tracePt t="218939" x="3028950" y="3765550"/>
          <p14:tracePt t="218955" x="2990850" y="3683000"/>
          <p14:tracePt t="218972" x="2908300" y="3549650"/>
          <p14:tracePt t="218989" x="2838450" y="3467100"/>
          <p14:tracePt t="219005" x="2813050" y="3435350"/>
          <p14:tracePt t="219023" x="2768600" y="3397250"/>
          <p14:tracePt t="219039" x="2717800" y="3365500"/>
          <p14:tracePt t="219055" x="2698750" y="3365500"/>
          <p14:tracePt t="219073" x="2641600" y="3359150"/>
          <p14:tracePt t="219088" x="2597150" y="3352800"/>
          <p14:tracePt t="219105" x="2590800" y="3352800"/>
          <p14:tracePt t="219122" x="2565400" y="3352800"/>
          <p14:tracePt t="219138" x="2559050" y="3359150"/>
          <p14:tracePt t="219155" x="2527300" y="3365500"/>
          <p14:tracePt t="219172" x="2501900" y="3371850"/>
          <p14:tracePt t="219188" x="2476500" y="3378200"/>
          <p14:tracePt t="219205" x="2413000" y="3409950"/>
          <p14:tracePt t="219221" x="2387600" y="3422650"/>
          <p14:tracePt t="219238" x="2355850" y="3441700"/>
          <p14:tracePt t="219255" x="2305050" y="3454400"/>
          <p14:tracePt t="219271" x="2254250" y="3467100"/>
          <p14:tracePt t="219274" x="2216150" y="3473450"/>
          <p14:tracePt t="219304" x="2159000" y="3479800"/>
          <p14:tracePt t="219321" x="2089150" y="3492500"/>
          <p14:tracePt t="219338" x="2057400" y="3498850"/>
          <p14:tracePt t="219354" x="2000250" y="3505200"/>
          <p14:tracePt t="219371" x="1962150" y="3505200"/>
          <p14:tracePt t="219388" x="1936750" y="3511550"/>
          <p14:tracePt t="219404" x="1936750" y="3517900"/>
          <p14:tracePt t="219421" x="1924050" y="3517900"/>
          <p14:tracePt t="219453" x="1924050" y="3524250"/>
          <p14:tracePt t="219470" x="1924050" y="3530600"/>
          <p14:tracePt t="219500" x="1917700" y="3530600"/>
          <p14:tracePt t="219529" x="1911350" y="3530600"/>
          <p14:tracePt t="219549" x="1905000" y="3530600"/>
          <p14:tracePt t="219556" x="1898650" y="3530600"/>
          <p14:tracePt t="219573" x="1892300" y="3530600"/>
          <p14:tracePt t="219586" x="1879600" y="3530600"/>
          <p14:tracePt t="219603" x="1847850" y="3536950"/>
          <p14:tracePt t="219620" x="1797050" y="3549650"/>
          <p14:tracePt t="219636" x="1771650" y="3549650"/>
          <p14:tracePt t="219653" x="1727200" y="3556000"/>
          <p14:tracePt t="219973" x="1663700" y="3556000"/>
          <p14:tracePt t="219980" x="1625600" y="3556000"/>
          <p14:tracePt t="219994" x="1574800" y="3556000"/>
          <p14:tracePt t="220004" x="1536700" y="3556000"/>
          <p14:tracePt t="220018" x="1498600" y="3556000"/>
          <p14:tracePt t="220035" x="1447800" y="3575050"/>
          <p14:tracePt t="220052" x="1409700" y="3594100"/>
          <p14:tracePt t="220069" x="1403350" y="3600450"/>
          <p14:tracePt t="220085" x="1390650" y="3613150"/>
          <p14:tracePt t="220102" x="1390650" y="3632200"/>
          <p14:tracePt t="220118" x="1390650" y="3644900"/>
          <p14:tracePt t="220135" x="1390650" y="3670300"/>
          <p14:tracePt t="220152" x="1403350" y="3695700"/>
          <p14:tracePt t="220168" x="1409700" y="3708400"/>
          <p14:tracePt t="220184" x="1441450" y="3733800"/>
          <p14:tracePt t="220201" x="1485900" y="3759200"/>
          <p14:tracePt t="220218" x="1606550" y="3816350"/>
          <p14:tracePt t="220234" x="1803400" y="3886200"/>
          <p14:tracePt t="220251" x="1911350" y="3943350"/>
          <p14:tracePt t="220269" x="2159000" y="4038600"/>
          <p14:tracePt t="220285" x="2406650" y="4114800"/>
          <p14:tracePt t="220288" x="2520950" y="4133850"/>
          <p14:tracePt t="220317" x="2705100" y="4152900"/>
          <p14:tracePt t="220334" x="2838450" y="4121150"/>
          <p14:tracePt t="220351" x="2889250" y="4108450"/>
          <p14:tracePt t="220368" x="2952750" y="4057650"/>
          <p14:tracePt t="220384" x="2971800" y="4019550"/>
          <p14:tracePt t="220402" x="2971800" y="3987800"/>
          <p14:tracePt t="220417" x="2965450" y="3981450"/>
          <p14:tracePt t="220433" x="2940050" y="3962400"/>
          <p14:tracePt t="220451" x="2863850" y="3911600"/>
          <p14:tracePt t="220467" x="2800350" y="3873500"/>
          <p14:tracePt t="220484" x="2736850" y="3848100"/>
          <p14:tracePt t="220501" x="2501900" y="3740150"/>
          <p14:tracePt t="220518" x="2400300" y="3708400"/>
          <p14:tracePt t="220534" x="2203450" y="3663950"/>
          <p14:tracePt t="220550" x="2114550" y="3663950"/>
          <p14:tracePt t="220567" x="1949450" y="3676650"/>
          <p14:tracePt t="220584" x="1835150" y="3733800"/>
          <p14:tracePt t="220600" x="1784350" y="3765550"/>
          <p14:tracePt t="220616" x="1727200" y="3810000"/>
          <p14:tracePt t="220634" x="1695450" y="3841750"/>
          <p14:tracePt t="220649" x="1689100" y="3854450"/>
          <p14:tracePt t="220666" x="1689100" y="3879850"/>
          <p14:tracePt t="220683" x="1701800" y="3911600"/>
          <p14:tracePt t="220700" x="1727200" y="3924300"/>
          <p14:tracePt t="220717" x="1790700" y="3962400"/>
          <p14:tracePt t="220733" x="1905000" y="4051300"/>
          <p14:tracePt t="220749" x="1974850" y="4095750"/>
          <p14:tracePt t="220766" x="2184400" y="4203700"/>
          <p14:tracePt t="220782" x="2419350" y="4298950"/>
          <p14:tracePt t="220799" x="2527300" y="4330700"/>
          <p14:tracePt t="220816" x="2717800" y="4343400"/>
          <p14:tracePt t="220833" x="2806700" y="4343400"/>
          <p14:tracePt t="220849" x="2965450" y="4286250"/>
          <p14:tracePt t="220865" x="3048000" y="4229100"/>
          <p14:tracePt t="220882" x="3067050" y="4203700"/>
          <p14:tracePt t="220899" x="3086100" y="4159250"/>
          <p14:tracePt t="220916" x="3098800" y="4114800"/>
          <p14:tracePt t="220932" x="3098800" y="4089400"/>
          <p14:tracePt t="220949" x="3079750" y="4013200"/>
          <p14:tracePt t="220965" x="2997200" y="3860800"/>
          <p14:tracePt t="220982" x="2933700" y="3765550"/>
          <p14:tracePt t="220998" x="2749550" y="3568700"/>
          <p14:tracePt t="221015" x="2520950" y="3429000"/>
          <p14:tracePt t="221032" x="2286000" y="3352800"/>
          <p14:tracePt t="221048" x="2171700" y="3346450"/>
          <p14:tracePt t="221065" x="1968500" y="3346450"/>
          <p14:tracePt t="221082" x="1803400" y="3365500"/>
          <p14:tracePt t="221098" x="1733550" y="3403600"/>
          <p14:tracePt t="221115" x="1663700" y="3448050"/>
          <p14:tracePt t="221132" x="1485900" y="3581400"/>
          <p14:tracePt t="221148" x="1454150" y="3625850"/>
          <p14:tracePt t="221165" x="1422400" y="3683000"/>
          <p14:tracePt t="221181" x="1397000" y="3759200"/>
          <p14:tracePt t="221198" x="1397000" y="3803650"/>
          <p14:tracePt t="221215" x="1435100" y="3848100"/>
          <p14:tracePt t="221231" x="1479550" y="3873500"/>
          <p14:tracePt t="221247" x="1593850" y="3943350"/>
          <p14:tracePt t="221265" x="1778000" y="4032250"/>
          <p14:tracePt t="221281" x="1898650" y="4089400"/>
          <p14:tracePt t="221297" x="2197100" y="4210050"/>
          <p14:tracePt t="221314" x="2540000" y="4311650"/>
          <p14:tracePt t="221331" x="2654300" y="4343400"/>
          <p14:tracePt t="221334" x="2781300" y="4343400"/>
          <p14:tracePt t="221348" x="2895600" y="4349750"/>
          <p14:tracePt t="221363" x="3124200" y="4349750"/>
          <p14:tracePt t="221380" x="3213100" y="4330700"/>
          <p14:tracePt t="221397" x="3371850" y="4267200"/>
          <p14:tracePt t="221414" x="3467100" y="4197350"/>
          <p14:tracePt t="221430" x="3492500" y="4159250"/>
          <p14:tracePt t="221447" x="3517900" y="4127500"/>
          <p14:tracePt t="221463" x="3524250" y="4108450"/>
          <p14:tracePt t="221480" x="3524250" y="4070350"/>
          <p14:tracePt t="221497" x="3505200" y="4038600"/>
          <p14:tracePt t="221513" x="3479800" y="4013200"/>
          <p14:tracePt t="221530" x="3429000" y="3962400"/>
          <p14:tracePt t="221546" x="3321050" y="3867150"/>
          <p14:tracePt t="221563" x="3251200" y="3816350"/>
          <p14:tracePt t="221580" x="3054350" y="3708400"/>
          <p14:tracePt t="221596" x="2832100" y="3632200"/>
          <p14:tracePt t="221613" x="2730500" y="3625850"/>
          <p14:tracePt t="221630" x="2495550" y="3606800"/>
          <p14:tracePt t="221646" x="2317750" y="3651250"/>
          <p14:tracePt t="221664" x="2203450" y="3695700"/>
          <p14:tracePt t="221679" x="2184400" y="3714750"/>
          <p14:tracePt t="221696" x="2146300" y="3771900"/>
          <p14:tracePt t="221713" x="2114550" y="3803650"/>
          <p14:tracePt t="221729" x="2114550" y="3816350"/>
          <p14:tracePt t="221746" x="2114550" y="3841750"/>
          <p14:tracePt t="221763" x="2184400" y="3892550"/>
          <p14:tracePt t="221779" x="2241550" y="3917950"/>
          <p14:tracePt t="221796" x="2298700" y="3956050"/>
          <p14:tracePt t="221812" x="2425700" y="4044950"/>
          <p14:tracePt t="221828" x="2622550" y="4159250"/>
          <p14:tracePt t="221832" x="2743200" y="4216400"/>
          <p14:tracePt t="221848" x="2857500" y="4254500"/>
          <p14:tracePt t="221862" x="2984500" y="4286250"/>
          <p14:tracePt t="221879" x="3194050" y="4318000"/>
          <p14:tracePt t="221896" x="3333750" y="4305300"/>
          <p14:tracePt t="221912" x="3403600" y="4286250"/>
          <p14:tracePt t="221928" x="3467100" y="4229100"/>
          <p14:tracePt t="221945" x="3505200" y="4184650"/>
          <p14:tracePt t="221962" x="3511550" y="4171950"/>
          <p14:tracePt t="221978" x="3524250" y="4140200"/>
          <p14:tracePt t="221995" x="3524250" y="4114800"/>
          <p14:tracePt t="222012" x="3524250" y="4102100"/>
          <p14:tracePt t="222029" x="3524250" y="4089400"/>
          <p14:tracePt t="222045" x="3517900" y="4070350"/>
          <p14:tracePt t="222061" x="3517900" y="4064000"/>
          <p14:tracePt t="222078" x="3511550" y="4057650"/>
          <p14:tracePt t="222094" x="3505200" y="4044950"/>
          <p14:tracePt t="222111" x="3498850" y="4038600"/>
          <p14:tracePt t="222128" x="3486150" y="4025900"/>
          <p14:tracePt t="222144" x="3479800" y="4013200"/>
          <p14:tracePt t="222162" x="3467100" y="3994150"/>
          <p14:tracePt t="222178" x="3448050" y="3968750"/>
          <p14:tracePt t="222194" x="3441700" y="3962400"/>
          <p14:tracePt t="222211" x="3422650" y="3943350"/>
          <p14:tracePt t="222227" x="3422650" y="3937000"/>
          <p14:tracePt t="222244" x="3416300" y="3930650"/>
          <p14:tracePt t="222261" x="3403600" y="3924300"/>
          <p14:tracePt t="222277" x="3390900" y="3917950"/>
          <p14:tracePt t="222310" x="3378200" y="3911600"/>
          <p14:tracePt t="222327" x="3371850" y="3911600"/>
          <p14:tracePt t="222344" x="3359150" y="3905250"/>
          <p14:tracePt t="222377" x="3352800" y="3905250"/>
          <p14:tracePt t="222396" x="3352800" y="3898900"/>
          <p14:tracePt t="222415" x="3346450" y="3898900"/>
          <p14:tracePt t="222436" x="3340100" y="3898900"/>
          <p14:tracePt t="222450" x="3333750" y="3898900"/>
          <p14:tracePt t="222464" x="3327400" y="3898900"/>
          <p14:tracePt t="222480" x="3321050" y="3892550"/>
          <p14:tracePt t="222493" x="3314700" y="3892550"/>
          <p14:tracePt t="222510" x="3302000" y="3892550"/>
          <p14:tracePt t="222527" x="3270250" y="3892550"/>
          <p14:tracePt t="222543" x="3244850" y="3892550"/>
          <p14:tracePt t="222560" x="3187700" y="3892550"/>
          <p14:tracePt t="222576" x="3098800" y="3905250"/>
          <p14:tracePt t="222593" x="3041650" y="3917950"/>
          <p14:tracePt t="222610" x="2933700" y="3956050"/>
          <p14:tracePt t="222626" x="2825750" y="3994150"/>
          <p14:tracePt t="222643" x="2768600" y="4013200"/>
          <p14:tracePt t="222660" x="2705100" y="4044950"/>
          <p14:tracePt t="222676" x="2673350" y="4057650"/>
          <p14:tracePt t="222692" x="2660650" y="4070350"/>
          <p14:tracePt t="222710" x="2647950" y="4076700"/>
          <p14:tracePt t="222726" x="2641600" y="4083050"/>
          <p14:tracePt t="222742" x="2641600" y="4089400"/>
          <p14:tracePt t="222759" x="2635250" y="4089400"/>
          <p14:tracePt t="222780" x="2635250" y="4095750"/>
          <p14:tracePt t="222792" x="2635250" y="4102100"/>
          <p14:tracePt t="222808" x="2635250" y="4114800"/>
          <p14:tracePt t="222825" x="2635250" y="4127500"/>
          <p14:tracePt t="222843" x="2635250" y="4152900"/>
          <p14:tracePt t="222860" x="2628900" y="4184650"/>
          <p14:tracePt t="222875" x="2628900" y="4203700"/>
          <p14:tracePt t="222892" x="2628900" y="4254500"/>
          <p14:tracePt t="222909" x="2647950" y="4311650"/>
          <p14:tracePt t="222927" x="2654300" y="4362450"/>
          <p14:tracePt t="222942" x="2667000" y="4394200"/>
          <p14:tracePt t="222958" x="2692400" y="4432300"/>
          <p14:tracePt t="222977" x="2711450" y="4483100"/>
          <p14:tracePt t="222992" x="2724150" y="4508500"/>
          <p14:tracePt t="223008" x="2749550" y="4527550"/>
          <p14:tracePt t="223025" x="2825750" y="4660900"/>
          <p14:tracePt t="223041" x="2870200" y="4730750"/>
          <p14:tracePt t="223058" x="2908300" y="4800600"/>
          <p14:tracePt t="223075" x="2997200" y="4978400"/>
          <p14:tracePt t="223091" x="3092450" y="5137150"/>
          <p14:tracePt t="223109" x="3181350" y="5264150"/>
          <p14:tracePt t="223125" x="3206750" y="5334000"/>
          <p14:tracePt t="223141" x="3257550" y="5441950"/>
          <p14:tracePt t="223158" x="3289300" y="5518150"/>
          <p14:tracePt t="223174" x="3302000" y="5549900"/>
          <p14:tracePt t="223191" x="3308350" y="5581650"/>
          <p14:tracePt t="223208" x="3308350" y="5607050"/>
          <p14:tracePt t="223224" x="3308350" y="5626100"/>
          <p14:tracePt t="223241" x="3302000" y="5664200"/>
          <p14:tracePt t="223258" x="3282950" y="5695950"/>
          <p14:tracePt t="223274" x="3270250" y="5715000"/>
          <p14:tracePt t="223292" x="3232150" y="5753100"/>
          <p14:tracePt t="223307" x="3194050" y="5797550"/>
          <p14:tracePt t="223324" x="3175000" y="5810250"/>
          <p14:tracePt t="223341" x="3130550" y="5848350"/>
          <p14:tracePt t="223357" x="3111500" y="5867400"/>
          <p14:tracePt t="223374" x="3041650" y="5911850"/>
          <p14:tracePt t="223377" x="3009900" y="5937250"/>
          <p14:tracePt t="223392" x="2978150" y="5956300"/>
          <p14:tracePt t="223407" x="2933700" y="5975350"/>
          <p14:tracePt t="223424" x="2863850" y="6007100"/>
          <p14:tracePt t="223440" x="2787650" y="6026150"/>
          <p14:tracePt t="223457" x="2768600" y="6032500"/>
          <p14:tracePt t="223474" x="2717800" y="6038850"/>
          <p14:tracePt t="223490" x="2686050" y="6038850"/>
          <p14:tracePt t="223507" x="2673350" y="6038850"/>
          <p14:tracePt t="223524" x="2654300" y="6032500"/>
          <p14:tracePt t="223540" x="2641600" y="6026150"/>
          <p14:tracePt t="223556" x="2641600" y="6019800"/>
          <p14:tracePt t="223589" x="2635250" y="6019800"/>
          <p14:tracePt t="223607" x="2635250" y="6013450"/>
          <p14:tracePt t="223623" x="2635250" y="6007100"/>
          <p14:tracePt t="223643" x="2635250" y="6000750"/>
          <p14:tracePt t="223656" x="2635250" y="5988050"/>
          <p14:tracePt t="223698" x="2635250" y="5981700"/>
          <p14:tracePt t="223720" x="2635250" y="5975350"/>
          <p14:tracePt t="223727" x="2635250" y="5962650"/>
          <p14:tracePt t="223742" x="2635250" y="5949950"/>
          <p14:tracePt t="223756" x="2635250" y="5937250"/>
          <p14:tracePt t="223772" x="2635250" y="5886450"/>
          <p14:tracePt t="223789" x="2635250" y="5842000"/>
          <p14:tracePt t="223805" x="2635250" y="5816600"/>
          <p14:tracePt t="223822" x="2635250" y="5772150"/>
          <p14:tracePt t="223839" x="2635250" y="5740400"/>
          <p14:tracePt t="223855" x="2635250" y="5734050"/>
          <p14:tracePt t="223872" x="2635250" y="5715000"/>
          <p14:tracePt t="223890" x="2635250" y="5708650"/>
          <p14:tracePt t="223993" x="2641600" y="5708650"/>
          <p14:tracePt t="224028" x="2647950" y="5715000"/>
          <p14:tracePt t="224049" x="2654300" y="5721350"/>
          <p14:tracePt t="224077" x="2660650" y="5721350"/>
          <p14:tracePt t="224098" x="2667000" y="5721350"/>
          <p14:tracePt t="224133" x="2673350" y="5721350"/>
          <p14:tracePt t="224182" x="2673350" y="5727700"/>
          <p14:tracePt t="224189" x="2679700" y="5727700"/>
          <p14:tracePt t="224211" x="2686050" y="5727700"/>
          <p14:tracePt t="224238" x="2686050" y="5734050"/>
          <p14:tracePt t="224273" x="2692400" y="5740400"/>
          <p14:tracePt t="224288" x="2698750" y="5746750"/>
          <p14:tracePt t="224301" x="2698750" y="5753100"/>
          <p14:tracePt t="224330" x="2698750" y="5759450"/>
          <p14:tracePt t="224351" x="2698750" y="5765800"/>
          <p14:tracePt t="224357" x="2692400" y="5765800"/>
          <p14:tracePt t="224393" x="2686050" y="5772150"/>
          <p14:tracePt t="224400" x="2679700" y="5772150"/>
          <p14:tracePt t="224414" x="2679700" y="5778500"/>
          <p14:tracePt t="224423" x="2679700" y="5784850"/>
          <p14:tracePt t="224436" x="2667000" y="5797550"/>
          <p14:tracePt t="224453" x="2628900" y="5822950"/>
          <p14:tracePt t="224470" x="2571750" y="5873750"/>
          <p14:tracePt t="224486" x="2552700" y="5892800"/>
          <p14:tracePt t="224503" x="2482850" y="5949950"/>
          <p14:tracePt t="224520" x="2393950" y="6007100"/>
          <p14:tracePt t="224536" x="2349500" y="6032500"/>
          <p14:tracePt t="224553" x="2279650" y="6070600"/>
          <p14:tracePt t="224569" x="2063750" y="6159500"/>
          <p14:tracePt t="224586" x="1974850" y="6191250"/>
          <p14:tracePt t="224603" x="1816100" y="6242050"/>
          <p14:tracePt t="224619" x="1689100" y="6286500"/>
          <p14:tracePt t="224636" x="1651000" y="6305550"/>
          <p14:tracePt t="224653" x="1606550" y="6318250"/>
          <p14:tracePt t="224669" x="1593850" y="6324600"/>
          <p14:tracePt t="224686" x="1587500" y="6330950"/>
          <p14:tracePt t="224814" x="1587500" y="6324600"/>
          <p14:tracePt t="224863" x="1593850" y="6324600"/>
          <p14:tracePt t="224905" x="1600200" y="6324600"/>
          <p14:tracePt t="224933" x="1606550" y="6324600"/>
          <p14:tracePt t="224940" x="1606550" y="6318250"/>
          <p14:tracePt t="224954" x="1612900" y="6318250"/>
          <p14:tracePt t="224968" x="1625600" y="6311900"/>
          <p14:tracePt t="224985" x="1651000" y="6292850"/>
          <p14:tracePt t="225001" x="1682750" y="6273800"/>
          <p14:tracePt t="225018" x="1758950" y="6235700"/>
          <p14:tracePt t="225034" x="1847850" y="6172200"/>
          <p14:tracePt t="225051" x="1892300" y="6140450"/>
          <p14:tracePt t="225067" x="1974850" y="6083300"/>
          <p14:tracePt t="225084" x="2025650" y="6045200"/>
          <p14:tracePt t="225101" x="2070100" y="6013450"/>
          <p14:tracePt t="225118" x="2082800" y="6000750"/>
          <p14:tracePt t="225134" x="2095500" y="5988050"/>
          <p14:tracePt t="225151" x="2101850" y="5981700"/>
          <p14:tracePt t="225332" x="2108200" y="5981700"/>
          <p14:tracePt t="225353" x="2114550" y="5981700"/>
          <p14:tracePt t="225361" x="2114550" y="5988050"/>
          <p14:tracePt t="225375" x="2120900" y="5988050"/>
          <p14:tracePt t="225383" x="2127250" y="5988050"/>
          <p14:tracePt t="225400" x="2139950" y="5988050"/>
          <p14:tracePt t="225417" x="2171700" y="5994400"/>
          <p14:tracePt t="225433" x="2241550" y="6007100"/>
          <p14:tracePt t="225450" x="2273300" y="6007100"/>
          <p14:tracePt t="225467" x="2387600" y="6038850"/>
          <p14:tracePt t="225483" x="2527300" y="6057900"/>
          <p14:tracePt t="225500" x="2609850" y="6064250"/>
          <p14:tracePt t="225516" x="2762250" y="6064250"/>
          <p14:tracePt t="225533" x="2838450" y="6076950"/>
          <p14:tracePt t="225550" x="3048000" y="6096000"/>
          <p14:tracePt t="225567" x="3086100" y="6096000"/>
          <p14:tracePt t="225583" x="3136900" y="6096000"/>
          <p14:tracePt t="225600" x="3194050" y="6096000"/>
          <p14:tracePt t="225616" x="3232150" y="6096000"/>
          <p14:tracePt t="225632" x="3244850" y="6102350"/>
          <p14:tracePt t="225649" x="3263900" y="6102350"/>
          <p14:tracePt t="225666" x="3282950" y="6102350"/>
          <p14:tracePt t="225683" x="3295650" y="6102350"/>
          <p14:tracePt t="225698" x="3302000" y="6108700"/>
          <p14:tracePt t="225715" x="3314700" y="6115050"/>
          <p14:tracePt t="225732" x="3327400" y="6115050"/>
          <p14:tracePt t="225765" x="3333750" y="6121400"/>
          <p14:tracePt t="225803" x="3340100" y="6121400"/>
          <p14:tracePt t="225831" x="3340100" y="6127750"/>
          <p14:tracePt t="225873" x="3327400" y="6134100"/>
          <p14:tracePt t="225901" x="3321050" y="6140450"/>
          <p14:tracePt t="225922" x="3314700" y="6140450"/>
          <p14:tracePt t="225936" x="3308350" y="6140450"/>
          <p14:tracePt t="225943" x="3295650" y="6140450"/>
          <p14:tracePt t="225957" x="3270250" y="6140450"/>
          <p14:tracePt t="225967" x="3238500" y="6134100"/>
          <p14:tracePt t="225982" x="3187700" y="6121400"/>
          <p14:tracePt t="225999" x="3016250" y="6102350"/>
          <p14:tracePt t="226014" x="2800350" y="6083300"/>
          <p14:tracePt t="226030" x="2698750" y="6070600"/>
          <p14:tracePt t="226048" x="2482850" y="6038850"/>
          <p14:tracePt t="226064" x="2311400" y="6019800"/>
          <p14:tracePt t="226081" x="2247900" y="6019800"/>
          <p14:tracePt t="226098" x="2159000" y="6013450"/>
          <p14:tracePt t="226114" x="2114550" y="6013450"/>
          <p14:tracePt t="226131" x="2101850" y="6013450"/>
          <p14:tracePt t="226147" x="2089150" y="6013450"/>
          <p14:tracePt t="226168" x="2082800" y="6013450"/>
          <p14:tracePt t="226182" x="2076450" y="6007100"/>
          <p14:tracePt t="226273" x="2082800" y="6007100"/>
          <p14:tracePt t="226294" x="2089150" y="6007100"/>
          <p14:tracePt t="226308" x="2095500" y="6007100"/>
          <p14:tracePt t="226316" x="2101850" y="6007100"/>
          <p14:tracePt t="226330" x="2108200" y="6007100"/>
          <p14:tracePt t="226347" x="2146300" y="6007100"/>
          <p14:tracePt t="226364" x="2171700" y="6007100"/>
          <p14:tracePt t="226380" x="2330450" y="6019800"/>
          <p14:tracePt t="226397" x="2571750" y="6051550"/>
          <p14:tracePt t="226414" x="2857500" y="6096000"/>
          <p14:tracePt t="226430" x="3048000" y="6108700"/>
          <p14:tracePt t="226447" x="3213100" y="6121400"/>
          <p14:tracePt t="226463" x="3644900" y="6140450"/>
          <p14:tracePt t="226479" x="3759200" y="6140450"/>
          <p14:tracePt t="226496" x="3848100" y="6140450"/>
          <p14:tracePt t="226513" x="3975100" y="6140450"/>
          <p14:tracePt t="226530" x="4044950" y="6140450"/>
          <p14:tracePt t="226547" x="4083050" y="6127750"/>
          <p14:tracePt t="226562" x="4095750" y="6127750"/>
          <p14:tracePt t="226579" x="4102100" y="6127750"/>
          <p14:tracePt t="226785" x="4108450" y="6127750"/>
          <p14:tracePt t="226834" x="4102100" y="6127750"/>
          <p14:tracePt t="226876" x="4089400" y="6127750"/>
          <p14:tracePt t="226883" x="4083050" y="6127750"/>
          <p14:tracePt t="226947" x="4076700" y="6127750"/>
          <p14:tracePt t="226953" x="4070350" y="6127750"/>
          <p14:tracePt t="226996" x="4064000" y="6127750"/>
          <p14:tracePt t="227017" x="4051300" y="6127750"/>
          <p14:tracePt t="227023" x="4044950" y="6127750"/>
          <p14:tracePt t="227038" x="4032250" y="6127750"/>
          <p14:tracePt t="227047" x="4025900" y="6127750"/>
          <p14:tracePt t="227061" x="4000500" y="6134100"/>
          <p14:tracePt t="227077" x="3962400" y="6134100"/>
          <p14:tracePt t="227094" x="3759200" y="6140450"/>
          <p14:tracePt t="227111" x="3670300" y="6153150"/>
          <p14:tracePt t="227127" x="3581400" y="6153150"/>
          <p14:tracePt t="227144" x="3397250" y="6172200"/>
          <p14:tracePt t="227160" x="3219450" y="6191250"/>
          <p14:tracePt t="227178" x="3073400" y="6210300"/>
          <p14:tracePt t="227194" x="3022600" y="6229350"/>
          <p14:tracePt t="227210" x="2927350" y="6248400"/>
          <p14:tracePt t="227227" x="2832100" y="6254750"/>
          <p14:tracePt t="227243" x="2794000" y="6254750"/>
          <p14:tracePt t="227260" x="2724150" y="6267450"/>
          <p14:tracePt t="227277" x="2667000" y="6273800"/>
          <p14:tracePt t="227293" x="2635250" y="6273800"/>
          <p14:tracePt t="227310" x="2559050" y="6273800"/>
          <p14:tracePt t="227326" x="2482850" y="6273800"/>
          <p14:tracePt t="227343" x="2451100" y="6273800"/>
          <p14:tracePt t="227361" x="2374900" y="6273800"/>
          <p14:tracePt t="227376" x="2311400" y="6273800"/>
          <p14:tracePt t="227393" x="2286000" y="6273800"/>
          <p14:tracePt t="227410" x="2254250" y="6273800"/>
          <p14:tracePt t="227426" x="2241550" y="6280150"/>
          <p14:tracePt t="227430" x="2228850" y="6280150"/>
          <p14:tracePt t="227443" x="2216150" y="6280150"/>
          <p14:tracePt t="227460" x="2197100" y="6280150"/>
          <p14:tracePt t="227493" x="2190750" y="6280150"/>
          <p14:tracePt t="227509" x="2184400" y="6280150"/>
          <p14:tracePt t="227526" x="2178050" y="6280150"/>
          <p14:tracePt t="227557" x="2171700" y="6280150"/>
          <p14:tracePt t="227669" x="2165350" y="6280150"/>
          <p14:tracePt t="227677" x="2159000" y="6280150"/>
          <p14:tracePt t="227697" x="2159000" y="6273800"/>
          <p14:tracePt t="227760" x="2152650" y="6267450"/>
          <p14:tracePt t="227767" x="2146300" y="6267450"/>
          <p14:tracePt t="227830" x="2146300" y="6261100"/>
          <p14:tracePt t="227852" x="2152650" y="6261100"/>
          <p14:tracePt t="227866" x="2159000" y="6254750"/>
          <p14:tracePt t="227880" x="2165350" y="6254750"/>
          <p14:tracePt t="227886" x="2178050" y="6254750"/>
          <p14:tracePt t="227901" x="2190750" y="6254750"/>
          <p14:tracePt t="227910" x="2209800" y="6248400"/>
          <p14:tracePt t="227924" x="2247900" y="6248400"/>
          <p14:tracePt t="227941" x="2355850" y="6229350"/>
          <p14:tracePt t="227958" x="2501900" y="6203950"/>
          <p14:tracePt t="227974" x="2578100" y="6191250"/>
          <p14:tracePt t="227992" x="2724150" y="6165850"/>
          <p14:tracePt t="228007" x="2844800" y="6146800"/>
          <p14:tracePt t="228024" x="2895600" y="6134100"/>
          <p14:tracePt t="228041" x="2978150" y="6127750"/>
          <p14:tracePt t="228057" x="2997200" y="6121400"/>
          <p14:tracePt t="228074" x="3028950" y="6115050"/>
          <p14:tracePt t="228091" x="3048000" y="6115050"/>
          <p14:tracePt t="228107" x="3054350" y="6108700"/>
          <p14:tracePt t="228124" x="3060700" y="6108700"/>
          <p14:tracePt t="228202" x="3067050" y="6108700"/>
          <p14:tracePt t="228308" x="3073400" y="6108700"/>
          <p14:tracePt t="228329" x="3079750" y="6108700"/>
          <p14:tracePt t="228350" x="3086100" y="6108700"/>
          <p14:tracePt t="228378" x="3092450" y="6108700"/>
          <p14:tracePt t="228399" x="3098800" y="6108700"/>
          <p14:tracePt t="228413" x="3105150" y="6108700"/>
          <p14:tracePt t="228448" x="3111500" y="6108700"/>
          <p14:tracePt t="228469" x="3124200" y="6108700"/>
          <p14:tracePt t="228490" x="3130550" y="6108700"/>
          <p14:tracePt t="228496" x="3136900" y="6108700"/>
          <p14:tracePt t="228518" x="3143250" y="6108700"/>
          <p14:tracePt t="228540" x="3149600" y="6108700"/>
          <p14:tracePt t="228553" x="3155950" y="6108700"/>
          <p14:tracePt t="228560" x="3162300" y="6108700"/>
          <p14:tracePt t="228572" x="3175000" y="6108700"/>
          <p14:tracePt t="228588" x="3200400" y="6115050"/>
          <p14:tracePt t="228605" x="3213100" y="6115050"/>
          <p14:tracePt t="228622" x="3232150" y="6115050"/>
          <p14:tracePt t="228638" x="3270250" y="6115050"/>
          <p14:tracePt t="228655" x="3289300" y="6121400"/>
          <p14:tracePt t="228673" x="3314700" y="6121400"/>
          <p14:tracePt t="228688" x="3327400" y="6127750"/>
          <p14:tracePt t="228705" x="3352800" y="6127750"/>
          <p14:tracePt t="228722" x="3378200" y="6134100"/>
          <p14:tracePt t="228738" x="3384550" y="6134100"/>
          <p14:tracePt t="228755" x="3397250" y="6140450"/>
          <p14:tracePt t="228772" x="3409950" y="6140450"/>
          <p14:tracePt t="228788" x="3416300" y="6140450"/>
          <p14:tracePt t="228805" x="3429000" y="6146800"/>
          <p14:tracePt t="228841" x="3435350" y="6146800"/>
          <p14:tracePt t="228869" x="3441700" y="6146800"/>
          <p14:tracePt t="228890" x="3448050" y="6146800"/>
          <p14:tracePt t="228911" x="3454400" y="6146800"/>
          <p14:tracePt t="228939" x="3460750" y="6146800"/>
          <p14:tracePt t="228960" x="3473450" y="6146800"/>
          <p14:tracePt t="228988" x="3479800" y="6146800"/>
          <p14:tracePt t="229002" x="3492500" y="6146800"/>
          <p14:tracePt t="229009" x="3505200" y="6140450"/>
          <p14:tracePt t="229024" x="3524250" y="6140450"/>
          <p14:tracePt t="229037" x="3549650" y="6140450"/>
          <p14:tracePt t="229054" x="3587750" y="6140450"/>
          <p14:tracePt t="229071" x="3619500" y="6134100"/>
          <p14:tracePt t="229087" x="3663950" y="6134100"/>
          <p14:tracePt t="229104" x="3714750" y="6127750"/>
          <p14:tracePt t="229121" x="3752850" y="6127750"/>
          <p14:tracePt t="229137" x="3765550" y="6127750"/>
          <p14:tracePt t="229154" x="3778250" y="6127750"/>
          <p14:tracePt t="229220" x="3771900" y="6127750"/>
          <p14:tracePt t="229226" x="3765550" y="6127750"/>
          <p14:tracePt t="229241" x="3752850" y="6127750"/>
          <p14:tracePt t="229253" x="3746500" y="6127750"/>
          <p14:tracePt t="229270" x="3721100" y="6127750"/>
          <p14:tracePt t="229287" x="3663950" y="6127750"/>
          <p14:tracePt t="229304" x="3536950" y="6121400"/>
          <p14:tracePt t="229320" x="3460750" y="6121400"/>
          <p14:tracePt t="229336" x="3257550" y="6108700"/>
          <p14:tracePt t="229353" x="3028950" y="6102350"/>
          <p14:tracePt t="229370" x="2914650" y="6102350"/>
          <p14:tracePt t="229386" x="2698750" y="6102350"/>
          <p14:tracePt t="229403" x="2533650" y="6102350"/>
          <p14:tracePt t="229419" x="2470150" y="6115050"/>
          <p14:tracePt t="229436" x="2400300" y="6121400"/>
          <p14:tracePt t="229453" x="2349500" y="6127750"/>
          <p14:tracePt t="229469" x="2330450" y="6127750"/>
          <p14:tracePt t="229486" x="2305050" y="6134100"/>
          <p14:tracePt t="229503" x="2286000" y="6140450"/>
          <p14:tracePt t="229520" x="2266950" y="6140450"/>
          <p14:tracePt t="229536" x="2247900" y="6140450"/>
          <p14:tracePt t="229552" x="2228850" y="6140450"/>
          <p14:tracePt t="229569" x="2222500" y="6140450"/>
          <p14:tracePt t="229690" x="2222500" y="6134100"/>
          <p14:tracePt t="229732" x="2228850" y="6127750"/>
          <p14:tracePt t="229753" x="2235200" y="6127750"/>
          <p14:tracePt t="229760" x="2247900" y="6121400"/>
          <p14:tracePt t="229774" x="2254250" y="6121400"/>
          <p14:tracePt t="229784" x="2273300" y="6121400"/>
          <p14:tracePt t="229802" x="2311400" y="6108700"/>
          <p14:tracePt t="229818" x="2355850" y="6096000"/>
          <p14:tracePt t="229835" x="2451100" y="6083300"/>
          <p14:tracePt t="229851" x="2546350" y="6051550"/>
          <p14:tracePt t="229868" x="2597150" y="6045200"/>
          <p14:tracePt t="229884" x="2641600" y="6038850"/>
          <p14:tracePt t="229901" x="2717800" y="6019800"/>
          <p14:tracePt t="229918" x="2724150" y="6019800"/>
          <p14:tracePt t="229963" x="2717800" y="6019800"/>
          <p14:tracePt t="229970" x="2711450" y="6019800"/>
          <p14:tracePt t="229987" x="2705100" y="6019800"/>
          <p14:tracePt t="230001" x="2698750" y="6019800"/>
          <p14:tracePt t="230018" x="2667000" y="6019800"/>
          <p14:tracePt t="230035" x="2616200" y="6019800"/>
          <p14:tracePt t="230051" x="2578100" y="6019800"/>
          <p14:tracePt t="230067" x="2470150" y="6019800"/>
          <p14:tracePt t="230084" x="2343150" y="6019800"/>
          <p14:tracePt t="230100" x="2279650" y="6019800"/>
          <p14:tracePt t="230118" x="2152650" y="6019800"/>
          <p14:tracePt t="230134" x="2063750" y="6019800"/>
          <p14:tracePt t="230150" x="2032000" y="6019800"/>
          <p14:tracePt t="230167" x="1993900" y="6013450"/>
          <p14:tracePt t="230183" x="1981200" y="6013450"/>
          <p14:tracePt t="230200" x="1974850" y="6013450"/>
          <p14:tracePt t="230217" x="1968500" y="6013450"/>
          <p14:tracePt t="230244" x="1962150" y="6007100"/>
          <p14:tracePt t="230272" x="1968500" y="6007100"/>
          <p14:tracePt t="230286" x="1974850" y="6007100"/>
          <p14:tracePt t="230293" x="1987550" y="6007100"/>
          <p14:tracePt t="230307" x="2000250" y="6000750"/>
          <p14:tracePt t="230316" x="2012950" y="6000750"/>
          <p14:tracePt t="230333" x="2032000" y="6000750"/>
          <p14:tracePt t="230350" x="2089150" y="5994400"/>
          <p14:tracePt t="230366" x="2171700" y="5988050"/>
          <p14:tracePt t="230383" x="2222500" y="5988050"/>
          <p14:tracePt t="230399" x="2362200" y="5975350"/>
          <p14:tracePt t="230416" x="2520950" y="5969000"/>
          <p14:tracePt t="230433" x="2673350" y="5969000"/>
          <p14:tracePt t="230449" x="2736850" y="5969000"/>
          <p14:tracePt t="230466" x="2838450" y="5969000"/>
          <p14:tracePt t="230483" x="2914650" y="5969000"/>
          <p14:tracePt t="230499" x="2946400" y="5969000"/>
          <p14:tracePt t="230516" x="2959100" y="5969000"/>
          <p14:tracePt t="230532" x="2997200" y="5969000"/>
          <p14:tracePt t="230549" x="3003550" y="5969000"/>
          <p14:tracePt t="230595" x="3003550" y="5975350"/>
          <p14:tracePt t="230617" x="2997200" y="5975350"/>
          <p14:tracePt t="230623" x="2990850" y="5975350"/>
          <p14:tracePt t="230637" x="2984500" y="5975350"/>
          <p14:tracePt t="230672" x="2978150" y="5981700"/>
          <p14:tracePt t="230693" x="2971800" y="5981700"/>
          <p14:tracePt t="230805" x="2965450" y="5988050"/>
          <p14:tracePt t="230868" x="2959100" y="5988050"/>
          <p14:tracePt t="230917" x="2959100" y="5994400"/>
          <p14:tracePt t="230924" x="2952750" y="5994400"/>
          <p14:tracePt t="230967" x="2946400" y="5994400"/>
          <p14:tracePt t="231725" x="2940050" y="6000750"/>
          <p14:tracePt t="231774" x="2921000" y="6007100"/>
          <p14:tracePt t="231788" x="2914650" y="6007100"/>
          <p14:tracePt t="231809" x="2908300" y="6013450"/>
          <p14:tracePt t="231817" x="2901950" y="6013450"/>
          <p14:tracePt t="231831" x="2895600" y="6013450"/>
          <p14:tracePt t="231847" x="2889250" y="6019800"/>
          <p14:tracePt t="231860" x="2876550" y="6019800"/>
          <p14:tracePt t="231877" x="2870200" y="6019800"/>
          <p14:tracePt t="231894" x="2838450" y="6032500"/>
          <p14:tracePt t="231911" x="2794000" y="6051550"/>
          <p14:tracePt t="231927" x="2768600" y="6057900"/>
          <p14:tracePt t="231944" x="2717800" y="6070600"/>
          <p14:tracePt t="231961" x="2673350" y="6083300"/>
          <p14:tracePt t="231978" x="2641600" y="6096000"/>
          <p14:tracePt t="231994" x="2622550" y="6115050"/>
          <p14:tracePt t="232011" x="2584450" y="6127750"/>
          <p14:tracePt t="232027" x="2559050" y="6140450"/>
          <p14:tracePt t="232043" x="2546350" y="6146800"/>
          <p14:tracePt t="232060" x="2514600" y="6159500"/>
          <p14:tracePt t="232077" x="2489200" y="6172200"/>
          <p14:tracePt t="232093" x="2476500" y="6172200"/>
          <p14:tracePt t="232111" x="2457450" y="6178550"/>
          <p14:tracePt t="232126" x="2438400" y="6184900"/>
          <p14:tracePt t="232143" x="2425700" y="6191250"/>
          <p14:tracePt t="232160" x="2413000" y="6191250"/>
          <p14:tracePt t="232176" x="2406650" y="6191250"/>
          <p14:tracePt t="232193" x="2387600" y="6197600"/>
          <p14:tracePt t="232210" x="2368550" y="6197600"/>
          <p14:tracePt t="232226" x="2355850" y="6197600"/>
          <p14:tracePt t="232243" x="2349500" y="6197600"/>
          <p14:tracePt t="232260" x="2330450" y="6191250"/>
          <p14:tracePt t="232276" x="2330450" y="6184900"/>
          <p14:tracePt t="232940" x="2317750" y="6184900"/>
          <p14:tracePt t="232947" x="2298700" y="6184900"/>
          <p14:tracePt t="232961" x="2279650" y="6191250"/>
          <p14:tracePt t="232974" x="2247900" y="6197600"/>
          <p14:tracePt t="232990" x="2197100" y="6210300"/>
          <p14:tracePt t="233007" x="2178050" y="6210300"/>
          <p14:tracePt t="233024" x="2127250" y="6223000"/>
          <p14:tracePt t="233040" x="2076450" y="6229350"/>
          <p14:tracePt t="233057" x="2057400" y="6235700"/>
          <p14:tracePt t="233074" x="2025650" y="6235700"/>
          <p14:tracePt t="233090" x="2006600" y="6235700"/>
          <p14:tracePt t="233107" x="2000250" y="6235700"/>
          <p14:tracePt t="233123" x="1993900" y="6235700"/>
          <p14:tracePt t="233140" x="1987550" y="6235700"/>
          <p14:tracePt t="233157" x="1974850" y="6235700"/>
          <p14:tracePt t="233173" x="1968500" y="6235700"/>
          <p14:tracePt t="233190" x="1962150" y="6235700"/>
          <p14:tracePt t="233207" x="1949450" y="6235700"/>
          <p14:tracePt t="233223" x="1943100" y="6235700"/>
          <p14:tracePt t="233240" x="1936750" y="6235700"/>
          <p14:tracePt t="233256" x="1930400" y="6235700"/>
          <p14:tracePt t="233273" x="1924050" y="6229350"/>
          <p14:tracePt t="233306" x="1917700" y="6229350"/>
          <p14:tracePt t="233354" x="1924050" y="6229350"/>
          <p14:tracePt t="233361" x="1930400" y="6229350"/>
          <p14:tracePt t="233372" x="1936750" y="6229350"/>
          <p14:tracePt t="233389" x="1955800" y="6229350"/>
          <p14:tracePt t="233405" x="1974850" y="6229350"/>
          <p14:tracePt t="233423" x="2032000" y="6235700"/>
          <p14:tracePt t="233439" x="2171700" y="6254750"/>
          <p14:tracePt t="233455" x="2254250" y="6261100"/>
          <p14:tracePt t="233472" x="2355850" y="6273800"/>
          <p14:tracePt t="233489" x="2546350" y="6280150"/>
          <p14:tracePt t="233505" x="2724150" y="6292850"/>
          <p14:tracePt t="233508" x="2787650" y="6292850"/>
          <p14:tracePt t="233525" x="2851150" y="6299200"/>
          <p14:tracePt t="233539" x="2895600" y="6299200"/>
          <p14:tracePt t="233555" x="2952750" y="6299200"/>
          <p14:tracePt t="233572" x="2978150" y="6299200"/>
          <p14:tracePt t="233588" x="2990850" y="6292850"/>
          <p14:tracePt t="233634" x="2984500" y="6292850"/>
          <p14:tracePt t="233642" x="2978150" y="6286500"/>
          <p14:tracePt t="233668" x="2971800" y="6286500"/>
          <p14:tracePt t="233690" x="2965450" y="6286500"/>
          <p14:tracePt t="233831" x="2971800" y="6286500"/>
          <p14:tracePt t="233852" x="2978150" y="6273800"/>
          <p14:tracePt t="233873" x="2984500" y="6267450"/>
          <p14:tracePt t="233888" x="2984500" y="6261100"/>
          <p14:tracePt t="233893" x="2990850" y="6261100"/>
          <p14:tracePt t="233903" x="2990850" y="6254750"/>
          <p14:tracePt t="233920" x="2990850" y="6242050"/>
          <p14:tracePt t="233937" x="3003550" y="6223000"/>
          <p14:tracePt t="233954" x="3009900" y="6191250"/>
          <p14:tracePt t="233971" x="3009900" y="6127750"/>
          <p14:tracePt t="233987" x="3009900" y="6096000"/>
          <p14:tracePt t="234003" x="3009900" y="6032500"/>
          <p14:tracePt t="234020" x="2997200" y="5962650"/>
          <p14:tracePt t="234036" x="2990850" y="5918200"/>
          <p14:tracePt t="234053" x="2984500" y="5892800"/>
          <p14:tracePt t="234070" x="2946400" y="5816600"/>
          <p14:tracePt t="234086" x="2933700" y="5803900"/>
          <p14:tracePt t="234103" x="2927350" y="5791200"/>
          <p14:tracePt t="234119" x="2901950" y="5778500"/>
          <p14:tracePt t="234136" x="2889250" y="5772150"/>
          <p14:tracePt t="234153" x="2876550" y="5772150"/>
          <p14:tracePt t="234169" x="2870200" y="5772150"/>
          <p14:tracePt t="234186" x="2863850" y="5765800"/>
          <p14:tracePt t="234203" x="2851150" y="5765800"/>
          <p14:tracePt t="234236" x="2838450" y="5765800"/>
          <p14:tracePt t="234269" x="2832100" y="5765800"/>
          <p14:tracePt t="234286" x="2825750" y="5765800"/>
          <p14:tracePt t="234315" x="2819400" y="5765800"/>
          <p14:tracePt t="234342" x="2813050" y="5765800"/>
          <p14:tracePt t="234350" x="2813050" y="5759450"/>
          <p14:tracePt t="234371" x="2806700" y="5759450"/>
          <p14:tracePt t="234392" x="2806700" y="5753100"/>
          <p14:tracePt t="234420" x="2800350" y="5753100"/>
          <p14:tracePt t="234455" x="2800350" y="5746750"/>
          <p14:tracePt t="234462" x="2806700" y="5740400"/>
          <p14:tracePt t="234476" x="2813050" y="5740400"/>
          <p14:tracePt t="234490" x="2819400" y="5740400"/>
          <p14:tracePt t="234511" x="2832100" y="5740400"/>
          <p14:tracePt t="234532" x="2844800" y="5740400"/>
          <p14:tracePt t="234546" x="2870200" y="5740400"/>
          <p14:tracePt t="234555" x="2889250" y="5740400"/>
          <p14:tracePt t="234568" x="2927350" y="5740400"/>
          <p14:tracePt t="234585" x="3016250" y="5740400"/>
          <p14:tracePt t="234602" x="3067050" y="5740400"/>
          <p14:tracePt t="234618" x="3213100" y="5740400"/>
          <p14:tracePt t="234635" x="3289300" y="5740400"/>
          <p14:tracePt t="234652" x="3568700" y="5740400"/>
          <p14:tracePt t="234668" x="3651250" y="5740400"/>
          <p14:tracePt t="234684" x="3721100" y="5740400"/>
          <p14:tracePt t="234701" x="3886200" y="5727700"/>
          <p14:tracePt t="234718" x="3930650" y="5727700"/>
          <p14:tracePt t="234734" x="3968750" y="5727700"/>
          <p14:tracePt t="234751" x="4013200" y="5727700"/>
          <p14:tracePt t="234767" x="4057650" y="5727700"/>
          <p14:tracePt t="234785" x="4076700" y="5727700"/>
          <p14:tracePt t="234801" x="4083050" y="5727700"/>
          <p14:tracePt t="234817" x="4102100" y="5727700"/>
          <p14:tracePt t="234834" x="4114800" y="5727700"/>
          <p14:tracePt t="234867" x="4127500" y="5727700"/>
          <p14:tracePt t="234904" x="4140200" y="5727700"/>
          <p14:tracePt t="234932" x="4146550" y="5727700"/>
          <p14:tracePt t="234945" x="4152900" y="5727700"/>
          <p14:tracePt t="234974" x="4165600" y="5734050"/>
          <p14:tracePt t="235002" x="4171950" y="5734050"/>
          <p14:tracePt t="235017" x="4178300" y="5734050"/>
          <p14:tracePt t="235037" x="4184650" y="5734050"/>
          <p14:tracePt t="235044" x="4197350" y="5734050"/>
          <p14:tracePt t="235053" x="4210050" y="5734050"/>
          <p14:tracePt t="235067" x="4222750" y="5740400"/>
          <p14:tracePt t="235083" x="4241800" y="5740400"/>
          <p14:tracePt t="235100" x="4273550" y="5740400"/>
          <p14:tracePt t="235116" x="4318000" y="5740400"/>
          <p14:tracePt t="235133" x="4330700" y="5740400"/>
          <p14:tracePt t="235149" x="4362450" y="5740400"/>
          <p14:tracePt t="235166" x="4381500" y="5740400"/>
          <p14:tracePt t="235199" x="4394200" y="5740400"/>
          <p14:tracePt t="235216" x="4400550" y="5740400"/>
          <p14:tracePt t="235249" x="4406900" y="5740400"/>
          <p14:tracePt t="235266" x="4413250" y="5740400"/>
          <p14:tracePt t="235297" x="4419600" y="5740400"/>
          <p14:tracePt t="235318" x="4425950" y="5740400"/>
          <p14:tracePt t="235325" x="4432300" y="5740400"/>
          <p14:tracePt t="235335" x="4438650" y="5740400"/>
          <p14:tracePt t="235348" x="4445000" y="5740400"/>
          <p14:tracePt t="235366" x="4451350" y="5740400"/>
          <p14:tracePt t="235382" x="4464050" y="5740400"/>
          <p14:tracePt t="235399" x="4489450" y="5740400"/>
          <p14:tracePt t="235416" x="4508500" y="5740400"/>
          <p14:tracePt t="235432" x="4521200" y="5740400"/>
          <p14:tracePt t="235448" x="4540250" y="5740400"/>
          <p14:tracePt t="236750" x="4546600" y="5740400"/>
          <p14:tracePt t="236757" x="4559300" y="5746750"/>
          <p14:tracePt t="236771" x="4584700" y="5753100"/>
          <p14:tracePt t="236780" x="4603750" y="5753100"/>
          <p14:tracePt t="236794" x="4622800" y="5765800"/>
          <p14:tracePt t="236811" x="4654550" y="5772150"/>
          <p14:tracePt t="236827" x="4679950" y="5778500"/>
          <p14:tracePt t="236843" x="4686300" y="5778500"/>
          <p14:tracePt t="236860" x="4705350" y="5778500"/>
          <p14:tracePt t="236877" x="4718050" y="5784850"/>
          <p14:tracePt t="236910" x="4724400" y="5791200"/>
          <p14:tracePt t="236960" x="4730750" y="5797550"/>
          <p14:tracePt t="236996" x="4737100" y="5803900"/>
          <p14:tracePt t="237002" x="4743450" y="5803900"/>
          <p14:tracePt t="237031" x="4749800" y="5803900"/>
          <p14:tracePt t="237066" x="4756150" y="5803900"/>
          <p14:tracePt t="237108" x="4762500" y="5803900"/>
          <p14:tracePt t="237136" x="4768850" y="5803900"/>
          <p14:tracePt t="237171" x="4775200" y="5810250"/>
          <p14:tracePt t="237199" x="4781550" y="5810250"/>
          <p14:tracePt t="237206" x="4787900" y="5816600"/>
          <p14:tracePt t="238171" x="4775200" y="5816600"/>
          <p14:tracePt t="238178" x="4743450" y="5816600"/>
          <p14:tracePt t="238192" x="4705350" y="5816600"/>
          <p14:tracePt t="238206" x="4679950" y="5816600"/>
          <p14:tracePt t="238222" x="4597400" y="5822950"/>
          <p14:tracePt t="238239" x="4559300" y="5822950"/>
          <p14:tracePt t="238255" x="4483100" y="5822950"/>
          <p14:tracePt t="238272" x="4394200" y="5822950"/>
          <p14:tracePt t="238289" x="4343400" y="5822950"/>
          <p14:tracePt t="238305" x="4222750" y="5810250"/>
          <p14:tracePt t="238322" x="4102100" y="5797550"/>
          <p14:tracePt t="238339" x="3962400" y="5791200"/>
          <p14:tracePt t="238355" x="3911600" y="5791200"/>
          <p14:tracePt t="238372" x="3860800" y="5791200"/>
          <p14:tracePt t="238389" x="3663950" y="5778500"/>
          <p14:tracePt t="238405" x="3600450" y="5778500"/>
          <p14:tracePt t="238422" x="3549650" y="5778500"/>
          <p14:tracePt t="238438" x="3448050" y="5778500"/>
          <p14:tracePt t="238455" x="3327400" y="5778500"/>
          <p14:tracePt t="238472" x="3200400" y="5772150"/>
          <p14:tracePt t="238488" x="3136900" y="5759450"/>
          <p14:tracePt t="238504" x="2990850" y="5753100"/>
          <p14:tracePt t="238522" x="2889250" y="5740400"/>
          <p14:tracePt t="238538" x="2851150" y="5740400"/>
          <p14:tracePt t="238554" x="2800350" y="5727700"/>
          <p14:tracePt t="238571" x="2768600" y="5727700"/>
          <p14:tracePt t="238587" x="2755900" y="5727700"/>
          <p14:tracePt t="238604" x="2736850" y="5727700"/>
          <p14:tracePt t="238621" x="2724150" y="5721350"/>
          <p14:tracePt t="238654" x="2717800" y="5721350"/>
          <p14:tracePt t="238732" x="2724150" y="5721350"/>
          <p14:tracePt t="238739" x="2730500" y="5721350"/>
          <p14:tracePt t="238754" x="2736850" y="5721350"/>
          <p14:tracePt t="238760" x="2755900" y="5721350"/>
          <p14:tracePt t="238774" x="2768600" y="5715000"/>
          <p14:tracePt t="238787" x="2774950" y="5715000"/>
          <p14:tracePt t="238804" x="2813050" y="5715000"/>
          <p14:tracePt t="238820" x="2838450" y="5715000"/>
          <p14:tracePt t="238837" x="2908300" y="5715000"/>
          <p14:tracePt t="238853" x="3048000" y="5715000"/>
          <p14:tracePt t="238870" x="3124200" y="5721350"/>
          <p14:tracePt t="238887" x="3327400" y="5715000"/>
          <p14:tracePt t="238903" x="3530600" y="5708650"/>
          <p14:tracePt t="238920" x="3644900" y="5695950"/>
          <p14:tracePt t="238936" x="3873500" y="5683250"/>
          <p14:tracePt t="238953" x="4089400" y="5664200"/>
          <p14:tracePt t="238970" x="4254500" y="5651500"/>
          <p14:tracePt t="238986" x="4330700" y="5651500"/>
          <p14:tracePt t="239003" x="4387850" y="5651500"/>
          <p14:tracePt t="239020" x="4495800" y="5651500"/>
          <p14:tracePt t="239036" x="4514850" y="5651500"/>
          <p14:tracePt t="239053" x="4533900" y="5651500"/>
          <p14:tracePt t="239069" x="4552950" y="5651500"/>
          <p14:tracePt t="239086" x="4572000" y="5651500"/>
          <p14:tracePt t="239105" x="4578350" y="5651500"/>
          <p14:tracePt t="239120" x="4584700" y="5651500"/>
          <p14:tracePt t="239136" x="4591050" y="5657850"/>
          <p14:tracePt t="239153" x="4591050" y="5664200"/>
          <p14:tracePt t="239186" x="4584700" y="5670550"/>
          <p14:tracePt t="239205" x="4578350" y="5670550"/>
          <p14:tracePt t="239219" x="4572000" y="5670550"/>
          <p14:tracePt t="239244" x="4565650" y="5670550"/>
          <p14:tracePt t="239253" x="4559300" y="5676900"/>
          <p14:tracePt t="239268" x="4552950" y="5676900"/>
          <p14:tracePt t="239286" x="4546600" y="5676900"/>
          <p14:tracePt t="239302" x="4540250" y="5676900"/>
          <p14:tracePt t="239322" x="4533900" y="5683250"/>
          <p14:tracePt t="239363" x="4527550" y="5683250"/>
          <p14:tracePt t="239386" x="4521200" y="5689600"/>
          <p14:tracePt t="239391" x="4508500" y="5689600"/>
          <p14:tracePt t="239405" x="4495800" y="5695950"/>
          <p14:tracePt t="239418" x="4476750" y="5702300"/>
          <p14:tracePt t="239435" x="4400550" y="5721350"/>
          <p14:tracePt t="239452" x="4362450" y="5740400"/>
          <p14:tracePt t="239468" x="4229100" y="5772150"/>
          <p14:tracePt t="239484" x="4057650" y="5797550"/>
          <p14:tracePt t="239501" x="3981450" y="5816600"/>
          <p14:tracePt t="239518" x="3835400" y="5848350"/>
          <p14:tracePt t="239535" x="3714750" y="5867400"/>
          <p14:tracePt t="239551" x="3676650" y="5867400"/>
          <p14:tracePt t="239568" x="3581400" y="5886450"/>
          <p14:tracePt t="239584" x="3511550" y="5892800"/>
          <p14:tracePt t="239603" x="3479800" y="5899150"/>
          <p14:tracePt t="239617" x="3467100" y="5905500"/>
          <p14:tracePt t="239634" x="3454400" y="5905500"/>
          <p14:tracePt t="239651" x="3448050" y="5905500"/>
          <p14:tracePt t="239686" x="3441700" y="5905500"/>
          <p14:tracePt t="239862" x="3441700" y="5899150"/>
          <p14:tracePt t="239882" x="3435350" y="5899150"/>
          <p14:tracePt t="239896" x="3435350" y="5892800"/>
          <p14:tracePt t="239904" x="3422650" y="5886450"/>
          <p14:tracePt t="239917" x="3416300" y="5886450"/>
          <p14:tracePt t="239933" x="3384550" y="5873750"/>
          <p14:tracePt t="239950" x="3365500" y="5867400"/>
          <p14:tracePt t="239967" x="3302000" y="5854700"/>
          <p14:tracePt t="239983" x="3232150" y="5842000"/>
          <p14:tracePt t="239999" x="3187700" y="5822950"/>
          <p14:tracePt t="240016" x="3124200" y="5822950"/>
          <p14:tracePt t="240033" x="3086100" y="5822950"/>
          <p14:tracePt t="240049" x="3028950" y="5822950"/>
          <p14:tracePt t="240053" x="3003550" y="5822950"/>
          <p14:tracePt t="240066" x="2984500" y="5822950"/>
          <p14:tracePt t="240082" x="2965450" y="5822950"/>
          <p14:tracePt t="240100" x="2927350" y="5822950"/>
          <p14:tracePt t="240116" x="2901950" y="5822950"/>
          <p14:tracePt t="240132" x="2895600" y="5822950"/>
          <p14:tracePt t="240149" x="2876550" y="5822950"/>
          <p14:tracePt t="240165" x="2863850" y="5822950"/>
          <p14:tracePt t="240233" x="2857500" y="5822950"/>
          <p14:tracePt t="240303" x="2857500" y="5829300"/>
          <p14:tracePt t="240317" x="2870200" y="5829300"/>
          <p14:tracePt t="240324" x="2876550" y="5829300"/>
          <p14:tracePt t="240334" x="2889250" y="5829300"/>
          <p14:tracePt t="240348" x="2901950" y="5829300"/>
          <p14:tracePt t="240365" x="2914650" y="5829300"/>
          <p14:tracePt t="240381" x="2984500" y="5835650"/>
          <p14:tracePt t="240398" x="3124200" y="5835650"/>
          <p14:tracePt t="240415" x="3314700" y="5842000"/>
          <p14:tracePt t="240431" x="3403600" y="5842000"/>
          <p14:tracePt t="240448" x="3606800" y="5842000"/>
          <p14:tracePt t="240465" x="3759200" y="5842000"/>
          <p14:tracePt t="240481" x="3822700" y="5842000"/>
          <p14:tracePt t="240498" x="3911600" y="5842000"/>
          <p14:tracePt t="240514" x="3962400" y="5842000"/>
          <p14:tracePt t="240531" x="3981450" y="5842000"/>
          <p14:tracePt t="240548" x="3994150" y="5842000"/>
          <p14:tracePt t="240564" x="4019550" y="5835650"/>
          <p14:tracePt t="240584" x="4025900" y="5835650"/>
          <p14:tracePt t="240689" x="4019550" y="5835650"/>
          <p14:tracePt t="240717" x="4013200" y="5835650"/>
          <p14:tracePt t="240746" x="4006850" y="5835650"/>
          <p14:tracePt t="240766" x="4006850" y="5842000"/>
          <p14:tracePt t="240773" x="4000500" y="5842000"/>
          <p14:tracePt t="241971" x="4000500" y="5835650"/>
          <p14:tracePt t="241991" x="4000500" y="5829300"/>
          <p14:tracePt t="241998" x="4000500" y="5822950"/>
          <p14:tracePt t="242009" x="4000500" y="5816600"/>
          <p14:tracePt t="242041" x="4000500" y="5810250"/>
          <p14:tracePt t="242048" x="4000500" y="5803900"/>
          <p14:tracePt t="242069" x="4006850" y="5803900"/>
          <p14:tracePt t="242079" x="4006850" y="5797550"/>
          <p14:tracePt t="242096" x="4013200" y="5791200"/>
          <p14:tracePt t="242132" x="4013200" y="5784850"/>
          <p14:tracePt t="242139" x="4019550" y="5784850"/>
          <p14:tracePt t="242167" x="4019550" y="5778500"/>
          <p14:tracePt t="242188" x="4019550" y="5772150"/>
          <p14:tracePt t="242209" x="4025900" y="5772150"/>
          <p14:tracePt t="242216" x="4025900" y="5765800"/>
          <p14:tracePt t="242252" x="4025900" y="5759450"/>
          <p14:tracePt t="242259" x="4032250" y="5759450"/>
          <p14:tracePt t="242279" x="4032250" y="5753100"/>
          <p14:tracePt t="242300" x="4038600" y="5746750"/>
          <p14:tracePt t="242307" x="4038600" y="5740400"/>
          <p14:tracePt t="242349" x="4038600" y="5734050"/>
          <p14:tracePt t="242356" x="4038600" y="5727700"/>
          <p14:tracePt t="242371" x="4038600" y="5721350"/>
          <p14:tracePt t="242378" x="4038600" y="5715000"/>
          <p14:tracePt t="242394" x="4044950" y="5708650"/>
          <p14:tracePt t="242408" x="4044950" y="5695950"/>
          <p14:tracePt t="242424" x="4051300" y="5670550"/>
          <p14:tracePt t="242441" x="4051300" y="5626100"/>
          <p14:tracePt t="242458" x="4051300" y="5594350"/>
          <p14:tracePt t="242475" x="4051300" y="5505450"/>
          <p14:tracePt t="242491" x="4064000" y="5365750"/>
          <p14:tracePt t="242507" x="4064000" y="5289550"/>
          <p14:tracePt t="242524" x="4064000" y="5111750"/>
          <p14:tracePt t="242540" x="4057650" y="4883150"/>
          <p14:tracePt t="242557" x="4057650" y="4743450"/>
          <p14:tracePt t="242561" x="4057650" y="4591050"/>
          <p14:tracePt t="242574" x="4057650" y="4432300"/>
          <p14:tracePt t="242591" x="4032250" y="4191000"/>
          <p14:tracePt t="242607" x="3968750" y="3549650"/>
          <p14:tracePt t="242624" x="3879850" y="2749550"/>
          <p14:tracePt t="242640" x="3746500" y="2095500"/>
          <p14:tracePt t="242657" x="3708400" y="1866900"/>
          <p14:tracePt t="242673" x="3638550" y="1574800"/>
          <p14:tracePt t="242690" x="3613150" y="1498600"/>
          <p14:tracePt t="242707" x="3594100" y="1409700"/>
          <p14:tracePt t="242749" x="3594100" y="1416050"/>
          <p14:tracePt t="242770" x="3594100" y="1422400"/>
          <p14:tracePt t="242777" x="3594100" y="1428750"/>
          <p14:tracePt t="242793" x="3594100" y="1435100"/>
          <p14:tracePt t="242806" x="3594100" y="1441450"/>
          <p14:tracePt t="242823" x="3600450" y="1447800"/>
          <p14:tracePt t="242840" x="3600450" y="1454150"/>
          <p14:tracePt t="242856" x="3600450" y="1466850"/>
          <p14:tracePt t="242872" x="3600450" y="1479550"/>
          <p14:tracePt t="243212" x="3575050" y="1549400"/>
          <p14:tracePt t="243219" x="3536950" y="1631950"/>
          <p14:tracePt t="243233" x="3498850" y="1727200"/>
          <p14:tracePt t="243241" x="3467100" y="1803400"/>
          <p14:tracePt t="243256" x="3422650" y="1898650"/>
          <p14:tracePt t="243271" x="3359150" y="2032000"/>
          <p14:tracePt t="243289" x="3340100" y="2076450"/>
          <p14:tracePt t="243305" x="3295650" y="2178050"/>
          <p14:tracePt t="243321" x="3270250" y="2222500"/>
          <p14:tracePt t="243338" x="3219450" y="2336800"/>
          <p14:tracePt t="243354" x="3200400" y="2362200"/>
          <p14:tracePt t="243371" x="3194050" y="2381250"/>
          <p14:tracePt t="243388" x="3181350" y="2406650"/>
          <p14:tracePt t="243404" x="3175000" y="2419350"/>
          <p14:tracePt t="243421" x="3175000" y="2425700"/>
          <p14:tracePt t="243437" x="3175000" y="2432050"/>
          <p14:tracePt t="243454" x="3168650" y="2444750"/>
          <p14:tracePt t="243487" x="3162300" y="2451100"/>
          <p14:tracePt t="243513" x="3155950" y="2451100"/>
          <p14:tracePt t="243640" x="3162300" y="2444750"/>
          <p14:tracePt t="243654" x="3162300" y="2438400"/>
          <p14:tracePt t="243661" x="3168650" y="2432050"/>
          <p14:tracePt t="243682" x="3168650" y="2425700"/>
          <p14:tracePt t="243690" x="3175000" y="2419350"/>
          <p14:tracePt t="243706" x="3181350" y="2406650"/>
          <p14:tracePt t="243720" x="3187700" y="2393950"/>
          <p14:tracePt t="243736" x="3213100" y="2343150"/>
          <p14:tracePt t="243753" x="3257550" y="2235200"/>
          <p14:tracePt t="243770" x="3282950" y="2165350"/>
          <p14:tracePt t="243787" x="3333750" y="2032000"/>
          <p14:tracePt t="243802" x="3384550" y="1879600"/>
          <p14:tracePt t="243819" x="3403600" y="1828800"/>
          <p14:tracePt t="243836" x="3429000" y="1739900"/>
          <p14:tracePt t="243853" x="3441700" y="1695450"/>
          <p14:tracePt t="243869" x="3441700" y="1682750"/>
          <p14:tracePt t="243886" x="3448050" y="1670050"/>
          <p14:tracePt t="243920" x="3441700" y="1676400"/>
          <p14:tracePt t="243935" x="3435350" y="1682750"/>
          <p14:tracePt t="243942" x="3429000" y="1695450"/>
          <p14:tracePt t="243956" x="3422650" y="1708150"/>
          <p14:tracePt t="243969" x="3416300" y="1714500"/>
          <p14:tracePt t="243985" x="3409950" y="1733550"/>
          <p14:tracePt t="244002" x="3403600" y="1746250"/>
          <p14:tracePt t="244019" x="3371850" y="1797050"/>
          <p14:tracePt t="244035" x="3327400" y="1873250"/>
          <p14:tracePt t="244052" x="3302000" y="1930400"/>
          <p14:tracePt t="244069" x="3219450" y="2063750"/>
          <p14:tracePt t="244085" x="3143250" y="2203450"/>
          <p14:tracePt t="244102" x="3092450" y="2273300"/>
          <p14:tracePt t="244118" x="3016250" y="2387600"/>
          <p14:tracePt t="244135" x="2946400" y="2470150"/>
          <p14:tracePt t="244153" x="2908300" y="2520950"/>
          <p14:tracePt t="244168" x="2895600" y="2540000"/>
          <p14:tracePt t="244185" x="2882900" y="2546350"/>
          <p14:tracePt t="244202" x="2876550" y="2552700"/>
          <p14:tracePt t="244238" x="2882900" y="2552700"/>
          <p14:tracePt t="244251" x="2908300" y="2552700"/>
          <p14:tracePt t="244268" x="2927350" y="2552700"/>
          <p14:tracePt t="244285" x="2959100" y="2546350"/>
          <p14:tracePt t="244301" x="2990850" y="2546350"/>
          <p14:tracePt t="244318" x="3092450" y="2527300"/>
          <p14:tracePt t="244335" x="3238500" y="2508250"/>
          <p14:tracePt t="244351" x="3340100" y="2489200"/>
          <p14:tracePt t="244368" x="3568700" y="2438400"/>
          <p14:tracePt t="244384" x="3803650" y="2349500"/>
          <p14:tracePt t="244401" x="3911600" y="2298700"/>
          <p14:tracePt t="244418" x="4102100" y="2184400"/>
          <p14:tracePt t="244434" x="4254500" y="2051050"/>
          <p14:tracePt t="244451" x="4311650" y="2000250"/>
          <p14:tracePt t="244468" x="4362450" y="1943100"/>
          <p14:tracePt t="244484" x="4362450" y="1911350"/>
          <p14:tracePt t="244501" x="4362450" y="1905000"/>
          <p14:tracePt t="244517" x="4343400" y="1898650"/>
          <p14:tracePt t="244534" x="4311650" y="1885950"/>
          <p14:tracePt t="244550" x="4279900" y="1873250"/>
          <p14:tracePt t="244567" x="4159250" y="1847850"/>
          <p14:tracePt t="244583" x="4083050" y="1816100"/>
          <p14:tracePt t="244587" x="3987800" y="1784350"/>
          <p14:tracePt t="244601" x="3784600" y="1746250"/>
          <p14:tracePt t="244617" x="3683000" y="1733550"/>
          <p14:tracePt t="244633" x="3575050" y="1714500"/>
          <p14:tracePt t="244650" x="3333750" y="1727200"/>
          <p14:tracePt t="244666" x="3105150" y="1784350"/>
          <p14:tracePt t="244683" x="2984500" y="1835150"/>
          <p14:tracePt t="244700" x="2813050" y="1936750"/>
          <p14:tracePt t="244716" x="2711450" y="2070100"/>
          <p14:tracePt t="244733" x="2692400" y="2120900"/>
          <p14:tracePt t="244750" x="2673350" y="2216150"/>
          <p14:tracePt t="244766" x="2705100" y="2292350"/>
          <p14:tracePt t="244783" x="2794000" y="2362200"/>
          <p14:tracePt t="244800" x="2889250" y="2406650"/>
          <p14:tracePt t="244816" x="3111500" y="2489200"/>
          <p14:tracePt t="244833" x="3352800" y="2552700"/>
          <p14:tracePt t="244849" x="3492500" y="2565400"/>
          <p14:tracePt t="244866" x="3632200" y="2565400"/>
          <p14:tracePt t="244883" x="3968750" y="2495550"/>
          <p14:tracePt t="244899" x="4064000" y="2444750"/>
          <p14:tracePt t="244916" x="4184650" y="2266950"/>
          <p14:tracePt t="244932" x="4248150" y="2165350"/>
          <p14:tracePt t="244949" x="4343400" y="1949450"/>
          <p14:tracePt t="244966" x="4387850" y="1771650"/>
          <p14:tracePt t="244982" x="4381500" y="1670050"/>
          <p14:tracePt t="244999" x="4305300" y="1435100"/>
          <p14:tracePt t="245016" x="4216400" y="1244600"/>
          <p14:tracePt t="245032" x="4165600" y="1174750"/>
          <p14:tracePt t="245049" x="4070350" y="1073150"/>
          <p14:tracePt t="245065" x="3968750" y="1009650"/>
          <p14:tracePt t="245082" x="3905250" y="1009650"/>
          <p14:tracePt t="245085" x="3848100" y="1009650"/>
          <p14:tracePt t="245099" x="3784600" y="1022350"/>
          <p14:tracePt t="245115" x="3657600" y="1079500"/>
          <p14:tracePt t="245132" x="3600450" y="1104900"/>
          <p14:tracePt t="245148" x="3511550" y="1200150"/>
          <p14:tracePt t="245165" x="3435350" y="1314450"/>
          <p14:tracePt t="245182" x="3397250" y="1371600"/>
          <p14:tracePt t="245198" x="3352800" y="1530350"/>
          <p14:tracePt t="245215" x="3333750" y="1619250"/>
          <p14:tracePt t="245232" x="3340100" y="1841500"/>
          <p14:tracePt t="245248" x="3365500" y="1905000"/>
          <p14:tracePt t="245265" x="3384550" y="1949450"/>
          <p14:tracePt t="245281" x="3448050" y="2051050"/>
          <p14:tracePt t="245298" x="3530600" y="2133600"/>
          <p14:tracePt t="245314" x="3568700" y="2178050"/>
          <p14:tracePt t="245331" x="3702050" y="2247900"/>
          <p14:tracePt t="245348" x="3841750" y="2336800"/>
          <p14:tracePt t="245364" x="3911600" y="2374900"/>
          <p14:tracePt t="245381" x="4044950" y="2432050"/>
          <p14:tracePt t="245397" x="4184650" y="2501900"/>
          <p14:tracePt t="245415" x="4305300" y="2514600"/>
          <p14:tracePt t="245431" x="4356100" y="2508250"/>
          <p14:tracePt t="245447" x="4445000" y="2470150"/>
          <p14:tracePt t="245464" x="4495800" y="2425700"/>
          <p14:tracePt t="245480" x="4521200" y="2393950"/>
          <p14:tracePt t="245497" x="4533900" y="2374900"/>
          <p14:tracePt t="245514" x="4572000" y="2292350"/>
          <p14:tracePt t="245530" x="4578350" y="2273300"/>
          <p14:tracePt t="245548" x="4578350" y="2247900"/>
          <p14:tracePt t="245564" x="4578350" y="2241550"/>
          <p14:tracePt t="245580" x="4578350" y="2222500"/>
          <p14:tracePt t="245584" x="4578350" y="2216150"/>
          <p14:tracePt t="245600" x="4578350" y="2209800"/>
          <p14:tracePt t="245613" x="4578350" y="2203450"/>
          <p14:tracePt t="245630" x="4578350" y="2178050"/>
          <p14:tracePt t="245647" x="4584700" y="2146300"/>
          <p14:tracePt t="245663" x="4584700" y="2139950"/>
          <p14:tracePt t="246044" x="4610100" y="2133600"/>
          <p14:tracePt t="246058" x="4629150" y="2127250"/>
          <p14:tracePt t="246065" x="4648200" y="2127250"/>
          <p14:tracePt t="246082" x="4673600" y="2120900"/>
          <p14:tracePt t="246095" x="4686300" y="2108200"/>
          <p14:tracePt t="246112" x="4724400" y="2082800"/>
          <p14:tracePt t="246128" x="4768850" y="2063750"/>
          <p14:tracePt t="246145" x="4800600" y="2051050"/>
          <p14:tracePt t="246162" x="4838700" y="2025650"/>
          <p14:tracePt t="246178" x="4883150" y="2006600"/>
          <p14:tracePt t="246195" x="4895850" y="1993900"/>
          <p14:tracePt t="246212" x="4933950" y="1981200"/>
          <p14:tracePt t="246227" x="4953000" y="1974850"/>
          <p14:tracePt t="246244" x="4959350" y="1968500"/>
          <p14:tracePt t="246262" x="4972050" y="1962150"/>
          <p14:tracePt t="246278" x="4978400" y="1955800"/>
          <p14:tracePt t="246381" x="4978400" y="1962150"/>
          <p14:tracePt t="246395" x="4972050" y="1968500"/>
          <p14:tracePt t="246416" x="4965700" y="1968500"/>
          <p14:tracePt t="246451" x="4959350" y="1974850"/>
          <p14:tracePt t="246486" x="4953000" y="1981200"/>
          <p14:tracePt t="246507" x="4946650" y="1987550"/>
          <p14:tracePt t="246528" x="4940300" y="1993900"/>
          <p14:tracePt t="246535" x="4933950" y="1993900"/>
          <p14:tracePt t="246549" x="4927600" y="2000250"/>
          <p14:tracePt t="246570" x="4914900" y="2006600"/>
          <p14:tracePt t="246579" x="4908550" y="2019300"/>
          <p14:tracePt t="246593" x="4895850" y="2025650"/>
          <p14:tracePt t="246610" x="4857750" y="2057400"/>
          <p14:tracePt t="246627" x="4838700" y="2082800"/>
          <p14:tracePt t="246643" x="4826000" y="2089150"/>
          <p14:tracePt t="246660" x="4819650" y="2101850"/>
          <p14:tracePt t="246676" x="4800600" y="2114550"/>
          <p14:tracePt t="246760" x="4806950" y="2114550"/>
          <p14:tracePt t="246767" x="4813300" y="2114550"/>
          <p14:tracePt t="246802" x="4819650" y="2114550"/>
          <p14:tracePt t="246810" x="4826000" y="2114550"/>
          <p14:tracePt t="246830" x="4832350" y="2114550"/>
          <p14:tracePt t="246858" x="4845050" y="2114550"/>
          <p14:tracePt t="246872" x="4845050" y="2108200"/>
          <p14:tracePt t="246879" x="4851400" y="2108200"/>
          <p14:tracePt t="246893" x="4857750" y="2101850"/>
          <p14:tracePt t="246908" x="4864100" y="2095500"/>
          <p14:tracePt t="246925" x="4870450" y="2095500"/>
          <p14:tracePt t="246942" x="4883150" y="2089150"/>
          <p14:tracePt t="246959" x="4895850" y="2076450"/>
          <p14:tracePt t="246975" x="4902200" y="2063750"/>
          <p14:tracePt t="246992" x="4914900" y="2057400"/>
          <p14:tracePt t="247008" x="4914900" y="2051050"/>
          <p14:tracePt t="247025" x="4921250" y="2044700"/>
          <p14:tracePt t="247042" x="4927600" y="2038350"/>
          <p14:tracePt t="247058" x="4933950" y="2032000"/>
          <p14:tracePt t="247096" x="4940300" y="2025650"/>
          <p14:tracePt t="247131" x="4946650" y="2019300"/>
          <p14:tracePt t="247138" x="4953000" y="2019300"/>
          <p14:tracePt t="247159" x="4953000" y="2012950"/>
          <p14:tracePt t="247187" x="4959350" y="2012950"/>
          <p14:tracePt t="247222" x="4965700" y="2012950"/>
          <p14:tracePt t="247250" x="4972050" y="2006600"/>
          <p14:tracePt t="247363" x="4978400" y="2006600"/>
          <p14:tracePt t="247433" x="4984750" y="2006600"/>
          <p14:tracePt t="247468" x="4991100" y="2006600"/>
          <p14:tracePt t="247509" x="4997450" y="2006600"/>
          <p14:tracePt t="247552" x="5003800" y="2006600"/>
          <p14:tracePt t="247574" x="5010150" y="2006600"/>
          <p14:tracePt t="247580" x="5016500" y="2006600"/>
          <p14:tracePt t="247601" x="5022850" y="2006600"/>
          <p14:tracePt t="247610" x="5029200" y="2006600"/>
          <p14:tracePt t="247623" x="5035550" y="2006600"/>
          <p14:tracePt t="247640" x="5041900" y="2006600"/>
          <p14:tracePt t="247656" x="5086350" y="2012950"/>
          <p14:tracePt t="247673" x="5124450" y="2006600"/>
          <p14:tracePt t="247689" x="5143500" y="2006600"/>
          <p14:tracePt t="247707" x="5187950" y="2006600"/>
          <p14:tracePt t="247723" x="5213350" y="2006600"/>
          <p14:tracePt t="247739" x="5226050" y="2000250"/>
          <p14:tracePt t="247756" x="5232400" y="2000250"/>
          <p14:tracePt t="247772" x="5238750" y="2000250"/>
          <p14:tracePt t="247812" x="5238750" y="2006600"/>
          <p14:tracePt t="247853" x="5238750" y="2012950"/>
          <p14:tracePt t="247903" x="5232400" y="2012950"/>
          <p14:tracePt t="247973" x="5232400" y="2019300"/>
          <p14:tracePt t="248071" x="5238750" y="2019300"/>
          <p14:tracePt t="248092" x="5245100" y="2019300"/>
          <p14:tracePt t="248099" x="5251450" y="2019300"/>
          <p14:tracePt t="248120" x="5257800" y="2019300"/>
          <p14:tracePt t="248141" x="5264150" y="2019300"/>
          <p14:tracePt t="248148" x="5264150" y="2012950"/>
          <p14:tracePt t="248169" x="5270500" y="2012950"/>
          <p14:tracePt t="248190" x="5276850" y="2012950"/>
          <p14:tracePt t="248212" x="5283200" y="2012950"/>
          <p14:tracePt t="248232" x="5289550" y="2012950"/>
          <p14:tracePt t="248239" x="5295900" y="2012950"/>
          <p14:tracePt t="248253" x="5302250" y="2012950"/>
          <p14:tracePt t="248261" x="5308600" y="2006600"/>
          <p14:tracePt t="248309" x="5314950" y="2006600"/>
          <p14:tracePt t="248331" x="5327650" y="2006600"/>
          <p14:tracePt t="248352" x="5334000" y="2000250"/>
          <p14:tracePt t="248373" x="5340350" y="2000250"/>
          <p14:tracePt t="248379" x="5346700" y="2000250"/>
          <p14:tracePt t="248421" x="5353050" y="2000250"/>
          <p14:tracePt t="248437" x="5359400" y="2000250"/>
          <p14:tracePt t="248464" x="5365750" y="2000250"/>
          <p14:tracePt t="248471" x="5372100" y="2000250"/>
          <p14:tracePt t="248492" x="5378450" y="2000250"/>
          <p14:tracePt t="248513" x="5384800" y="2000250"/>
          <p14:tracePt t="248548" x="5391150" y="2000250"/>
          <p14:tracePt t="248571" x="5397500" y="2000250"/>
          <p14:tracePt t="248597" x="5403850" y="2000250"/>
          <p14:tracePt t="248604" x="5410200" y="2000250"/>
          <p14:tracePt t="248619" x="5416550" y="2000250"/>
          <p14:tracePt t="248639" x="5422900" y="2000250"/>
          <p14:tracePt t="248668" x="5429250" y="2000250"/>
          <p14:tracePt t="248675" x="5435600" y="2000250"/>
          <p14:tracePt t="248689" x="5448300" y="2000250"/>
          <p14:tracePt t="248703" x="5461000" y="1993900"/>
          <p14:tracePt t="248719" x="5492750" y="1993900"/>
          <p14:tracePt t="248736" x="5511800" y="1993900"/>
          <p14:tracePt t="248753" x="5575300" y="1981200"/>
          <p14:tracePt t="248769" x="5588000" y="1981200"/>
          <p14:tracePt t="248786" x="5613400" y="1974850"/>
          <p14:tracePt t="248802" x="5632450" y="1968500"/>
          <p14:tracePt t="248836" x="5638800" y="1968500"/>
          <p14:tracePt t="248852" x="5638800" y="1962150"/>
          <p14:tracePt t="248906" x="5645150" y="1962150"/>
          <p14:tracePt t="249236" x="5638800" y="1962150"/>
          <p14:tracePt t="249327" x="5638800" y="1955800"/>
          <p14:tracePt t="249362" x="5638800" y="1949450"/>
          <p14:tracePt t="249369" x="5638800" y="1943100"/>
          <p14:tracePt t="249385" x="5638800" y="1936750"/>
          <p14:tracePt t="249702" x="5632450" y="1943100"/>
          <p14:tracePt t="249717" x="5626100" y="1962150"/>
          <p14:tracePt t="249723" x="5607050" y="1993900"/>
          <p14:tracePt t="249737" x="5594350" y="2025650"/>
          <p14:tracePt t="249748" x="5588000" y="2057400"/>
          <p14:tracePt t="249765" x="5530850" y="2178050"/>
          <p14:tracePt t="249782" x="5499100" y="2260600"/>
          <p14:tracePt t="249799" x="5391150" y="2444750"/>
          <p14:tracePt t="249815" x="5251450" y="2679700"/>
          <p14:tracePt t="249832" x="5187950" y="2781300"/>
          <p14:tracePt t="249849" x="5022850" y="3060700"/>
          <p14:tracePt t="249865" x="4851400" y="3340100"/>
          <p14:tracePt t="249882" x="4737100" y="3517900"/>
          <p14:tracePt t="249899" x="4540250" y="3848100"/>
          <p14:tracePt t="249915" x="4387850" y="4127500"/>
          <p14:tracePt t="249932" x="4324350" y="4216400"/>
          <p14:tracePt t="249948" x="4210050" y="4381500"/>
          <p14:tracePt t="249965" x="4171950" y="4451350"/>
          <p14:tracePt t="249982" x="4089400" y="4578350"/>
          <p14:tracePt t="249998" x="4083050" y="4591050"/>
          <p14:tracePt t="250015" x="4076700" y="4603750"/>
          <p14:tracePt t="250032" x="4070350" y="4616450"/>
          <p14:tracePt t="250048" x="4057650" y="4635500"/>
          <p14:tracePt t="250064" x="4057650" y="4648200"/>
          <p14:tracePt t="250081" x="4013200" y="4686300"/>
          <p14:tracePt t="250098" x="3917950" y="4749800"/>
          <p14:tracePt t="250114" x="3873500" y="4787900"/>
          <p14:tracePt t="250118" x="3841750" y="4832350"/>
          <p14:tracePt t="250131" x="3803650" y="4876800"/>
          <p14:tracePt t="250147" x="3727450" y="4978400"/>
          <p14:tracePt t="250165" x="3651250" y="5118100"/>
          <p14:tracePt t="250181" x="3606800" y="5187950"/>
          <p14:tracePt t="250197" x="3543300" y="5302250"/>
          <p14:tracePt t="250214" x="3498850" y="5378450"/>
          <p14:tracePt t="250231" x="3492500" y="5403850"/>
          <p14:tracePt t="250247" x="3486150" y="5429250"/>
          <p14:tracePt t="250264" x="3473450" y="5448300"/>
          <p14:tracePt t="250298" x="3473450" y="5454650"/>
          <p14:tracePt t="250314" x="3473450" y="5461000"/>
          <p14:tracePt t="250330" x="3467100" y="5467350"/>
          <p14:tracePt t="250347" x="3460750" y="5473700"/>
          <p14:tracePt t="250363" x="3460750" y="5480050"/>
          <p14:tracePt t="250380" x="3435350" y="5518150"/>
          <p14:tracePt t="250397" x="3409950" y="5556250"/>
          <p14:tracePt t="250413" x="3397250" y="5581650"/>
          <p14:tracePt t="250430" x="3359150" y="5619750"/>
          <p14:tracePt t="250447" x="3321050" y="5676900"/>
          <p14:tracePt t="250463" x="3302000" y="5695950"/>
          <p14:tracePt t="250480" x="3263900" y="5740400"/>
          <p14:tracePt t="250496" x="3225800" y="5765800"/>
          <p14:tracePt t="250514" x="3213100" y="5772150"/>
          <p14:tracePt t="250530" x="3187700" y="5791200"/>
          <p14:tracePt t="250546" x="3181350" y="5797550"/>
          <p14:tracePt t="250579" x="3175000" y="5797550"/>
          <p14:tracePt t="250596" x="3162300" y="5797550"/>
          <p14:tracePt t="250614" x="3149600" y="5803900"/>
          <p14:tracePt t="250629" x="3143250" y="5803900"/>
          <p14:tracePt t="250649" x="3136900" y="5810250"/>
          <p14:tracePt t="250663" x="3117850" y="5810250"/>
          <p14:tracePt t="250679" x="3111500" y="5816600"/>
          <p14:tracePt t="250696" x="3105150" y="5816600"/>
          <p14:tracePt t="250713" x="3098800" y="5816600"/>
          <p14:tracePt t="250729" x="3086100" y="5816600"/>
          <p14:tracePt t="250746" x="3079750" y="5822950"/>
          <p14:tracePt t="250762" x="3060700" y="5822950"/>
          <p14:tracePt t="250779" x="3028950" y="5829300"/>
          <p14:tracePt t="250796" x="3003550" y="5829300"/>
          <p14:tracePt t="250812" x="2952750" y="5835650"/>
          <p14:tracePt t="250829" x="2889250" y="5842000"/>
          <p14:tracePt t="250846" x="2838450" y="5842000"/>
          <p14:tracePt t="250862" x="2819400" y="5842000"/>
          <p14:tracePt t="250878" x="2768600" y="5842000"/>
          <p14:tracePt t="250895" x="2724150" y="5842000"/>
          <p14:tracePt t="250912" x="2698750" y="5835650"/>
          <p14:tracePt t="250929" x="2654300" y="5835650"/>
          <p14:tracePt t="250945" x="2609850" y="5822950"/>
          <p14:tracePt t="250961" x="2584450" y="5822950"/>
          <p14:tracePt t="250979" x="2540000" y="5816600"/>
          <p14:tracePt t="250995" x="2501900" y="5810250"/>
          <p14:tracePt t="251012" x="2489200" y="5810250"/>
          <p14:tracePt t="251028" x="2482850" y="5803900"/>
          <p14:tracePt t="251045" x="2476500" y="5803900"/>
          <p14:tracePt t="251154" x="2482850" y="5803900"/>
          <p14:tracePt t="251238" x="2489200" y="5803900"/>
          <p14:tracePt t="251245" x="2495550" y="5797550"/>
          <p14:tracePt t="251274" x="2501900" y="5797550"/>
          <p14:tracePt t="251295" x="2501900" y="5791200"/>
          <p14:tracePt t="251315" x="2508250" y="5791200"/>
          <p14:tracePt t="251336" x="2514600" y="5791200"/>
          <p14:tracePt t="251344" x="2520950" y="5791200"/>
          <p14:tracePt t="251386" x="2527300" y="5791200"/>
          <p14:tracePt t="251407" x="2533650" y="5791200"/>
          <p14:tracePt t="251449" x="2540000" y="5791200"/>
          <p14:tracePt t="251455" x="2546350" y="5791200"/>
          <p14:tracePt t="251484" x="2552700" y="5791200"/>
          <p14:tracePt t="251505" x="2559050" y="5797550"/>
          <p14:tracePt t="251547" x="2565400" y="5797550"/>
          <p14:tracePt t="251575" x="2571750" y="5797550"/>
          <p14:tracePt t="251596" x="2578100" y="5797550"/>
          <p14:tracePt t="251625" x="2584450" y="5797550"/>
          <p14:tracePt t="251638" x="2590800" y="5797550"/>
          <p14:tracePt t="251646" x="2597150" y="5797550"/>
          <p14:tracePt t="251673" x="2603500" y="5797550"/>
          <p14:tracePt t="251694" x="2609850" y="5797550"/>
          <p14:tracePt t="251710" x="2622550" y="5797550"/>
          <p14:tracePt t="251715" x="2635250" y="5797550"/>
          <p14:tracePt t="251729" x="2647950" y="5803900"/>
          <p14:tracePt t="251742" x="2667000" y="5810250"/>
          <p14:tracePt t="251759" x="2717800" y="5816600"/>
          <p14:tracePt t="251776" x="2736850" y="5822950"/>
          <p14:tracePt t="251793" x="2787650" y="5835650"/>
          <p14:tracePt t="251808" x="2851150" y="5854700"/>
          <p14:tracePt t="251825" x="2876550" y="5861050"/>
          <p14:tracePt t="251842" x="2959100" y="5873750"/>
          <p14:tracePt t="251858" x="3054350" y="5886450"/>
          <p14:tracePt t="251875" x="3105150" y="5892800"/>
          <p14:tracePt t="251892" x="3232150" y="5892800"/>
          <p14:tracePt t="251908" x="3289300" y="5892800"/>
          <p14:tracePt t="251925" x="3429000" y="5880100"/>
          <p14:tracePt t="251941" x="3575050" y="5861050"/>
          <p14:tracePt t="251958" x="3638550" y="5835650"/>
          <p14:tracePt t="251975" x="3759200" y="5803900"/>
          <p14:tracePt t="251991" x="3835400" y="5765800"/>
          <p14:tracePt t="252008" x="3860800" y="5746750"/>
          <p14:tracePt t="252025" x="3892550" y="5721350"/>
          <p14:tracePt t="252041" x="3905250" y="5702300"/>
          <p14:tracePt t="252058" x="3911600" y="5683250"/>
          <p14:tracePt t="252074" x="3917950" y="5657850"/>
          <p14:tracePt t="252091" x="3917950" y="5626100"/>
          <p14:tracePt t="252108" x="3917950" y="5575300"/>
          <p14:tracePt t="252124" x="3905250" y="5556250"/>
          <p14:tracePt t="252141" x="3898900" y="5524500"/>
          <p14:tracePt t="252158" x="3835400" y="5448300"/>
          <p14:tracePt t="252173" x="3816350" y="5435600"/>
          <p14:tracePt t="252191" x="3784600" y="5422900"/>
          <p14:tracePt t="252207" x="3606800" y="5384800"/>
          <p14:tracePt t="252224" x="3530600" y="5372100"/>
          <p14:tracePt t="252241" x="3454400" y="5365750"/>
          <p14:tracePt t="252257" x="3289300" y="5353050"/>
          <p14:tracePt t="252274" x="3098800" y="5359400"/>
          <p14:tracePt t="252291" x="2914650" y="5391150"/>
          <p14:tracePt t="252307" x="2813050" y="5397500"/>
          <p14:tracePt t="252323" x="2679700" y="5448300"/>
          <p14:tracePt t="252340" x="2584450" y="5467350"/>
          <p14:tracePt t="252357" x="2540000" y="5473700"/>
          <p14:tracePt t="252374" x="2514600" y="5499100"/>
          <p14:tracePt t="252390" x="2501900" y="5511800"/>
          <p14:tracePt t="252406" x="2501900" y="5518150"/>
          <p14:tracePt t="252424" x="2501900" y="5537200"/>
          <p14:tracePt t="252440" x="2501900" y="5562600"/>
          <p14:tracePt t="252456" x="2501900" y="5575300"/>
          <p14:tracePt t="252473" x="2501900" y="5607050"/>
          <p14:tracePt t="252489" x="2520950" y="5657850"/>
          <p14:tracePt t="252506" x="2533650" y="5689600"/>
          <p14:tracePt t="252523" x="2584450" y="5759450"/>
          <p14:tracePt t="252539" x="2641600" y="5816600"/>
          <p14:tracePt t="252556" x="2673350" y="5848350"/>
          <p14:tracePt t="252572" x="2743200" y="5911850"/>
          <p14:tracePt t="252589" x="2787650" y="5937250"/>
          <p14:tracePt t="252606" x="2889250" y="5981700"/>
          <p14:tracePt t="252622" x="3003550" y="6026150"/>
          <p14:tracePt t="252639" x="3067050" y="6045200"/>
          <p14:tracePt t="252656" x="3162300" y="6057900"/>
          <p14:tracePt t="252672" x="3244850" y="6045200"/>
          <p14:tracePt t="252689" x="3276600" y="6032500"/>
          <p14:tracePt t="252706" x="3346450" y="5994400"/>
          <p14:tracePt t="252722" x="3448050" y="5949950"/>
          <p14:tracePt t="252740" x="3549650" y="5886450"/>
          <p14:tracePt t="252755" x="3594100" y="5861050"/>
          <p14:tracePt t="252772" x="3625850" y="5835650"/>
          <p14:tracePt t="252789" x="3663950" y="5784850"/>
          <p14:tracePt t="252805" x="3670300" y="5772150"/>
          <p14:tracePt t="252822" x="3670300" y="5765800"/>
          <p14:tracePt t="252838" x="3670300" y="5734050"/>
          <p14:tracePt t="252855" x="3670300" y="5721350"/>
          <p14:tracePt t="252872" x="3657600" y="5695950"/>
          <p14:tracePt t="252888" x="3638550" y="5683250"/>
          <p14:tracePt t="252905" x="3600450" y="5645150"/>
          <p14:tracePt t="252922" x="3549650" y="5613400"/>
          <p14:tracePt t="252938" x="3517900" y="5600700"/>
          <p14:tracePt t="252954" x="3467100" y="5588000"/>
          <p14:tracePt t="252972" x="3409950" y="5562600"/>
          <p14:tracePt t="252988" x="3378200" y="5556250"/>
          <p14:tracePt t="253004" x="3295650" y="5537200"/>
          <p14:tracePt t="253021" x="3219450" y="5537200"/>
          <p14:tracePt t="253038" x="3175000" y="5543550"/>
          <p14:tracePt t="253055" x="3092450" y="5556250"/>
          <p14:tracePt t="253070" x="3009900" y="5581650"/>
          <p14:tracePt t="253087" x="2990850" y="5588000"/>
          <p14:tracePt t="253105" x="2940050" y="5619750"/>
          <p14:tracePt t="253121" x="2914650" y="5638800"/>
          <p14:tracePt t="253137" x="2895600" y="5645150"/>
          <p14:tracePt t="253154" x="2889250" y="5657850"/>
          <p14:tracePt t="253171" x="2889250" y="5664200"/>
          <p14:tracePt t="253187" x="2889250" y="5676900"/>
          <p14:tracePt t="253204" x="2889250" y="5683250"/>
          <p14:tracePt t="253224" x="2895600" y="5683250"/>
          <p14:tracePt t="253322" x="2889250" y="5683250"/>
          <p14:tracePt t="253343" x="2882900" y="5683250"/>
          <p14:tracePt t="253364" x="2876550" y="5689600"/>
          <p14:tracePt t="253371" x="2863850" y="5695950"/>
          <p14:tracePt t="253378" x="2851150" y="5702300"/>
          <p14:tracePt t="253392" x="2832100" y="5715000"/>
          <p14:tracePt t="253403" x="2806700" y="5740400"/>
          <p14:tracePt t="253420" x="2743200" y="5791200"/>
          <p14:tracePt t="253436" x="2717800" y="5810250"/>
          <p14:tracePt t="253453" x="2654300" y="5854700"/>
          <p14:tracePt t="253470" x="2609850" y="5892800"/>
          <p14:tracePt t="253486" x="2584450" y="5905500"/>
          <p14:tracePt t="253503" x="2578100" y="5918200"/>
          <p14:tracePt t="253520" x="2565400" y="5937250"/>
          <p14:tracePt t="253536" x="2565400" y="5949950"/>
          <p14:tracePt t="253602" x="2571750" y="5949950"/>
          <p14:tracePt t="253610" x="2578100" y="5949950"/>
          <p14:tracePt t="253624" x="2578100" y="5943600"/>
          <p14:tracePt t="253652" x="2584450" y="5937250"/>
          <p14:tracePt t="253680" x="2584450" y="5930900"/>
          <p14:tracePt t="253701" x="2590800" y="5930900"/>
          <p14:tracePt t="253743" x="2597150" y="5924550"/>
          <p14:tracePt t="253750" x="2603500" y="5924550"/>
          <p14:tracePt t="253792" x="2609850" y="5924550"/>
          <p14:tracePt t="253799" x="2616200" y="5924550"/>
          <p14:tracePt t="253820" x="2622550" y="5918200"/>
          <p14:tracePt t="253841" x="2622550" y="5911850"/>
          <p14:tracePt t="253932" x="2628900" y="5911850"/>
          <p14:tracePt t="254009" x="2635250" y="5905500"/>
          <p14:tracePt t="254045" x="2641600" y="5905500"/>
          <p14:tracePt t="254052" x="2647950" y="5905500"/>
          <p14:tracePt t="254065" x="2654300" y="5899150"/>
          <p14:tracePt t="254072" x="2660650" y="5899150"/>
          <p14:tracePt t="254094" x="2667000" y="5899150"/>
          <p14:tracePt t="254103" x="2673350" y="5892800"/>
          <p14:tracePt t="254117" x="2686050" y="5892800"/>
          <p14:tracePt t="254134" x="2698750" y="5886450"/>
          <p14:tracePt t="254151" x="2755900" y="5873750"/>
          <p14:tracePt t="254167" x="2857500" y="5835650"/>
          <p14:tracePt t="254184" x="2921000" y="5816600"/>
          <p14:tracePt t="254200" x="3041650" y="5778500"/>
          <p14:tracePt t="254217" x="3168650" y="5734050"/>
          <p14:tracePt t="254234" x="3276600" y="5695950"/>
          <p14:tracePt t="254250" x="3321050" y="5689600"/>
          <p14:tracePt t="254267" x="3371850" y="5664200"/>
          <p14:tracePt t="254283" x="3403600" y="5651500"/>
          <p14:tracePt t="254299" x="3416300" y="5645150"/>
          <p14:tracePt t="254317" x="3422650" y="5638800"/>
          <p14:tracePt t="254333" x="3435350" y="5638800"/>
          <p14:tracePt t="254451" x="3429000" y="5638800"/>
          <p14:tracePt t="254472" x="3422650" y="5645150"/>
          <p14:tracePt t="254486" x="3416300" y="5645150"/>
          <p14:tracePt t="254493" x="3409950" y="5645150"/>
          <p14:tracePt t="254515" x="3409950" y="5651500"/>
          <p14:tracePt t="254536" x="3403600" y="5651500"/>
          <p14:tracePt t="254542" x="3390900" y="5651500"/>
          <p14:tracePt t="254557" x="3384550" y="5651500"/>
          <p14:tracePt t="254565" x="3371850" y="5657850"/>
          <p14:tracePt t="254582" x="3352800" y="5664200"/>
          <p14:tracePt t="254599" x="3295650" y="5670550"/>
          <p14:tracePt t="254615" x="3213100" y="5689600"/>
          <p14:tracePt t="254632" x="3155950" y="5695950"/>
          <p14:tracePt t="254649" x="3067050" y="5715000"/>
          <p14:tracePt t="254665" x="2978150" y="5740400"/>
          <p14:tracePt t="254683" x="2908300" y="5753100"/>
          <p14:tracePt t="254699" x="2882900" y="5765800"/>
          <p14:tracePt t="254715" x="2838450" y="5772150"/>
          <p14:tracePt t="254732" x="2806700" y="5784850"/>
          <p14:tracePt t="254748" x="2794000" y="5797550"/>
          <p14:tracePt t="254765" x="2787650" y="5797550"/>
          <p14:tracePt t="254782" x="2774950" y="5803900"/>
          <p14:tracePt t="254844" x="2781300" y="5810250"/>
          <p14:tracePt t="254858" x="2787650" y="5810250"/>
          <p14:tracePt t="254867" x="2794000" y="5810250"/>
          <p14:tracePt t="254881" x="2800350" y="5810250"/>
          <p14:tracePt t="254898" x="2819400" y="5810250"/>
          <p14:tracePt t="254915" x="2838450" y="5810250"/>
          <p14:tracePt t="254931" x="2857500" y="5810250"/>
          <p14:tracePt t="254948" x="2901950" y="5803900"/>
          <p14:tracePt t="254964" x="3003550" y="5784850"/>
          <p14:tracePt t="254981" x="3073400" y="5778500"/>
          <p14:tracePt t="254998" x="3219450" y="5734050"/>
          <p14:tracePt t="255014" x="3295650" y="5727700"/>
          <p14:tracePt t="255031" x="3403600" y="5689600"/>
          <p14:tracePt t="255048" x="3492500" y="5657850"/>
          <p14:tracePt t="255064" x="3530600" y="5645150"/>
          <p14:tracePt t="255081" x="3568700" y="5619750"/>
          <p14:tracePt t="255097" x="3587750" y="5600700"/>
          <p14:tracePt t="255114" x="3594100" y="5594350"/>
          <p14:tracePt t="255131" x="3594100" y="5575300"/>
          <p14:tracePt t="255147" x="3581400" y="5562600"/>
          <p14:tracePt t="255163" x="3575050" y="5549900"/>
          <p14:tracePt t="255181" x="3543300" y="5486400"/>
          <p14:tracePt t="255197" x="3486150" y="5365750"/>
          <p14:tracePt t="255213" x="3448050" y="5270500"/>
          <p14:tracePt t="255217" x="3403600" y="5156200"/>
          <p14:tracePt t="255230" x="3359150" y="5022850"/>
          <p14:tracePt t="255247" x="3225800" y="4648200"/>
          <p14:tracePt t="255263" x="3162300" y="4457700"/>
          <p14:tracePt t="255280" x="2990850" y="3956050"/>
          <p14:tracePt t="255296" x="2794000" y="3448050"/>
          <p14:tracePt t="255314" x="2571750" y="2940050"/>
          <p14:tracePt t="255329" x="2482850" y="2698750"/>
          <p14:tracePt t="255346" x="2419350" y="2533650"/>
          <p14:tracePt t="255363" x="2324100" y="2178050"/>
          <p14:tracePt t="255379" x="2298700" y="2089150"/>
          <p14:tracePt t="255396" x="2292350" y="2012950"/>
          <p14:tracePt t="255413" x="2266950" y="1828800"/>
          <p14:tracePt t="255429" x="2266950" y="1784350"/>
          <p14:tracePt t="255446" x="2254250" y="1733550"/>
          <p14:tracePt t="255463" x="2273300" y="1676400"/>
          <p14:tracePt t="255479" x="2298700" y="1587500"/>
          <p14:tracePt t="255496" x="2324100" y="1504950"/>
          <p14:tracePt t="255513" x="2330450" y="1485900"/>
          <p14:tracePt t="255529" x="2343150" y="1447800"/>
          <p14:tracePt t="255546" x="2355850" y="1422400"/>
          <p14:tracePt t="255562" x="2368550" y="1416050"/>
          <p14:tracePt t="255578" x="2387600" y="1403350"/>
          <p14:tracePt t="255595" x="2406650" y="1377950"/>
          <p14:tracePt t="255612" x="2432050" y="1365250"/>
          <p14:tracePt t="255629" x="2463800" y="1339850"/>
          <p14:tracePt t="255645" x="2527300" y="1320800"/>
          <p14:tracePt t="255662" x="2552700" y="1314450"/>
          <p14:tracePt t="255679" x="2647950" y="1301750"/>
          <p14:tracePt t="255695" x="2686050" y="1295400"/>
          <p14:tracePt t="255712" x="2794000" y="1276350"/>
          <p14:tracePt t="255728" x="2927350" y="1257300"/>
          <p14:tracePt t="255745" x="3003550" y="1250950"/>
          <p14:tracePt t="255762" x="3162300" y="1231900"/>
          <p14:tracePt t="255778" x="3276600" y="1212850"/>
          <p14:tracePt t="255795" x="3333750" y="1212850"/>
          <p14:tracePt t="255812" x="3409950" y="1212850"/>
          <p14:tracePt t="255828" x="3460750" y="1206500"/>
          <p14:tracePt t="255844" x="3473450" y="1206500"/>
          <p14:tracePt t="255862" x="3498850" y="1206500"/>
          <p14:tracePt t="255878" x="3505200" y="1206500"/>
          <p14:tracePt t="255911" x="3505200" y="1200150"/>
          <p14:tracePt t="256008" x="3498850" y="1200150"/>
          <p14:tracePt t="256015" x="3492500" y="1200150"/>
          <p14:tracePt t="256030" x="3486150" y="1206500"/>
          <p14:tracePt t="256044" x="3479800" y="1212850"/>
          <p14:tracePt t="256060" x="3473450" y="1219200"/>
          <p14:tracePt t="256078" x="3467100" y="1231900"/>
          <p14:tracePt t="256094" x="3429000" y="1282700"/>
          <p14:tracePt t="256110" x="3327400" y="1435100"/>
          <p14:tracePt t="256128" x="3162300" y="1752600"/>
          <p14:tracePt t="256143" x="3054350" y="2000250"/>
          <p14:tracePt t="256160" x="2832100" y="2559050"/>
          <p14:tracePt t="256177" x="2647950" y="3181350"/>
          <p14:tracePt t="256193" x="2584450" y="3486150"/>
          <p14:tracePt t="256210" x="2540000" y="3759200"/>
          <p14:tracePt t="256226" x="2501900" y="4349750"/>
          <p14:tracePt t="256243" x="2501900" y="4489450"/>
          <p14:tracePt t="256260" x="2514600" y="4705350"/>
          <p14:tracePt t="256276" x="2540000" y="4851400"/>
          <p14:tracePt t="256293" x="2559050" y="4883150"/>
          <p14:tracePt t="256310" x="2578100" y="4933950"/>
          <p14:tracePt t="256326" x="2590800" y="4946650"/>
          <p14:tracePt t="256343" x="2622550" y="4965700"/>
          <p14:tracePt t="256360" x="2641600" y="4978400"/>
          <p14:tracePt t="256376" x="2647950" y="4984750"/>
          <p14:tracePt t="256393" x="2679700" y="5010150"/>
          <p14:tracePt t="256409" x="2711450" y="5048250"/>
          <p14:tracePt t="256427" x="2736850" y="5067300"/>
          <p14:tracePt t="256443" x="2768600" y="5105400"/>
          <p14:tracePt t="256459" x="2800350" y="5137150"/>
          <p14:tracePt t="256476" x="2813050" y="5168900"/>
          <p14:tracePt t="256493" x="2838450" y="5232400"/>
          <p14:tracePt t="256509" x="2870200" y="5295900"/>
          <p14:tracePt t="256528" x="2895600" y="5353050"/>
          <p14:tracePt t="256543" x="2914650" y="5384800"/>
          <p14:tracePt t="256559" x="2927350" y="5416550"/>
          <p14:tracePt t="256575" x="2952750" y="5461000"/>
          <p14:tracePt t="256592" x="2971800" y="5486400"/>
          <p14:tracePt t="256608" x="2978150" y="5499100"/>
          <p14:tracePt t="256626" x="2990850" y="5537200"/>
          <p14:tracePt t="256642" x="3009900" y="5575300"/>
          <p14:tracePt t="256658" x="3022600" y="5600700"/>
          <p14:tracePt t="256675" x="3028950" y="5638800"/>
          <p14:tracePt t="256692" x="3028950" y="5676900"/>
          <p14:tracePt t="256709" x="3028950" y="5702300"/>
          <p14:tracePt t="256726" x="3028950" y="5734050"/>
          <p14:tracePt t="256741" x="3016250" y="5753100"/>
          <p14:tracePt t="256759" x="3003550" y="5765800"/>
          <p14:tracePt t="256775" x="2990850" y="5778500"/>
          <p14:tracePt t="256791" x="2965450" y="5797550"/>
          <p14:tracePt t="256808" x="2940050" y="5810250"/>
          <p14:tracePt t="256825" x="2927350" y="5816600"/>
          <p14:tracePt t="256842" x="2908300" y="5822950"/>
          <p14:tracePt t="256858" x="2895600" y="5829300"/>
          <p14:tracePt t="256894" x="2895600" y="5835650"/>
          <p14:tracePt t="256920" x="2908300" y="5835650"/>
          <p14:tracePt t="256927" x="2914650" y="5835650"/>
          <p14:tracePt t="256944" x="2927350" y="5842000"/>
          <p14:tracePt t="256957" x="2946400" y="5842000"/>
          <p14:tracePt t="256973" x="3016250" y="5854700"/>
          <p14:tracePt t="256991" x="3124200" y="5861050"/>
          <p14:tracePt t="257007" x="3200400" y="5873750"/>
          <p14:tracePt t="257024" x="3327400" y="5873750"/>
          <p14:tracePt t="257041" x="3454400" y="5873750"/>
          <p14:tracePt t="257057" x="3498850" y="5873750"/>
          <p14:tracePt t="257074" x="3556000" y="5873750"/>
          <p14:tracePt t="257090" x="3600450" y="5867400"/>
          <p14:tracePt t="257107" x="3613150" y="5861050"/>
          <p14:tracePt t="257124" x="3619500" y="5861050"/>
          <p14:tracePt t="257172" x="3625850" y="5854700"/>
          <p14:tracePt t="258051" x="3625850" y="5861050"/>
          <p14:tracePt t="258065" x="3619500" y="5861050"/>
          <p14:tracePt t="258073" x="3606800" y="5873750"/>
          <p14:tracePt t="258087" x="3600450" y="5886450"/>
          <p14:tracePt t="258104" x="3587750" y="5899150"/>
          <p14:tracePt t="258121" x="3581400" y="5918200"/>
          <p14:tracePt t="258137" x="3581400" y="5924550"/>
          <p14:tracePt t="258153" x="3581400" y="5930900"/>
          <p14:tracePt t="258170" x="3600450" y="5937250"/>
          <p14:tracePt t="258203" x="3613150" y="5937250"/>
          <p14:tracePt t="258220" x="3625850" y="5943600"/>
          <p14:tracePt t="258236" x="3657600" y="5943600"/>
          <p14:tracePt t="258254" x="3702050" y="5962650"/>
          <p14:tracePt t="258269" x="3733800" y="5981700"/>
          <p14:tracePt t="258286" x="3790950" y="6007100"/>
          <p14:tracePt t="258303" x="3841750" y="6026150"/>
          <p14:tracePt t="258319" x="3860800" y="6032500"/>
          <p14:tracePt t="258336" x="3892550" y="6045200"/>
          <p14:tracePt t="258353" x="3911600" y="6057900"/>
          <p14:tracePt t="258369" x="3917950" y="6057900"/>
          <p14:tracePt t="258386" x="3924300" y="6064250"/>
          <p14:tracePt t="258402" x="3930650" y="6064250"/>
          <p14:tracePt t="258436" x="3943350" y="6064250"/>
          <p14:tracePt t="258471" x="3949700" y="6064250"/>
          <p14:tracePt t="258513" x="3956050" y="6064250"/>
          <p14:tracePt t="258556" x="3956050" y="6070600"/>
          <p14:tracePt t="258591" x="3962400" y="6076950"/>
          <p14:tracePt t="258612" x="3968750" y="6083300"/>
          <p14:tracePt t="258632" x="3975100" y="6083300"/>
          <p14:tracePt t="258646" x="3981450" y="6083300"/>
          <p14:tracePt t="258654" x="3987800" y="6089650"/>
          <p14:tracePt t="259997" x="3981450" y="6089650"/>
          <p14:tracePt t="260003" x="3962400" y="6102350"/>
          <p14:tracePt t="260017" x="3937000" y="6108700"/>
          <p14:tracePt t="260030" x="3917950" y="6127750"/>
          <p14:tracePt t="260047" x="3867150" y="6146800"/>
          <p14:tracePt t="260063" x="3848100" y="6153150"/>
          <p14:tracePt t="260080" x="3784600" y="6165850"/>
          <p14:tracePt t="260096" x="3714750" y="6172200"/>
          <p14:tracePt t="260113" x="3676650" y="6172200"/>
          <p14:tracePt t="260130" x="3600450" y="6172200"/>
          <p14:tracePt t="260146" x="3505200" y="6172200"/>
          <p14:tracePt t="260163" x="3467100" y="6172200"/>
          <p14:tracePt t="260180" x="3403600" y="6165850"/>
          <p14:tracePt t="260196" x="3359150" y="6159500"/>
          <p14:tracePt t="260214" x="3333750" y="6159500"/>
          <p14:tracePt t="260230" x="3327400" y="6159500"/>
          <p14:tracePt t="260246" x="3321050" y="6159500"/>
          <p14:tracePt t="260263" x="3308350" y="6159500"/>
          <p14:tracePt t="260299" x="3302000" y="6159500"/>
          <p14:tracePt t="260313" x="3289300" y="6153150"/>
          <p14:tracePt t="260330" x="3282950" y="6153150"/>
          <p14:tracePt t="260346" x="3270250" y="6153150"/>
          <p14:tracePt t="260363" x="3257550" y="6153150"/>
          <p14:tracePt t="260379" x="3251200" y="6153150"/>
          <p14:tracePt t="260398" x="3244850" y="6153150"/>
          <p14:tracePt t="260425" x="3238500" y="6153150"/>
          <p14:tracePt t="260474" x="3232150" y="6153150"/>
          <p14:tracePt t="260579" x="3238500" y="6153150"/>
          <p14:tracePt t="260663" x="3244850" y="6146800"/>
          <p14:tracePt t="260684" x="3251200" y="6146800"/>
          <p14:tracePt t="260775" x="3257550" y="6146800"/>
          <p14:tracePt t="260796" x="3263900" y="6140450"/>
          <p14:tracePt t="260817" x="3270250" y="6140450"/>
          <p14:tracePt t="260824" x="3276600" y="6140450"/>
          <p14:tracePt t="260839" x="3282950" y="6140450"/>
          <p14:tracePt t="260859" x="3289300" y="6140450"/>
          <p14:tracePt t="260880" x="3295650" y="6140450"/>
          <p14:tracePt t="260895" x="3302000" y="6140450"/>
          <p14:tracePt t="260908" x="3308350" y="6140450"/>
          <p14:tracePt t="260916" x="3314700" y="6134100"/>
          <p14:tracePt t="260937" x="3327400" y="6134100"/>
          <p14:tracePt t="260958" x="3333750" y="6134100"/>
          <p14:tracePt t="260965" x="3346450" y="6127750"/>
          <p14:tracePt t="260980" x="3359150" y="6127750"/>
          <p14:tracePt t="260993" x="3371850" y="6127750"/>
          <p14:tracePt t="261010" x="3403600" y="6121400"/>
          <p14:tracePt t="261028" x="3416300" y="6121400"/>
          <p14:tracePt t="261043" x="3448050" y="6121400"/>
          <p14:tracePt t="261060" x="3486150" y="6115050"/>
          <p14:tracePt t="261077" x="3511550" y="6108700"/>
          <p14:tracePt t="261110" x="3536950" y="6108700"/>
          <p14:tracePt t="261126" x="3549650" y="6108700"/>
          <p14:tracePt t="261143" x="3562350" y="6108700"/>
          <p14:tracePt t="261177" x="3575050" y="6108700"/>
          <p14:tracePt t="261192" x="3587750" y="6108700"/>
          <p14:tracePt t="261210" x="3606800" y="6108700"/>
          <p14:tracePt t="261242" x="3625850" y="6108700"/>
          <p14:tracePt t="261260" x="3632200" y="6108700"/>
          <p14:tracePt t="261276" x="3644900" y="6108700"/>
          <p14:tracePt t="261294" x="3657600" y="6102350"/>
          <p14:tracePt t="261309" x="3670300" y="6102350"/>
          <p14:tracePt t="261326" x="3676650" y="6102350"/>
          <p14:tracePt t="261343" x="3695700" y="6102350"/>
          <p14:tracePt t="261359" x="3702050" y="6102350"/>
          <p14:tracePt t="261376" x="3708400" y="6102350"/>
          <p14:tracePt t="261394" x="3727450" y="6102350"/>
          <p14:tracePt t="261409" x="3740150" y="6102350"/>
          <p14:tracePt t="261425" x="3746500" y="6102350"/>
          <p14:tracePt t="261443" x="3765550" y="6102350"/>
          <p14:tracePt t="261459" x="3771900" y="6102350"/>
          <p14:tracePt t="261475" x="3797300" y="6096000"/>
          <p14:tracePt t="261492" x="3810000" y="6089650"/>
          <p14:tracePt t="261508" x="3822700" y="6089650"/>
          <p14:tracePt t="261526" x="3841750" y="6089650"/>
          <p14:tracePt t="261541" x="3860800" y="6083300"/>
          <p14:tracePt t="261558" x="3867150" y="6083300"/>
          <p14:tracePt t="261575" x="3873500" y="6083300"/>
          <p14:tracePt t="261591" x="3886200" y="6076950"/>
          <p14:tracePt t="261617" x="3892550" y="6076950"/>
          <p14:tracePt t="261653" x="3898900" y="6076950"/>
          <p14:tracePt t="261679" x="3905250" y="6076950"/>
          <p14:tracePt t="261687" x="3911600" y="6076950"/>
          <p14:tracePt t="261709" x="3917950" y="6076950"/>
          <p14:tracePt t="261722" x="3924300" y="6076950"/>
          <p14:tracePt t="261730" x="3930650" y="6076950"/>
          <p14:tracePt t="261744" x="3943350" y="6076950"/>
          <p14:tracePt t="261758" x="3968750" y="6076950"/>
          <p14:tracePt t="261774" x="3987800" y="6076950"/>
          <p14:tracePt t="261791" x="4006850" y="6076950"/>
          <p14:tracePt t="261808" x="4032250" y="6076950"/>
          <p14:tracePt t="261824" x="4057650" y="6076950"/>
          <p14:tracePt t="261841" x="4070350" y="6076950"/>
          <p14:tracePt t="261844" x="4076700" y="6076950"/>
          <p14:tracePt t="261863" x="4083050" y="6076950"/>
          <p14:tracePt t="261989" x="4076700" y="6076950"/>
          <p14:tracePt t="262010" x="4070350" y="6076950"/>
          <p14:tracePt t="262038" x="4064000" y="6076950"/>
          <p14:tracePt t="262522" x="4013200" y="6076950"/>
          <p14:tracePt t="262536" x="3937000" y="6076950"/>
          <p14:tracePt t="262542" x="3835400" y="6076950"/>
          <p14:tracePt t="262554" x="3733800" y="6076950"/>
          <p14:tracePt t="262572" x="3492500" y="6089650"/>
          <p14:tracePt t="262588" x="3390900" y="6089650"/>
          <p14:tracePt t="262605" x="3225800" y="6108700"/>
          <p14:tracePt t="262621" x="3067050" y="6127750"/>
          <p14:tracePt t="262638" x="3003550" y="6140450"/>
          <p14:tracePt t="262655" x="2895600" y="6146800"/>
          <p14:tracePt t="262671" x="2825750" y="6165850"/>
          <p14:tracePt t="262688" x="2800350" y="6165850"/>
          <p14:tracePt t="262705" x="2755900" y="6172200"/>
          <p14:tracePt t="262721" x="2743200" y="6172200"/>
          <p14:tracePt t="262738" x="2724150" y="6172200"/>
          <p14:tracePt t="262754" x="2717800" y="6172200"/>
          <p14:tracePt t="262801" x="2711450" y="6172200"/>
          <p14:tracePt t="262929" x="2705100" y="6172200"/>
          <p14:tracePt t="262949" x="2698750" y="6165850"/>
          <p14:tracePt t="263013" x="2692400" y="6159500"/>
          <p14:tracePt t="263104" x="2686050" y="6159500"/>
          <p14:tracePt t="263132" x="2673350" y="6159500"/>
          <p14:tracePt t="263154" x="2667000" y="6159500"/>
          <p14:tracePt t="263160" x="2654300" y="6159500"/>
          <p14:tracePt t="263174" x="2641600" y="6159500"/>
          <p14:tracePt t="263185" x="2616200" y="6159500"/>
          <p14:tracePt t="263203" x="2565400" y="6153150"/>
          <p14:tracePt t="263219" x="2527300" y="6146800"/>
          <p14:tracePt t="263236" x="2457450" y="6146800"/>
          <p14:tracePt t="263252" x="2387600" y="6134100"/>
          <p14:tracePt t="263269" x="2368550" y="6127750"/>
          <p14:tracePt t="263286" x="2336800" y="6115050"/>
          <p14:tracePt t="263302" x="2317750" y="6108700"/>
          <p14:tracePt t="263319" x="2311400" y="6108700"/>
          <p14:tracePt t="263335" x="2305050" y="6108700"/>
          <p14:tracePt t="263364" x="2298700" y="6108700"/>
          <p14:tracePt t="263896" x="2260600" y="6108700"/>
          <p14:tracePt t="263903" x="2209800" y="6108700"/>
          <p14:tracePt t="263919" x="2165350" y="6108700"/>
          <p14:tracePt t="263934" x="2127250" y="6108700"/>
          <p14:tracePt t="263950" x="2076450" y="6102350"/>
          <p14:tracePt t="263966" x="2051050" y="6102350"/>
          <p14:tracePt t="263983" x="2044700" y="6102350"/>
          <p14:tracePt t="264000" x="2038350" y="6102350"/>
          <p14:tracePt t="264033" x="2032000" y="6102350"/>
          <p14:tracePt t="264457" x="2038350" y="6102350"/>
          <p14:tracePt t="264464" x="2063750" y="6102350"/>
          <p14:tracePt t="264478" x="2089150" y="6102350"/>
          <p14:tracePt t="264485" x="2139950" y="6115050"/>
          <p14:tracePt t="264501" x="2203450" y="6115050"/>
          <p14:tracePt t="264514" x="2266950" y="6115050"/>
          <p14:tracePt t="264531" x="2482850" y="6134100"/>
          <p14:tracePt t="264548" x="2597150" y="6140450"/>
          <p14:tracePt t="264565" x="2819400" y="6165850"/>
          <p14:tracePt t="264581" x="3022600" y="6172200"/>
          <p14:tracePt t="264598" x="3149600" y="6172200"/>
          <p14:tracePt t="264614" x="3187700" y="6172200"/>
          <p14:tracePt t="264631" x="3251200" y="6172200"/>
          <p14:tracePt t="264647" x="3276600" y="6172200"/>
          <p14:tracePt t="264664" x="3282950" y="6172200"/>
          <p14:tracePt t="264682" x="3282950" y="6165850"/>
          <p14:tracePt t="265110" x="3289300" y="6165850"/>
          <p14:tracePt t="265116" x="3295650" y="6165850"/>
          <p14:tracePt t="265138" x="3302000" y="6165850"/>
          <p14:tracePt t="265151" x="3308350" y="6165850"/>
          <p14:tracePt t="265162" x="3314700" y="6165850"/>
          <p14:tracePt t="265180" x="3346450" y="6172200"/>
          <p14:tracePt t="265195" x="3365500" y="6172200"/>
          <p14:tracePt t="265212" x="3441700" y="6172200"/>
          <p14:tracePt t="265229" x="3543300" y="6172200"/>
          <p14:tracePt t="265245" x="3600450" y="6172200"/>
          <p14:tracePt t="265262" x="3663950" y="6172200"/>
          <p14:tracePt t="265279" x="3778250" y="6172200"/>
          <p14:tracePt t="265295" x="3898900" y="6159500"/>
          <p14:tracePt t="265313" x="3968750" y="6153150"/>
          <p14:tracePt t="265328" x="4013200" y="6153150"/>
          <p14:tracePt t="265345" x="4038600" y="6146800"/>
          <p14:tracePt t="265362" x="4070350" y="6146800"/>
          <p14:tracePt t="265378" x="4095750" y="6146800"/>
          <p14:tracePt t="265395" x="4095750" y="6140450"/>
          <p14:tracePt t="265412" x="4108450" y="6140450"/>
          <p14:tracePt t="265428" x="4114800" y="6140450"/>
          <p14:tracePt t="265445" x="4133850" y="6140450"/>
          <p14:tracePt t="265462" x="4140200" y="6140450"/>
          <p14:tracePt t="265478" x="4146550" y="6140450"/>
          <p14:tracePt t="265495" x="4152900" y="6140450"/>
          <p14:tracePt t="265511" x="4165600" y="6140450"/>
          <p14:tracePt t="265559" x="4171950" y="6140450"/>
          <p14:tracePt t="265650" x="4165600" y="6140450"/>
          <p14:tracePt t="265657" x="4159250" y="6140450"/>
          <p14:tracePt t="265692" x="4152900" y="6140450"/>
          <p14:tracePt t="266809" x="4121150" y="6140450"/>
          <p14:tracePt t="266816" x="4083050" y="6140450"/>
          <p14:tracePt t="266830" x="4044950" y="6140450"/>
          <p14:tracePt t="266840" x="3994150" y="6140450"/>
          <p14:tracePt t="266856" x="3949700" y="6146800"/>
          <p14:tracePt t="266873" x="3867150" y="6159500"/>
          <p14:tracePt t="266890" x="3784600" y="6172200"/>
          <p14:tracePt t="266907" x="3746500" y="6184900"/>
          <p14:tracePt t="266923" x="3721100" y="6191250"/>
          <p14:tracePt t="266940" x="3695700" y="6197600"/>
          <p14:tracePt t="266956" x="3670300" y="6203950"/>
          <p14:tracePt t="266989" x="3663950" y="6203950"/>
          <p14:tracePt t="267006" x="3651250" y="6203950"/>
          <p14:tracePt t="267042" x="3644900" y="6203950"/>
          <p14:tracePt t="267111" x="3638550" y="6203950"/>
          <p14:tracePt t="267139" x="3632200" y="6203950"/>
          <p14:tracePt t="267167" x="3619500" y="6203950"/>
          <p14:tracePt t="267181" x="3613150" y="6197600"/>
          <p14:tracePt t="267188" x="3606800" y="6197600"/>
          <p14:tracePt t="267201" x="3594100" y="6197600"/>
          <p14:tracePt t="267209" x="3581400" y="6191250"/>
          <p14:tracePt t="267222" x="3556000" y="6191250"/>
          <p14:tracePt t="267239" x="3479800" y="6184900"/>
          <p14:tracePt t="267256" x="3435350" y="6184900"/>
          <p14:tracePt t="267272" x="3321050" y="6165850"/>
          <p14:tracePt t="267288" x="3200400" y="6153150"/>
          <p14:tracePt t="267305" x="3162300" y="6153150"/>
          <p14:tracePt t="267322" x="3092450" y="6146800"/>
          <p14:tracePt t="267339" x="3060700" y="6146800"/>
          <p14:tracePt t="267356" x="2984500" y="6146800"/>
          <p14:tracePt t="267371" x="2959100" y="6146800"/>
          <p14:tracePt t="267388" x="2927350" y="6146800"/>
          <p14:tracePt t="267405" x="2832100" y="6146800"/>
          <p14:tracePt t="267421" x="2806700" y="6146800"/>
          <p14:tracePt t="267438" x="2774950" y="6153150"/>
          <p14:tracePt t="267455" x="2698750" y="6153150"/>
          <p14:tracePt t="267472" x="2590800" y="6172200"/>
          <p14:tracePt t="267487" x="2527300" y="6184900"/>
          <p14:tracePt t="267504" x="2381250" y="6210300"/>
          <p14:tracePt t="267521" x="2222500" y="6229350"/>
          <p14:tracePt t="267538" x="2159000" y="6248400"/>
          <p14:tracePt t="267554" x="2025650" y="6267450"/>
          <p14:tracePt t="267571" x="1898650" y="6286500"/>
          <p14:tracePt t="267588" x="1828800" y="6299200"/>
          <p14:tracePt t="267604" x="1803400" y="6305550"/>
          <p14:tracePt t="267621" x="1790700" y="6305550"/>
          <p14:tracePt t="267637" x="1778000" y="6305550"/>
          <p14:tracePt t="267686" x="1778000" y="63119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Accessing Private Attributes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86968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__(self, name, mood):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self.name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= name   # public attribute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self.__mood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= mood # private </a:t>
            </a:r>
            <a:r>
              <a:rPr lang="en-US" altLang="en-US" sz="24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attribute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talk(self):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("\</a:t>
            </a:r>
            <a:r>
              <a:rPr lang="en-US" altLang="en-US" sz="2400" dirty="0" err="1">
                <a:latin typeface="Lucida Console" panose="020B0609040504020204" pitchFamily="49" charset="0"/>
              </a:rPr>
              <a:t>nI'm</a:t>
            </a:r>
            <a:r>
              <a:rPr lang="en-US" altLang="en-US" sz="2400" dirty="0">
                <a:latin typeface="Lucida Console" panose="020B0609040504020204" pitchFamily="49" charset="0"/>
              </a:rPr>
              <a:t>",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self.name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("Now </a:t>
            </a:r>
            <a:r>
              <a:rPr lang="en-US" altLang="en-US" sz="2400" dirty="0">
                <a:latin typeface="Lucida Console" panose="020B0609040504020204" pitchFamily="49" charset="0"/>
              </a:rPr>
              <a:t>I feel",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self.__mood</a:t>
            </a:r>
            <a:r>
              <a:rPr lang="en-US" altLang="en-US" sz="2400" dirty="0">
                <a:latin typeface="Lucida Console" panose="020B0609040504020204" pitchFamily="49" charset="0"/>
              </a:rPr>
              <a:t>, "\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n")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12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chemeClr val="accent2"/>
                </a:solidFill>
              </a:rPr>
              <a:t>Private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 smtClean="0"/>
              <a:t>Accesses from </a:t>
            </a:r>
            <a:r>
              <a:rPr lang="en-US" altLang="en-US" sz="2800" dirty="0">
                <a:solidFill>
                  <a:srgbClr val="FF0000"/>
                </a:solidFill>
              </a:rPr>
              <a:t>inside</a:t>
            </a:r>
            <a:r>
              <a:rPr lang="en-US" altLang="en-US" sz="2800" dirty="0"/>
              <a:t> the </a:t>
            </a:r>
            <a:r>
              <a:rPr lang="en-US" altLang="en-US" sz="2800" dirty="0" smtClean="0"/>
              <a:t>class? 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n-US" altLang="en-US" sz="2600" b="1" dirty="0" smtClean="0">
                <a:solidFill>
                  <a:srgbClr val="00B0F0"/>
                </a:solidFill>
              </a:rPr>
              <a:t>Yes</a:t>
            </a:r>
            <a:endParaRPr lang="en-US" altLang="en-US" sz="2600" b="1" dirty="0">
              <a:solidFill>
                <a:srgbClr val="00B0F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 smtClean="0"/>
              <a:t>Accesses from the </a:t>
            </a:r>
            <a:r>
              <a:rPr lang="en-US" altLang="en-US" sz="2800" dirty="0" smtClean="0">
                <a:solidFill>
                  <a:srgbClr val="FF0000"/>
                </a:solidFill>
              </a:rPr>
              <a:t>client</a:t>
            </a:r>
            <a:r>
              <a:rPr lang="en-US" altLang="en-US" sz="2800" dirty="0" smtClean="0"/>
              <a:t>? </a:t>
            </a:r>
            <a:endParaRPr lang="en-US" altLang="en-US" sz="2800" dirty="0"/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n-US" altLang="en-US" sz="2600" b="1" dirty="0" smtClean="0">
                <a:solidFill>
                  <a:srgbClr val="00B0F0"/>
                </a:solidFill>
              </a:rPr>
              <a:t>No:</a:t>
            </a:r>
            <a:r>
              <a:rPr lang="en-US" altLang="en-US" sz="2600" dirty="0" smtClean="0"/>
              <a:t> </a:t>
            </a:r>
            <a:r>
              <a:rPr lang="en-US" altLang="en-US" sz="2600" dirty="0" smtClean="0">
                <a:latin typeface="Lucida Console" panose="020B0609040504020204" pitchFamily="49" charset="0"/>
              </a:rPr>
              <a:t>crit1.__mood # doesn’t work</a:t>
            </a:r>
            <a:endParaRPr lang="en-US" altLang="ja-JP" sz="2600" dirty="0" smtClean="0"/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n-US" altLang="en-US" sz="26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But Yes:</a:t>
            </a:r>
            <a:r>
              <a:rPr lang="en-US" altLang="en-US" sz="2600" dirty="0" smtClean="0">
                <a:latin typeface="Lucida Console" panose="020B0609040504020204" pitchFamily="49" charset="0"/>
              </a:rPr>
              <a:t> crit1</a:t>
            </a:r>
            <a:r>
              <a:rPr lang="en-US" altLang="en-US" sz="2600" dirty="0">
                <a:latin typeface="Lucida Console" panose="020B0609040504020204" pitchFamily="49" charset="0"/>
              </a:rPr>
              <a:t>._Critter__</a:t>
            </a:r>
            <a:r>
              <a:rPr lang="en-US" altLang="en-US" sz="2600" dirty="0" smtClean="0">
                <a:latin typeface="Lucida Console" panose="020B0609040504020204" pitchFamily="49" charset="0"/>
              </a:rPr>
              <a:t>mood</a:t>
            </a:r>
            <a:r>
              <a:rPr lang="en-US" altLang="en-US" sz="2600" dirty="0">
                <a:latin typeface="Lucida Console" panose="020B0609040504020204" pitchFamily="49" charset="0"/>
              </a:rPr>
              <a:t> </a:t>
            </a:r>
            <a:r>
              <a:rPr lang="en-US" altLang="en-US" sz="2600" dirty="0" smtClean="0">
                <a:latin typeface="Lucida Console" panose="020B0609040504020204" pitchFamily="49" charset="0"/>
              </a:rPr>
              <a:t># works</a:t>
            </a:r>
            <a:endParaRPr lang="en-US" altLang="en-US" sz="2600" dirty="0" smtClean="0"/>
          </a:p>
          <a:p>
            <a:pPr lvl="3" eaLnBrk="1" hangingPunct="1">
              <a:lnSpc>
                <a:spcPct val="80000"/>
              </a:lnSpc>
            </a:pPr>
            <a:r>
              <a:rPr lang="en-US" altLang="en-US" sz="2600" dirty="0" smtClean="0">
                <a:solidFill>
                  <a:schemeClr val="accent2"/>
                </a:solidFill>
              </a:rPr>
              <a:t>Privatization can’t protect data from hostile code 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1905000" y="3810000"/>
            <a:ext cx="3352800" cy="1143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arrow" w="lg" len="lg"/>
          </a:ln>
          <a:effectLst/>
        </p:spPr>
      </p:cxn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3771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148"/>
    </mc:Choice>
    <mc:Fallback>
      <p:transition spd="slow" advTm="122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57" x="4673600" y="3695700"/>
          <p14:tracePt t="665" x="4673600" y="3683000"/>
          <p14:tracePt t="679" x="4654550" y="3657600"/>
          <p14:tracePt t="693" x="4622800" y="3568700"/>
          <p14:tracePt t="709" x="4603750" y="3486150"/>
          <p14:tracePt t="726" x="4533900" y="3340100"/>
          <p14:tracePt t="743" x="4438650" y="3117850"/>
          <p14:tracePt t="759" x="4356100" y="2978150"/>
          <p14:tracePt t="776" x="4254500" y="2781300"/>
          <p14:tracePt t="792" x="3867150" y="2203450"/>
          <p14:tracePt t="809" x="3746500" y="2044700"/>
          <p14:tracePt t="827" x="3511550" y="1746250"/>
          <p14:tracePt t="843" x="3384550" y="1600200"/>
          <p14:tracePt t="859" x="3149600" y="1339850"/>
          <p14:tracePt t="875" x="2959100" y="1181100"/>
          <p14:tracePt t="892" x="2882900" y="1111250"/>
          <p14:tracePt t="909" x="2768600" y="1016000"/>
          <p14:tracePt t="926" x="2641600" y="933450"/>
          <p14:tracePt t="942" x="2584450" y="908050"/>
          <p14:tracePt t="960" x="2476500" y="844550"/>
          <p14:tracePt t="975" x="2362200" y="812800"/>
          <p14:tracePt t="992" x="2311400" y="793750"/>
          <p14:tracePt t="1009" x="2222500" y="762000"/>
          <p14:tracePt t="1025" x="2171700" y="730250"/>
          <p14:tracePt t="1042" x="2139950" y="717550"/>
          <p14:tracePt t="1059" x="2038350" y="673100"/>
          <p14:tracePt t="1075" x="1930400" y="628650"/>
          <p14:tracePt t="1093" x="1873250" y="596900"/>
          <p14:tracePt t="1108" x="1784350" y="552450"/>
          <p14:tracePt t="1125" x="1752600" y="527050"/>
          <p14:tracePt t="1142" x="1689100" y="501650"/>
          <p14:tracePt t="1158" x="1676400" y="495300"/>
          <p14:tracePt t="1182" x="1670050" y="488950"/>
          <p14:tracePt t="1192" x="1651000" y="488950"/>
          <p14:tracePt t="1268" x="1651000" y="495300"/>
          <p14:tracePt t="1303" x="1663700" y="495300"/>
          <p14:tracePt t="1317" x="1676400" y="495300"/>
          <p14:tracePt t="1326" x="1682750" y="495300"/>
          <p14:tracePt t="1340" x="1695450" y="495300"/>
          <p14:tracePt t="1357" x="1708150" y="501650"/>
          <p14:tracePt t="1374" x="1733550" y="501650"/>
          <p14:tracePt t="1391" x="1803400" y="520700"/>
          <p14:tracePt t="1407" x="1866900" y="539750"/>
          <p14:tracePt t="1424" x="2139950" y="596900"/>
          <p14:tracePt t="1440" x="2254250" y="622300"/>
          <p14:tracePt t="1457" x="2546350" y="673100"/>
          <p14:tracePt t="1473" x="2749550" y="717550"/>
          <p14:tracePt t="1490" x="3155950" y="812800"/>
          <p14:tracePt t="1507" x="3587750" y="908050"/>
          <p14:tracePt t="1523" x="3810000" y="939800"/>
          <p14:tracePt t="1540" x="4152900" y="984250"/>
          <p14:tracePt t="1557" x="4406900" y="1009650"/>
          <p14:tracePt t="1573" x="4508500" y="1028700"/>
          <p14:tracePt t="1590" x="4610100" y="1028700"/>
          <p14:tracePt t="1606" x="4800600" y="1028700"/>
          <p14:tracePt t="1623" x="4876800" y="1028700"/>
          <p14:tracePt t="1640" x="4978400" y="1028700"/>
          <p14:tracePt t="1656" x="5035550" y="1028700"/>
          <p14:tracePt t="1673" x="5054600" y="1035050"/>
          <p14:tracePt t="1690" x="5099050" y="1035050"/>
          <p14:tracePt t="1706" x="5118100" y="1041400"/>
          <p14:tracePt t="1723" x="5130800" y="1041400"/>
          <p14:tracePt t="1739" x="5137150" y="1047750"/>
          <p14:tracePt t="1773" x="5143500" y="1047750"/>
          <p14:tracePt t="1789" x="5149850" y="1054100"/>
          <p14:tracePt t="1806" x="5156200" y="1054100"/>
          <p14:tracePt t="1822" x="5162550" y="1054100"/>
          <p14:tracePt t="1839" x="5162550" y="1047750"/>
          <p14:tracePt t="1856" x="5168900" y="1047750"/>
          <p14:tracePt t="1872" x="5175250" y="1047750"/>
          <p14:tracePt t="1888" x="5181600" y="1041400"/>
          <p14:tracePt t="1908" x="5187950" y="1041400"/>
          <p14:tracePt t="1922" x="5194300" y="1035050"/>
          <p14:tracePt t="1938" x="5200650" y="1035050"/>
          <p14:tracePt t="2040" x="5207000" y="1028700"/>
          <p14:tracePt t="2046" x="5213350" y="1028700"/>
          <p14:tracePt t="18422" x="5200650" y="1028700"/>
          <p14:tracePt t="18429" x="5143500" y="1028700"/>
          <p14:tracePt t="18436" x="5092700" y="1028700"/>
          <p14:tracePt t="18448" x="5041900" y="1028700"/>
          <p14:tracePt t="18465" x="4832350" y="1035050"/>
          <p14:tracePt t="18481" x="4692650" y="1035050"/>
          <p14:tracePt t="18485" x="4616450" y="1035050"/>
          <p14:tracePt t="18499" x="4413250" y="1047750"/>
          <p14:tracePt t="18515" x="4222750" y="1047750"/>
          <p14:tracePt t="18531" x="4019550" y="1041400"/>
          <p14:tracePt t="18548" x="3594100" y="1028700"/>
          <p14:tracePt t="18564" x="3302000" y="1047750"/>
          <p14:tracePt t="18581" x="2940050" y="1022350"/>
          <p14:tracePt t="18598" x="2355850" y="1028700"/>
          <p14:tracePt t="18614" x="2012950" y="1022350"/>
          <p14:tracePt t="18631" x="1689100" y="1022350"/>
          <p14:tracePt t="18648" x="1308100" y="1047750"/>
          <p14:tracePt t="18664" x="1104900" y="1041400"/>
          <p14:tracePt t="18681" x="1003300" y="1047750"/>
          <p14:tracePt t="18697" x="958850" y="1060450"/>
          <p14:tracePt t="18800" x="958850" y="1066800"/>
          <p14:tracePt t="18850" x="965200" y="1066800"/>
          <p14:tracePt t="18865" x="971550" y="1066800"/>
          <p14:tracePt t="18885" x="977900" y="1066800"/>
          <p14:tracePt t="18892" x="990600" y="1066800"/>
          <p14:tracePt t="18900" x="1003300" y="1066800"/>
          <p14:tracePt t="18913" x="1041400" y="1066800"/>
          <p14:tracePt t="18930" x="1117600" y="1066800"/>
          <p14:tracePt t="18946" x="1257300" y="1073150"/>
          <p14:tracePt t="18963" x="1479550" y="1079500"/>
          <p14:tracePt t="18979" x="1720850" y="1079500"/>
          <p14:tracePt t="18997" x="1936750" y="1092200"/>
          <p14:tracePt t="19000" x="2025650" y="1104900"/>
          <p14:tracePt t="19012" x="2165350" y="1111250"/>
          <p14:tracePt t="19029" x="2279650" y="1111250"/>
          <p14:tracePt t="19047" x="2406650" y="1136650"/>
          <p14:tracePt t="19063" x="2463800" y="1149350"/>
          <p14:tracePt t="19079" x="2501900" y="1155700"/>
          <p14:tracePt t="19096" x="2533650" y="1155700"/>
          <p14:tracePt t="19166" x="2540000" y="1155700"/>
          <p14:tracePt t="19222" x="2527300" y="1155700"/>
          <p14:tracePt t="19230" x="2520950" y="1155700"/>
          <p14:tracePt t="19236" x="2514600" y="1155700"/>
          <p14:tracePt t="19245" x="2508250" y="1155700"/>
          <p14:tracePt t="19262" x="2495550" y="1155700"/>
          <p14:tracePt t="19279" x="2438400" y="1168400"/>
          <p14:tracePt t="19295" x="2381250" y="1181100"/>
          <p14:tracePt t="19312" x="2286000" y="1200150"/>
          <p14:tracePt t="19328" x="2076450" y="1257300"/>
          <p14:tracePt t="19345" x="1854200" y="1295400"/>
          <p14:tracePt t="19362" x="1562100" y="1327150"/>
          <p14:tracePt t="19378" x="1377950" y="1365250"/>
          <p14:tracePt t="19395" x="1270000" y="1377950"/>
          <p14:tracePt t="19412" x="1225550" y="1377950"/>
          <p14:tracePt t="19445" x="1250950" y="1371600"/>
          <p14:tracePt t="19461" x="1384300" y="1352550"/>
          <p14:tracePt t="19478" x="1517650" y="1333500"/>
          <p14:tracePt t="19496" x="1733550" y="1327150"/>
          <p14:tracePt t="19511" x="1924050" y="1314450"/>
          <p14:tracePt t="19527" x="2070100" y="1295400"/>
          <p14:tracePt t="19545" x="2260600" y="1295400"/>
          <p14:tracePt t="19561" x="2374900" y="1295400"/>
          <p14:tracePt t="19578" x="2482850" y="1276350"/>
          <p14:tracePt t="19595" x="2584450" y="1270000"/>
          <p14:tracePt t="19611" x="2647950" y="1270000"/>
          <p14:tracePt t="19627" x="2673350" y="1250950"/>
          <p14:tracePt t="19644" x="2711450" y="1238250"/>
          <p14:tracePt t="19660" x="2736850" y="1231900"/>
          <p14:tracePt t="19678" x="2774950" y="1225550"/>
          <p14:tracePt t="19694" x="2794000" y="1231900"/>
          <p14:tracePt t="19710" x="2806700" y="1231900"/>
          <p14:tracePt t="19727" x="2832100" y="1231900"/>
          <p14:tracePt t="19744" x="2838450" y="1219200"/>
          <p14:tracePt t="19874" x="2838450" y="1212850"/>
          <p14:tracePt t="19916" x="2838450" y="1206500"/>
          <p14:tracePt t="19994" x="2838450" y="1212850"/>
          <p14:tracePt t="20057" x="2851150" y="1219200"/>
          <p14:tracePt t="20078" x="2857500" y="1225550"/>
          <p14:tracePt t="20085" x="2863850" y="1225550"/>
          <p14:tracePt t="20093" x="2870200" y="1231900"/>
          <p14:tracePt t="20109" x="2876550" y="1231900"/>
          <p14:tracePt t="20127" x="2889250" y="1244600"/>
          <p14:tracePt t="20142" x="2908300" y="1257300"/>
          <p14:tracePt t="20159" x="2921000" y="1270000"/>
          <p14:tracePt t="20176" x="2940050" y="1295400"/>
          <p14:tracePt t="20192" x="2952750" y="1346200"/>
          <p14:tracePt t="20209" x="2959100" y="1416050"/>
          <p14:tracePt t="20226" x="2959100" y="1530350"/>
          <p14:tracePt t="20242" x="2940050" y="1663700"/>
          <p14:tracePt t="20258" x="2908300" y="1771650"/>
          <p14:tracePt t="32231" x="2901950" y="1771650"/>
          <p14:tracePt t="32239" x="2901950" y="1778000"/>
          <p14:tracePt t="32250" x="2895600" y="1784350"/>
          <p14:tracePt t="32267" x="2863850" y="1803400"/>
          <p14:tracePt t="32284" x="2844800" y="1816100"/>
          <p14:tracePt t="32300" x="2832100" y="1822450"/>
          <p14:tracePt t="32317" x="2800350" y="1847850"/>
          <p14:tracePt t="32333" x="2774950" y="1866900"/>
          <p14:tracePt t="32351" x="2730500" y="1905000"/>
          <p14:tracePt t="32367" x="2705100" y="1917700"/>
          <p14:tracePt t="32383" x="2686050" y="1930400"/>
          <p14:tracePt t="32400" x="2647950" y="1949450"/>
          <p14:tracePt t="32416" x="2635250" y="1955800"/>
          <p14:tracePt t="32433" x="2609850" y="1981200"/>
          <p14:tracePt t="32450" x="2571750" y="2019300"/>
          <p14:tracePt t="32466" x="2552700" y="2032000"/>
          <p14:tracePt t="32483" x="2533650" y="2051050"/>
          <p14:tracePt t="32499" x="2520950" y="2063750"/>
          <p14:tracePt t="32516" x="2520950" y="2076450"/>
          <p14:tracePt t="32533" x="2514600" y="2076450"/>
          <p14:tracePt t="32549" x="2508250" y="2076450"/>
          <p14:tracePt t="32645" x="2508250" y="2070100"/>
          <p14:tracePt t="32905" x="2501900" y="2070100"/>
          <p14:tracePt t="32912" x="2495550" y="2070100"/>
          <p14:tracePt t="32919" x="2489200" y="2063750"/>
          <p14:tracePt t="32932" x="2482850" y="2063750"/>
          <p14:tracePt t="32948" x="2457450" y="2057400"/>
          <p14:tracePt t="32965" x="2425700" y="2051050"/>
          <p14:tracePt t="32982" x="2355850" y="2032000"/>
          <p14:tracePt t="32998" x="2305050" y="2025650"/>
          <p14:tracePt t="33014" x="2247900" y="2012950"/>
          <p14:tracePt t="33032" x="2146300" y="1987550"/>
          <p14:tracePt t="33048" x="2089150" y="1974850"/>
          <p14:tracePt t="33064" x="2019300" y="1949450"/>
          <p14:tracePt t="33080" x="1943100" y="1917700"/>
          <p14:tracePt t="33097" x="1911350" y="1885950"/>
          <p14:tracePt t="33114" x="1892300" y="1873250"/>
          <p14:tracePt t="33131" x="1854200" y="1860550"/>
          <p14:tracePt t="33148" x="1841500" y="1847850"/>
          <p14:tracePt t="33165" x="1835150" y="1841500"/>
          <p14:tracePt t="33180" x="1828800" y="1835150"/>
          <p14:tracePt t="33197" x="1822450" y="1828800"/>
          <p14:tracePt t="33214" x="1822450" y="1816100"/>
          <p14:tracePt t="33231" x="1816100" y="1816100"/>
          <p14:tracePt t="33248" x="1809750" y="1797050"/>
          <p14:tracePt t="33265" x="1797050" y="1758950"/>
          <p14:tracePt t="33712" x="1797050" y="1733550"/>
          <p14:tracePt t="33719" x="1790700" y="1708150"/>
          <p14:tracePt t="33728" x="1784350" y="1651000"/>
          <p14:tracePt t="33745" x="1758950" y="1568450"/>
          <p14:tracePt t="33762" x="1727200" y="1397000"/>
          <p14:tracePt t="33779" x="1689100" y="1276350"/>
          <p14:tracePt t="33796" x="1638300" y="1111250"/>
          <p14:tracePt t="33811" x="1600200" y="977900"/>
          <p14:tracePt t="33828" x="1581150" y="844550"/>
          <p14:tracePt t="33846" x="1568450" y="654050"/>
          <p14:tracePt t="33862" x="1568450" y="558800"/>
          <p14:tracePt t="33879" x="1568450" y="482600"/>
          <p14:tracePt t="33895" x="1568450" y="431800"/>
          <p14:tracePt t="33911" x="1574800" y="419100"/>
          <p14:tracePt t="33928" x="1574800" y="406400"/>
          <p14:tracePt t="33945" x="1574800" y="400050"/>
          <p14:tracePt t="34021" x="1581150" y="400050"/>
          <p14:tracePt t="34119" x="1587500" y="406400"/>
          <p14:tracePt t="34161" x="1593850" y="412750"/>
          <p14:tracePt t="34182" x="1600200" y="412750"/>
          <p14:tracePt t="34189" x="1606550" y="412750"/>
          <p14:tracePt t="34197" x="1612900" y="419100"/>
          <p14:tracePt t="34210" x="1631950" y="419100"/>
          <p14:tracePt t="34227" x="1657350" y="425450"/>
          <p14:tracePt t="34243" x="1682750" y="431800"/>
          <p14:tracePt t="34260" x="1765300" y="444500"/>
          <p14:tracePt t="34277" x="1860550" y="463550"/>
          <p14:tracePt t="34294" x="2006600" y="482600"/>
          <p14:tracePt t="34310" x="2114550" y="495300"/>
          <p14:tracePt t="34326" x="2273300" y="514350"/>
          <p14:tracePt t="34344" x="2476500" y="527050"/>
          <p14:tracePt t="34360" x="2609850" y="533400"/>
          <p14:tracePt t="34376" x="2724150" y="533400"/>
          <p14:tracePt t="34393" x="2895600" y="533400"/>
          <p14:tracePt t="34410" x="2984500" y="533400"/>
          <p14:tracePt t="34427" x="3054350" y="533400"/>
          <p14:tracePt t="34442" x="3130550" y="520700"/>
          <p14:tracePt t="34459" x="3168650" y="508000"/>
          <p14:tracePt t="34477" x="3200400" y="501650"/>
          <p14:tracePt t="34493" x="3213100" y="495300"/>
          <p14:tracePt t="34509" x="3225800" y="488950"/>
          <p14:tracePt t="34526" x="3238500" y="488950"/>
          <p14:tracePt t="34542" x="3251200" y="488950"/>
          <p14:tracePt t="34559" x="3263900" y="488950"/>
          <p14:tracePt t="34576" x="3276600" y="488950"/>
          <p14:tracePt t="34592" x="3282950" y="488950"/>
          <p14:tracePt t="34612" x="3289300" y="488950"/>
          <p14:tracePt t="34638" x="3289300" y="495300"/>
          <p14:tracePt t="34722" x="3289300" y="501650"/>
          <p14:tracePt t="34743" x="3295650" y="508000"/>
          <p14:tracePt t="34757" x="3302000" y="508000"/>
          <p14:tracePt t="34772" x="3308350" y="508000"/>
          <p14:tracePt t="34778" x="3314700" y="508000"/>
          <p14:tracePt t="34792" x="3321050" y="508000"/>
          <p14:tracePt t="34808" x="3365500" y="514350"/>
          <p14:tracePt t="34825" x="3409950" y="520700"/>
          <p14:tracePt t="34842" x="3524250" y="533400"/>
          <p14:tracePt t="34858" x="3587750" y="539750"/>
          <p14:tracePt t="34875" x="3752850" y="552450"/>
          <p14:tracePt t="34892" x="3949700" y="584200"/>
          <p14:tracePt t="34908" x="4038600" y="590550"/>
          <p14:tracePt t="34925" x="4216400" y="603250"/>
          <p14:tracePt t="34941" x="4381500" y="609600"/>
          <p14:tracePt t="34958" x="4464050" y="622300"/>
          <p14:tracePt t="34975" x="4591050" y="622300"/>
          <p14:tracePt t="34991" x="4679950" y="615950"/>
          <p14:tracePt t="35008" x="4724400" y="609600"/>
          <p14:tracePt t="35025" x="4806950" y="603250"/>
          <p14:tracePt t="35041" x="4864100" y="603250"/>
          <p14:tracePt t="35057" x="4889500" y="603250"/>
          <p14:tracePt t="35075" x="4953000" y="603250"/>
          <p14:tracePt t="35090" x="4984750" y="603250"/>
          <p14:tracePt t="35108" x="5105400" y="622300"/>
          <p14:tracePt t="35123" x="5149850" y="622300"/>
          <p14:tracePt t="35140" x="5175250" y="628650"/>
          <p14:tracePt t="35158" x="5257800" y="635000"/>
          <p14:tracePt t="35174" x="5314950" y="647700"/>
          <p14:tracePt t="35190" x="5346700" y="647700"/>
          <p14:tracePt t="35194" x="5365750" y="647700"/>
          <p14:tracePt t="35210" x="5384800" y="654050"/>
          <p14:tracePt t="35223" x="5403850" y="654050"/>
          <p14:tracePt t="35240" x="5416550" y="654050"/>
          <p14:tracePt t="35257" x="5441950" y="654050"/>
          <p14:tracePt t="35273" x="5448300" y="654050"/>
          <p14:tracePt t="35290" x="5454650" y="654050"/>
          <p14:tracePt t="35333" x="5461000" y="654050"/>
          <p14:tracePt t="35361" x="5467350" y="647700"/>
          <p14:tracePt t="35881" x="5467350" y="660400"/>
          <p14:tracePt t="35895" x="5461000" y="679450"/>
          <p14:tracePt t="35902" x="5454650" y="698500"/>
          <p14:tracePt t="35916" x="5441950" y="723900"/>
          <p14:tracePt t="35924" x="5435600" y="742950"/>
          <p14:tracePt t="35938" x="5422900" y="762000"/>
          <p14:tracePt t="35954" x="5397500" y="800100"/>
          <p14:tracePt t="35972" x="5384800" y="812800"/>
          <p14:tracePt t="35987" x="5372100" y="844550"/>
          <p14:tracePt t="36003" x="5359400" y="869950"/>
          <p14:tracePt t="36021" x="5346700" y="882650"/>
          <p14:tracePt t="36037" x="5346700" y="889000"/>
          <p14:tracePt t="36054" x="5340350" y="895350"/>
          <p14:tracePt t="36071" x="5340350" y="901700"/>
          <p14:tracePt t="36106" x="5334000" y="901700"/>
          <p14:tracePt t="36204" x="5340350" y="901700"/>
          <p14:tracePt t="36211" x="5346700" y="895350"/>
          <p14:tracePt t="36225" x="5353050" y="895350"/>
          <p14:tracePt t="36236" x="5359400" y="889000"/>
          <p14:tracePt t="36256" x="5372100" y="889000"/>
          <p14:tracePt t="36269" x="5391150" y="882650"/>
          <p14:tracePt t="36286" x="5441950" y="876300"/>
          <p14:tracePt t="36304" x="5511800" y="844550"/>
          <p14:tracePt t="36320" x="5556250" y="838200"/>
          <p14:tracePt t="36337" x="5664200" y="800100"/>
          <p14:tracePt t="36352" x="5772150" y="774700"/>
          <p14:tracePt t="36369" x="5816600" y="755650"/>
          <p14:tracePt t="36387" x="5880100" y="730250"/>
          <p14:tracePt t="36403" x="5899150" y="723900"/>
          <p14:tracePt t="36420" x="5930900" y="717550"/>
          <p14:tracePt t="36436" x="5949950" y="717550"/>
          <p14:tracePt t="36484" x="5943600" y="717550"/>
          <p14:tracePt t="36492" x="5937250" y="717550"/>
          <p14:tracePt t="36506" x="5930900" y="723900"/>
          <p14:tracePt t="36527" x="5924550" y="723900"/>
          <p14:tracePt t="36535" x="5918200" y="723900"/>
          <p14:tracePt t="36552" x="5911850" y="730250"/>
          <p14:tracePt t="36569" x="5905500" y="730250"/>
          <p14:tracePt t="36586" x="5886450" y="736600"/>
          <p14:tracePt t="36602" x="5880100" y="749300"/>
          <p14:tracePt t="36619" x="5848350" y="781050"/>
          <p14:tracePt t="36635" x="5753100" y="876300"/>
          <p14:tracePt t="36652" x="5613400" y="1003300"/>
          <p14:tracePt t="36668" x="5530850" y="1092200"/>
          <p14:tracePt t="36685" x="5441950" y="1187450"/>
          <p14:tracePt t="36703" x="5137150" y="1466850"/>
          <p14:tracePt t="36719" x="5041900" y="1555750"/>
          <p14:tracePt t="36735" x="4927600" y="1657350"/>
          <p14:tracePt t="36751" x="4737100" y="1822450"/>
          <p14:tracePt t="36768" x="4572000" y="1981200"/>
          <p14:tracePt t="36785" x="4495800" y="2051050"/>
          <p14:tracePt t="36802" x="4381500" y="2139950"/>
          <p14:tracePt t="36818" x="4292600" y="2190750"/>
          <p14:tracePt t="36835" x="4197350" y="2216150"/>
          <p14:tracePt t="36851" x="4165600" y="2228850"/>
          <p14:tracePt t="36868" x="4089400" y="2228850"/>
          <p14:tracePt t="36885" x="4006850" y="2209800"/>
          <p14:tracePt t="36901" x="3949700" y="2178050"/>
          <p14:tracePt t="36918" x="3810000" y="2101850"/>
          <p14:tracePt t="36934" x="3606800" y="1974850"/>
          <p14:tracePt t="36951" x="3467100" y="1892300"/>
          <p14:tracePt t="36968" x="3181350" y="1758950"/>
          <p14:tracePt t="36984" x="2946400" y="1663700"/>
          <p14:tracePt t="37001" x="2832100" y="1619250"/>
          <p14:tracePt t="37018" x="2711450" y="1587500"/>
          <p14:tracePt t="37034" x="2368550" y="1536700"/>
          <p14:tracePt t="37050" x="2266950" y="1543050"/>
          <p14:tracePt t="37067" x="2082800" y="1568450"/>
          <p14:tracePt t="37084" x="1955800" y="1638300"/>
          <p14:tracePt t="37100" x="1924050" y="1682750"/>
          <p14:tracePt t="37117" x="1847850" y="1784350"/>
          <p14:tracePt t="37133" x="1816100" y="1866900"/>
          <p14:tracePt t="37151" x="1733550" y="2139950"/>
          <p14:tracePt t="37167" x="1727200" y="2222500"/>
          <p14:tracePt t="37183" x="1727200" y="2286000"/>
          <p14:tracePt t="37201" x="1771650" y="2628900"/>
          <p14:tracePt t="37216" x="1803400" y="2774950"/>
          <p14:tracePt t="37220" x="1860550" y="2895600"/>
          <p14:tracePt t="37250" x="2000250" y="3111500"/>
          <p14:tracePt t="37266" x="2209800" y="3270250"/>
          <p14:tracePt t="37283" x="2355850" y="3346450"/>
          <p14:tracePt t="37299" x="2641600" y="3422650"/>
          <p14:tracePt t="37316" x="2908300" y="3422650"/>
          <p14:tracePt t="37334" x="3149600" y="3365500"/>
          <p14:tracePt t="37349" x="3302000" y="3321050"/>
          <p14:tracePt t="37366" x="3492500" y="3238500"/>
          <p14:tracePt t="37383" x="3822700" y="3054350"/>
          <p14:tracePt t="37399" x="3892550" y="2990850"/>
          <p14:tracePt t="37416" x="3956050" y="2933700"/>
          <p14:tracePt t="37433" x="4006850" y="2819400"/>
          <p14:tracePt t="37449" x="4025900" y="2679700"/>
          <p14:tracePt t="37467" x="4013200" y="2508250"/>
          <p14:tracePt t="37482" x="3981450" y="2419350"/>
          <p14:tracePt t="37499" x="3879850" y="2241550"/>
          <p14:tracePt t="37516" x="3721100" y="2038350"/>
          <p14:tracePt t="37532" x="3568700" y="1917700"/>
          <p14:tracePt t="37549" x="3257550" y="1708150"/>
          <p14:tracePt t="37566" x="3003550" y="1651000"/>
          <p14:tracePt t="37582" x="2889250" y="1631950"/>
          <p14:tracePt t="37599" x="2673350" y="1612900"/>
          <p14:tracePt t="37615" x="2501900" y="1644650"/>
          <p14:tracePt t="37632" x="2432050" y="1682750"/>
          <p14:tracePt t="37649" x="2317750" y="1835150"/>
          <p14:tracePt t="37664" x="2222500" y="2057400"/>
          <p14:tracePt t="37681" x="2203450" y="2190750"/>
          <p14:tracePt t="37699" x="2197100" y="2489200"/>
          <p14:tracePt t="37715" x="2324100" y="2908300"/>
          <p14:tracePt t="37732" x="2425700" y="3105150"/>
          <p14:tracePt t="37748" x="2724150" y="3460750"/>
          <p14:tracePt t="37764" x="2895600" y="3638550"/>
          <p14:tracePt t="37782" x="3162300" y="3829050"/>
          <p14:tracePt t="37798" x="3378200" y="3943350"/>
          <p14:tracePt t="37814" x="3473450" y="3962400"/>
          <p14:tracePt t="37832" x="3613150" y="3981450"/>
          <p14:tracePt t="37848" x="3733800" y="3975100"/>
          <p14:tracePt t="37864" x="3784600" y="3968750"/>
          <p14:tracePt t="37881" x="3917950" y="3937000"/>
          <p14:tracePt t="37897" x="4025900" y="3892550"/>
          <p14:tracePt t="37914" x="4083050" y="3867150"/>
          <p14:tracePt t="37931" x="4171950" y="3822700"/>
          <p14:tracePt t="37947" x="4216400" y="3797300"/>
          <p14:tracePt t="37965" x="4260850" y="3765550"/>
          <p14:tracePt t="37980" x="4279900" y="3740150"/>
          <p14:tracePt t="37997" x="4286250" y="3733800"/>
          <p14:tracePt t="38014" x="4292600" y="3727450"/>
          <p14:tracePt t="38078" x="4286250" y="3727450"/>
          <p14:tracePt t="38098" x="4286250" y="3733800"/>
          <p14:tracePt t="38105" x="4279900" y="3733800"/>
          <p14:tracePt t="38141" x="4273550" y="3740150"/>
          <p14:tracePt t="38175" x="4267200" y="3740150"/>
          <p14:tracePt t="38619" x="4298950" y="3740150"/>
          <p14:tracePt t="38626" x="4349750" y="3740150"/>
          <p14:tracePt t="38640" x="4400550" y="3746500"/>
          <p14:tracePt t="38648" x="4464050" y="3746500"/>
          <p14:tracePt t="38662" x="4514850" y="3746500"/>
          <p14:tracePt t="38678" x="4578350" y="3746500"/>
          <p14:tracePt t="38695" x="4813300" y="3765550"/>
          <p14:tracePt t="38711" x="4889500" y="3765550"/>
          <p14:tracePt t="38728" x="4940300" y="3765550"/>
          <p14:tracePt t="38745" x="5092700" y="3740150"/>
          <p14:tracePt t="38762" x="5118100" y="3727450"/>
          <p14:tracePt t="38778" x="5137150" y="3727450"/>
          <p14:tracePt t="38795" x="5181600" y="3714750"/>
          <p14:tracePt t="38811" x="5200650" y="3708400"/>
          <p14:tracePt t="38828" x="5213350" y="3708400"/>
          <p14:tracePt t="38845" x="5226050" y="3702050"/>
          <p14:tracePt t="38861" x="5245100" y="3702050"/>
          <p14:tracePt t="38878" x="5257800" y="3695700"/>
          <p14:tracePt t="38894" x="5257800" y="3689350"/>
          <p14:tracePt t="38911" x="5276850" y="3683000"/>
          <p14:tracePt t="38928" x="5276850" y="3676650"/>
          <p14:tracePt t="38944" x="5283200" y="3676650"/>
          <p14:tracePt t="38961" x="5289550" y="3670300"/>
          <p14:tracePt t="38977" x="5308600" y="3663950"/>
          <p14:tracePt t="38993" x="5314950" y="3663950"/>
          <p14:tracePt t="39010" x="5321300" y="3663950"/>
          <p14:tracePt t="39027" x="5327650" y="3657600"/>
          <p14:tracePt t="39044" x="5340350" y="3657600"/>
          <p14:tracePt t="39061" x="5359400" y="3657600"/>
          <p14:tracePt t="39077" x="5365750" y="3657600"/>
          <p14:tracePt t="39093" x="5391150" y="3657600"/>
          <p14:tracePt t="39110" x="5441950" y="3657600"/>
          <p14:tracePt t="39127" x="5461000" y="3657600"/>
          <p14:tracePt t="39143" x="5537200" y="3657600"/>
          <p14:tracePt t="39160" x="5645150" y="3663950"/>
          <p14:tracePt t="39177" x="5695950" y="3663950"/>
          <p14:tracePt t="39194" x="5854700" y="3683000"/>
          <p14:tracePt t="39210" x="6007100" y="3689350"/>
          <p14:tracePt t="39226" x="6096000" y="3689350"/>
          <p14:tracePt t="39230" x="6197600" y="3702050"/>
          <p14:tracePt t="39246" x="6286500" y="3714750"/>
          <p14:tracePt t="39259" x="6464300" y="3733800"/>
          <p14:tracePt t="39276" x="6559550" y="3740150"/>
          <p14:tracePt t="39293" x="6711950" y="3740150"/>
          <p14:tracePt t="39310" x="6775450" y="3740150"/>
          <p14:tracePt t="39326" x="6889750" y="3740150"/>
          <p14:tracePt t="39343" x="6972300" y="3740150"/>
          <p14:tracePt t="39359" x="6997700" y="3740150"/>
          <p14:tracePt t="39376" x="7042150" y="3733800"/>
          <p14:tracePt t="39393" x="7067550" y="3733800"/>
          <p14:tracePt t="39410" x="7073900" y="3733800"/>
          <p14:tracePt t="39454" x="7067550" y="3740150"/>
          <p14:tracePt t="39462" x="7061200" y="3740150"/>
          <p14:tracePt t="39475" x="7048500" y="3740150"/>
          <p14:tracePt t="39492" x="7035800" y="3740150"/>
          <p14:tracePt t="39510" x="7029450" y="3740150"/>
          <p14:tracePt t="39525" x="7010400" y="3740150"/>
          <p14:tracePt t="39542" x="6953250" y="3740150"/>
          <p14:tracePt t="39559" x="6819900" y="3740150"/>
          <p14:tracePt t="39575" x="6711950" y="3733800"/>
          <p14:tracePt t="39592" x="6584950" y="3708400"/>
          <p14:tracePt t="39609" x="6134100" y="3663950"/>
          <p14:tracePt t="39625" x="5994400" y="3651250"/>
          <p14:tracePt t="39642" x="5842000" y="3651250"/>
          <p14:tracePt t="39658" x="5600700" y="3632200"/>
          <p14:tracePt t="39675" x="5473700" y="3632200"/>
          <p14:tracePt t="39692" x="5391150" y="3632200"/>
          <p14:tracePt t="39708" x="5372100" y="3632200"/>
          <p14:tracePt t="39725" x="5359400" y="3632200"/>
          <p14:tracePt t="39742" x="5353050" y="3632200"/>
          <p14:tracePt t="39805" x="5365750" y="3632200"/>
          <p14:tracePt t="39811" x="5372100" y="3632200"/>
          <p14:tracePt t="39824" x="5384800" y="3625850"/>
          <p14:tracePt t="39841" x="5422900" y="3625850"/>
          <p14:tracePt t="39857" x="5441950" y="3625850"/>
          <p14:tracePt t="39875" x="5518150" y="3625850"/>
          <p14:tracePt t="39890" x="5676900" y="3625850"/>
          <p14:tracePt t="39907" x="5765800" y="3625850"/>
          <p14:tracePt t="39924" x="5981700" y="3638550"/>
          <p14:tracePt t="39940" x="6070600" y="3638550"/>
          <p14:tracePt t="39957" x="6235700" y="3644900"/>
          <p14:tracePt t="39974" x="6350000" y="3644900"/>
          <p14:tracePt t="39990" x="6394450" y="3644900"/>
          <p14:tracePt t="40007" x="6432550" y="3644900"/>
          <p14:tracePt t="40023" x="6445250" y="3644900"/>
          <p14:tracePt t="40085" x="6438900" y="3644900"/>
          <p14:tracePt t="40092" x="6432550" y="3644900"/>
          <p14:tracePt t="40106" x="6426200" y="3651250"/>
          <p14:tracePt t="40123" x="6413500" y="3651250"/>
          <p14:tracePt t="40140" x="6407150" y="3651250"/>
          <p14:tracePt t="40157" x="6394450" y="3657600"/>
          <p14:tracePt t="40173" x="6362700" y="3663950"/>
          <p14:tracePt t="40190" x="6292850" y="3670300"/>
          <p14:tracePt t="40206" x="6242050" y="3676650"/>
          <p14:tracePt t="40223" x="6159500" y="3676650"/>
          <p14:tracePt t="40240" x="5861050" y="3689350"/>
          <p14:tracePt t="40256" x="5734050" y="3689350"/>
          <p14:tracePt t="40259" x="5632450" y="3689350"/>
          <p14:tracePt t="40289" x="5454650" y="3683000"/>
          <p14:tracePt t="40306" x="5295900" y="3689350"/>
          <p14:tracePt t="40322" x="5245100" y="3689350"/>
          <p14:tracePt t="40339" x="5194300" y="3695700"/>
          <p14:tracePt t="40356" x="5168900" y="3695700"/>
          <p14:tracePt t="40373" x="5162550" y="3702050"/>
          <p14:tracePt t="40449" x="5162550" y="3695700"/>
          <p14:tracePt t="40464" x="5168900" y="3689350"/>
          <p14:tracePt t="40471" x="5175250" y="3689350"/>
          <p14:tracePt t="40485" x="5175250" y="3683000"/>
          <p14:tracePt t="40492" x="5181600" y="3670300"/>
          <p14:tracePt t="40508" x="5181600" y="3663950"/>
          <p14:tracePt t="40522" x="5187950" y="3651250"/>
          <p14:tracePt t="40996" x="5111750" y="3625850"/>
          <p14:tracePt t="41004" x="4978400" y="3568700"/>
          <p14:tracePt t="41017" x="4794250" y="3511550"/>
          <p14:tracePt t="41023" x="4584700" y="3441700"/>
          <p14:tracePt t="41040" x="4375150" y="3371850"/>
          <p14:tracePt t="41053" x="3879850" y="3225800"/>
          <p14:tracePt t="41070" x="3638550" y="3149600"/>
          <p14:tracePt t="41087" x="3136900" y="2965450"/>
          <p14:tracePt t="41103" x="2876550" y="2889250"/>
          <p14:tracePt t="41120" x="2489200" y="2724150"/>
          <p14:tracePt t="41136" x="2247900" y="2673350"/>
          <p14:tracePt t="41153" x="2133600" y="2654300"/>
          <p14:tracePt t="41170" x="1924050" y="2609850"/>
          <p14:tracePt t="41186" x="1778000" y="2578100"/>
          <p14:tracePt t="41203" x="1727200" y="2571750"/>
          <p14:tracePt t="41220" x="1619250" y="2565400"/>
          <p14:tracePt t="41236" x="1517650" y="2565400"/>
          <p14:tracePt t="41252" x="1460500" y="2571750"/>
          <p14:tracePt t="41270" x="1371600" y="2590800"/>
          <p14:tracePt t="41286" x="1320800" y="2597150"/>
          <p14:tracePt t="41302" x="1308100" y="2597150"/>
          <p14:tracePt t="41319" x="1282700" y="2597150"/>
          <p14:tracePt t="41336" x="1263650" y="2603500"/>
          <p14:tracePt t="41369" x="1244600" y="2609850"/>
          <p14:tracePt t="41386" x="1238250" y="2609850"/>
          <p14:tracePt t="41403" x="1231900" y="2609850"/>
          <p14:tracePt t="41419" x="1225550" y="2616200"/>
          <p14:tracePt t="41435" x="1219200" y="2616200"/>
          <p14:tracePt t="41452" x="1212850" y="2628900"/>
          <p14:tracePt t="41468" x="1212850" y="2635250"/>
          <p14:tracePt t="41485" x="1206500" y="2647950"/>
          <p14:tracePt t="41502" x="1200150" y="2660650"/>
          <p14:tracePt t="41518" x="1187450" y="2698750"/>
          <p14:tracePt t="41537" x="1181100" y="2736850"/>
          <p14:tracePt t="41551" x="1181100" y="2762250"/>
          <p14:tracePt t="41568" x="1168400" y="2819400"/>
          <p14:tracePt t="41585" x="1174750" y="2876550"/>
          <p14:tracePt t="41601" x="1174750" y="2895600"/>
          <p14:tracePt t="41618" x="1206500" y="2959100"/>
          <p14:tracePt t="41635" x="1244600" y="3003550"/>
          <p14:tracePt t="41652" x="1270000" y="3022600"/>
          <p14:tracePt t="41668" x="1301750" y="3048000"/>
          <p14:tracePt t="41685" x="1409700" y="3098800"/>
          <p14:tracePt t="41700" x="1454150" y="3111500"/>
          <p14:tracePt t="41718" x="1562100" y="3143250"/>
          <p14:tracePt t="41734" x="1625600" y="3143250"/>
          <p14:tracePt t="41751" x="1765300" y="3162300"/>
          <p14:tracePt t="41768" x="1911350" y="3155950"/>
          <p14:tracePt t="41784" x="2000250" y="3149600"/>
          <p14:tracePt t="41801" x="2146300" y="3098800"/>
          <p14:tracePt t="41817" x="2260600" y="3041650"/>
          <p14:tracePt t="41834" x="2292350" y="3009900"/>
          <p14:tracePt t="41852" x="2343150" y="2940050"/>
          <p14:tracePt t="41868" x="2349500" y="2901950"/>
          <p14:tracePt t="41884" x="2349500" y="2882900"/>
          <p14:tracePt t="41901" x="2324100" y="2851150"/>
          <p14:tracePt t="41917" x="2273300" y="2825750"/>
          <p14:tracePt t="41933" x="2241550" y="2813050"/>
          <p14:tracePt t="41951" x="2171700" y="2794000"/>
          <p14:tracePt t="41967" x="2101850" y="2794000"/>
          <p14:tracePt t="41983" x="2051050" y="2794000"/>
          <p14:tracePt t="42000" x="1981200" y="2806700"/>
          <p14:tracePt t="42016" x="1936750" y="2825750"/>
          <p14:tracePt t="42034" x="1860550" y="2857500"/>
          <p14:tracePt t="42050" x="1809750" y="2908300"/>
          <p14:tracePt t="42066" x="1784350" y="2921000"/>
          <p14:tracePt t="42083" x="1758950" y="2959100"/>
          <p14:tracePt t="42100" x="1752600" y="2978150"/>
          <p14:tracePt t="42116" x="1752600" y="2990850"/>
          <p14:tracePt t="42133" x="1752600" y="3009900"/>
          <p14:tracePt t="42150" x="1758950" y="3028950"/>
          <p14:tracePt t="42167" x="1765300" y="3035300"/>
          <p14:tracePt t="42182" x="1778000" y="3054350"/>
          <p14:tracePt t="42199" x="1809750" y="3067050"/>
          <p14:tracePt t="42216" x="1822450" y="3073400"/>
          <p14:tracePt t="42232" x="1854200" y="3092450"/>
          <p14:tracePt t="42249" x="1905000" y="3105150"/>
          <p14:tracePt t="42266" x="1974850" y="3130550"/>
          <p14:tracePt t="42282" x="2019300" y="3136900"/>
          <p14:tracePt t="42286" x="2044700" y="3136900"/>
          <p14:tracePt t="42316" x="2114550" y="3136900"/>
          <p14:tracePt t="42332" x="2127250" y="3130550"/>
          <p14:tracePt t="42349" x="2133600" y="3124200"/>
          <p14:tracePt t="42366" x="2146300" y="3117850"/>
          <p14:tracePt t="42382" x="2146300" y="3092450"/>
          <p14:tracePt t="42399" x="2139950" y="3041650"/>
          <p14:tracePt t="42415" x="2127250" y="3009900"/>
          <p14:tracePt t="42432" x="2089150" y="2921000"/>
          <p14:tracePt t="42449" x="2012950" y="2819400"/>
          <p14:tracePt t="42465" x="1962150" y="2749550"/>
          <p14:tracePt t="42482" x="1854200" y="2565400"/>
          <p14:tracePt t="42499" x="1739900" y="2349500"/>
          <p14:tracePt t="42515" x="1676400" y="2254250"/>
          <p14:tracePt t="42532" x="1549400" y="2057400"/>
          <p14:tracePt t="42548" x="1454150" y="1854200"/>
          <p14:tracePt t="42565" x="1403350" y="1765300"/>
          <p14:tracePt t="42582" x="1346200" y="1581150"/>
          <p14:tracePt t="42598" x="1282700" y="1416050"/>
          <p14:tracePt t="42615" x="1250950" y="1352550"/>
          <p14:tracePt t="42631" x="1219200" y="1250950"/>
          <p14:tracePt t="42648" x="1212850" y="1225550"/>
          <p14:tracePt t="42665" x="1206500" y="1200150"/>
          <p14:tracePt t="42681" x="1206500" y="1193800"/>
          <p14:tracePt t="42778" x="1206500" y="1200150"/>
          <p14:tracePt t="42799" x="1206500" y="1206500"/>
          <p14:tracePt t="42806" x="1206500" y="1212850"/>
          <p14:tracePt t="42820" x="1206500" y="1219200"/>
          <p14:tracePt t="42830" x="1206500" y="1231900"/>
          <p14:tracePt t="42848" x="1206500" y="1244600"/>
          <p14:tracePt t="42863" x="1206500" y="1295400"/>
          <p14:tracePt t="42880" x="1212850" y="1409700"/>
          <p14:tracePt t="42899" x="1257300" y="1657350"/>
          <p14:tracePt t="42914" x="1276350" y="1828800"/>
          <p14:tracePt t="42930" x="1333500" y="2057400"/>
          <p14:tracePt t="42947" x="1511300" y="2800350"/>
          <p14:tracePt t="42963" x="1581150" y="3009900"/>
          <p14:tracePt t="42980" x="1631950" y="3168650"/>
          <p14:tracePt t="42997" x="1739900" y="3390900"/>
          <p14:tracePt t="43013" x="1784350" y="3517900"/>
          <p14:tracePt t="43031" x="1816100" y="3556000"/>
          <p14:tracePt t="43046" x="1816100" y="3562350"/>
          <p14:tracePt t="43063" x="1822450" y="3562350"/>
          <p14:tracePt t="43096" x="1828800" y="3562350"/>
          <p14:tracePt t="43199" x="1835150" y="3562350"/>
          <p14:tracePt t="43220" x="1841500" y="3556000"/>
          <p14:tracePt t="43248" x="1854200" y="3556000"/>
          <p14:tracePt t="43263" x="1860550" y="3556000"/>
          <p14:tracePt t="43268" x="1866900" y="3549650"/>
          <p14:tracePt t="43283" x="1879600" y="3543300"/>
          <p14:tracePt t="43295" x="1885950" y="3543300"/>
          <p14:tracePt t="43312" x="1936750" y="3530600"/>
          <p14:tracePt t="43329" x="1981200" y="3524250"/>
          <p14:tracePt t="43346" x="2101850" y="3505200"/>
          <p14:tracePt t="43362" x="2260600" y="3460750"/>
          <p14:tracePt t="43378" x="2336800" y="3441700"/>
          <p14:tracePt t="43396" x="2546350" y="3390900"/>
          <p14:tracePt t="43412" x="2774950" y="3327400"/>
          <p14:tracePt t="43428" x="2889250" y="3308350"/>
          <p14:tracePt t="43445" x="3086100" y="3244850"/>
          <p14:tracePt t="43462" x="3232150" y="3206750"/>
          <p14:tracePt t="43478" x="3289300" y="3200400"/>
          <p14:tracePt t="43495" x="3359150" y="3187700"/>
          <p14:tracePt t="43511" x="3397250" y="3187700"/>
          <p14:tracePt t="43529" x="3429000" y="3187700"/>
          <p14:tracePt t="43545" x="3435350" y="3187700"/>
          <p14:tracePt t="43561" x="3448050" y="3187700"/>
          <p14:tracePt t="43578" x="3473450" y="3194050"/>
          <p14:tracePt t="43594" x="3486150" y="3200400"/>
          <p14:tracePt t="43611" x="3511550" y="3200400"/>
          <p14:tracePt t="43628" x="3568700" y="3219450"/>
          <p14:tracePt t="43644" x="3689350" y="3238500"/>
          <p14:tracePt t="43662" x="3765550" y="3244850"/>
          <p14:tracePt t="43677" x="3975100" y="3289300"/>
          <p14:tracePt t="43694" x="4229100" y="3327400"/>
          <p14:tracePt t="43711" x="4514850" y="3371850"/>
          <p14:tracePt t="43727" x="4660900" y="3397250"/>
          <p14:tracePt t="43744" x="4978400" y="3441700"/>
          <p14:tracePt t="43761" x="5226050" y="3486150"/>
          <p14:tracePt t="43777" x="5327650" y="3517900"/>
          <p14:tracePt t="43794" x="5524500" y="3568700"/>
          <p14:tracePt t="43811" x="5676900" y="3587750"/>
          <p14:tracePt t="43827" x="5746750" y="3594100"/>
          <p14:tracePt t="43845" x="5829300" y="3613150"/>
          <p14:tracePt t="43860" x="5886450" y="3619500"/>
          <p14:tracePt t="43877" x="5911850" y="3619500"/>
          <p14:tracePt t="43894" x="5943600" y="3632200"/>
          <p14:tracePt t="43910" x="5969000" y="3638550"/>
          <p14:tracePt t="43927" x="6000750" y="3651250"/>
          <p14:tracePt t="43943" x="6026150" y="3657600"/>
          <p14:tracePt t="43960" x="6038850" y="3663950"/>
          <p14:tracePt t="43977" x="6057900" y="3663950"/>
          <p14:tracePt t="43993" x="6076950" y="3670300"/>
          <p14:tracePt t="44010" x="6083300" y="3670300"/>
          <p14:tracePt t="44027" x="6102350" y="3676650"/>
          <p14:tracePt t="44043" x="6115050" y="3676650"/>
          <p14:tracePt t="44059" x="6127750" y="3676650"/>
          <p14:tracePt t="44076" x="6146800" y="3676650"/>
          <p14:tracePt t="44093" x="6172200" y="3683000"/>
          <p14:tracePt t="44109" x="6184900" y="3683000"/>
          <p14:tracePt t="44126" x="6223000" y="3689350"/>
          <p14:tracePt t="44143" x="6261100" y="3702050"/>
          <p14:tracePt t="44161" x="6330950" y="3708400"/>
          <p14:tracePt t="44176" x="6356350" y="3714750"/>
          <p14:tracePt t="44192" x="6400800" y="3714750"/>
          <p14:tracePt t="44210" x="6477000" y="3727450"/>
          <p14:tracePt t="44226" x="6489700" y="3727450"/>
          <p14:tracePt t="44242" x="6502400" y="3727450"/>
          <p14:tracePt t="44259" x="6515100" y="3733800"/>
          <p14:tracePt t="44275" x="6521450" y="3733800"/>
          <p14:tracePt t="44343" x="6515100" y="3733800"/>
          <p14:tracePt t="44350" x="6508750" y="3733800"/>
          <p14:tracePt t="44364" x="6502400" y="3733800"/>
          <p14:tracePt t="44375" x="6489700" y="3727450"/>
          <p14:tracePt t="44392" x="6451600" y="3721100"/>
          <p14:tracePt t="44408" x="6413500" y="3708400"/>
          <p14:tracePt t="44425" x="6292850" y="3676650"/>
          <p14:tracePt t="44442" x="6146800" y="3638550"/>
          <p14:tracePt t="44458" x="6064250" y="3619500"/>
          <p14:tracePt t="44475" x="5988050" y="3613150"/>
          <p14:tracePt t="44491" x="5848350" y="3575050"/>
          <p14:tracePt t="44508" x="5822950" y="3575050"/>
          <p14:tracePt t="44525" x="5797550" y="3568700"/>
          <p14:tracePt t="44541" x="5791200" y="3562350"/>
          <p14:tracePt t="44558" x="5778500" y="3562350"/>
          <p14:tracePt t="44602" x="5784850" y="3562350"/>
          <p14:tracePt t="44617" x="5797550" y="3556000"/>
          <p14:tracePt t="44625" x="5810250" y="3556000"/>
          <p14:tracePt t="44641" x="5816600" y="3556000"/>
          <p14:tracePt t="44658" x="5854700" y="3556000"/>
          <p14:tracePt t="44674" x="5911850" y="3562350"/>
          <p14:tracePt t="44691" x="5975350" y="3562350"/>
          <p14:tracePt t="44708" x="6121400" y="3568700"/>
          <p14:tracePt t="44724" x="6286500" y="3600450"/>
          <p14:tracePt t="44740" x="6362700" y="3606800"/>
          <p14:tracePt t="44758" x="6470650" y="3625850"/>
          <p14:tracePt t="44774" x="6521450" y="3632200"/>
          <p14:tracePt t="44790" x="6540500" y="3632200"/>
          <p14:tracePt t="44807" x="6546850" y="3632200"/>
          <p14:tracePt t="44883" x="6540500" y="3638550"/>
          <p14:tracePt t="44904" x="6534150" y="3638550"/>
          <p14:tracePt t="44911" x="6527800" y="3638550"/>
          <p14:tracePt t="44926" x="6515100" y="3638550"/>
          <p14:tracePt t="44940" x="6502400" y="3638550"/>
          <p14:tracePt t="44957" x="6464300" y="3638550"/>
          <p14:tracePt t="44973" x="6426200" y="3638550"/>
          <p14:tracePt t="44989" x="6343650" y="3638550"/>
          <p14:tracePt t="45006" x="6267450" y="3651250"/>
          <p14:tracePt t="45024" x="6191250" y="3663950"/>
          <p14:tracePt t="45040" x="6172200" y="3663950"/>
          <p14:tracePt t="45057" x="6140450" y="3670300"/>
          <p14:tracePt t="45073" x="6121400" y="3670300"/>
          <p14:tracePt t="45089" x="6115050" y="3676650"/>
          <p14:tracePt t="45143" x="6108700" y="3676650"/>
          <p14:tracePt t="45164" x="6108700" y="3683000"/>
          <p14:tracePt t="45178" x="6115050" y="3683000"/>
          <p14:tracePt t="45185" x="6121400" y="3683000"/>
          <p14:tracePt t="45192" x="6127750" y="3683000"/>
          <p14:tracePt t="45209" x="6140450" y="3683000"/>
          <p14:tracePt t="45222" x="6146800" y="3689350"/>
          <p14:tracePt t="45238" x="6165850" y="3695700"/>
          <p14:tracePt t="45256" x="6203950" y="3702050"/>
          <p14:tracePt t="45272" x="6229350" y="3708400"/>
          <p14:tracePt t="45290" x="6292850" y="3721100"/>
          <p14:tracePt t="45305" x="6311900" y="3727450"/>
          <p14:tracePt t="45322" x="6350000" y="3733800"/>
          <p14:tracePt t="45339" x="6394450" y="3746500"/>
          <p14:tracePt t="45354" x="6407150" y="3752850"/>
          <p14:tracePt t="45372" x="6432550" y="3759200"/>
          <p14:tracePt t="45389" x="6445250" y="3759200"/>
          <p14:tracePt t="45472" x="6451600" y="3759200"/>
          <p14:tracePt t="48373" x="6413500" y="3759200"/>
          <p14:tracePt t="48380" x="6362700" y="3759200"/>
          <p14:tracePt t="48397" x="6292850" y="3765550"/>
          <p14:tracePt t="48411" x="6229350" y="3778250"/>
          <p14:tracePt t="48428" x="6083300" y="3816350"/>
          <p14:tracePt t="48444" x="5949950" y="3873500"/>
          <p14:tracePt t="48461" x="5867400" y="3911600"/>
          <p14:tracePt t="48478" x="5702300" y="4006850"/>
          <p14:tracePt t="48494" x="5530850" y="4095750"/>
          <p14:tracePt t="48511" x="5435600" y="4140200"/>
          <p14:tracePt t="48528" x="5289550" y="4210050"/>
          <p14:tracePt t="48544" x="5162550" y="4267200"/>
          <p14:tracePt t="48561" x="5092700" y="4292600"/>
          <p14:tracePt t="48577" x="4984750" y="4343400"/>
          <p14:tracePt t="48594" x="4895850" y="4387850"/>
          <p14:tracePt t="48611" x="4864100" y="4406900"/>
          <p14:tracePt t="48627" x="4813300" y="4445000"/>
          <p14:tracePt t="48644" x="4756150" y="4483100"/>
          <p14:tracePt t="48661" x="4711700" y="4540250"/>
          <p14:tracePt t="48677" x="4686300" y="4559300"/>
          <p14:tracePt t="48693" x="4673600" y="4591050"/>
          <p14:tracePt t="48711" x="4616450" y="4648200"/>
          <p14:tracePt t="48727" x="4591050" y="4673600"/>
          <p14:tracePt t="48743" x="4559300" y="4686300"/>
          <p14:tracePt t="48761" x="4394200" y="4743450"/>
          <p14:tracePt t="48776" x="4330700" y="4756150"/>
          <p14:tracePt t="48794" x="4178300" y="4762500"/>
          <p14:tracePt t="48810" x="4114800" y="4762500"/>
          <p14:tracePt t="55090" x="4133850" y="4762500"/>
          <p14:tracePt t="55097" x="4165600" y="4756150"/>
          <p14:tracePt t="55107" x="4197350" y="4737100"/>
          <p14:tracePt t="55122" x="4248150" y="4730750"/>
          <p14:tracePt t="55139" x="4330700" y="4692650"/>
          <p14:tracePt t="55156" x="4400550" y="4660900"/>
          <p14:tracePt t="55171" x="4489450" y="4597400"/>
          <p14:tracePt t="55188" x="4648200" y="4483100"/>
          <p14:tracePt t="55204" x="4781550" y="4375150"/>
          <p14:tracePt t="55221" x="4921250" y="4241800"/>
          <p14:tracePt t="55238" x="5048250" y="4114800"/>
          <p14:tracePt t="55254" x="5130800" y="4064000"/>
          <p14:tracePt t="55271" x="5181600" y="4019550"/>
          <p14:tracePt t="55287" x="5245100" y="3975100"/>
          <p14:tracePt t="55304" x="5283200" y="3956050"/>
          <p14:tracePt t="55321" x="5308600" y="3937000"/>
          <p14:tracePt t="55337" x="5353050" y="3898900"/>
          <p14:tracePt t="55354" x="5391150" y="3873500"/>
          <p14:tracePt t="55371" x="5441950" y="3829050"/>
          <p14:tracePt t="55387" x="5461000" y="3810000"/>
          <p14:tracePt t="55404" x="5492750" y="3790950"/>
          <p14:tracePt t="55421" x="5549900" y="3746500"/>
          <p14:tracePt t="55437" x="5575300" y="3733800"/>
          <p14:tracePt t="55453" x="5607050" y="3721100"/>
          <p14:tracePt t="55470" x="5657850" y="3695700"/>
          <p14:tracePt t="55487" x="5683250" y="3683000"/>
          <p14:tracePt t="55504" x="5721350" y="3663950"/>
          <p14:tracePt t="55520" x="5746750" y="3657600"/>
          <p14:tracePt t="55536" x="5759450" y="3657600"/>
          <p14:tracePt t="55554" x="5765800" y="3657600"/>
          <p14:tracePt t="55570" x="5772150" y="3657600"/>
          <p14:tracePt t="55586" x="5778500" y="3657600"/>
          <p14:tracePt t="55624" x="5784850" y="3651250"/>
          <p14:tracePt t="55869" x="5778500" y="3651250"/>
          <p14:tracePt t="55901" x="5784850" y="3651250"/>
          <p14:tracePt t="56414" x="5791200" y="3644900"/>
          <p14:tracePt t="56428" x="5797550" y="3644900"/>
          <p14:tracePt t="56437" x="5803900" y="3638550"/>
          <p14:tracePt t="56450" x="5810250" y="3632200"/>
          <p14:tracePt t="56467" x="5816600" y="3625850"/>
          <p14:tracePt t="56483" x="5822950" y="3613150"/>
          <p14:tracePt t="56499" x="5842000" y="3600450"/>
          <p14:tracePt t="56516" x="5848350" y="3600450"/>
          <p14:tracePt t="56534" x="5854700" y="3594100"/>
          <p14:tracePt t="56566" x="5867400" y="3587750"/>
          <p14:tracePt t="56586" x="5873750" y="3587750"/>
          <p14:tracePt t="56618" x="5880100" y="3581400"/>
          <p14:tracePt t="56632" x="5886450" y="3581400"/>
          <p14:tracePt t="56674" x="5892800" y="3581400"/>
          <p14:tracePt t="56723" x="5899150" y="3581400"/>
          <p14:tracePt t="56969" x="5905500" y="3575050"/>
          <p14:tracePt t="57067" x="5905500" y="3581400"/>
          <p14:tracePt t="57095" x="5899150" y="3587750"/>
          <p14:tracePt t="57116" x="5899150" y="3594100"/>
          <p14:tracePt t="57144" x="5899150" y="3600450"/>
          <p14:tracePt t="57165" x="5892800" y="3606800"/>
          <p14:tracePt t="57186" x="5892800" y="3613150"/>
          <p14:tracePt t="57235" x="5892800" y="3619500"/>
          <p14:tracePt t="57256" x="5892800" y="3625850"/>
          <p14:tracePt t="57284" x="5892800" y="3632200"/>
          <p14:tracePt t="57347" x="5892800" y="3638550"/>
          <p14:tracePt t="57376" x="5899150" y="3644900"/>
          <p14:tracePt t="57398" x="5905500" y="3644900"/>
          <p14:tracePt t="57418" x="5911850" y="3644900"/>
          <p14:tracePt t="57439" x="5918200" y="3644900"/>
          <p14:tracePt t="57445" x="5924550" y="3644900"/>
          <p14:tracePt t="57466" x="5930900" y="3644900"/>
          <p14:tracePt t="57495" x="5930900" y="3638550"/>
          <p14:tracePt t="57705" x="5924550" y="3644900"/>
          <p14:tracePt t="57768" x="5924550" y="3638550"/>
          <p14:tracePt t="57796" x="5924550" y="3632200"/>
          <p14:tracePt t="57817" x="5924550" y="3625850"/>
          <p14:tracePt t="57839" x="5924550" y="3619500"/>
          <p14:tracePt t="57866" x="5924550" y="3613150"/>
          <p14:tracePt t="57888" x="5924550" y="3606800"/>
          <p14:tracePt t="57909" x="5924550" y="3600450"/>
          <p14:tracePt t="57915" x="5924550" y="3594100"/>
          <p14:tracePt t="57972" x="5924550" y="3587750"/>
          <p14:tracePt t="57979" x="5924550" y="3581400"/>
          <p14:tracePt t="58056" x="5918200" y="3581400"/>
          <p14:tracePt t="58098" x="5911850" y="3587750"/>
          <p14:tracePt t="58119" x="5905500" y="3594100"/>
          <p14:tracePt t="58126" x="5899150" y="3600450"/>
          <p14:tracePt t="58147" x="5899150" y="3606800"/>
          <p14:tracePt t="58168" x="5899150" y="3613150"/>
          <p14:tracePt t="58190" x="5892800" y="3613150"/>
          <p14:tracePt t="58196" x="5886450" y="3619500"/>
          <p14:tracePt t="58213" x="5886450" y="3625850"/>
          <p14:tracePt t="58227" x="5880100" y="3625850"/>
          <p14:tracePt t="58244" x="5873750" y="3632200"/>
          <p14:tracePt t="58260" x="5873750" y="3638550"/>
          <p14:tracePt t="58277" x="5867400" y="3644900"/>
          <p14:tracePt t="58310" x="5861050" y="3644900"/>
          <p14:tracePt t="58393" x="5867400" y="3638550"/>
          <p14:tracePt t="58407" x="5873750" y="3632200"/>
          <p14:tracePt t="58421" x="5880100" y="3625850"/>
          <p14:tracePt t="58430" x="5886450" y="3619500"/>
          <p14:tracePt t="58444" x="5892800" y="3619500"/>
          <p14:tracePt t="58460" x="5899150" y="3606800"/>
          <p14:tracePt t="58477" x="5911850" y="3594100"/>
          <p14:tracePt t="58493" x="5918200" y="3587750"/>
          <p14:tracePt t="58510" x="5924550" y="3581400"/>
          <p14:tracePt t="58513" x="5930900" y="3581400"/>
          <p14:tracePt t="58526" x="5930900" y="3575050"/>
          <p14:tracePt t="58547" x="5937250" y="3575050"/>
          <p14:tracePt t="58610" x="5937250" y="3587750"/>
          <p14:tracePt t="58637" x="5937250" y="3594100"/>
          <p14:tracePt t="58680" x="5943600" y="3594100"/>
          <p14:tracePt t="58701" x="5949950" y="3594100"/>
          <p14:tracePt t="58708" x="5956300" y="3594100"/>
          <p14:tracePt t="58729" x="5962650" y="3587750"/>
          <p14:tracePt t="58750" x="5962650" y="3581400"/>
          <p14:tracePt t="58849" x="5956300" y="3581400"/>
          <p14:tracePt t="58870" x="5949950" y="3581400"/>
          <p14:tracePt t="58891" x="5943600" y="3587750"/>
          <p14:tracePt t="58919" x="5937250" y="3594100"/>
          <p14:tracePt t="58940" x="5930900" y="3600450"/>
          <p14:tracePt t="58961" x="5924550" y="3600450"/>
          <p14:tracePt t="58968" x="5918200" y="3600450"/>
          <p14:tracePt t="58989" x="5911850" y="3606800"/>
          <p14:tracePt t="59003" x="5905500" y="3606800"/>
          <p14:tracePt t="59011" x="5899150" y="3613150"/>
          <p14:tracePt t="59038" x="5892800" y="3613150"/>
          <p14:tracePt t="59095" x="5886450" y="3613150"/>
          <p14:tracePt t="59101" x="5880100" y="3613150"/>
          <p14:tracePt t="59129" x="5873750" y="3613150"/>
          <p14:tracePt t="59200" x="5867400" y="3613150"/>
          <p14:tracePt t="59269" x="5861050" y="3613150"/>
          <p14:tracePt t="59354" x="5867400" y="3606800"/>
          <p14:tracePt t="59389" x="5873750" y="3606800"/>
          <p14:tracePt t="59410" x="5880100" y="3606800"/>
          <p14:tracePt t="59453" x="5886450" y="3606800"/>
          <p14:tracePt t="59481" x="5886450" y="3600450"/>
          <p14:tracePt t="59502" x="5899150" y="3600450"/>
          <p14:tracePt t="59524" x="5899150" y="3594100"/>
          <p14:tracePt t="59529" x="5905500" y="3594100"/>
          <p14:tracePt t="59544" x="5911850" y="3594100"/>
          <p14:tracePt t="59565" x="5918200" y="3587750"/>
          <p14:tracePt t="59573" x="5930900" y="3587750"/>
          <p14:tracePt t="59589" x="5943600" y="3587750"/>
          <p14:tracePt t="59607" x="5962650" y="3575050"/>
          <p14:tracePt t="59622" x="5975350" y="3568700"/>
          <p14:tracePt t="59639" x="5994400" y="3562350"/>
          <p14:tracePt t="59656" x="5994400" y="3549650"/>
          <p14:tracePt t="59672" x="6007100" y="3543300"/>
          <p14:tracePt t="59754" x="6000750" y="3543300"/>
          <p14:tracePt t="59803" x="5994400" y="3543300"/>
          <p14:tracePt t="59810" x="5988050" y="3549650"/>
          <p14:tracePt t="59831" x="5981700" y="3556000"/>
          <p14:tracePt t="59902" x="5981700" y="3562350"/>
          <p14:tracePt t="59965" x="5988050" y="3562350"/>
          <p14:tracePt t="60007" x="5994400" y="3562350"/>
          <p14:tracePt t="60056" x="6000750" y="3562350"/>
          <p14:tracePt t="60084" x="6007100" y="3562350"/>
          <p14:tracePt t="60133" x="6013450" y="3556000"/>
          <p14:tracePt t="60155" x="6019800" y="3556000"/>
          <p14:tracePt t="60161" x="6026150" y="3549650"/>
          <p14:tracePt t="60175" x="6032500" y="3549650"/>
          <p14:tracePt t="60204" x="6038850" y="3543300"/>
          <p14:tracePt t="60217" x="6045200" y="3543300"/>
          <p14:tracePt t="60224" x="6051550" y="3543300"/>
          <p14:tracePt t="60237" x="6064250" y="3543300"/>
          <p14:tracePt t="60253" x="6083300" y="3536950"/>
          <p14:tracePt t="60271" x="6108700" y="3524250"/>
          <p14:tracePt t="60287" x="6140450" y="3511550"/>
          <p14:tracePt t="60304" x="6165850" y="3498850"/>
          <p14:tracePt t="60320" x="6191250" y="3492500"/>
          <p14:tracePt t="60337" x="6223000" y="3479800"/>
          <p14:tracePt t="60353" x="6235700" y="3479800"/>
          <p14:tracePt t="60371" x="6248400" y="3473450"/>
          <p14:tracePt t="60386" x="6261100" y="3467100"/>
          <p14:tracePt t="60403" x="6267450" y="3467100"/>
          <p14:tracePt t="60419" x="6273800" y="3467100"/>
          <p14:tracePt t="60436" x="6280150" y="3467100"/>
          <p14:tracePt t="60533" x="6273800" y="3467100"/>
          <p14:tracePt t="60575" x="6267450" y="3467100"/>
          <p14:tracePt t="60582" x="6261100" y="3473450"/>
          <p14:tracePt t="60604" x="6254750" y="3473450"/>
          <p14:tracePt t="60624" x="6254750" y="3479800"/>
          <p14:tracePt t="60631" x="6248400" y="3486150"/>
          <p14:tracePt t="60645" x="6242050" y="3486150"/>
          <p14:tracePt t="60655" x="6229350" y="3492500"/>
          <p14:tracePt t="60669" x="6216650" y="3498850"/>
          <p14:tracePt t="60686" x="6191250" y="3505200"/>
          <p14:tracePt t="60702" x="6140450" y="3517900"/>
          <p14:tracePt t="60718" x="6096000" y="3524250"/>
          <p14:tracePt t="60737" x="6032500" y="3543300"/>
          <p14:tracePt t="60752" x="5994400" y="3556000"/>
          <p14:tracePt t="60769" x="5956300" y="3562350"/>
          <p14:tracePt t="60786" x="5924550" y="3581400"/>
          <p14:tracePt t="60802" x="5911850" y="3581400"/>
          <p14:tracePt t="60818" x="5899150" y="3587750"/>
          <p14:tracePt t="60835" x="5892800" y="3587750"/>
          <p14:tracePt t="60884" x="5886450" y="3594100"/>
          <p14:tracePt t="60926" x="5892800" y="3594100"/>
          <p14:tracePt t="60996" x="5899150" y="3594100"/>
          <p14:tracePt t="61087" x="5905500" y="3594100"/>
          <p14:tracePt t="61129" x="5905500" y="3600450"/>
          <p14:tracePt t="61143" x="5905500" y="3606800"/>
          <p14:tracePt t="61165" x="5911850" y="3606800"/>
          <p14:tracePt t="61199" x="5918200" y="3606800"/>
          <p14:tracePt t="61206" x="5924550" y="3606800"/>
          <p14:tracePt t="61217" x="5930900" y="3613150"/>
          <p14:tracePt t="61235" x="5949950" y="3613150"/>
          <p14:tracePt t="61250" x="5969000" y="3619500"/>
          <p14:tracePt t="61267" x="6000750" y="3625850"/>
          <p14:tracePt t="61284" x="6076950" y="3644900"/>
          <p14:tracePt t="61300" x="6127750" y="3657600"/>
          <p14:tracePt t="61317" x="6184900" y="3670300"/>
          <p14:tracePt t="61333" x="6267450" y="3708400"/>
          <p14:tracePt t="61350" x="6299200" y="3721100"/>
          <p14:tracePt t="61367" x="6330950" y="3746500"/>
          <p14:tracePt t="61383" x="6343650" y="3752850"/>
          <p14:tracePt t="61400" x="6350000" y="3759200"/>
          <p14:tracePt t="61417" x="6343650" y="3765550"/>
          <p14:tracePt t="61433" x="6337300" y="3765550"/>
          <p14:tracePt t="61450" x="6330950" y="3765550"/>
          <p14:tracePt t="61466" x="6324600" y="3765550"/>
          <p14:tracePt t="61483" x="6318250" y="3765550"/>
          <p14:tracePt t="61499" x="6311900" y="3765550"/>
          <p14:tracePt t="61516" x="6305550" y="3765550"/>
          <p14:tracePt t="61533" x="6299200" y="3765550"/>
          <p14:tracePt t="61566" x="6286500" y="3771900"/>
          <p14:tracePt t="61582" x="6280150" y="3771900"/>
          <p14:tracePt t="61600" x="6254750" y="3784600"/>
          <p14:tracePt t="61616" x="6242050" y="3797300"/>
          <p14:tracePt t="61632" x="6223000" y="3797300"/>
          <p14:tracePt t="61649" x="6197600" y="3810000"/>
          <p14:tracePt t="61665" x="6184900" y="3822700"/>
          <p14:tracePt t="61682" x="6178550" y="3822700"/>
          <p14:tracePt t="61698" x="6165850" y="3822700"/>
          <p14:tracePt t="61715" x="6159500" y="3822700"/>
          <p14:tracePt t="61732" x="6153150" y="3822700"/>
          <p14:tracePt t="61789" x="6153150" y="3816350"/>
          <p14:tracePt t="61817" x="6159500" y="3816350"/>
          <p14:tracePt t="61832" x="6172200" y="3816350"/>
          <p14:tracePt t="61838" x="6184900" y="3803650"/>
          <p14:tracePt t="61848" x="6203950" y="3797300"/>
          <p14:tracePt t="61865" x="6235700" y="3797300"/>
          <p14:tracePt t="61881" x="6318250" y="3778250"/>
          <p14:tracePt t="61898" x="6375400" y="3771900"/>
          <p14:tracePt t="61915" x="6432550" y="3765550"/>
          <p14:tracePt t="61931" x="6521450" y="3752850"/>
          <p14:tracePt t="61947" x="6546850" y="3746500"/>
          <p14:tracePt t="61964" x="6565900" y="3746500"/>
          <p14:tracePt t="61981" x="6572250" y="3746500"/>
          <p14:tracePt t="62020" x="6572250" y="3740150"/>
          <p14:tracePt t="62031" x="6572250" y="3733800"/>
          <p14:tracePt t="62047" x="6578600" y="3721100"/>
          <p14:tracePt t="64160" x="6546850" y="3702050"/>
          <p14:tracePt t="64175" x="6502400" y="3676650"/>
          <p14:tracePt t="64181" x="6419850" y="3625850"/>
          <p14:tracePt t="64195" x="6337300" y="3587750"/>
          <p14:tracePt t="64206" x="6216650" y="3517900"/>
          <p14:tracePt t="64223" x="5873750" y="3346450"/>
          <p14:tracePt t="64240" x="5676900" y="3251200"/>
          <p14:tracePt t="64256" x="5314950" y="3086100"/>
          <p14:tracePt t="64273" x="4984750" y="2946400"/>
          <p14:tracePt t="64290" x="4845050" y="2901950"/>
          <p14:tracePt t="64307" x="4603750" y="2825750"/>
          <p14:tracePt t="64323" x="4419600" y="2743200"/>
          <p14:tracePt t="64339" x="4311650" y="2711450"/>
          <p14:tracePt t="64357" x="4095750" y="2647950"/>
          <p14:tracePt t="64373" x="3873500" y="2559050"/>
          <p14:tracePt t="64390" x="3752850" y="2508250"/>
          <p14:tracePt t="64406" x="3581400" y="2425700"/>
          <p14:tracePt t="64422" x="3460750" y="2336800"/>
          <p14:tracePt t="64439" x="3409950" y="2311400"/>
          <p14:tracePt t="64456" x="3321050" y="2260600"/>
          <p14:tracePt t="64473" x="3302000" y="2216150"/>
          <p14:tracePt t="64491" x="3302000" y="2190750"/>
          <p14:tracePt t="64506" x="3302000" y="2178050"/>
          <p14:tracePt t="64522" x="3302000" y="2165350"/>
          <p14:tracePt t="64837" x="3232150" y="2159000"/>
          <p14:tracePt t="64844" x="3155950" y="2146300"/>
          <p14:tracePt t="64854" x="3067050" y="2127250"/>
          <p14:tracePt t="64871" x="2990850" y="2127250"/>
          <p14:tracePt t="64887" x="2832100" y="2108200"/>
          <p14:tracePt t="64904" x="2781300" y="2101850"/>
          <p14:tracePt t="64921" x="2635250" y="2108200"/>
          <p14:tracePt t="64937" x="2616200" y="2108200"/>
          <p14:tracePt t="64954" x="2590800" y="2108200"/>
          <p14:tracePt t="64971" x="2565400" y="2108200"/>
          <p14:tracePt t="64987" x="2559050" y="2108200"/>
          <p14:tracePt t="65005" x="2546350" y="2108200"/>
          <p14:tracePt t="65020" x="2540000" y="2108200"/>
          <p14:tracePt t="65037" x="2533650" y="2108200"/>
          <p14:tracePt t="65054" x="2527300" y="2114550"/>
          <p14:tracePt t="65070" x="2520950" y="2114550"/>
          <p14:tracePt t="65117" x="2514600" y="2114550"/>
          <p14:tracePt t="65292" x="2514600" y="2108200"/>
          <p14:tracePt t="65398" x="2508250" y="2101850"/>
          <p14:tracePt t="65468" x="2508250" y="2095500"/>
          <p14:tracePt t="65482" x="2514600" y="2095500"/>
          <p14:tracePt t="65545" x="2520950" y="2095500"/>
          <p14:tracePt t="65573" x="2527300" y="2095500"/>
          <p14:tracePt t="65587" x="2533650" y="2095500"/>
          <p14:tracePt t="65594" x="2540000" y="2095500"/>
          <p14:tracePt t="65608" x="2546350" y="2095500"/>
          <p14:tracePt t="65618" x="2552700" y="2095500"/>
          <p14:tracePt t="65636" x="2584450" y="2095500"/>
          <p14:tracePt t="65651" x="2609850" y="2095500"/>
          <p14:tracePt t="65668" x="2705100" y="2114550"/>
          <p14:tracePt t="65685" x="2870200" y="2152650"/>
          <p14:tracePt t="65701" x="2965450" y="2171700"/>
          <p14:tracePt t="65718" x="3206750" y="2235200"/>
          <p14:tracePt t="65735" x="3492500" y="2330450"/>
          <p14:tracePt t="65751" x="3663950" y="2406650"/>
          <p14:tracePt t="65768" x="3829050" y="2470150"/>
          <p14:tracePt t="65784" x="4216400" y="2641600"/>
          <p14:tracePt t="65801" x="4305300" y="2692400"/>
          <p14:tracePt t="65819" x="4470400" y="2774950"/>
          <p14:tracePt t="65834" x="4572000" y="2819400"/>
          <p14:tracePt t="65851" x="4603750" y="2844800"/>
          <p14:tracePt t="65868" x="4654550" y="2882900"/>
          <p14:tracePt t="65884" x="4686300" y="2895600"/>
          <p14:tracePt t="65901" x="4711700" y="2921000"/>
          <p14:tracePt t="65917" x="4743450" y="2946400"/>
          <p14:tracePt t="65934" x="4756150" y="2959100"/>
          <p14:tracePt t="65951" x="4762500" y="2965450"/>
          <p14:tracePt t="65967" x="4781550" y="2984500"/>
          <p14:tracePt t="65984" x="4794250" y="2990850"/>
          <p14:tracePt t="66001" x="4813300" y="3016250"/>
          <p14:tracePt t="66017" x="4851400" y="3022600"/>
          <p14:tracePt t="66033" x="4864100" y="3028950"/>
          <p14:tracePt t="66050" x="4902200" y="3041650"/>
          <p14:tracePt t="66067" x="4946650" y="3060700"/>
          <p14:tracePt t="66083" x="4978400" y="3067050"/>
          <p14:tracePt t="66100" x="5029200" y="3092450"/>
          <p14:tracePt t="66117" x="5092700" y="3130550"/>
          <p14:tracePt t="66133" x="5111750" y="3143250"/>
          <p14:tracePt t="66150" x="5162550" y="3175000"/>
          <p14:tracePt t="66166" x="5187950" y="3181350"/>
          <p14:tracePt t="66184" x="5226050" y="3200400"/>
          <p14:tracePt t="66200" x="5232400" y="3200400"/>
          <p14:tracePt t="66216" x="5238750" y="3200400"/>
          <p14:tracePt t="66254" x="5245100" y="3200400"/>
          <p14:tracePt t="66366" x="5245100" y="3194050"/>
          <p14:tracePt t="66457" x="5232400" y="3187700"/>
          <p14:tracePt t="66464" x="5232400" y="3181350"/>
          <p14:tracePt t="66478" x="5219700" y="3175000"/>
          <p14:tracePt t="66485" x="5194300" y="3162300"/>
          <p14:tracePt t="66501" x="5168900" y="3143250"/>
          <p14:tracePt t="66515" x="5124450" y="3117850"/>
          <p14:tracePt t="66532" x="4972050" y="3035300"/>
          <p14:tracePt t="66549" x="4781550" y="2921000"/>
          <p14:tracePt t="66565" x="4679950" y="2857500"/>
          <p14:tracePt t="66582" x="4464050" y="2743200"/>
          <p14:tracePt t="66598" x="4292600" y="2641600"/>
          <p14:tracePt t="66615" x="4222750" y="2597150"/>
          <p14:tracePt t="66618" x="4165600" y="2571750"/>
          <p14:tracePt t="66632" x="4108450" y="2546350"/>
          <p14:tracePt t="66648" x="4013200" y="2508250"/>
          <p14:tracePt t="66665" x="3968750" y="2508250"/>
          <p14:tracePt t="66682" x="3898900" y="2482850"/>
          <p14:tracePt t="66698" x="3790950" y="2457450"/>
          <p14:tracePt t="66715" x="3733800" y="2444750"/>
          <p14:tracePt t="66731" x="3613150" y="2419350"/>
          <p14:tracePt t="66748" x="3473450" y="2400300"/>
          <p14:tracePt t="66764" x="3390900" y="2381250"/>
          <p14:tracePt t="66781" x="3225800" y="2349500"/>
          <p14:tracePt t="66797" x="3124200" y="2330450"/>
          <p14:tracePt t="66815" x="2927350" y="2298700"/>
          <p14:tracePt t="66831" x="2724150" y="2286000"/>
          <p14:tracePt t="66847" x="2635250" y="2286000"/>
          <p14:tracePt t="66864" x="2457450" y="2286000"/>
          <p14:tracePt t="66881" x="2324100" y="2298700"/>
          <p14:tracePt t="66897" x="2273300" y="2311400"/>
          <p14:tracePt t="66914" x="2216150" y="2324100"/>
          <p14:tracePt t="66930" x="2178050" y="2336800"/>
          <p14:tracePt t="66948" x="2171700" y="2336800"/>
          <p14:tracePt t="66964" x="2152650" y="2343150"/>
          <p14:tracePt t="66981" x="2139950" y="2349500"/>
          <p14:tracePt t="66998" x="2127250" y="2349500"/>
          <p14:tracePt t="67013" x="2120900" y="2355850"/>
          <p14:tracePt t="67030" x="2114550" y="2355850"/>
          <p14:tracePt t="67047" x="2114550" y="2362200"/>
          <p14:tracePt t="67081" x="2108200" y="2362200"/>
          <p14:tracePt t="67096" x="2095500" y="2374900"/>
          <p14:tracePt t="67113" x="2089150" y="2374900"/>
          <p14:tracePt t="67117" x="2082800" y="2374900"/>
          <p14:tracePt t="67133" x="2082800" y="2381250"/>
          <p14:tracePt t="67146" x="2076450" y="2387600"/>
          <p14:tracePt t="67163" x="2070100" y="2393950"/>
          <p14:tracePt t="67180" x="2070100" y="2406650"/>
          <p14:tracePt t="67196" x="2063750" y="2406650"/>
          <p14:tracePt t="67250" x="2057400" y="2413000"/>
          <p14:tracePt t="67363" x="2063750" y="2419350"/>
          <p14:tracePt t="67376" x="2070100" y="2419350"/>
          <p14:tracePt t="67411" x="2076450" y="2419350"/>
          <p14:tracePt t="67481" x="2082800" y="2419350"/>
          <p14:tracePt t="67510" x="2089150" y="2419350"/>
          <p14:tracePt t="67538" x="2095500" y="2419350"/>
          <p14:tracePt t="67552" x="2101850" y="2419350"/>
          <p14:tracePt t="67559" x="2108200" y="2419350"/>
          <p14:tracePt t="67586" x="2114550" y="2419350"/>
          <p14:tracePt t="67657" x="2120900" y="2419350"/>
          <p14:tracePt t="67679" x="2127250" y="2425700"/>
          <p14:tracePt t="67713" x="2133600" y="2425700"/>
          <p14:tracePt t="67720" x="2139950" y="2425700"/>
          <p14:tracePt t="67741" x="2146300" y="2425700"/>
          <p14:tracePt t="67790" x="2152650" y="2432050"/>
          <p14:tracePt t="67833" x="2159000" y="2438400"/>
          <p14:tracePt t="67840" x="2165350" y="2438400"/>
          <p14:tracePt t="67862" x="2171700" y="2438400"/>
          <p14:tracePt t="67889" x="2178050" y="2438400"/>
          <p14:tracePt t="67910" x="2184400" y="2444750"/>
          <p14:tracePt t="67959" x="2190750" y="2444750"/>
          <p14:tracePt t="67994" x="2197100" y="2444750"/>
          <p14:tracePt t="68001" x="2203450" y="2444750"/>
          <p14:tracePt t="68028" x="2209800" y="2444750"/>
          <p14:tracePt t="68050" x="2216150" y="2444750"/>
          <p14:tracePt t="68071" x="2222500" y="2444750"/>
          <p14:tracePt t="68120" x="2228850" y="2444750"/>
          <p14:tracePt t="68141" x="2235200" y="2444750"/>
          <p14:tracePt t="68169" x="2241550" y="2444750"/>
          <p14:tracePt t="68182" x="2247900" y="2444750"/>
          <p14:tracePt t="68190" x="2254250" y="2444750"/>
          <p14:tracePt t="68212" x="2260600" y="2444750"/>
          <p14:tracePt t="68240" x="2266950" y="2444750"/>
          <p14:tracePt t="68253" x="2273300" y="2444750"/>
          <p14:tracePt t="68262" x="2279650" y="2444750"/>
          <p14:tracePt t="68276" x="2286000" y="2444750"/>
          <p14:tracePt t="68292" x="2298700" y="2444750"/>
          <p14:tracePt t="68309" x="2324100" y="2444750"/>
          <p14:tracePt t="68326" x="2349500" y="2444750"/>
          <p14:tracePt t="68342" x="2368550" y="2444750"/>
          <p14:tracePt t="68359" x="2438400" y="2444750"/>
          <p14:tracePt t="68375" x="2463800" y="2444750"/>
          <p14:tracePt t="68392" x="2495550" y="2444750"/>
          <p14:tracePt t="68409" x="2540000" y="2432050"/>
          <p14:tracePt t="68425" x="2590800" y="2432050"/>
          <p14:tracePt t="68443" x="2641600" y="2432050"/>
          <p14:tracePt t="68458" x="2660650" y="2444750"/>
          <p14:tracePt t="68475" x="2686050" y="2444750"/>
          <p14:tracePt t="68492" x="2698750" y="2451100"/>
          <p14:tracePt t="68508" x="2724150" y="2451100"/>
          <p14:tracePt t="68525" x="2749550" y="2457450"/>
          <p14:tracePt t="68542" x="2768600" y="2457450"/>
          <p14:tracePt t="68558" x="2787650" y="2457450"/>
          <p14:tracePt t="68575" x="2813050" y="2463800"/>
          <p14:tracePt t="68591" x="2851150" y="2463800"/>
          <p14:tracePt t="68608" x="2882900" y="2463800"/>
          <p14:tracePt t="68627" x="2959100" y="2476500"/>
          <p14:tracePt t="68642" x="3067050" y="2495550"/>
          <p14:tracePt t="68658" x="3143250" y="2508250"/>
          <p14:tracePt t="68675" x="3327400" y="2559050"/>
          <p14:tracePt t="68690" x="3435350" y="2590800"/>
          <p14:tracePt t="68708" x="3702050" y="2679700"/>
          <p14:tracePt t="68725" x="4032250" y="2762250"/>
          <p14:tracePt t="68741" x="4241800" y="2819400"/>
          <p14:tracePt t="68758" x="4597400" y="2908300"/>
          <p14:tracePt t="68774" x="4959350" y="2997200"/>
          <p14:tracePt t="68791" x="5086350" y="3022600"/>
          <p14:tracePt t="68808" x="5327650" y="3073400"/>
          <p14:tracePt t="68824" x="5511800" y="3111500"/>
          <p14:tracePt t="68840" x="5588000" y="3124200"/>
          <p14:tracePt t="68857" x="5715000" y="3162300"/>
          <p14:tracePt t="68874" x="5822950" y="3200400"/>
          <p14:tracePt t="68890" x="5880100" y="3225800"/>
          <p14:tracePt t="68907" x="5962650" y="3270250"/>
          <p14:tracePt t="68923" x="6026150" y="3302000"/>
          <p14:tracePt t="68941" x="6076950" y="3321050"/>
          <p14:tracePt t="68957" x="6108700" y="3340100"/>
          <p14:tracePt t="68973" x="6127750" y="3352800"/>
          <p14:tracePt t="68990" x="6191250" y="3371850"/>
          <p14:tracePt t="69007" x="6203950" y="3378200"/>
          <p14:tracePt t="69023" x="6216650" y="3378200"/>
          <p14:tracePt t="69040" x="6229350" y="3384550"/>
          <p14:tracePt t="69056" x="6242050" y="3390900"/>
          <p14:tracePt t="69090" x="6254750" y="3403600"/>
          <p14:tracePt t="69116" x="6261100" y="3409950"/>
          <p14:tracePt t="69173" x="6267450" y="3416300"/>
          <p14:tracePt t="69201" x="6273800" y="3416300"/>
          <p14:tracePt t="69250" x="6280150" y="3416300"/>
          <p14:tracePt t="69257" x="6286500" y="3416300"/>
          <p14:tracePt t="69285" x="6292850" y="3416300"/>
          <p14:tracePt t="69299" x="6299200" y="3416300"/>
          <p14:tracePt t="79206" x="6261100" y="3435350"/>
          <p14:tracePt t="79213" x="6178550" y="3511550"/>
          <p14:tracePt t="79227" x="6083300" y="3575050"/>
          <p14:tracePt t="79238" x="5988050" y="3657600"/>
          <p14:tracePt t="79255" x="5753100" y="3879850"/>
          <p14:tracePt t="79271" x="5657850" y="3981450"/>
          <p14:tracePt t="79288" x="5346700" y="4235450"/>
          <p14:tracePt t="79304" x="4965700" y="4546600"/>
          <p14:tracePt t="79321" x="4826000" y="4660900"/>
          <p14:tracePt t="79338" x="4578350" y="4864100"/>
          <p14:tracePt t="79355" x="4311650" y="5054600"/>
          <p14:tracePt t="79371" x="4191000" y="5124450"/>
          <p14:tracePt t="79388" x="4038600" y="5232400"/>
          <p14:tracePt t="79404" x="3905250" y="5346700"/>
          <p14:tracePt t="79421" x="3860800" y="5391150"/>
          <p14:tracePt t="79438" x="3714750" y="5524500"/>
          <p14:tracePt t="79454" x="3657600" y="5581650"/>
          <p14:tracePt t="79472" x="3460750" y="5753100"/>
          <p14:tracePt t="79487" x="3397250" y="5810250"/>
          <p14:tracePt t="79504" x="3352800" y="5861050"/>
          <p14:tracePt t="79521" x="3263900" y="5988050"/>
          <p14:tracePt t="79537" x="3187700" y="6115050"/>
          <p14:tracePt t="79554" x="3143250" y="6191250"/>
          <p14:tracePt t="79570" x="3054350" y="6330950"/>
          <p14:tracePt t="79587" x="3003550" y="6419850"/>
          <p14:tracePt t="79603" x="2990850" y="6445250"/>
          <p14:tracePt t="79620" x="2965450" y="6477000"/>
          <p14:tracePt t="79637" x="2965450" y="6483350"/>
          <p14:tracePt t="79669" x="2959100" y="6489700"/>
          <p14:tracePt t="79739" x="2959100" y="6483350"/>
          <p14:tracePt t="79754" x="2959100" y="6477000"/>
          <p14:tracePt t="79774" x="2959100" y="6470650"/>
          <p14:tracePt t="79809" x="2959100" y="6464300"/>
          <p14:tracePt t="79816" x="2959100" y="6457950"/>
          <p14:tracePt t="79823" x="2959100" y="6451600"/>
          <p14:tracePt t="79839" x="2959100" y="6445250"/>
          <p14:tracePt t="79852" x="2959100" y="6438900"/>
          <p14:tracePt t="79869" x="2959100" y="6413500"/>
          <p14:tracePt t="79886" x="2959100" y="6394450"/>
          <p14:tracePt t="79902" x="2952750" y="6381750"/>
          <p14:tracePt t="79919" x="2946400" y="6356350"/>
          <p14:tracePt t="79936" x="2933700" y="6311900"/>
          <p14:tracePt t="79952" x="2933700" y="6292850"/>
          <p14:tracePt t="79969" x="2921000" y="6248400"/>
          <p14:tracePt t="79986" x="2914650" y="6210300"/>
          <p14:tracePt t="80002" x="2914650" y="6203950"/>
          <p14:tracePt t="80019" x="2908300" y="6191250"/>
          <p14:tracePt t="80035" x="2908300" y="6178550"/>
          <p14:tracePt t="80146" x="2914650" y="6172200"/>
          <p14:tracePt t="80230" x="2921000" y="6165850"/>
          <p14:tracePt t="80287" x="2927350" y="6159500"/>
          <p14:tracePt t="80307" x="2933700" y="6159500"/>
          <p14:tracePt t="80315" x="2940050" y="6159500"/>
          <p14:tracePt t="80328" x="2946400" y="6159500"/>
          <p14:tracePt t="80337" x="2952750" y="6153150"/>
          <p14:tracePt t="80356" x="2965450" y="6146800"/>
          <p14:tracePt t="80371" x="2978150" y="6140450"/>
          <p14:tracePt t="80384" x="3028950" y="6127750"/>
          <p14:tracePt t="80400" x="3054350" y="6121400"/>
          <p14:tracePt t="80417" x="3092450" y="6115050"/>
          <p14:tracePt t="80434" x="3149600" y="6089650"/>
          <p14:tracePt t="80450" x="3225800" y="6064250"/>
          <p14:tracePt t="80467" x="3263900" y="6057900"/>
          <p14:tracePt t="80484" x="3308350" y="6038850"/>
          <p14:tracePt t="80500" x="3340100" y="6019800"/>
          <p14:tracePt t="80517" x="3346450" y="6019800"/>
          <p14:tracePt t="80533" x="3359150" y="6013450"/>
          <p14:tracePt t="80550" x="3365500" y="6013450"/>
          <p14:tracePt t="80581" x="3371850" y="6007100"/>
          <p14:tracePt t="80637" x="3378200" y="6000750"/>
          <p14:tracePt t="80651" x="3384550" y="5994400"/>
          <p14:tracePt t="80658" x="3390900" y="5994400"/>
          <p14:tracePt t="80667" x="3397250" y="5988050"/>
          <p14:tracePt t="80683" x="3409950" y="5981700"/>
          <p14:tracePt t="80699" x="3441700" y="5969000"/>
          <p14:tracePt t="80716" x="3536950" y="5924550"/>
          <p14:tracePt t="80733" x="3714750" y="5842000"/>
          <p14:tracePt t="80736" x="3848100" y="5772150"/>
          <p14:tracePt t="80752" x="4044950" y="5676900"/>
          <p14:tracePt t="80766" x="4248150" y="5556250"/>
          <p14:tracePt t="80782" x="4724400" y="5295900"/>
          <p14:tracePt t="80799" x="5162550" y="5029200"/>
          <p14:tracePt t="80816" x="5321300" y="4921250"/>
          <p14:tracePt t="80833" x="5511800" y="4762500"/>
          <p14:tracePt t="80849" x="5645150" y="4616450"/>
          <p14:tracePt t="80866" x="5683250" y="4572000"/>
          <p14:tracePt t="80883" x="5746750" y="4483100"/>
          <p14:tracePt t="80898" x="5778500" y="4419600"/>
          <p14:tracePt t="80915" x="5791200" y="4394200"/>
          <p14:tracePt t="80932" x="5803900" y="4368800"/>
          <p14:tracePt t="80949" x="5810250" y="4349750"/>
          <p14:tracePt t="80965" x="5822950" y="4343400"/>
          <p14:tracePt t="80982" x="5835650" y="4324350"/>
          <p14:tracePt t="80998" x="5842000" y="4318000"/>
          <p14:tracePt t="81016" x="5880100" y="4273550"/>
          <p14:tracePt t="81031" x="5905500" y="4248150"/>
          <p14:tracePt t="81048" x="5930900" y="4216400"/>
          <p14:tracePt t="81065" x="5981700" y="4140200"/>
          <p14:tracePt t="81082" x="6026150" y="4070350"/>
          <p14:tracePt t="81098" x="6045200" y="4038600"/>
          <p14:tracePt t="81115" x="6064250" y="4006850"/>
          <p14:tracePt t="81131" x="6070600" y="3981450"/>
          <p14:tracePt t="81148" x="6070600" y="3968750"/>
          <p14:tracePt t="81180" x="6064250" y="3968750"/>
          <p14:tracePt t="81198" x="6051550" y="3968750"/>
          <p14:tracePt t="81214" x="6045200" y="3968750"/>
          <p14:tracePt t="81231" x="6013450" y="3968750"/>
          <p14:tracePt t="81248" x="5975350" y="3968750"/>
          <p14:tracePt t="81264" x="5937250" y="3968750"/>
          <p14:tracePt t="81281" x="5892800" y="3956050"/>
          <p14:tracePt t="81297" x="5734050" y="3943350"/>
          <p14:tracePt t="81314" x="5683250" y="3924300"/>
          <p14:tracePt t="81331" x="5638800" y="3924300"/>
          <p14:tracePt t="81347" x="5581650" y="3905250"/>
          <p14:tracePt t="81364" x="5549900" y="3898900"/>
          <p14:tracePt t="81381" x="5530850" y="3898900"/>
          <p14:tracePt t="81397" x="5524500" y="3898900"/>
          <p14:tracePt t="81430" x="5518150" y="3898900"/>
          <p14:tracePt t="81479" x="5518150" y="3892550"/>
          <p14:tracePt t="81542" x="5518150" y="3886200"/>
          <p14:tracePt t="81571" x="5511800" y="3886200"/>
          <p14:tracePt t="81577" x="5505450" y="3879850"/>
          <p14:tracePt t="81591" x="5499100" y="3879850"/>
          <p14:tracePt t="81599" x="5492750" y="3879850"/>
          <p14:tracePt t="81620" x="5486400" y="3873500"/>
          <p14:tracePt t="81641" x="5480050" y="3873500"/>
          <p14:tracePt t="81669" x="5473700" y="3867150"/>
          <p14:tracePt t="81683" x="5467350" y="3867150"/>
          <p14:tracePt t="81704" x="5461000" y="3867150"/>
          <p14:tracePt t="81710" x="5454650" y="3860800"/>
          <p14:tracePt t="81718" x="5448300" y="3860800"/>
          <p14:tracePt t="81733" x="5441950" y="3860800"/>
          <p14:tracePt t="81746" x="5435600" y="3854450"/>
          <p14:tracePt t="81762" x="5397500" y="3848100"/>
          <p14:tracePt t="81779" x="5378450" y="3841750"/>
          <p14:tracePt t="81796" x="5334000" y="3829050"/>
          <p14:tracePt t="81812" x="5276850" y="3816350"/>
          <p14:tracePt t="81829" x="5257800" y="3810000"/>
          <p14:tracePt t="81845" x="5200650" y="3790950"/>
          <p14:tracePt t="81862" x="5162550" y="3778250"/>
          <p14:tracePt t="81879" x="5149850" y="3778250"/>
          <p14:tracePt t="81896" x="5137150" y="3771900"/>
          <p14:tracePt t="81912" x="5130800" y="3765550"/>
          <p14:tracePt t="81929" x="5118100" y="3759200"/>
          <p14:tracePt t="81971" x="5124450" y="3759200"/>
          <p14:tracePt t="81985" x="5130800" y="3752850"/>
          <p14:tracePt t="81999" x="5137150" y="3746500"/>
          <p14:tracePt t="82015" x="5143500" y="3746500"/>
          <p14:tracePt t="82028" x="5149850" y="3746500"/>
          <p14:tracePt t="82045" x="5162550" y="3746500"/>
          <p14:tracePt t="82062" x="5162550" y="3740150"/>
          <p14:tracePt t="82078" x="5175250" y="3740150"/>
          <p14:tracePt t="82095" x="5187950" y="3740150"/>
          <p14:tracePt t="82112" x="5213350" y="3733800"/>
          <p14:tracePt t="82128" x="5226050" y="3733800"/>
          <p14:tracePt t="82145" x="5257800" y="3733800"/>
          <p14:tracePt t="82161" x="5276850" y="3740150"/>
          <p14:tracePt t="82178" x="5276850" y="3746500"/>
          <p14:tracePt t="82195" x="5276850" y="3759200"/>
          <p14:tracePt t="82211" x="5270500" y="3759200"/>
          <p14:tracePt t="82227" x="5238750" y="3797300"/>
          <p14:tracePt t="82244" x="5143500" y="3905250"/>
          <p14:tracePt t="82261" x="5073650" y="3962400"/>
          <p14:tracePt t="82264" x="4991100" y="4057650"/>
          <p14:tracePt t="82277" x="4889500" y="4171950"/>
          <p14:tracePt t="82294" x="4660900" y="4451350"/>
          <p14:tracePt t="82311" x="4572000" y="4559300"/>
          <p14:tracePt t="82328" x="4425950" y="4730750"/>
          <p14:tracePt t="82344" x="4349750" y="4832350"/>
          <p14:tracePt t="82360" x="4337050" y="4851400"/>
          <p14:tracePt t="82377" x="4330700" y="4876800"/>
          <p14:tracePt t="82410" x="4337050" y="4876800"/>
          <p14:tracePt t="82427" x="4349750" y="4864100"/>
          <p14:tracePt t="82443" x="4375150" y="4838700"/>
          <p14:tracePt t="82461" x="4387850" y="4826000"/>
          <p14:tracePt t="82476" x="4425950" y="4781550"/>
          <p14:tracePt t="82493" x="4483100" y="4699000"/>
          <p14:tracePt t="82511" x="4559300" y="4584700"/>
          <p14:tracePt t="82527" x="4603750" y="4508500"/>
          <p14:tracePt t="82543" x="4641850" y="4425950"/>
          <p14:tracePt t="82560" x="4762500" y="4184650"/>
          <p14:tracePt t="82576" x="4794250" y="4114800"/>
          <p14:tracePt t="82593" x="4819650" y="4057650"/>
          <p14:tracePt t="82610" x="4857750" y="3962400"/>
          <p14:tracePt t="82626" x="4908550" y="3873500"/>
          <p14:tracePt t="82644" x="4927600" y="3829050"/>
          <p14:tracePt t="82659" x="4959350" y="3771900"/>
          <p14:tracePt t="82676" x="4978400" y="3740150"/>
          <p14:tracePt t="82693" x="4991100" y="3714750"/>
          <p14:tracePt t="82709" x="4997450" y="3708400"/>
          <p14:tracePt t="82726" x="5003800" y="3702050"/>
          <p14:tracePt t="82743" x="5003800" y="3695700"/>
          <p14:tracePt t="82776" x="5010150" y="3689350"/>
          <p14:tracePt t="82793" x="5016500" y="3683000"/>
          <p14:tracePt t="82808" x="5022850" y="3683000"/>
          <p14:tracePt t="82826" x="5029200" y="3683000"/>
          <p14:tracePt t="82842" x="5041900" y="3683000"/>
          <p14:tracePt t="82876" x="5060950" y="3683000"/>
          <p14:tracePt t="82892" x="5073650" y="3683000"/>
          <p14:tracePt t="82909" x="5111750" y="3683000"/>
          <p14:tracePt t="82926" x="5187950" y="3683000"/>
          <p14:tracePt t="82942" x="5257800" y="3683000"/>
          <p14:tracePt t="82959" x="5372100" y="3683000"/>
          <p14:tracePt t="82974" x="5499100" y="3683000"/>
          <p14:tracePt t="82992" x="5549900" y="3683000"/>
          <p14:tracePt t="83009" x="5645150" y="3670300"/>
          <p14:tracePt t="83025" x="5689600" y="3670300"/>
          <p14:tracePt t="83042" x="5702300" y="3663950"/>
          <p14:tracePt t="83059" x="5715000" y="3663950"/>
          <p14:tracePt t="83094" x="5708650" y="3663950"/>
          <p14:tracePt t="83121" x="5702300" y="3663950"/>
          <p14:tracePt t="83135" x="5695950" y="3663950"/>
          <p14:tracePt t="83144" x="5689600" y="3663950"/>
          <p14:tracePt t="83158" x="5676900" y="3663950"/>
          <p14:tracePt t="83175" x="5670550" y="3663950"/>
          <p14:tracePt t="83192" x="5619750" y="3663950"/>
          <p14:tracePt t="83207" x="5594350" y="3663950"/>
          <p14:tracePt t="83224" x="5562600" y="3663950"/>
          <p14:tracePt t="83241" x="5486400" y="3670300"/>
          <p14:tracePt t="83258" x="5416550" y="3683000"/>
          <p14:tracePt t="83275" x="5378450" y="3689350"/>
          <p14:tracePt t="83290" x="5353050" y="3689350"/>
          <p14:tracePt t="83307" x="5340350" y="3695700"/>
          <p14:tracePt t="83324" x="5327650" y="3695700"/>
          <p14:tracePt t="83375" x="5340350" y="3695700"/>
          <p14:tracePt t="83388" x="5340350" y="3689350"/>
          <p14:tracePt t="83395" x="5346700" y="3689350"/>
          <p14:tracePt t="83406" x="5359400" y="3683000"/>
          <p14:tracePt t="83424" x="5384800" y="3676650"/>
          <p14:tracePt t="83440" x="5397500" y="3676650"/>
          <p14:tracePt t="83458" x="5441950" y="3676650"/>
          <p14:tracePt t="83473" x="5480050" y="3670300"/>
          <p14:tracePt t="83490" x="5511800" y="3670300"/>
          <p14:tracePt t="83507" x="5549900" y="3670300"/>
          <p14:tracePt t="83523" x="5568950" y="3670300"/>
          <p14:tracePt t="83540" x="5588000" y="3670300"/>
          <p14:tracePt t="83556" x="5594350" y="3670300"/>
          <p14:tracePt t="83633" x="5588000" y="3663950"/>
          <p14:tracePt t="83654" x="5575300" y="3663950"/>
          <p14:tracePt t="83675" x="5568950" y="3663950"/>
          <p14:tracePt t="83703" x="5562600" y="3663950"/>
          <p14:tracePt t="83739" x="5556250" y="3663950"/>
          <p14:tracePt t="83745" x="5549900" y="3663950"/>
          <p14:tracePt t="83755" x="5543550" y="3663950"/>
          <p14:tracePt t="83772" x="5530850" y="3663950"/>
          <p14:tracePt t="83789" x="5505450" y="3663950"/>
          <p14:tracePt t="83806" x="5480050" y="3663950"/>
          <p14:tracePt t="83809" x="5461000" y="3663950"/>
          <p14:tracePt t="83823" x="5391150" y="3670300"/>
          <p14:tracePt t="83838" x="5359400" y="3670300"/>
          <p14:tracePt t="83855" x="5334000" y="3676650"/>
          <p14:tracePt t="83872" x="5289550" y="3676650"/>
          <p14:tracePt t="83888" x="5257800" y="3689350"/>
          <p14:tracePt t="83906" x="5251450" y="3689350"/>
          <p14:tracePt t="83922" x="5238750" y="3695700"/>
          <p14:tracePt t="83977" x="5245100" y="3695700"/>
          <p14:tracePt t="83998" x="5251450" y="3695700"/>
          <p14:tracePt t="84006" x="5257800" y="3695700"/>
          <p14:tracePt t="84019" x="5264150" y="3689350"/>
          <p14:tracePt t="84026" x="5270500" y="3689350"/>
          <p14:tracePt t="84056" x="5270500" y="3683000"/>
          <p14:tracePt t="84068" x="5276850" y="3683000"/>
          <p14:tracePt t="84075" x="5283200" y="3683000"/>
          <p14:tracePt t="84096" x="5289550" y="3683000"/>
          <p14:tracePt t="84104" x="5295900" y="3683000"/>
          <p14:tracePt t="84121" x="5308600" y="3683000"/>
          <p14:tracePt t="84138" x="5340350" y="3683000"/>
          <p14:tracePt t="84154" x="5378450" y="3670300"/>
          <p14:tracePt t="84171" x="5403850" y="3663950"/>
          <p14:tracePt t="84188" x="5441950" y="3663950"/>
          <p14:tracePt t="84204" x="5454650" y="3663950"/>
          <p14:tracePt t="84221" x="5480050" y="3663950"/>
          <p14:tracePt t="84237" x="5499100" y="3663950"/>
          <p14:tracePt t="84525" x="5499100" y="3670300"/>
          <p14:tracePt t="84637" x="5505450" y="3670300"/>
          <p14:tracePt t="84664" x="5511800" y="3670300"/>
          <p14:tracePt t="84700" x="5518150" y="3670300"/>
          <p14:tracePt t="84728" x="5524500" y="3670300"/>
          <p14:tracePt t="84756" x="5530850" y="3663950"/>
          <p14:tracePt t="84798" x="5537200" y="3663950"/>
          <p14:tracePt t="84847" x="5543550" y="3663950"/>
          <p14:tracePt t="84868" x="5549900" y="3663950"/>
          <p14:tracePt t="84896" x="5556250" y="3663950"/>
          <p14:tracePt t="84931" x="5562600" y="3663950"/>
          <p14:tracePt t="84987" x="5568950" y="3663950"/>
          <p14:tracePt t="85260" x="5581650" y="3670300"/>
          <p14:tracePt t="85289" x="5588000" y="3676650"/>
          <p14:tracePt t="85296" x="5594350" y="3683000"/>
          <p14:tracePt t="85310" x="5607050" y="3689350"/>
          <p14:tracePt t="85320" x="5626100" y="3702050"/>
          <p14:tracePt t="85333" x="5657850" y="3721100"/>
          <p14:tracePt t="85350" x="5702300" y="3733800"/>
          <p14:tracePt t="85367" x="5892800" y="3810000"/>
          <p14:tracePt t="85383" x="5975350" y="3841750"/>
          <p14:tracePt t="85400" x="6038850" y="3860800"/>
          <p14:tracePt t="85417" x="6172200" y="3911600"/>
          <p14:tracePt t="85433" x="6292850" y="3924300"/>
          <p14:tracePt t="85450" x="6388100" y="3924300"/>
          <p14:tracePt t="85466" x="6426200" y="3924300"/>
          <p14:tracePt t="85483" x="6470650" y="3917950"/>
          <p14:tracePt t="85500" x="6502400" y="3911600"/>
          <p14:tracePt t="85516" x="6508750" y="3905250"/>
          <p14:tracePt t="85534" x="6515100" y="3898900"/>
          <p14:tracePt t="85549" x="6515100" y="3892550"/>
          <p14:tracePt t="85619" x="6515100" y="3886200"/>
          <p14:tracePt t="85759" x="6521450" y="3886200"/>
          <p14:tracePt t="85773" x="6527800" y="3886200"/>
          <p14:tracePt t="85780" x="6534150" y="3886200"/>
          <p14:tracePt t="85787" x="6540500" y="3886200"/>
          <p14:tracePt t="85808" x="6546850" y="3879850"/>
          <p14:tracePt t="85829" x="6559550" y="3879850"/>
          <p14:tracePt t="85844" x="6565900" y="3873500"/>
          <p14:tracePt t="85852" x="6578600" y="3873500"/>
          <p14:tracePt t="85865" x="6597650" y="3867150"/>
          <p14:tracePt t="85881" x="6635750" y="3854450"/>
          <p14:tracePt t="85898" x="6654800" y="3835400"/>
          <p14:tracePt t="85915" x="6686550" y="3822700"/>
          <p14:tracePt t="85931" x="6711950" y="3816350"/>
          <p14:tracePt t="85950" x="6718300" y="3810000"/>
          <p14:tracePt t="86019" x="6705600" y="3810000"/>
          <p14:tracePt t="86040" x="6692900" y="3810000"/>
          <p14:tracePt t="86053" x="6667500" y="3816350"/>
          <p14:tracePt t="86060" x="6642100" y="3829050"/>
          <p14:tracePt t="86068" x="6572250" y="3835400"/>
          <p14:tracePt t="86084" x="6496050" y="3867150"/>
          <p14:tracePt t="86097" x="6375400" y="3898900"/>
          <p14:tracePt t="86114" x="6038850" y="4000500"/>
          <p14:tracePt t="86131" x="5619750" y="4140200"/>
          <p14:tracePt t="86148" x="5378450" y="4216400"/>
          <p14:tracePt t="86164" x="4965700" y="4337050"/>
          <p14:tracePt t="86181" x="4603750" y="4483100"/>
          <p14:tracePt t="86197" x="4432300" y="4578350"/>
          <p14:tracePt t="86214" x="4203700" y="4718050"/>
          <p14:tracePt t="86231" x="4025900" y="4870450"/>
          <p14:tracePt t="86247" x="3949700" y="4940300"/>
          <p14:tracePt t="86265" x="3835400" y="5022850"/>
          <p14:tracePt t="86280" x="3765550" y="5086350"/>
          <p14:tracePt t="86297" x="3752850" y="5092700"/>
          <p14:tracePt t="86314" x="3733800" y="5105400"/>
          <p14:tracePt t="86330" x="3733800" y="5111750"/>
          <p14:tracePt t="86346" x="3727450" y="5111750"/>
          <p14:tracePt t="86364" x="3727450" y="5124450"/>
          <p14:tracePt t="86380" x="3708400" y="5149850"/>
          <p14:tracePt t="86397" x="3702050" y="5200650"/>
          <p14:tracePt t="86413" x="3702050" y="5213350"/>
          <p14:tracePt t="88414" x="3676650" y="5251450"/>
          <p14:tracePt t="88428" x="3651250" y="5295900"/>
          <p14:tracePt t="88434" x="3632200" y="5353050"/>
          <p14:tracePt t="88449" x="3600450" y="5397500"/>
          <p14:tracePt t="88458" x="3581400" y="5454650"/>
          <p14:tracePt t="88472" x="3543300" y="5499100"/>
          <p14:tracePt t="88489" x="3473450" y="5613400"/>
          <p14:tracePt t="88506" x="3403600" y="5715000"/>
          <p14:tracePt t="88522" x="3371850" y="5759450"/>
          <p14:tracePt t="88540" x="3295650" y="5873750"/>
          <p14:tracePt t="88556" x="3225800" y="5962650"/>
          <p14:tracePt t="88572" x="3200400" y="6000750"/>
          <p14:tracePt t="88589" x="3130550" y="6064250"/>
          <p14:tracePt t="88606" x="3111500" y="6083300"/>
          <p14:tracePt t="88622" x="3060700" y="6108700"/>
          <p14:tracePt t="88639" x="2984500" y="6140450"/>
          <p14:tracePt t="88655" x="2952750" y="6159500"/>
          <p14:tracePt t="88672" x="2876550" y="6184900"/>
          <p14:tracePt t="88688" x="2838450" y="6203950"/>
          <p14:tracePt t="88706" x="2813050" y="6210300"/>
          <p14:tracePt t="88722" x="2800350" y="6216650"/>
          <p14:tracePt t="88738" x="2787650" y="6216650"/>
          <p14:tracePt t="88772" x="2781300" y="6216650"/>
          <p14:tracePt t="88807" x="2781300" y="6223000"/>
          <p14:tracePt t="88835" x="2781300" y="6229350"/>
          <p14:tracePt t="88849" x="2787650" y="6229350"/>
          <p14:tracePt t="88857" x="2794000" y="6229350"/>
          <p14:tracePt t="88871" x="2800350" y="6229350"/>
          <p14:tracePt t="88898" x="2813050" y="6229350"/>
          <p14:tracePt t="88908" x="2825750" y="6229350"/>
          <p14:tracePt t="88921" x="2838450" y="6229350"/>
          <p14:tracePt t="88938" x="2870200" y="6223000"/>
          <p14:tracePt t="88954" x="2959100" y="6223000"/>
          <p14:tracePt t="88971" x="3086100" y="6210300"/>
          <p14:tracePt t="88988" x="3162300" y="6210300"/>
          <p14:tracePt t="89004" x="3346450" y="6203950"/>
          <p14:tracePt t="89021" x="3536950" y="6178550"/>
          <p14:tracePt t="89038" x="3625850" y="6178550"/>
          <p14:tracePt t="89054" x="3765550" y="6159500"/>
          <p14:tracePt t="89071" x="3848100" y="6153150"/>
          <p14:tracePt t="89088" x="3898900" y="6140450"/>
          <p14:tracePt t="89104" x="3917950" y="6140450"/>
          <p14:tracePt t="89121" x="3937000" y="6134100"/>
          <p14:tracePt t="89137" x="3949700" y="6127750"/>
          <p14:tracePt t="89171" x="3956050" y="6127750"/>
          <p14:tracePt t="89187" x="3962400" y="6127750"/>
          <p14:tracePt t="89228" x="3962400" y="6121400"/>
          <p14:tracePt t="89255" x="3968750" y="6121400"/>
          <p14:tracePt t="89277" x="3975100" y="6121400"/>
          <p14:tracePt t="89291" x="3981450" y="6121400"/>
          <p14:tracePt t="89298" x="3994150" y="6121400"/>
          <p14:tracePt t="89312" x="4000500" y="6121400"/>
          <p14:tracePt t="89320" x="4006850" y="6121400"/>
          <p14:tracePt t="89336" x="4019550" y="6121400"/>
          <p14:tracePt t="89354" x="4076700" y="6121400"/>
          <p14:tracePt t="89370" x="4171950" y="6127750"/>
          <p14:tracePt t="89387" x="4222750" y="6127750"/>
          <p14:tracePt t="89403" x="4349750" y="6146800"/>
          <p14:tracePt t="89419" x="4508500" y="6165850"/>
          <p14:tracePt t="89436" x="4572000" y="6165850"/>
          <p14:tracePt t="89453" x="4705350" y="6191250"/>
          <p14:tracePt t="89470" x="4800600" y="6203950"/>
          <p14:tracePt t="89485" x="4838700" y="6216650"/>
          <p14:tracePt t="89502" x="4921250" y="6242050"/>
          <p14:tracePt t="89519" x="4946650" y="6242050"/>
          <p14:tracePt t="89537" x="4991100" y="6248400"/>
          <p14:tracePt t="89552" x="4997450" y="6248400"/>
          <p14:tracePt t="89586" x="5010150" y="6248400"/>
          <p14:tracePt t="89602" x="5016500" y="6248400"/>
          <p14:tracePt t="89698" x="5010150" y="6248400"/>
          <p14:tracePt t="89720" x="5003800" y="6248400"/>
          <p14:tracePt t="89768" x="4997450" y="6248400"/>
          <p14:tracePt t="89789" x="4991100" y="6248400"/>
          <p14:tracePt t="89803" x="4984750" y="6248400"/>
          <p14:tracePt t="89810" x="4978400" y="6248400"/>
          <p14:tracePt t="89831" x="4972050" y="6248400"/>
          <p14:tracePt t="89838" x="4965700" y="6248400"/>
          <p14:tracePt t="89873" x="4959350" y="6248400"/>
          <p14:tracePt t="89880" x="4946650" y="6248400"/>
          <p14:tracePt t="89888" x="4927600" y="6261100"/>
          <p14:tracePt t="89904" x="4914900" y="6261100"/>
          <p14:tracePt t="89917" x="4889500" y="6267450"/>
          <p14:tracePt t="89934" x="4845050" y="6273800"/>
          <p14:tracePt t="89951" x="4794250" y="6280150"/>
          <p14:tracePt t="89967" x="4775200" y="6280150"/>
          <p14:tracePt t="89984" x="4743450" y="6280150"/>
          <p14:tracePt t="90001" x="4718050" y="6286500"/>
          <p14:tracePt t="90017" x="4711700" y="6286500"/>
          <p14:tracePt t="90034" x="4705350" y="6286500"/>
          <p14:tracePt t="90091" x="4711700" y="6286500"/>
          <p14:tracePt t="90112" x="4724400" y="6286500"/>
          <p14:tracePt t="90119" x="4737100" y="6280150"/>
          <p14:tracePt t="90133" x="4762500" y="6273800"/>
          <p14:tracePt t="90140" x="4787900" y="6273800"/>
          <p14:tracePt t="90154" x="4838700" y="6267450"/>
          <p14:tracePt t="90167" x="4876800" y="6254750"/>
          <p14:tracePt t="90184" x="5035550" y="6235700"/>
          <p14:tracePt t="90200" x="5124450" y="6235700"/>
          <p14:tracePt t="90217" x="5289550" y="6229350"/>
          <p14:tracePt t="90233" x="5448300" y="6210300"/>
          <p14:tracePt t="90250" x="5511800" y="6210300"/>
          <p14:tracePt t="90267" x="5600700" y="6197600"/>
          <p14:tracePt t="90283" x="5645150" y="6191250"/>
          <p14:tracePt t="90300" x="5657850" y="6191250"/>
          <p14:tracePt t="90316" x="5664200" y="6191250"/>
          <p14:tracePt t="90333" x="5676900" y="6191250"/>
          <p14:tracePt t="90414" x="5676900" y="6184900"/>
          <p14:tracePt t="90428" x="5670550" y="6178550"/>
          <p14:tracePt t="108734" x="5657850" y="6178550"/>
          <p14:tracePt t="108740" x="5638800" y="6184900"/>
          <p14:tracePt t="108752" x="5619750" y="6191250"/>
          <p14:tracePt t="108770" x="5575300" y="6210300"/>
          <p14:tracePt t="108786" x="5556250" y="6216650"/>
          <p14:tracePt t="108803" x="5537200" y="6223000"/>
          <p14:tracePt t="108819" x="5518150" y="6229350"/>
          <p14:tracePt t="108835" x="5511800" y="6229350"/>
          <p14:tracePt t="108852" x="5505450" y="6229350"/>
          <p14:tracePt t="108881" x="5499100" y="6229350"/>
          <p14:tracePt t="108930" x="5499100" y="6223000"/>
          <p14:tracePt t="108958" x="5499100" y="6210300"/>
          <p14:tracePt t="108993" x="5499100" y="6203950"/>
          <p14:tracePt t="109000" x="5499100" y="6197600"/>
          <p14:tracePt t="109014" x="5499100" y="6191250"/>
          <p14:tracePt t="109021" x="5499100" y="6184900"/>
          <p14:tracePt t="109035" x="5499100" y="6172200"/>
          <p14:tracePt t="109051" x="5486400" y="6140450"/>
          <p14:tracePt t="109068" x="5473700" y="6089650"/>
          <p14:tracePt t="109085" x="5422900" y="5930900"/>
          <p14:tracePt t="109102" x="5378450" y="5797550"/>
          <p14:tracePt t="109118" x="5302250" y="5594350"/>
          <p14:tracePt t="109134" x="5251450" y="5454650"/>
          <p14:tracePt t="109151" x="5194300" y="5308600"/>
          <p14:tracePt t="109168" x="5105400" y="5067300"/>
          <p14:tracePt t="109184" x="5041900" y="4908550"/>
          <p14:tracePt t="109201" x="4997450" y="4775200"/>
          <p14:tracePt t="109205" x="4972050" y="4692650"/>
          <p14:tracePt t="109218" x="4927600" y="4559300"/>
          <p14:tracePt t="109234" x="4876800" y="4425950"/>
          <p14:tracePt t="109251" x="4851400" y="4305300"/>
          <p14:tracePt t="109268" x="4787900" y="4159250"/>
          <p14:tracePt t="109284" x="4762500" y="4089400"/>
          <p14:tracePt t="109301" x="4711700" y="3968750"/>
          <p14:tracePt t="109317" x="4679950" y="3886200"/>
          <p14:tracePt t="109334" x="4629150" y="3810000"/>
          <p14:tracePt t="109351" x="4578350" y="3733800"/>
          <p14:tracePt t="109367" x="4540250" y="3683000"/>
          <p14:tracePt t="109384" x="4502150" y="3644900"/>
          <p14:tracePt t="109400" x="4457700" y="3600450"/>
          <p14:tracePt t="109417" x="4425950" y="3562350"/>
          <p14:tracePt t="109434" x="4400550" y="3549650"/>
          <p14:tracePt t="109450" x="4343400" y="3498850"/>
          <p14:tracePt t="109467" x="4298950" y="3460750"/>
          <p14:tracePt t="109484" x="4260850" y="3416300"/>
          <p14:tracePt t="109500" x="4235450" y="3384550"/>
          <p14:tracePt t="109516" x="4216400" y="3365500"/>
          <p14:tracePt t="109533" x="4197350" y="3359150"/>
          <p14:tracePt t="109550" x="4191000" y="3346450"/>
          <p14:tracePt t="109566" x="4184650" y="3340100"/>
          <p14:tracePt t="109583" x="4178300" y="3321050"/>
          <p14:tracePt t="109599" x="4165600" y="3308350"/>
          <p14:tracePt t="109617" x="4121150" y="3263900"/>
          <p14:tracePt t="109633" x="4102100" y="3225800"/>
          <p14:tracePt t="109649" x="4083050" y="3194050"/>
          <p14:tracePt t="109666" x="4064000" y="3136900"/>
          <p14:tracePt t="109682" x="4051300" y="3111500"/>
          <p14:tracePt t="109699" x="4044950" y="3079750"/>
          <p14:tracePt t="109716" x="4025900" y="3035300"/>
          <p14:tracePt t="109732" x="4019550" y="2997200"/>
          <p14:tracePt t="109750" x="3994150" y="2927350"/>
          <p14:tracePt t="109765" x="3962400" y="2882900"/>
          <p14:tracePt t="109782" x="3911600" y="2813050"/>
          <p14:tracePt t="109800" x="3778250" y="2660650"/>
          <p14:tracePt t="109815" x="3613150" y="2533650"/>
          <p14:tracePt t="109832" x="3435350" y="2413000"/>
          <p14:tracePt t="109849" x="3175000" y="2235200"/>
          <p14:tracePt t="109865" x="3016250" y="2152650"/>
          <p14:tracePt t="109882" x="2889250" y="2095500"/>
          <p14:tracePt t="109899" x="2781300" y="2038350"/>
          <p14:tracePt t="109915" x="2755900" y="2019300"/>
          <p14:tracePt t="109932" x="2743200" y="2019300"/>
          <p14:tracePt t="109983" x="2749550" y="2025650"/>
          <p14:tracePt t="109988" x="2755900" y="2025650"/>
          <p14:tracePt t="110010" x="2762250" y="2032000"/>
          <p14:tracePt t="110024" x="2762250" y="2038350"/>
          <p14:tracePt t="110032" x="2762250" y="2044700"/>
          <p14:tracePt t="110073" x="2762250" y="2051050"/>
          <p14:tracePt t="110094" x="2768600" y="2051050"/>
          <p14:tracePt t="110116" x="2774950" y="2051050"/>
          <p14:tracePt t="110128" x="2781300" y="2057400"/>
          <p14:tracePt t="110142" x="2781300" y="2063750"/>
          <p14:tracePt t="110151" x="2787650" y="2063750"/>
          <p14:tracePt t="110171" x="2794000" y="2070100"/>
          <p14:tracePt t="110192" x="2806700" y="2076450"/>
          <p14:tracePt t="110214" x="2813050" y="2082800"/>
          <p14:tracePt t="110235" x="2819400" y="2082800"/>
          <p14:tracePt t="110256" x="2825750" y="2082800"/>
          <p14:tracePt t="110262" x="2832100" y="2089150"/>
          <p14:tracePt t="110270" x="2838450" y="2089150"/>
          <p14:tracePt t="110290" x="2844800" y="2089150"/>
          <p14:tracePt t="110312" x="2851150" y="2095500"/>
          <p14:tracePt t="110382" x="2857500" y="2095500"/>
          <p14:tracePt t="110423" x="2857500" y="2101850"/>
          <p14:tracePt t="110431" x="2857500" y="2108200"/>
          <p14:tracePt t="110444" x="2851150" y="2108200"/>
          <p14:tracePt t="110452" x="2844800" y="2114550"/>
          <p14:tracePt t="110466" x="2838450" y="2127250"/>
          <p14:tracePt t="110480" x="2819400" y="2139950"/>
          <p14:tracePt t="110496" x="2800350" y="2165350"/>
          <p14:tracePt t="110513" x="2781300" y="2184400"/>
          <p14:tracePt t="110530" x="2743200" y="2216150"/>
          <p14:tracePt t="110546" x="2711450" y="2241550"/>
          <p14:tracePt t="110563" x="2686050" y="2266950"/>
          <p14:tracePt t="110579" x="2647950" y="2298700"/>
          <p14:tracePt t="110596" x="2628900" y="2311400"/>
          <p14:tracePt t="110614" x="2609850" y="2330450"/>
          <p14:tracePt t="110629" x="2603500" y="2336800"/>
          <p14:tracePt t="110645" x="2597150" y="2343150"/>
          <p14:tracePt t="110663" x="2597150" y="2355850"/>
          <p14:tracePt t="110732" x="2590800" y="2362200"/>
          <p14:tracePt t="110817" x="2590800" y="2368550"/>
          <p14:tracePt t="110922" x="2590800" y="2374900"/>
          <p14:tracePt t="110943" x="2584450" y="2374900"/>
          <p14:tracePt t="110964" x="2578100" y="2374900"/>
          <p14:tracePt t="110985" x="2565400" y="2381250"/>
          <p14:tracePt t="110992" x="2559050" y="2387600"/>
          <p14:tracePt t="111006" x="2552700" y="2393950"/>
          <p14:tracePt t="111014" x="2546350" y="2393950"/>
          <p14:tracePt t="111028" x="2520950" y="2400300"/>
          <p14:tracePt t="111045" x="2501900" y="2413000"/>
          <p14:tracePt t="111062" x="2457450" y="2419350"/>
          <p14:tracePt t="111077" x="2425700" y="2432050"/>
          <p14:tracePt t="111095" x="2400300" y="2438400"/>
          <p14:tracePt t="111111" x="2381250" y="2438400"/>
          <p14:tracePt t="111128" x="2368550" y="2444750"/>
          <p14:tracePt t="111145" x="2362200" y="2444750"/>
          <p14:tracePt t="111461" x="2368550" y="2444750"/>
          <p14:tracePt t="111477" x="2374900" y="2444750"/>
          <p14:tracePt t="111483" x="2381250" y="2444750"/>
          <p14:tracePt t="111493" x="2387600" y="2444750"/>
          <p14:tracePt t="111510" x="2400300" y="2444750"/>
          <p14:tracePt t="111526" x="2425700" y="2444750"/>
          <p14:tracePt t="111543" x="2457450" y="2444750"/>
          <p14:tracePt t="111560" x="2514600" y="2444750"/>
          <p14:tracePt t="111576" x="2552700" y="2444750"/>
          <p14:tracePt t="111593" x="2590800" y="2444750"/>
          <p14:tracePt t="111610" x="2660650" y="2451100"/>
          <p14:tracePt t="111626" x="2711450" y="2451100"/>
          <p14:tracePt t="111643" x="2762250" y="2451100"/>
          <p14:tracePt t="111660" x="2832100" y="2451100"/>
          <p14:tracePt t="111676" x="2870200" y="2451100"/>
          <p14:tracePt t="111693" x="2933700" y="2451100"/>
          <p14:tracePt t="111709" x="2959100" y="2451100"/>
          <p14:tracePt t="111726" x="2978150" y="2451100"/>
          <p14:tracePt t="111743" x="3003550" y="2451100"/>
          <p14:tracePt t="111758" x="3016250" y="2451100"/>
          <p14:tracePt t="111776" x="3022600" y="2451100"/>
          <p14:tracePt t="111793" x="3028950" y="2451100"/>
          <p14:tracePt t="111808" x="3041650" y="2451100"/>
          <p14:tracePt t="111826" x="3048000" y="2451100"/>
          <p14:tracePt t="111842" x="3054350" y="2451100"/>
          <p14:tracePt t="111858" x="3060700" y="2451100"/>
          <p14:tracePt t="111975" x="3054350" y="2451100"/>
          <p14:tracePt t="113305" x="3060700" y="2457450"/>
          <p14:tracePt t="113312" x="3073400" y="2476500"/>
          <p14:tracePt t="113320" x="3092450" y="2495550"/>
          <p14:tracePt t="113337" x="3143250" y="2552700"/>
          <p14:tracePt t="113354" x="3257550" y="2647950"/>
          <p14:tracePt t="113370" x="3333750" y="2705100"/>
          <p14:tracePt t="113386" x="3416300" y="2781300"/>
          <p14:tracePt t="113403" x="3536950" y="2876550"/>
          <p14:tracePt t="113419" x="3657600" y="3003550"/>
          <p14:tracePt t="113436" x="3803650" y="3124200"/>
          <p14:tracePt t="113453" x="4051300" y="3397250"/>
          <p14:tracePt t="113469" x="4171950" y="3524250"/>
          <p14:tracePt t="113487" x="4260850" y="3663950"/>
          <p14:tracePt t="113502" x="4394200" y="3841750"/>
          <p14:tracePt t="113519" x="4457700" y="3930650"/>
          <p14:tracePt t="113536" x="4527550" y="4006850"/>
          <p14:tracePt t="113552" x="4584700" y="4064000"/>
          <p14:tracePt t="113569" x="4616450" y="4108450"/>
          <p14:tracePt t="113586" x="4667250" y="4191000"/>
          <p14:tracePt t="113602" x="4711700" y="4298950"/>
          <p14:tracePt t="113619" x="4762500" y="4457700"/>
          <p14:tracePt t="113636" x="4819650" y="4673600"/>
          <p14:tracePt t="113652" x="4845050" y="4768850"/>
          <p14:tracePt t="113670" x="4883150" y="4946650"/>
          <p14:tracePt t="113685" x="4902200" y="5073650"/>
          <p14:tracePt t="113702" x="4908550" y="5181600"/>
          <p14:tracePt t="113719" x="4908550" y="5308600"/>
          <p14:tracePt t="113736" x="4908550" y="5391150"/>
          <p14:tracePt t="113739" x="4908550" y="5429250"/>
          <p14:tracePt t="113752" x="4908550" y="5467350"/>
          <p14:tracePt t="113769" x="4908550" y="5575300"/>
          <p14:tracePt t="113785" x="4902200" y="5632450"/>
          <p14:tracePt t="113802" x="4876800" y="5721350"/>
          <p14:tracePt t="113818" x="4870450" y="5765800"/>
          <p14:tracePt t="113835" x="4857750" y="5797550"/>
          <p14:tracePt t="113852" x="4851400" y="5816600"/>
          <p14:tracePt t="113868" x="4851400" y="5829300"/>
          <p14:tracePt t="113885" x="4851400" y="5848350"/>
          <p14:tracePt t="113902" x="4838700" y="5880100"/>
          <p14:tracePt t="113918" x="4838700" y="5892800"/>
          <p14:tracePt t="113935" x="4832350" y="5905500"/>
          <p14:tracePt t="113951" x="4832350" y="5937250"/>
          <p14:tracePt t="113968" x="4832350" y="5943600"/>
          <p14:tracePt t="113985" x="4832350" y="5956300"/>
          <p14:tracePt t="114001" x="4832350" y="5981700"/>
          <p14:tracePt t="114018" x="4832350" y="6007100"/>
          <p14:tracePt t="114035" x="4832350" y="6038850"/>
          <p14:tracePt t="114051" x="4819650" y="6083300"/>
          <p14:tracePt t="114067" x="4800600" y="6127750"/>
          <p14:tracePt t="114085" x="4756150" y="6172200"/>
          <p14:tracePt t="114100" x="4737100" y="6184900"/>
          <p14:tracePt t="114118" x="4705350" y="6197600"/>
          <p14:tracePt t="114134" x="4641850" y="6203950"/>
          <p14:tracePt t="114150" x="4610100" y="6203950"/>
          <p14:tracePt t="114168" x="4540250" y="6203950"/>
          <p14:tracePt t="114184" x="4508500" y="6197600"/>
          <p14:tracePt t="114200" x="4476750" y="6197600"/>
          <p14:tracePt t="114217" x="4451350" y="6191250"/>
          <p14:tracePt t="114233" x="4432300" y="6184900"/>
          <p14:tracePt t="114250" x="4432300" y="6178550"/>
          <p14:tracePt t="114267" x="4425950" y="6178550"/>
          <p14:tracePt t="114343" x="4425950" y="6172200"/>
          <p14:tracePt t="114351" x="4425950" y="6165850"/>
          <p14:tracePt t="114371" x="4425950" y="6159500"/>
          <p14:tracePt t="114392" x="4425950" y="6153150"/>
          <p14:tracePt t="114420" x="4425950" y="6146800"/>
          <p14:tracePt t="114462" x="4425950" y="6140450"/>
          <p14:tracePt t="114504" x="4419600" y="6140450"/>
          <p14:tracePt t="114533" x="4419600" y="6134100"/>
          <p14:tracePt t="114539" x="4425950" y="6134100"/>
          <p14:tracePt t="114561" x="4432300" y="6127750"/>
          <p14:tracePt t="114575" x="4438650" y="6121400"/>
          <p14:tracePt t="114603" x="4445000" y="6115050"/>
          <p14:tracePt t="114624" x="4451350" y="6115050"/>
          <p14:tracePt t="114630" x="4457700" y="6108700"/>
          <p14:tracePt t="114652" x="4464050" y="6108700"/>
          <p14:tracePt t="114667" x="4470400" y="6102350"/>
          <p14:tracePt t="114672" x="4476750" y="6102350"/>
          <p14:tracePt t="114687" x="4483100" y="6102350"/>
          <p14:tracePt t="114698" x="4495800" y="6096000"/>
          <p14:tracePt t="114715" x="4546600" y="6089650"/>
          <p14:tracePt t="114732" x="4578350" y="6083300"/>
          <p14:tracePt t="114736" x="4616450" y="6076950"/>
          <p14:tracePt t="114749" x="4660900" y="6070600"/>
          <p14:tracePt t="114765" x="4749800" y="6057900"/>
          <p14:tracePt t="114781" x="4806950" y="6057900"/>
          <p14:tracePt t="114799" x="4908550" y="6057900"/>
          <p14:tracePt t="114815" x="4997450" y="6051550"/>
          <p14:tracePt t="114831" x="5054600" y="6051550"/>
          <p14:tracePt t="114848" x="5143500" y="6051550"/>
          <p14:tracePt t="114865" x="5226050" y="6051550"/>
          <p14:tracePt t="114882" x="5264150" y="6051550"/>
          <p14:tracePt t="114898" x="5321300" y="6057900"/>
          <p14:tracePt t="114915" x="5359400" y="6064250"/>
          <p14:tracePt t="114932" x="5384800" y="6070600"/>
          <p14:tracePt t="114948" x="5422900" y="6076950"/>
          <p14:tracePt t="114965" x="5441950" y="6076950"/>
          <p14:tracePt t="114982" x="5505450" y="6089650"/>
          <p14:tracePt t="114998" x="5518150" y="6089650"/>
          <p14:tracePt t="115014" x="5537200" y="6089650"/>
          <p14:tracePt t="115031" x="5562600" y="6089650"/>
          <p14:tracePt t="115047" x="5575300" y="6089650"/>
          <p14:tracePt t="115115" x="5568950" y="6089650"/>
          <p14:tracePt t="115121" x="5562600" y="6096000"/>
          <p14:tracePt t="115143" x="5556250" y="6096000"/>
          <p14:tracePt t="115165" x="5556250" y="6102350"/>
          <p14:tracePt t="115185" x="5549900" y="6102350"/>
          <p14:tracePt t="115192" x="5543550" y="6102350"/>
          <p14:tracePt t="115206" x="5530850" y="6102350"/>
          <p14:tracePt t="115214" x="5518150" y="6102350"/>
          <p14:tracePt t="115230" x="5505450" y="6102350"/>
          <p14:tracePt t="115248" x="5429250" y="6108700"/>
          <p14:tracePt t="115263" x="5295900" y="6121400"/>
          <p14:tracePt t="115280" x="5207000" y="6121400"/>
          <p14:tracePt t="115298" x="4991100" y="6140450"/>
          <p14:tracePt t="115313" x="4876800" y="6140450"/>
          <p14:tracePt t="115330" x="4616450" y="6165850"/>
          <p14:tracePt t="115347" x="4387850" y="6172200"/>
          <p14:tracePt t="115363" x="4292600" y="6184900"/>
          <p14:tracePt t="115380" x="4140200" y="6203950"/>
          <p14:tracePt t="115397" x="4044950" y="6216650"/>
          <p14:tracePt t="115413" x="4013200" y="6216650"/>
          <p14:tracePt t="115430" x="3987800" y="6235700"/>
          <p14:tracePt t="115446" x="3981450" y="6235700"/>
          <p14:tracePt t="115463" x="3975100" y="6235700"/>
          <p14:tracePt t="115495" x="3975100" y="6242050"/>
          <p14:tracePt t="115522" x="3981450" y="6248400"/>
          <p14:tracePt t="115543" x="3987800" y="6248400"/>
          <p14:tracePt t="115557" x="3987800" y="6254750"/>
          <p14:tracePt t="115565" x="3994150" y="6254750"/>
          <p14:tracePt t="115579" x="4006850" y="6254750"/>
          <p14:tracePt t="115596" x="4019550" y="6254750"/>
          <p14:tracePt t="115613" x="4064000" y="6261100"/>
          <p14:tracePt t="115629" x="4165600" y="6267450"/>
          <p14:tracePt t="115645" x="4241800" y="6280150"/>
          <p14:tracePt t="115662" x="4445000" y="6286500"/>
          <p14:tracePt t="115678" x="4711700" y="6299200"/>
          <p14:tracePt t="115695" x="4870450" y="6292850"/>
          <p14:tracePt t="115712" x="5137150" y="6261100"/>
          <p14:tracePt t="115728" x="5372100" y="6223000"/>
          <p14:tracePt t="115747" x="5518150" y="6178550"/>
          <p14:tracePt t="115762" x="5568950" y="6165850"/>
          <p14:tracePt t="115778" x="5619750" y="6140450"/>
          <p14:tracePt t="115795" x="5638800" y="6127750"/>
          <p14:tracePt t="115811" x="5645150" y="6121400"/>
          <p14:tracePt t="115828" x="5645150" y="6115050"/>
          <p14:tracePt t="115845" x="5638800" y="6102350"/>
          <p14:tracePt t="115861" x="5626100" y="6096000"/>
          <p14:tracePt t="115878" x="5619750" y="6083300"/>
          <p14:tracePt t="115895" x="5524500" y="6032500"/>
          <p14:tracePt t="115910" x="5480050" y="6007100"/>
          <p14:tracePt t="115928" x="5346700" y="5962650"/>
          <p14:tracePt t="115944" x="5270500" y="5930900"/>
          <p14:tracePt t="115961" x="5086350" y="5911850"/>
          <p14:tracePt t="115978" x="4895850" y="5899150"/>
          <p14:tracePt t="115994" x="4819650" y="5899150"/>
          <p14:tracePt t="116011" x="4648200" y="5924550"/>
          <p14:tracePt t="116028" x="4483100" y="5975350"/>
          <p14:tracePt t="116044" x="4400550" y="6000750"/>
          <p14:tracePt t="116061" x="4286250" y="6076950"/>
          <p14:tracePt t="116077" x="4216400" y="6127750"/>
          <p14:tracePt t="116094" x="4203700" y="6153150"/>
          <p14:tracePt t="116111" x="4197350" y="6178550"/>
          <p14:tracePt t="116127" x="4197350" y="6191250"/>
          <p14:tracePt t="116144" x="4210050" y="6197600"/>
          <p14:tracePt t="116161" x="4235450" y="6223000"/>
          <p14:tracePt t="116177" x="4279900" y="6235700"/>
          <p14:tracePt t="116193" x="4311650" y="6242050"/>
          <p14:tracePt t="116210" x="4432300" y="6267450"/>
          <p14:tracePt t="116227" x="4495800" y="6286500"/>
          <p14:tracePt t="116244" x="4826000" y="6330950"/>
          <p14:tracePt t="116260" x="4965700" y="6330950"/>
          <p14:tracePt t="116276" x="5118100" y="6330950"/>
          <p14:tracePt t="116293" x="5435600" y="6286500"/>
          <p14:tracePt t="116310" x="5657850" y="6223000"/>
          <p14:tracePt t="116326" x="5740400" y="6197600"/>
          <p14:tracePt t="116343" x="5842000" y="6121400"/>
          <p14:tracePt t="116359" x="5892800" y="6057900"/>
          <p14:tracePt t="116377" x="5892800" y="6000750"/>
          <p14:tracePt t="116393" x="5861050" y="5956300"/>
          <p14:tracePt t="116410" x="5791200" y="5848350"/>
          <p14:tracePt t="116426" x="5740400" y="5791200"/>
          <p14:tracePt t="116443" x="5588000" y="5670550"/>
          <p14:tracePt t="116459" x="5410200" y="5575300"/>
          <p14:tracePt t="116476" x="5226050" y="5505450"/>
          <p14:tracePt t="116493" x="5137150" y="5492750"/>
          <p14:tracePt t="116509" x="5060950" y="5473700"/>
          <p14:tracePt t="116526" x="4864100" y="5499100"/>
          <p14:tracePt t="116542" x="4819650" y="5511800"/>
          <p14:tracePt t="116559" x="4768850" y="5549900"/>
          <p14:tracePt t="116576" x="4756150" y="5556250"/>
          <p14:tracePt t="116592" x="4749800" y="5568950"/>
          <p14:tracePt t="116609" x="4743450" y="5575300"/>
          <p14:tracePt t="116664" x="4743450" y="5581650"/>
          <p14:tracePt t="116686" x="4749800" y="5581650"/>
          <p14:tracePt t="116707" x="4756150" y="5581650"/>
          <p14:tracePt t="116735" x="4762500" y="5568950"/>
          <p14:tracePt t="116743" x="4762500" y="5562600"/>
          <p14:tracePt t="116756" x="4775200" y="5556250"/>
          <p14:tracePt t="116771" x="4781550" y="55499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Private Methods</a:t>
            </a:r>
          </a:p>
        </p:txBody>
      </p:sp>
      <p:sp>
        <p:nvSpPr>
          <p:cNvPr id="27650" name="Rectangle 2051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private_method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</a:t>
            </a:r>
            <a:r>
              <a:rPr lang="en-US" altLang="en-US" sz="2400" dirty="0">
                <a:latin typeface="Lucida Console" panose="020B0609040504020204" pitchFamily="49" charset="0"/>
              </a:rPr>
              <a:t>This is a private method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>
                <a:solidFill>
                  <a:schemeClr val="accent2"/>
                </a:solidFill>
              </a:rPr>
              <a:t>Like private attributes, private methods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are defined </a:t>
            </a:r>
            <a:r>
              <a:rPr lang="en-US" altLang="en-US" sz="2800" dirty="0">
                <a:solidFill>
                  <a:schemeClr val="accent2"/>
                </a:solidFill>
              </a:rPr>
              <a:t>by two leading underscores in name </a:t>
            </a:r>
          </a:p>
          <a:p>
            <a:pPr lvl="1" eaLnBrk="1" hangingPunct="1"/>
            <a:r>
              <a:rPr lang="en-US" altLang="en-US" sz="2600" dirty="0" smtClean="0">
                <a:latin typeface="Lucida Console" panose="020B0609040504020204" pitchFamily="49" charset="0"/>
              </a:rPr>
              <a:t>So:</a:t>
            </a:r>
            <a:r>
              <a:rPr lang="en-US" altLang="en-US" sz="22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private_method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/>
              <a:t> is a private method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7"/>
    </mc:Choice>
    <mc:Fallback>
      <p:transition spd="slow" advTm="170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588" x="4800600" y="5530850"/>
          <p14:tracePt t="4595" x="4826000" y="5492750"/>
          <p14:tracePt t="4609" x="4889500" y="5391150"/>
          <p14:tracePt t="4626" x="5010150" y="5226050"/>
          <p14:tracePt t="4642" x="5162550" y="5048250"/>
          <p14:tracePt t="4659" x="5556250" y="4483100"/>
          <p14:tracePt t="4675" x="5772150" y="4146550"/>
          <p14:tracePt t="4692" x="6013450" y="3587750"/>
          <p14:tracePt t="4708" x="6305550" y="2813050"/>
          <p14:tracePt t="4725" x="6413500" y="2508250"/>
          <p14:tracePt t="4743" x="6559550" y="2127250"/>
          <p14:tracePt t="4758" x="6648450" y="1962150"/>
          <p14:tracePt t="4775" x="6711950" y="1828800"/>
          <p14:tracePt t="4779" x="6724650" y="1784350"/>
          <p14:tracePt t="4792" x="6781800" y="1670050"/>
          <p14:tracePt t="4808" x="6819900" y="1625600"/>
          <p14:tracePt t="4825" x="6851650" y="1568450"/>
          <p14:tracePt t="4842" x="6889750" y="1517650"/>
          <p14:tracePt t="4858" x="6915150" y="1498600"/>
          <p14:tracePt t="4875" x="6934200" y="1479550"/>
          <p14:tracePt t="4891" x="6965950" y="1454150"/>
          <p14:tracePt t="4908" x="7004050" y="1428750"/>
          <p14:tracePt t="4925" x="7086600" y="1365250"/>
          <p14:tracePt t="4941" x="7162800" y="1320800"/>
          <p14:tracePt t="4958" x="7232650" y="1263650"/>
          <p14:tracePt t="4974" x="7321550" y="1168400"/>
          <p14:tracePt t="4991" x="7359650" y="1136650"/>
          <p14:tracePt t="5008" x="7385050" y="1104900"/>
          <p14:tracePt t="5024" x="7404100" y="1092200"/>
          <p14:tracePt t="5065" x="7404100" y="1085850"/>
          <p14:tracePt t="5072" x="7391400" y="1085850"/>
          <p14:tracePt t="5086" x="7378700" y="1085850"/>
          <p14:tracePt t="5093" x="7378700" y="1092200"/>
          <p14:tracePt t="5107" x="7346950" y="1092200"/>
          <p14:tracePt t="5124" x="7277100" y="1079500"/>
          <p14:tracePt t="5140" x="7156450" y="1054100"/>
          <p14:tracePt t="5157" x="6908800" y="990600"/>
          <p14:tracePt t="5174" x="6775450" y="965200"/>
          <p14:tracePt t="5191" x="6654800" y="952500"/>
          <p14:tracePt t="5206" x="6534150" y="946150"/>
          <p14:tracePt t="5224" x="6502400" y="952500"/>
          <p14:tracePt t="5241" x="6489700" y="952500"/>
          <p14:tracePt t="5276" x="6496050" y="952500"/>
          <p14:tracePt t="5290" x="6546850" y="946150"/>
          <p14:tracePt t="5306" x="6604000" y="939800"/>
          <p14:tracePt t="5324" x="6705600" y="933450"/>
          <p14:tracePt t="5340" x="6794500" y="933450"/>
          <p14:tracePt t="5356" x="6934200" y="933450"/>
          <p14:tracePt t="5374" x="7200900" y="920750"/>
          <p14:tracePt t="5389" x="7366000" y="901700"/>
          <p14:tracePt t="5406" x="7512050" y="882650"/>
          <p14:tracePt t="5423" x="7721600" y="844550"/>
          <p14:tracePt t="5439" x="7804150" y="831850"/>
          <p14:tracePt t="5456" x="7835900" y="812800"/>
          <p14:tracePt t="5473" x="7842250" y="806450"/>
          <p14:tracePt t="5521" x="7829550" y="806450"/>
          <p14:tracePt t="5542" x="7823200" y="806450"/>
          <p14:tracePt t="5548" x="7816850" y="800100"/>
          <p14:tracePt t="5564" x="7810500" y="800100"/>
          <p14:tracePt t="5572" x="7804150" y="800100"/>
          <p14:tracePt t="5588" x="7797800" y="800100"/>
          <p14:tracePt t="5606" x="7785100" y="800100"/>
          <p14:tracePt t="5639" x="7785100" y="806450"/>
          <p14:tracePt t="5661" x="7772400" y="812800"/>
          <p14:tracePt t="5675" x="7759700" y="819150"/>
          <p14:tracePt t="5689" x="7715250" y="831850"/>
          <p14:tracePt t="5705" x="7696200" y="838200"/>
          <p14:tracePt t="5722" x="7658100" y="844550"/>
          <p14:tracePt t="5738" x="7550150" y="869950"/>
          <p14:tracePt t="5755" x="7467600" y="889000"/>
          <p14:tracePt t="5771" x="7245350" y="952500"/>
          <p14:tracePt t="5788" x="6864350" y="1085850"/>
          <p14:tracePt t="5805" x="6604000" y="1162050"/>
          <p14:tracePt t="5821" x="6070600" y="1384300"/>
          <p14:tracePt t="5838" x="5600700" y="1593850"/>
          <p14:tracePt t="5854" x="5378450" y="1714500"/>
          <p14:tracePt t="5872" x="4889500" y="1962150"/>
          <p14:tracePt t="5888" x="4756150" y="2044700"/>
          <p14:tracePt t="5904" x="4533900" y="2146300"/>
          <p14:tracePt t="5922" x="4324350" y="2222500"/>
          <p14:tracePt t="5938" x="4235450" y="2254250"/>
          <p14:tracePt t="5954" x="4127500" y="2286000"/>
          <p14:tracePt t="5971" x="3784600" y="2349500"/>
          <p14:tracePt t="5987" x="3663950" y="2381250"/>
          <p14:tracePt t="6005" x="3562350" y="2406650"/>
          <p14:tracePt t="6021" x="3397250" y="2419350"/>
          <p14:tracePt t="6037" x="3194050" y="2419350"/>
          <p14:tracePt t="6054" x="2984500" y="2470150"/>
          <p14:tracePt t="6070" x="2882900" y="2470150"/>
          <p14:tracePt t="6087" x="2736850" y="2501900"/>
          <p14:tracePt t="6105" x="2603500" y="2546350"/>
          <p14:tracePt t="6120" x="2514600" y="2571750"/>
          <p14:tracePt t="6137" x="2381250" y="2609850"/>
          <p14:tracePt t="6154" x="2279650" y="2635250"/>
          <p14:tracePt t="6170" x="2247900" y="2647950"/>
          <p14:tracePt t="6187" x="2209800" y="2647950"/>
          <p14:tracePt t="6204" x="2190750" y="2647950"/>
          <p14:tracePt t="6550" x="2178050" y="2635250"/>
          <p14:tracePt t="6557" x="2152650" y="2597150"/>
          <p14:tracePt t="6572" x="2108200" y="2559050"/>
          <p14:tracePt t="6586" x="2063750" y="2520950"/>
          <p14:tracePt t="6602" x="1981200" y="2438400"/>
          <p14:tracePt t="6619" x="1936750" y="2406650"/>
          <p14:tracePt t="6635" x="1854200" y="2343150"/>
          <p14:tracePt t="6652" x="1790700" y="2286000"/>
          <p14:tracePt t="6670" x="1733550" y="2241550"/>
          <p14:tracePt t="6685" x="1714500" y="2228850"/>
          <p14:tracePt t="6702" x="1689100" y="2203450"/>
          <p14:tracePt t="6719" x="1676400" y="2190750"/>
          <p14:tracePt t="6735" x="1670050" y="2190750"/>
          <p14:tracePt t="6751" x="1670050" y="2184400"/>
          <p14:tracePt t="6803" x="1663700" y="2184400"/>
          <p14:tracePt t="6957" x="1657350" y="2190750"/>
          <p14:tracePt t="7042" x="1657350" y="2197100"/>
          <p14:tracePt t="7069" x="1651000" y="2203450"/>
          <p14:tracePt t="7112" x="1651000" y="2209800"/>
          <p14:tracePt t="7224" x="1657350" y="2209800"/>
          <p14:tracePt t="7231" x="1663700" y="2209800"/>
          <p14:tracePt t="7245" x="1670050" y="2209800"/>
          <p14:tracePt t="7253" x="1676400" y="2209800"/>
          <p14:tracePt t="7266" x="1682750" y="2209800"/>
          <p14:tracePt t="7283" x="1701800" y="2209800"/>
          <p14:tracePt t="7299" x="1727200" y="2203450"/>
          <p14:tracePt t="7316" x="1758950" y="2197100"/>
          <p14:tracePt t="7333" x="1790700" y="2197100"/>
          <p14:tracePt t="7350" x="1809750" y="2190750"/>
          <p14:tracePt t="7366" x="1816100" y="2190750"/>
          <p14:tracePt t="7421" x="1809750" y="2197100"/>
          <p14:tracePt t="7441" x="1803400" y="2197100"/>
          <p14:tracePt t="7456" x="1797050" y="2197100"/>
          <p14:tracePt t="7462" x="1797050" y="2203450"/>
          <p14:tracePt t="7469" x="1790700" y="2203450"/>
          <p14:tracePt t="7533" x="1784350" y="2203450"/>
          <p14:tracePt t="7539" x="1778000" y="2203450"/>
          <p14:tracePt t="7561" x="1771650" y="2203450"/>
          <p14:tracePt t="7583" x="1765300" y="2203450"/>
          <p14:tracePt t="7603" x="1758950" y="2203450"/>
          <p14:tracePt t="7631" x="1752600" y="2203450"/>
          <p14:tracePt t="7715" x="1746250" y="2203450"/>
          <p14:tracePt t="7722" x="1739900" y="2203450"/>
          <p14:tracePt t="7750" x="1733550" y="2203450"/>
          <p14:tracePt t="7820" x="1739900" y="2203450"/>
          <p14:tracePt t="7841" x="1746250" y="2203450"/>
          <p14:tracePt t="7877" x="1752600" y="2203450"/>
          <p14:tracePt t="7890" x="1758950" y="2203450"/>
          <p14:tracePt t="7904" x="1765300" y="2203450"/>
          <p14:tracePt t="7914" x="1771650" y="2203450"/>
          <p14:tracePt t="7930" x="1778000" y="2203450"/>
          <p14:tracePt t="7947" x="1784350" y="2203450"/>
          <p14:tracePt t="7964" x="1803400" y="2203450"/>
          <p14:tracePt t="7981" x="1816100" y="2203450"/>
          <p14:tracePt t="7997" x="1828800" y="2203450"/>
          <p14:tracePt t="8031" x="1835150" y="2203450"/>
          <p14:tracePt t="8150" x="1828800" y="2209800"/>
          <p14:tracePt t="8165" x="1822450" y="2209800"/>
          <p14:tracePt t="8171" x="1816100" y="2209800"/>
          <p14:tracePt t="8185" x="1809750" y="2209800"/>
          <p14:tracePt t="8196" x="1790700" y="2209800"/>
          <p14:tracePt t="8213" x="1752600" y="2209800"/>
          <p14:tracePt t="8230" x="1720850" y="2216150"/>
          <p14:tracePt t="8246" x="1657350" y="2216150"/>
          <p14:tracePt t="8263" x="1587500" y="2216150"/>
          <p14:tracePt t="8279" x="1555750" y="2216150"/>
          <p14:tracePt t="8297" x="1530350" y="2216150"/>
          <p14:tracePt t="8312" x="1479550" y="2216150"/>
          <p14:tracePt t="8329" x="1454150" y="2216150"/>
          <p14:tracePt t="8347" x="1447800" y="2216150"/>
          <p14:tracePt t="8424" x="1454150" y="2216150"/>
          <p14:tracePt t="8438" x="1460500" y="2216150"/>
          <p14:tracePt t="8445" x="1466850" y="2216150"/>
          <p14:tracePt t="8452" x="1473200" y="2216150"/>
          <p14:tracePt t="8466" x="1479550" y="2216150"/>
          <p14:tracePt t="8487" x="1485900" y="2216150"/>
          <p14:tracePt t="8495" x="1492250" y="2216150"/>
          <p14:tracePt t="8512" x="1498600" y="2216150"/>
          <p14:tracePt t="8529" x="1524000" y="2216150"/>
          <p14:tracePt t="8545" x="1555750" y="2222500"/>
          <p14:tracePt t="8562" x="1574800" y="2222500"/>
          <p14:tracePt t="8578" x="1625600" y="2235200"/>
          <p14:tracePt t="8595" x="1682750" y="2247900"/>
          <p14:tracePt t="8612" x="1727200" y="2260600"/>
          <p14:tracePt t="8628" x="1809750" y="2273300"/>
          <p14:tracePt t="8645" x="1835150" y="2279650"/>
          <p14:tracePt t="8662" x="1936750" y="2298700"/>
          <p14:tracePt t="8678" x="1955800" y="2298700"/>
          <p14:tracePt t="8695" x="1974850" y="2305050"/>
          <p14:tracePt t="8711" x="2006600" y="2305050"/>
          <p14:tracePt t="8728" x="2032000" y="2305050"/>
          <p14:tracePt t="8745" x="2044700" y="2305050"/>
          <p14:tracePt t="8761" x="2063750" y="2311400"/>
          <p14:tracePt t="8778" x="2070100" y="2311400"/>
          <p14:tracePt t="8811" x="2076450" y="2311400"/>
          <p14:tracePt t="8852" x="2076450" y="2317750"/>
          <p14:tracePt t="8866" x="2076450" y="2324100"/>
          <p14:tracePt t="9968" x="2076450" y="2330450"/>
          <p14:tracePt t="9975" x="2076450" y="2343150"/>
          <p14:tracePt t="9989" x="2076450" y="2349500"/>
          <p14:tracePt t="9996" x="2076450" y="2355850"/>
          <p14:tracePt t="10010" x="2076450" y="2362200"/>
          <p14:tracePt t="10024" x="2076450" y="2368550"/>
          <p14:tracePt t="10040" x="2082800" y="2387600"/>
          <p14:tracePt t="10057" x="2082800" y="2400300"/>
          <p14:tracePt t="10073" x="2082800" y="2432050"/>
          <p14:tracePt t="10090" x="2082800" y="2457450"/>
          <p14:tracePt t="10107" x="2082800" y="2476500"/>
          <p14:tracePt t="10124" x="2089150" y="2527300"/>
          <p14:tracePt t="10140" x="2089150" y="2571750"/>
          <p14:tracePt t="10158" x="2101850" y="2635250"/>
          <p14:tracePt t="10173" x="2108200" y="2654300"/>
          <p14:tracePt t="10190" x="2108200" y="2711450"/>
          <p14:tracePt t="10207" x="2114550" y="2743200"/>
          <p14:tracePt t="10223" x="2120900" y="2762250"/>
          <p14:tracePt t="10240" x="2120900" y="2787650"/>
          <p14:tracePt t="10257" x="2127250" y="2863850"/>
          <p14:tracePt t="10273" x="2133600" y="2882900"/>
          <p14:tracePt t="10289" x="2139950" y="2914650"/>
          <p14:tracePt t="10306" x="2146300" y="2978150"/>
          <p14:tracePt t="10323" x="2146300" y="3048000"/>
          <p14:tracePt t="10340" x="2146300" y="3086100"/>
          <p14:tracePt t="10356" x="2146300" y="3168650"/>
          <p14:tracePt t="10372" x="2146300" y="3244850"/>
          <p14:tracePt t="10389" x="2139950" y="3302000"/>
          <p14:tracePt t="10405" x="2127250" y="3327400"/>
          <p14:tracePt t="10423" x="2120900" y="3359150"/>
          <p14:tracePt t="10439" x="2114550" y="3384550"/>
          <p14:tracePt t="10456" x="2108200" y="3397250"/>
          <p14:tracePt t="10473" x="2108200" y="3403600"/>
          <p14:tracePt t="10488" x="2108200" y="3409950"/>
          <p14:tracePt t="10578" x="2108200" y="3403600"/>
          <p14:tracePt t="10606" x="2108200" y="3397250"/>
          <p14:tracePt t="10627" x="2114550" y="3390900"/>
          <p14:tracePt t="14868" x="2114550" y="3403600"/>
          <p14:tracePt t="14875" x="2101850" y="3441700"/>
          <p14:tracePt t="14882" x="2089150" y="3486150"/>
          <p14:tracePt t="14896" x="2076450" y="3530600"/>
          <p14:tracePt t="14906" x="2063750" y="3568700"/>
          <p14:tracePt t="14923" x="2057400" y="3625850"/>
          <p14:tracePt t="14940" x="2051050" y="3765550"/>
          <p14:tracePt t="14957" x="2051050" y="3930650"/>
          <p14:tracePt t="14974" x="2051050" y="4121150"/>
          <p14:tracePt t="14990" x="2051050" y="4210050"/>
          <p14:tracePt t="15006" x="2063750" y="4286250"/>
          <p14:tracePt t="15023" x="2089150" y="4470400"/>
          <p14:tracePt t="15040" x="2089150" y="4514850"/>
          <p14:tracePt t="15058" x="2089150" y="4559300"/>
          <p14:tracePt t="15073" x="2089150" y="4572000"/>
          <p14:tracePt t="15089" x="2089150" y="4584700"/>
          <p14:tracePt t="15106" x="2089150" y="4591050"/>
          <p14:tracePt t="15134" x="2082800" y="4597400"/>
          <p14:tracePt t="15162" x="2076450" y="4597400"/>
          <p14:tracePt t="15197" x="2076450" y="4591050"/>
          <p14:tracePt t="15268" x="2070100" y="4584700"/>
          <p14:tracePt t="15274" x="2070100" y="4578350"/>
          <p14:tracePt t="15296" x="2063750" y="4572000"/>
          <p14:tracePt t="15305" x="2057400" y="4572000"/>
          <p14:tracePt t="15337" x="2057400" y="4565650"/>
          <p14:tracePt t="15345" x="2051050" y="4565650"/>
          <p14:tracePt t="15366" x="2051050" y="4559300"/>
          <p14:tracePt t="15394" x="2051050" y="4552950"/>
          <p14:tracePt t="15414" x="2051050" y="4546600"/>
          <p14:tracePt t="15436" x="2051050" y="4540250"/>
          <p14:tracePt t="15443" x="2057400" y="4540250"/>
          <p14:tracePt t="15458" x="2070100" y="4533900"/>
          <p14:tracePt t="15472" x="2076450" y="4527550"/>
          <p14:tracePt t="15489" x="2114550" y="4514850"/>
          <p14:tracePt t="15505" x="2133600" y="4508500"/>
          <p14:tracePt t="15521" x="2190750" y="4489450"/>
          <p14:tracePt t="15538" x="2254250" y="4464050"/>
          <p14:tracePt t="15555" x="2311400" y="4451350"/>
          <p14:tracePt t="15571" x="2324100" y="4451350"/>
          <p14:tracePt t="15588" x="2349500" y="4438650"/>
          <p14:tracePt t="15723" x="2343150" y="4438650"/>
          <p14:tracePt t="15758" x="2336800" y="4438650"/>
          <p14:tracePt t="15906" x="2343150" y="44323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Accessing </a:t>
            </a:r>
            <a:r>
              <a:rPr lang="en-US" altLang="en-US" sz="4400" dirty="0">
                <a:latin typeface="Elephant" panose="02020904090505020303" pitchFamily="18" charset="0"/>
              </a:rPr>
              <a:t>Private Methods</a:t>
            </a:r>
          </a:p>
        </p:txBody>
      </p:sp>
      <p:sp>
        <p:nvSpPr>
          <p:cNvPr id="27650" name="Rectangle 2051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869680" cy="5867400"/>
          </a:xfrm>
          <a:ln>
            <a:noFill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private_method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</a:t>
            </a:r>
            <a:r>
              <a:rPr lang="en-US" altLang="en-US" sz="2400" dirty="0">
                <a:latin typeface="Lucida Console" panose="020B0609040504020204" pitchFamily="49" charset="0"/>
              </a:rPr>
              <a:t>This is a private method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.")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public_method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 </a:t>
            </a:r>
            <a:r>
              <a:rPr lang="en-US" altLang="en-US" sz="2400" dirty="0">
                <a:latin typeface="Lucida Console" panose="020B0609040504020204" pitchFamily="49" charset="0"/>
              </a:rPr>
              <a:t>("This is a public method.")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self</a:t>
            </a:r>
            <a:r>
              <a:rPr lang="en-US" altLang="en-US" sz="2400" dirty="0">
                <a:latin typeface="Lucida Console" panose="020B0609040504020204" pitchFamily="49" charset="0"/>
              </a:rPr>
              <a:t>.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private_method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buFontTx/>
              <a:buNone/>
            </a:pPr>
            <a:endParaRPr lang="en-US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As</a:t>
            </a:r>
            <a:r>
              <a:rPr lang="en-US" altLang="en-US" sz="2400" dirty="0" smtClean="0">
                <a:solidFill>
                  <a:schemeClr val="accent2"/>
                </a:solidFill>
              </a:rPr>
              <a:t> </a:t>
            </a:r>
            <a:r>
              <a:rPr lang="en-US" altLang="en-US" sz="2800" dirty="0" smtClean="0">
                <a:solidFill>
                  <a:schemeClr val="accent2"/>
                </a:solidFill>
              </a:rPr>
              <a:t>with</a:t>
            </a:r>
            <a:r>
              <a:rPr lang="en-US" altLang="en-US" sz="2400" dirty="0" smtClean="0">
                <a:solidFill>
                  <a:schemeClr val="accent2"/>
                </a:solidFill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</a:rPr>
              <a:t>private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</a:rPr>
              <a:t>attributes,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</a:rPr>
              <a:t>private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800" dirty="0" smtClean="0">
                <a:solidFill>
                  <a:schemeClr val="accent2"/>
                </a:solidFill>
              </a:rPr>
              <a:t>methods: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1" eaLnBrk="1" hangingPunct="1"/>
            <a:r>
              <a:rPr lang="en-US" altLang="en-US" sz="2600" b="1" dirty="0"/>
              <a:t>Can</a:t>
            </a:r>
            <a:r>
              <a:rPr lang="en-US" altLang="en-US" sz="2600" dirty="0"/>
              <a:t> be accessed inside </a:t>
            </a:r>
            <a:r>
              <a:rPr lang="en-US" altLang="en-US" sz="2600" dirty="0" smtClean="0"/>
              <a:t>the class: like it does </a:t>
            </a:r>
            <a:r>
              <a:rPr lang="en-US" altLang="en-US" sz="2600" dirty="0" smtClean="0">
                <a:solidFill>
                  <a:srgbClr val="00B0F0"/>
                </a:solidFill>
              </a:rPr>
              <a:t>here</a:t>
            </a:r>
            <a:r>
              <a:rPr lang="en-US" altLang="en-US" sz="2600" dirty="0" smtClean="0"/>
              <a:t>.</a:t>
            </a:r>
            <a:endParaRPr lang="en-US" altLang="en-US" sz="2600" dirty="0"/>
          </a:p>
          <a:p>
            <a:pPr lvl="1" eaLnBrk="1" hangingPunct="1"/>
            <a:r>
              <a:rPr lang="en-US" altLang="en-US" sz="2600" b="1" dirty="0" smtClean="0"/>
              <a:t>Can’</a:t>
            </a:r>
            <a:r>
              <a:rPr lang="en-US" altLang="ja-JP" sz="2600" b="1" dirty="0" smtClean="0"/>
              <a:t>t</a:t>
            </a:r>
            <a:r>
              <a:rPr lang="en-US" altLang="ja-JP" sz="2600" dirty="0" smtClean="0"/>
              <a:t> </a:t>
            </a:r>
            <a:r>
              <a:rPr lang="en-US" altLang="ja-JP" sz="2600" dirty="0"/>
              <a:t>be accessed </a:t>
            </a:r>
            <a:r>
              <a:rPr lang="en-US" altLang="ja-JP" sz="2600" i="1" dirty="0"/>
              <a:t>directly</a:t>
            </a:r>
            <a:r>
              <a:rPr lang="en-US" altLang="ja-JP" sz="2600" dirty="0"/>
              <a:t> through </a:t>
            </a:r>
            <a:r>
              <a:rPr lang="en-US" altLang="ja-JP" sz="2600" dirty="0" smtClean="0"/>
              <a:t>the object:</a:t>
            </a:r>
            <a:endParaRPr lang="en-US" altLang="ja-JP" sz="2600" dirty="0"/>
          </a:p>
          <a:p>
            <a:pPr marL="914400" lvl="2" indent="0" eaLnBrk="1" hangingPunct="1"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crit1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.__private_method</a:t>
            </a: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# won’t work</a:t>
            </a:r>
            <a:endParaRPr lang="en-US" altLang="ja-JP" sz="26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sz="2600" b="1" dirty="0" smtClean="0"/>
              <a:t>Can</a:t>
            </a:r>
            <a:r>
              <a:rPr lang="en-US" altLang="en-US" sz="2600" dirty="0" smtClean="0"/>
              <a:t> be acc</a:t>
            </a:r>
            <a:r>
              <a:rPr lang="en-US" altLang="en-US" sz="2600" spc="-30" dirty="0" smtClean="0"/>
              <a:t>ess</a:t>
            </a:r>
            <a:r>
              <a:rPr lang="en-US" altLang="en-US" sz="2600" dirty="0" smtClean="0"/>
              <a:t>ed </a:t>
            </a:r>
            <a:r>
              <a:rPr lang="en-US" altLang="en-US" sz="2600" dirty="0"/>
              <a:t>thr</a:t>
            </a:r>
            <a:r>
              <a:rPr lang="en-US" altLang="en-US" sz="2600" spc="-30" dirty="0"/>
              <a:t>ou</a:t>
            </a:r>
            <a:r>
              <a:rPr lang="en-US" altLang="en-US" sz="2600" dirty="0"/>
              <a:t>gh </a:t>
            </a:r>
            <a:r>
              <a:rPr lang="en-US" altLang="en-US" sz="2600" dirty="0" smtClean="0"/>
              <a:t>t</a:t>
            </a:r>
            <a:r>
              <a:rPr lang="en-US" altLang="en-US" sz="2600" spc="-30" dirty="0" smtClean="0"/>
              <a:t>he </a:t>
            </a:r>
            <a:r>
              <a:rPr lang="en-US" altLang="en-US" sz="2600" i="1" dirty="0" smtClean="0"/>
              <a:t>object</a:t>
            </a:r>
            <a:r>
              <a:rPr lang="en-US" altLang="en-US" sz="2600" spc="-30" dirty="0" smtClean="0"/>
              <a:t> (b</a:t>
            </a:r>
            <a:r>
              <a:rPr lang="en-US" altLang="en-US" sz="2600" dirty="0" smtClean="0"/>
              <a:t>ut s</a:t>
            </a:r>
            <a:r>
              <a:rPr lang="en-US" altLang="en-US" sz="2600" spc="-30" dirty="0" smtClean="0"/>
              <a:t>ho</a:t>
            </a:r>
            <a:r>
              <a:rPr lang="en-US" altLang="en-US" sz="2600" dirty="0" smtClean="0"/>
              <a:t>uld</a:t>
            </a:r>
            <a:r>
              <a:rPr lang="en-US" altLang="en-US" sz="2600" spc="-200" dirty="0" smtClean="0"/>
              <a:t>n</a:t>
            </a:r>
            <a:r>
              <a:rPr lang="en-US" altLang="en-US" sz="2600" dirty="0" smtClean="0"/>
              <a:t>’t b</a:t>
            </a:r>
            <a:r>
              <a:rPr lang="en-US" altLang="en-US" sz="2600" spc="-300" dirty="0" smtClean="0"/>
              <a:t>e</a:t>
            </a:r>
            <a:r>
              <a:rPr lang="en-US" altLang="en-US" sz="2600" dirty="0" smtClean="0"/>
              <a:t>):</a:t>
            </a:r>
            <a:endParaRPr lang="en-US" altLang="ja-JP" sz="2600" dirty="0"/>
          </a:p>
          <a:p>
            <a:pPr lvl="2" eaLnBrk="1" hangingPunct="1">
              <a:spcBef>
                <a:spcPts val="0"/>
              </a:spcBef>
              <a:buFontTx/>
              <a:buNone/>
            </a:pP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crit1._Critter__private_method</a:t>
            </a: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 works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Arc 1"/>
          <p:cNvSpPr/>
          <p:nvPr/>
        </p:nvSpPr>
        <p:spPr bwMode="auto">
          <a:xfrm>
            <a:off x="2286000" y="3657600"/>
            <a:ext cx="6019800" cy="2971800"/>
          </a:xfrm>
          <a:prstGeom prst="arc">
            <a:avLst>
              <a:gd name="adj1" fmla="val 16200000"/>
              <a:gd name="adj2" fmla="val 21218312"/>
            </a:avLst>
          </a:prstGeom>
          <a:noFill/>
          <a:ln w="28575" cap="flat" cmpd="sng" algn="ctr">
            <a:solidFill>
              <a:srgbClr val="00B0F0"/>
            </a:solidFill>
            <a:prstDash val="sysDot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6444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615"/>
    </mc:Choice>
    <mc:Fallback>
      <p:transition spd="slow" advTm="74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7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7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6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3116" x="2349500" y="4394200"/>
          <p14:tracePt t="3122" x="2368550" y="4318000"/>
          <p14:tracePt t="3137" x="2387600" y="4229100"/>
          <p14:tracePt t="3148" x="2406650" y="4146550"/>
          <p14:tracePt t="3165" x="2457450" y="3943350"/>
          <p14:tracePt t="3181" x="2476500" y="3848100"/>
          <p14:tracePt t="3198" x="2501900" y="3644900"/>
          <p14:tracePt t="3215" x="2508250" y="3441700"/>
          <p14:tracePt t="3231" x="2508250" y="3327400"/>
          <p14:tracePt t="3248" x="2508250" y="3136900"/>
          <p14:tracePt t="3264" x="2508250" y="2997200"/>
          <p14:tracePt t="3281" x="2508250" y="2946400"/>
          <p14:tracePt t="3298" x="2476500" y="2825750"/>
          <p14:tracePt t="3314" x="2463800" y="2705100"/>
          <p14:tracePt t="3331" x="2444750" y="2647950"/>
          <p14:tracePt t="3347" x="2419350" y="2565400"/>
          <p14:tracePt t="3364" x="2400300" y="2533650"/>
          <p14:tracePt t="3381" x="2381250" y="2489200"/>
          <p14:tracePt t="3397" x="2355850" y="2438400"/>
          <p14:tracePt t="3414" x="2330450" y="2406650"/>
          <p14:tracePt t="3431" x="2305050" y="2355850"/>
          <p14:tracePt t="3447" x="2273300" y="2311400"/>
          <p14:tracePt t="3463" x="2266950" y="2286000"/>
          <p14:tracePt t="3480" x="2247900" y="2247900"/>
          <p14:tracePt t="3497" x="2228850" y="2222500"/>
          <p14:tracePt t="3514" x="2222500" y="2209800"/>
          <p14:tracePt t="3530" x="2203450" y="2184400"/>
          <p14:tracePt t="3547" x="2165350" y="2152650"/>
          <p14:tracePt t="3564" x="2139950" y="2133600"/>
          <p14:tracePt t="3580" x="2127250" y="2120900"/>
          <p14:tracePt t="3597" x="2089150" y="2095500"/>
          <p14:tracePt t="3614" x="2057400" y="2076450"/>
          <p14:tracePt t="3630" x="2044700" y="2070100"/>
          <p14:tracePt t="3646" x="2038350" y="2063750"/>
          <p14:tracePt t="3663" x="2012950" y="2057400"/>
          <p14:tracePt t="3754" x="2006600" y="2057400"/>
          <p14:tracePt t="3838" x="2006600" y="2063750"/>
          <p14:tracePt t="3873" x="2006600" y="2070100"/>
          <p14:tracePt t="3893" x="2006600" y="2076450"/>
          <p14:tracePt t="3915" x="2006600" y="2082800"/>
          <p14:tracePt t="3936" x="2000250" y="2089150"/>
          <p14:tracePt t="3943" x="1993900" y="2089150"/>
          <p14:tracePt t="3957" x="1987550" y="2095500"/>
          <p14:tracePt t="3965" x="1981200" y="2095500"/>
          <p14:tracePt t="3985" x="1974850" y="2095500"/>
          <p14:tracePt t="3999" x="1974850" y="2101850"/>
          <p14:tracePt t="4012" x="1962150" y="2108200"/>
          <p14:tracePt t="4028" x="1943100" y="2120900"/>
          <p14:tracePt t="4045" x="1936750" y="2127250"/>
          <p14:tracePt t="4062" x="1924050" y="2133600"/>
          <p14:tracePt t="4078" x="1917700" y="2139950"/>
          <p14:tracePt t="4094" x="1911350" y="2139950"/>
          <p14:tracePt t="4112" x="1911350" y="2146300"/>
          <p14:tracePt t="4128" x="1905000" y="2152650"/>
          <p14:tracePt t="4174" x="1898650" y="2159000"/>
          <p14:tracePt t="4209" x="1892300" y="2159000"/>
          <p14:tracePt t="4469" x="1885950" y="2159000"/>
          <p14:tracePt t="4524" x="1879600" y="2159000"/>
          <p14:tracePt t="4546" x="1879600" y="2152650"/>
          <p14:tracePt t="4567" x="1873250" y="2152650"/>
          <p14:tracePt t="4574" x="1866900" y="2152650"/>
          <p14:tracePt t="4616" x="1860550" y="2152650"/>
          <p14:tracePt t="4644" x="1854200" y="2152650"/>
          <p14:tracePt t="4665" x="1847850" y="2152650"/>
          <p14:tracePt t="4728" x="1847850" y="2159000"/>
          <p14:tracePt t="4734" x="1847850" y="2165350"/>
          <p14:tracePt t="4756" x="1841500" y="2165350"/>
          <p14:tracePt t="4777" x="1835150" y="2171700"/>
          <p14:tracePt t="4805" x="1835150" y="2178050"/>
          <p14:tracePt t="4827" x="1828800" y="2178050"/>
          <p14:tracePt t="4854" x="1822450" y="2184400"/>
          <p14:tracePt t="4875" x="1822450" y="2190750"/>
          <p14:tracePt t="4896" x="1816100" y="2197100"/>
          <p14:tracePt t="4917" x="1809750" y="2197100"/>
          <p14:tracePt t="4938" x="1809750" y="2203450"/>
          <p14:tracePt t="4966" x="1809750" y="2209800"/>
          <p14:tracePt t="4987" x="1803400" y="2209800"/>
          <p14:tracePt t="5766" x="1803400" y="2216150"/>
          <p14:tracePt t="5787" x="1809750" y="2228850"/>
          <p14:tracePt t="5801" x="1816100" y="2254250"/>
          <p14:tracePt t="5809" x="1822450" y="2273300"/>
          <p14:tracePt t="5822" x="1835150" y="2305050"/>
          <p14:tracePt t="5839" x="1873250" y="2387600"/>
          <p14:tracePt t="5855" x="1885950" y="2444750"/>
          <p14:tracePt t="5872" x="1930400" y="2533650"/>
          <p14:tracePt t="5889" x="1987550" y="2609850"/>
          <p14:tracePt t="5906" x="2025650" y="2654300"/>
          <p14:tracePt t="5922" x="2044700" y="2673350"/>
          <p14:tracePt t="5938" x="2063750" y="2686050"/>
          <p14:tracePt t="5956" x="2101850" y="2705100"/>
          <p14:tracePt t="5972" x="2108200" y="2711450"/>
          <p14:tracePt t="5988" x="2114550" y="2711450"/>
          <p14:tracePt t="6005" x="2127250" y="2717800"/>
          <p14:tracePt t="6022" x="2139950" y="2724150"/>
          <p14:tracePt t="6082" x="2146300" y="2724150"/>
          <p14:tracePt t="6187" x="2146300" y="2717800"/>
          <p14:tracePt t="6222" x="2146300" y="2711450"/>
          <p14:tracePt t="6250" x="2152650" y="2705100"/>
          <p14:tracePt t="6277" x="2152650" y="2698750"/>
          <p14:tracePt t="6298" x="2152650" y="2692400"/>
          <p14:tracePt t="6306" x="2146300" y="2692400"/>
          <p14:tracePt t="6327" x="2146300" y="2686050"/>
          <p14:tracePt t="6348" x="2139950" y="2686050"/>
          <p14:tracePt t="6369" x="2133600" y="2686050"/>
          <p14:tracePt t="6397" x="2127250" y="2686050"/>
          <p14:tracePt t="6432" x="2120900" y="2679700"/>
          <p14:tracePt t="6467" x="2108200" y="2679700"/>
          <p14:tracePt t="6488" x="2101850" y="2679700"/>
          <p14:tracePt t="6509" x="2101850" y="2673350"/>
          <p14:tracePt t="6558" x="2095500" y="2673350"/>
          <p14:tracePt t="6600" x="2095500" y="2667000"/>
          <p14:tracePt t="6649" x="2095500" y="2660650"/>
          <p14:tracePt t="6720" x="2095500" y="2654300"/>
          <p14:tracePt t="6790" x="2089150" y="2654300"/>
          <p14:tracePt t="6818" x="2089150" y="2660650"/>
          <p14:tracePt t="6860" x="2082800" y="2667000"/>
          <p14:tracePt t="6909" x="2076450" y="2667000"/>
          <p14:tracePt t="6937" x="2070100" y="2673350"/>
          <p14:tracePt t="6993" x="2070100" y="2679700"/>
          <p14:tracePt t="7000" x="2070100" y="2686050"/>
          <p14:tracePt t="7021" x="2070100" y="2692400"/>
          <p14:tracePt t="7028" x="2070100" y="2698750"/>
          <p14:tracePt t="7042" x="2070100" y="2711450"/>
          <p14:tracePt t="7051" x="2063750" y="2724150"/>
          <p14:tracePt t="7067" x="2063750" y="2743200"/>
          <p14:tracePt t="7085" x="2057400" y="2781300"/>
          <p14:tracePt t="7101" x="2057400" y="2851150"/>
          <p14:tracePt t="7118" x="2051050" y="2882900"/>
          <p14:tracePt t="7134" x="2051050" y="2927350"/>
          <p14:tracePt t="7151" x="2044700" y="2971800"/>
          <p14:tracePt t="7168" x="2038350" y="3003550"/>
          <p14:tracePt t="7184" x="2038350" y="3016250"/>
          <p14:tracePt t="7201" x="2038350" y="3028950"/>
          <p14:tracePt t="7218" x="2038350" y="3067050"/>
          <p14:tracePt t="7234" x="2038350" y="3079750"/>
          <p14:tracePt t="7251" x="2038350" y="3098800"/>
          <p14:tracePt t="7267" x="2038350" y="3143250"/>
          <p14:tracePt t="7284" x="2032000" y="3194050"/>
          <p14:tracePt t="7301" x="2019300" y="3276600"/>
          <p14:tracePt t="7318" x="2019300" y="3314700"/>
          <p14:tracePt t="7335" x="2012950" y="3371850"/>
          <p14:tracePt t="7351" x="2012950" y="3409950"/>
          <p14:tracePt t="7367" x="2012950" y="3422650"/>
          <p14:tracePt t="7384" x="2012950" y="3448050"/>
          <p14:tracePt t="7400" x="2019300" y="3454400"/>
          <p14:tracePt t="7434" x="2032000" y="3460750"/>
          <p14:tracePt t="7450" x="2038350" y="3460750"/>
          <p14:tracePt t="7467" x="2044700" y="3460750"/>
          <p14:tracePt t="7484" x="2051050" y="3460750"/>
          <p14:tracePt t="7500" x="2063750" y="3454400"/>
          <p14:tracePt t="7517" x="2070100" y="3454400"/>
          <p14:tracePt t="7534" x="2076450" y="3448050"/>
          <p14:tracePt t="7550" x="2082800" y="3448050"/>
          <p14:tracePt t="7567" x="2114550" y="3435350"/>
          <p14:tracePt t="7584" x="2127250" y="3429000"/>
          <p14:tracePt t="7600" x="2159000" y="3409950"/>
          <p14:tracePt t="7617" x="2222500" y="3371850"/>
          <p14:tracePt t="7633" x="2355850" y="3314700"/>
          <p14:tracePt t="7650" x="2438400" y="3270250"/>
          <p14:tracePt t="7667" x="2603500" y="3181350"/>
          <p14:tracePt t="7684" x="2800350" y="3073400"/>
          <p14:tracePt t="7700" x="2882900" y="3016250"/>
          <p14:tracePt t="7716" x="3028950" y="2882900"/>
          <p14:tracePt t="7733" x="3117850" y="2730500"/>
          <p14:tracePt t="7750" x="3175000" y="2597150"/>
          <p14:tracePt t="7766" x="3194050" y="2514600"/>
          <p14:tracePt t="7782" x="3206750" y="2387600"/>
          <p14:tracePt t="7800" x="3168650" y="2241550"/>
          <p14:tracePt t="7816" x="3143250" y="2146300"/>
          <p14:tracePt t="7832" x="3098800" y="2057400"/>
          <p14:tracePt t="7849" x="2946400" y="1835150"/>
          <p14:tracePt t="7866" x="2895600" y="1803400"/>
          <p14:tracePt t="7882" x="2825750" y="1765300"/>
          <p14:tracePt t="7899" x="2692400" y="1727200"/>
          <p14:tracePt t="7916" x="2603500" y="1727200"/>
          <p14:tracePt t="7932" x="2501900" y="1727200"/>
          <p14:tracePt t="7935" x="2400300" y="1727200"/>
          <p14:tracePt t="7948" x="2305050" y="1752600"/>
          <p14:tracePt t="7965" x="2063750" y="1803400"/>
          <p14:tracePt t="7982" x="1841500" y="1866900"/>
          <p14:tracePt t="7998" x="1733550" y="1930400"/>
          <p14:tracePt t="8016" x="1543050" y="2101850"/>
          <p14:tracePt t="8032" x="1333500" y="2368550"/>
          <p14:tracePt t="8048" x="1263650" y="2476500"/>
          <p14:tracePt t="8065" x="1149350" y="2844800"/>
          <p14:tracePt t="8082" x="1130300" y="3302000"/>
          <p14:tracePt t="8098" x="1155700" y="3575050"/>
          <p14:tracePt t="8116" x="1416050" y="4260850"/>
          <p14:tracePt t="8131" x="1708150" y="4743450"/>
          <p14:tracePt t="8148" x="1860550" y="4953000"/>
          <p14:tracePt t="8165" x="2209800" y="5238750"/>
          <p14:tracePt t="8182" x="2501900" y="5372100"/>
          <p14:tracePt t="8198" x="2590800" y="5403850"/>
          <p14:tracePt t="8215" x="2749550" y="5435600"/>
          <p14:tracePt t="8231" x="2825750" y="5416550"/>
          <p14:tracePt t="8248" x="2927350" y="5372100"/>
          <p14:tracePt t="8265" x="3016250" y="5289550"/>
          <p14:tracePt t="8281" x="3079750" y="5219700"/>
          <p14:tracePt t="8297" x="3181350" y="5029200"/>
          <p14:tracePt t="8313" x="3282950" y="4762500"/>
          <p14:tracePt t="8331" x="3333750" y="4603750"/>
          <p14:tracePt t="8347" x="3429000" y="4286250"/>
          <p14:tracePt t="8364" x="3460750" y="4076700"/>
          <p14:tracePt t="8382" x="3473450" y="3937000"/>
          <p14:tracePt t="8397" x="3460750" y="3860800"/>
          <p14:tracePt t="8413" x="3390900" y="3613150"/>
          <p14:tracePt t="8430" x="3295650" y="3390900"/>
          <p14:tracePt t="8446" x="3232150" y="3282950"/>
          <p14:tracePt t="8464" x="3149600" y="3168650"/>
          <p14:tracePt t="8481" x="2863850" y="2832100"/>
          <p14:tracePt t="8496" x="2762250" y="2730500"/>
          <p14:tracePt t="8514" x="2597150" y="2597150"/>
          <p14:tracePt t="8529" x="2527300" y="2559050"/>
          <p14:tracePt t="8547" x="2406650" y="2482850"/>
          <p14:tracePt t="8565" x="2292350" y="2444750"/>
          <p14:tracePt t="8580" x="2254250" y="2438400"/>
          <p14:tracePt t="8596" x="2184400" y="2438400"/>
          <p14:tracePt t="8613" x="2133600" y="2438400"/>
          <p14:tracePt t="8629" x="2108200" y="2451100"/>
          <p14:tracePt t="8646" x="2051050" y="2501900"/>
          <p14:tracePt t="8664" x="1987550" y="2571750"/>
          <p14:tracePt t="8679" x="1955800" y="2597150"/>
          <p14:tracePt t="8696" x="1911350" y="2692400"/>
          <p14:tracePt t="8713" x="1885950" y="2825750"/>
          <p14:tracePt t="8730" x="1873250" y="2901950"/>
          <p14:tracePt t="8747" x="1879600" y="3073400"/>
          <p14:tracePt t="8762" x="1917700" y="3219450"/>
          <p14:tracePt t="8779" x="1936750" y="3270250"/>
          <p14:tracePt t="8796" x="2025650" y="3397250"/>
          <p14:tracePt t="8812" x="2057400" y="3448050"/>
          <p14:tracePt t="8828" x="2184400" y="3511550"/>
          <p14:tracePt t="8845" x="2305050" y="3543300"/>
          <p14:tracePt t="8862" x="2368550" y="3549650"/>
          <p14:tracePt t="8879" x="2540000" y="3536950"/>
          <p14:tracePt t="8895" x="2692400" y="3517900"/>
          <p14:tracePt t="8912" x="2762250" y="3498850"/>
          <p14:tracePt t="8928" x="2933700" y="3416300"/>
          <p14:tracePt t="8945" x="3155950" y="3257550"/>
          <p14:tracePt t="8961" x="3238500" y="3175000"/>
          <p14:tracePt t="8965" x="3327400" y="3067050"/>
          <p14:tracePt t="8978" x="3397250" y="2940050"/>
          <p14:tracePt t="8994" x="3467100" y="2679700"/>
          <p14:tracePt t="9012" x="3473450" y="2565400"/>
          <p14:tracePt t="9027" x="3448050" y="2387600"/>
          <p14:tracePt t="9044" x="3359150" y="2197100"/>
          <p14:tracePt t="9062" x="3232150" y="2032000"/>
          <p14:tracePt t="9078" x="3149600" y="1949450"/>
          <p14:tracePt t="9094" x="3067050" y="1879600"/>
          <p14:tracePt t="9111" x="2781300" y="1701800"/>
          <p14:tracePt t="9127" x="2692400" y="1670050"/>
          <p14:tracePt t="9144" x="2603500" y="1651000"/>
          <p14:tracePt t="9161" x="2406650" y="1625600"/>
          <p14:tracePt t="9177" x="2228850" y="1651000"/>
          <p14:tracePt t="9194" x="2051050" y="1746250"/>
          <p14:tracePt t="9210" x="1993900" y="1803400"/>
          <p14:tracePt t="9227" x="1860550" y="1955800"/>
          <p14:tracePt t="9244" x="1765300" y="2146300"/>
          <p14:tracePt t="9260" x="1727200" y="2235200"/>
          <p14:tracePt t="9277" x="1708150" y="2393950"/>
          <p14:tracePt t="9294" x="1727200" y="2527300"/>
          <p14:tracePt t="9310" x="1765300" y="2597150"/>
          <p14:tracePt t="9327" x="1854200" y="2724150"/>
          <p14:tracePt t="9343" x="1962150" y="2838450"/>
          <p14:tracePt t="9360" x="2000250" y="2895600"/>
          <p14:tracePt t="9377" x="2127250" y="3003550"/>
          <p14:tracePt t="9393" x="2260600" y="3105150"/>
          <p14:tracePt t="9410" x="2330450" y="3155950"/>
          <p14:tracePt t="9427" x="2470150" y="3251200"/>
          <p14:tracePt t="9443" x="2540000" y="3302000"/>
          <p14:tracePt t="9460" x="2654300" y="3378200"/>
          <p14:tracePt t="9476" x="2755900" y="3448050"/>
          <p14:tracePt t="9493" x="2800350" y="3460750"/>
          <p14:tracePt t="9510" x="2851150" y="3486150"/>
          <p14:tracePt t="9526" x="2889250" y="3498850"/>
          <p14:tracePt t="9543" x="2895600" y="3498850"/>
          <p14:tracePt t="9559" x="2914650" y="3505200"/>
          <p14:tracePt t="9755" x="2908300" y="3511550"/>
          <p14:tracePt t="9762" x="2876550" y="3524250"/>
          <p14:tracePt t="9778" x="2844800" y="3543300"/>
          <p14:tracePt t="9791" x="2794000" y="3549650"/>
          <p14:tracePt t="9808" x="2667000" y="3562350"/>
          <p14:tracePt t="9826" x="2451100" y="3568700"/>
          <p14:tracePt t="9842" x="2324100" y="3568700"/>
          <p14:tracePt t="9858" x="2038350" y="3543300"/>
          <p14:tracePt t="9875" x="1695450" y="3479800"/>
          <p14:tracePt t="9891" x="1517650" y="3441700"/>
          <p14:tracePt t="9909" x="1308100" y="3384550"/>
          <p14:tracePt t="9924" x="1187450" y="3346450"/>
          <p14:tracePt t="9941" x="1168400" y="3340100"/>
          <p14:tracePt t="9958" x="1136650" y="3327400"/>
          <p14:tracePt t="10015" x="1149350" y="3327400"/>
          <p14:tracePt t="10022" x="1155700" y="3327400"/>
          <p14:tracePt t="10036" x="1162050" y="3327400"/>
          <p14:tracePt t="10044" x="1168400" y="3327400"/>
          <p14:tracePt t="10058" x="1174750" y="3327400"/>
          <p14:tracePt t="10074" x="1200150" y="3327400"/>
          <p14:tracePt t="10091" x="1244600" y="3327400"/>
          <p14:tracePt t="10107" x="1270000" y="3327400"/>
          <p14:tracePt t="10124" x="1301750" y="3327400"/>
          <p14:tracePt t="10141" x="1384300" y="3340100"/>
          <p14:tracePt t="10157" x="1504950" y="3359150"/>
          <p14:tracePt t="10174" x="1555750" y="3371850"/>
          <p14:tracePt t="10190" x="1657350" y="3378200"/>
          <p14:tracePt t="10207" x="1727200" y="3384550"/>
          <p14:tracePt t="10224" x="1758950" y="3397250"/>
          <p14:tracePt t="10240" x="1797050" y="3397250"/>
          <p14:tracePt t="10257" x="1841500" y="3397250"/>
          <p14:tracePt t="10274" x="1898650" y="3397250"/>
          <p14:tracePt t="10290" x="1936750" y="3397250"/>
          <p14:tracePt t="10307" x="2019300" y="3403600"/>
          <p14:tracePt t="10324" x="2095500" y="3409950"/>
          <p14:tracePt t="10340" x="2133600" y="3409950"/>
          <p14:tracePt t="10357" x="2178050" y="3409950"/>
          <p14:tracePt t="10373" x="2298700" y="3403600"/>
          <p14:tracePt t="10389" x="2336800" y="3403600"/>
          <p14:tracePt t="10407" x="2432050" y="3390900"/>
          <p14:tracePt t="10422" x="2482850" y="3390900"/>
          <p14:tracePt t="10440" x="2584450" y="3384550"/>
          <p14:tracePt t="10457" x="2679700" y="3384550"/>
          <p14:tracePt t="10473" x="2717800" y="3384550"/>
          <p14:tracePt t="10476" x="2749550" y="3384550"/>
          <p14:tracePt t="10490" x="2768600" y="3384550"/>
          <p14:tracePt t="10506" x="2800350" y="3390900"/>
          <p14:tracePt t="10523" x="2813050" y="3390900"/>
          <p14:tracePt t="10539" x="2832100" y="3390900"/>
          <p14:tracePt t="10556" x="2844800" y="3390900"/>
          <p14:tracePt t="10573" x="2844800" y="3397250"/>
          <p14:tracePt t="10589" x="2851150" y="3403600"/>
          <p14:tracePt t="10606" x="2857500" y="3409950"/>
          <p14:tracePt t="10639" x="2863850" y="3409950"/>
          <p14:tracePt t="10656" x="2870200" y="3409950"/>
          <p14:tracePt t="10689" x="2876550" y="3416300"/>
          <p14:tracePt t="10716" x="2882900" y="3416300"/>
          <p14:tracePt t="10765" x="2889250" y="3416300"/>
          <p14:tracePt t="10779" x="2895600" y="3416300"/>
          <p14:tracePt t="10793" x="2901950" y="3416300"/>
          <p14:tracePt t="10814" x="2908300" y="3416300"/>
          <p14:tracePt t="10835" x="2914650" y="3416300"/>
          <p14:tracePt t="10849" x="2921000" y="3416300"/>
          <p14:tracePt t="10863" x="2933700" y="3416300"/>
          <p14:tracePt t="10877" x="2946400" y="3416300"/>
          <p14:tracePt t="10888" x="2978150" y="3416300"/>
          <p14:tracePt t="10905" x="3035300" y="3403600"/>
          <p14:tracePt t="10922" x="3073400" y="3403600"/>
          <p14:tracePt t="10938" x="3168650" y="3397250"/>
          <p14:tracePt t="10955" x="3244850" y="3390900"/>
          <p14:tracePt t="10971" x="3295650" y="3390900"/>
          <p14:tracePt t="10974" x="3340100" y="3390900"/>
          <p14:tracePt t="11004" x="3397250" y="3390900"/>
          <p14:tracePt t="11021" x="3409950" y="3390900"/>
          <p14:tracePt t="11039" x="3416300" y="3390900"/>
          <p14:tracePt t="11074" x="3409950" y="3390900"/>
          <p14:tracePt t="11090" x="3403600" y="3397250"/>
          <p14:tracePt t="11109" x="3397250" y="3397250"/>
          <p14:tracePt t="11120" x="3384550" y="3397250"/>
          <p14:tracePt t="11137" x="3359150" y="3409950"/>
          <p14:tracePt t="11154" x="3327400" y="3422650"/>
          <p14:tracePt t="11170" x="3257550" y="3454400"/>
          <p14:tracePt t="11187" x="3143250" y="3486150"/>
          <p14:tracePt t="11204" x="3079750" y="3498850"/>
          <p14:tracePt t="11221" x="2933700" y="3549650"/>
          <p14:tracePt t="11237" x="2787650" y="3594100"/>
          <p14:tracePt t="11254" x="2705100" y="3625850"/>
          <p14:tracePt t="11270" x="2546350" y="3676650"/>
          <p14:tracePt t="11287" x="2387600" y="3727450"/>
          <p14:tracePt t="11304" x="2317750" y="3746500"/>
          <p14:tracePt t="11320" x="2222500" y="3778250"/>
          <p14:tracePt t="11337" x="2184400" y="3790950"/>
          <p14:tracePt t="11354" x="2120900" y="3810000"/>
          <p14:tracePt t="11370" x="2095500" y="3816350"/>
          <p14:tracePt t="11386" x="2082800" y="3822700"/>
          <p14:tracePt t="11403" x="2063750" y="3829050"/>
          <p14:tracePt t="11419" x="2057400" y="3829050"/>
          <p14:tracePt t="11436" x="2057400" y="3835400"/>
          <p14:tracePt t="11453" x="2051050" y="3835400"/>
          <p14:tracePt t="11487" x="2044700" y="3835400"/>
          <p14:tracePt t="11514" x="2044700" y="3841750"/>
          <p14:tracePt t="11627" x="2051050" y="3841750"/>
          <p14:tracePt t="11648" x="2057400" y="3841750"/>
          <p14:tracePt t="11676" x="2063750" y="3841750"/>
          <p14:tracePt t="11691" x="2070100" y="3841750"/>
          <p14:tracePt t="11698" x="2076450" y="3841750"/>
          <p14:tracePt t="11705" x="2095500" y="3841750"/>
          <p14:tracePt t="11721" x="2108200" y="3841750"/>
          <p14:tracePt t="11735" x="2133600" y="3841750"/>
          <p14:tracePt t="11752" x="2203450" y="3841750"/>
          <p14:tracePt t="11769" x="2292350" y="3835400"/>
          <p14:tracePt t="11785" x="2349500" y="3829050"/>
          <p14:tracePt t="11802" x="2425700" y="3829050"/>
          <p14:tracePt t="11818" x="2482850" y="3822700"/>
          <p14:tracePt t="11835" x="2495550" y="3822700"/>
          <p14:tracePt t="11852" x="2527300" y="3822700"/>
          <p14:tracePt t="11868" x="2540000" y="3822700"/>
          <p14:tracePt t="11901" x="2546350" y="3822700"/>
          <p14:tracePt t="11970" x="2540000" y="3822700"/>
          <p14:tracePt t="12006" x="2533650" y="3822700"/>
          <p14:tracePt t="12076" x="2533650" y="3816350"/>
          <p14:tracePt t="12139" x="2527300" y="3816350"/>
          <p14:tracePt t="12188" x="2520950" y="3822700"/>
          <p14:tracePt t="12195" x="2514600" y="3822700"/>
          <p14:tracePt t="12217" x="2508250" y="3822700"/>
          <p14:tracePt t="12237" x="2501900" y="3822700"/>
          <p14:tracePt t="12252" x="2495550" y="3822700"/>
          <p14:tracePt t="12258" x="2495550" y="3829050"/>
          <p14:tracePt t="12266" x="2489200" y="3829050"/>
          <p14:tracePt t="12283" x="2476500" y="3829050"/>
          <p14:tracePt t="12301" x="2444750" y="3829050"/>
          <p14:tracePt t="12316" x="2419350" y="3835400"/>
          <p14:tracePt t="12333" x="2362200" y="3835400"/>
          <p14:tracePt t="12350" x="2298700" y="3835400"/>
          <p14:tracePt t="12366" x="2266950" y="3835400"/>
          <p14:tracePt t="12383" x="2209800" y="3835400"/>
          <p14:tracePt t="12400" x="2171700" y="3822700"/>
          <p14:tracePt t="12416" x="2146300" y="3810000"/>
          <p14:tracePt t="12433" x="2108200" y="3790950"/>
          <p14:tracePt t="12449" x="2063750" y="3759200"/>
          <p14:tracePt t="12466" x="2044700" y="3752850"/>
          <p14:tracePt t="12483" x="1987550" y="3721100"/>
          <p14:tracePt t="12499" x="1955800" y="3702050"/>
          <p14:tracePt t="12516" x="1936750" y="3689350"/>
          <p14:tracePt t="12519" x="1917700" y="3676650"/>
          <p14:tracePt t="12533" x="1898650" y="3657600"/>
          <p14:tracePt t="12549" x="1866900" y="3632200"/>
          <p14:tracePt t="12568" x="1835150" y="3606800"/>
          <p14:tracePt t="12582" x="1835150" y="3600450"/>
          <p14:tracePt t="12599" x="1822450" y="3587750"/>
          <p14:tracePt t="12617" x="1790700" y="3556000"/>
          <p14:tracePt t="12632" x="1784350" y="3549650"/>
          <p14:tracePt t="12648" x="1778000" y="3543300"/>
          <p14:tracePt t="12665" x="1765300" y="3536950"/>
          <p14:tracePt t="12682" x="1758950" y="3524250"/>
          <p14:tracePt t="12699" x="1758950" y="3517900"/>
          <p14:tracePt t="12715" x="1752600" y="3505200"/>
          <p14:tracePt t="12732" x="1746250" y="3492500"/>
          <p14:tracePt t="12749" x="1739900" y="3486150"/>
          <p14:tracePt t="12765" x="1739900" y="3479800"/>
          <p14:tracePt t="12781" x="1733550" y="3473450"/>
          <p14:tracePt t="12799" x="1727200" y="3467100"/>
          <p14:tracePt t="12831" x="1727200" y="3460750"/>
          <p14:tracePt t="12862" x="1720850" y="3460750"/>
          <p14:tracePt t="12868" x="1720850" y="3454400"/>
          <p14:tracePt t="12884" x="1720850" y="3448050"/>
          <p14:tracePt t="12898" x="1720850" y="3441700"/>
          <p14:tracePt t="12918" x="1720850" y="3435350"/>
          <p14:tracePt t="12934" x="1720850" y="3429000"/>
          <p14:tracePt t="12947" x="1714500" y="3422650"/>
          <p14:tracePt t="12964" x="1708150" y="3403600"/>
          <p14:tracePt t="12981" x="1701800" y="3359150"/>
          <p14:tracePt t="12997" x="1695450" y="3340100"/>
          <p14:tracePt t="13014" x="1676400" y="3289300"/>
          <p14:tracePt t="13030" x="1670050" y="3244850"/>
          <p14:tracePt t="13047" x="1657350" y="3219450"/>
          <p14:tracePt t="13064" x="1644650" y="3187700"/>
          <p14:tracePt t="13080" x="1638300" y="3175000"/>
          <p14:tracePt t="13097" x="1638300" y="3168650"/>
          <p14:tracePt t="13114" x="1638300" y="3162300"/>
          <p14:tracePt t="13142" x="1631950" y="3155950"/>
          <p14:tracePt t="13268" x="1631950" y="3162300"/>
          <p14:tracePt t="13338" x="1638300" y="3162300"/>
          <p14:tracePt t="13352" x="1644650" y="3162300"/>
          <p14:tracePt t="13373" x="1651000" y="3162300"/>
          <p14:tracePt t="13381" x="1657350" y="3162300"/>
          <p14:tracePt t="13401" x="1670050" y="3155950"/>
          <p14:tracePt t="13408" x="1682750" y="3155950"/>
          <p14:tracePt t="13422" x="1701800" y="3149600"/>
          <p14:tracePt t="13432" x="1720850" y="3143250"/>
          <p14:tracePt t="13445" x="1752600" y="3136900"/>
          <p14:tracePt t="13462" x="1803400" y="3124200"/>
          <p14:tracePt t="13479" x="1860550" y="3117850"/>
          <p14:tracePt t="13496" x="1879600" y="3111500"/>
          <p14:tracePt t="13514" x="1911350" y="3111500"/>
          <p14:tracePt t="13529" x="1936750" y="3111500"/>
          <p14:tracePt t="13545" x="1943100" y="3111500"/>
          <p14:tracePt t="13563" x="1949450" y="3111500"/>
          <p14:tracePt t="13579" x="1955800" y="3111500"/>
          <p14:tracePt t="13599" x="1955800" y="3117850"/>
          <p14:tracePt t="13633" x="1949450" y="3117850"/>
          <p14:tracePt t="13661" x="1943100" y="3117850"/>
          <p14:tracePt t="13667" x="1936750" y="3117850"/>
          <p14:tracePt t="13703" x="1930400" y="3117850"/>
          <p14:tracePt t="13724" x="1924050" y="3117850"/>
          <p14:tracePt t="13752" x="1917700" y="3117850"/>
          <p14:tracePt t="13773" x="1911350" y="3117850"/>
          <p14:tracePt t="13780" x="1905000" y="3117850"/>
          <p14:tracePt t="13794" x="1898650" y="3117850"/>
          <p14:tracePt t="13801" x="1892300" y="3117850"/>
          <p14:tracePt t="13811" x="1879600" y="3117850"/>
          <p14:tracePt t="13830" x="1847850" y="3117850"/>
          <p14:tracePt t="13844" x="1828800" y="3117850"/>
          <p14:tracePt t="13861" x="1816100" y="3117850"/>
          <p14:tracePt t="13878" x="1758950" y="3117850"/>
          <p14:tracePt t="13894" x="1752600" y="3117850"/>
          <p14:tracePt t="13911" x="1739900" y="3117850"/>
          <p14:tracePt t="13928" x="1733550" y="3117850"/>
          <p14:tracePt t="13949" x="1739900" y="3117850"/>
          <p14:tracePt t="13964" x="1752600" y="3117850"/>
          <p14:tracePt t="13984" x="1765300" y="3117850"/>
          <p14:tracePt t="13994" x="1778000" y="3117850"/>
          <p14:tracePt t="14011" x="1847850" y="3117850"/>
          <p14:tracePt t="14028" x="1885950" y="3117850"/>
          <p14:tracePt t="14044" x="2012950" y="3111500"/>
          <p14:tracePt t="14061" x="2178050" y="3111500"/>
          <p14:tracePt t="14076" x="2279650" y="3098800"/>
          <p14:tracePt t="14094" x="2470150" y="3086100"/>
          <p14:tracePt t="14110" x="2654300" y="3067050"/>
          <p14:tracePt t="14127" x="2730500" y="3060700"/>
          <p14:tracePt t="14144" x="2901950" y="3041650"/>
          <p14:tracePt t="14160" x="3054350" y="3028950"/>
          <p14:tracePt t="14176" x="3130550" y="3028950"/>
          <p14:tracePt t="14194" x="3251200" y="3003550"/>
          <p14:tracePt t="14210" x="3302000" y="3003550"/>
          <p14:tracePt t="14227" x="3371850" y="2990850"/>
          <p14:tracePt t="14244" x="3435350" y="2990850"/>
          <p14:tracePt t="14261" x="3460750" y="2990850"/>
          <p14:tracePt t="14277" x="3492500" y="2990850"/>
          <p14:tracePt t="14293" x="3524250" y="2990850"/>
          <p14:tracePt t="14309" x="3530600" y="2990850"/>
          <p14:tracePt t="14327" x="3549650" y="2997200"/>
          <p14:tracePt t="14343" x="3562350" y="3003550"/>
          <p14:tracePt t="14360" x="3568700" y="3003550"/>
          <p14:tracePt t="14377" x="3587750" y="3009900"/>
          <p14:tracePt t="14393" x="3600450" y="3009900"/>
          <p14:tracePt t="14426" x="3619500" y="3016250"/>
          <p14:tracePt t="14462" x="3632200" y="3016250"/>
          <p14:tracePt t="14502" x="3638550" y="3016250"/>
          <p14:tracePt t="14510" x="3644900" y="3016250"/>
          <p14:tracePt t="14544" x="3651250" y="3016250"/>
          <p14:tracePt t="14573" x="3663950" y="3016250"/>
          <p14:tracePt t="14621" x="3676650" y="3016250"/>
          <p14:tracePt t="14643" x="3683000" y="3016250"/>
          <p14:tracePt t="14650" x="3689350" y="3016250"/>
          <p14:tracePt t="14663" x="3695700" y="3016250"/>
          <p14:tracePt t="14685" x="3702050" y="3016250"/>
          <p14:tracePt t="14694" x="3708400" y="3016250"/>
          <p14:tracePt t="14720" x="3714750" y="3016250"/>
          <p14:tracePt t="14733" x="3721100" y="3016250"/>
          <p14:tracePt t="14776" x="3727450" y="3016250"/>
          <p14:tracePt t="14811" x="3733800" y="3016250"/>
          <p14:tracePt t="14846" x="3740150" y="3022600"/>
          <p14:tracePt t="14902" x="3727450" y="3022600"/>
          <p14:tracePt t="14923" x="3721100" y="3022600"/>
          <p14:tracePt t="14930" x="3714750" y="3028950"/>
          <p14:tracePt t="14944" x="3702050" y="3028950"/>
          <p14:tracePt t="14958" x="3689350" y="3035300"/>
          <p14:tracePt t="14974" x="3651250" y="3048000"/>
          <p14:tracePt t="14990" x="3619500" y="3054350"/>
          <p14:tracePt t="15008" x="3524250" y="3092450"/>
          <p14:tracePt t="15024" x="3403600" y="3130550"/>
          <p14:tracePt t="15040" x="3321050" y="3136900"/>
          <p14:tracePt t="15057" x="3175000" y="3175000"/>
          <p14:tracePt t="15073" x="3054350" y="3213100"/>
          <p14:tracePt t="15091" x="2971800" y="3251200"/>
          <p14:tracePt t="15107" x="2940050" y="3263900"/>
          <p14:tracePt t="15123" x="2908300" y="3276600"/>
          <p14:tracePt t="15141" x="2851150" y="3295650"/>
          <p14:tracePt t="15156" x="2844800" y="3295650"/>
          <p14:tracePt t="15173" x="2838450" y="3302000"/>
          <p14:tracePt t="15190" x="2825750" y="3302000"/>
          <p14:tracePt t="15206" x="2806700" y="3308350"/>
          <p14:tracePt t="15223" x="2800350" y="3314700"/>
          <p14:tracePt t="15240" x="2781300" y="3314700"/>
          <p14:tracePt t="15256" x="2768600" y="3314700"/>
          <p14:tracePt t="15273" x="2755900" y="3314700"/>
          <p14:tracePt t="15289" x="2749550" y="3314700"/>
          <p14:tracePt t="15306" x="2724150" y="3321050"/>
          <p14:tracePt t="15323" x="2692400" y="3321050"/>
          <p14:tracePt t="15339" x="2679700" y="3321050"/>
          <p14:tracePt t="15356" x="2641600" y="3321050"/>
          <p14:tracePt t="15373" x="2616200" y="3321050"/>
          <p14:tracePt t="15389" x="2609850" y="3321050"/>
          <p14:tracePt t="15406" x="2597150" y="3321050"/>
          <p14:tracePt t="15422" x="2590800" y="3327400"/>
          <p14:tracePt t="15456" x="2590800" y="3340100"/>
          <p14:tracePt t="15492" x="2590800" y="3346450"/>
          <p14:tracePt t="15547" x="2590800" y="3352800"/>
          <p14:tracePt t="15554" x="2590800" y="3359150"/>
          <p14:tracePt t="15561" x="2590800" y="3365500"/>
          <p14:tracePt t="15617" x="2584450" y="3371850"/>
          <p14:tracePt t="15631" x="2578100" y="3378200"/>
          <p14:tracePt t="15651" x="2571750" y="3384550"/>
          <p14:tracePt t="15673" x="2565400" y="3390900"/>
          <p14:tracePt t="15687" x="2559050" y="3397250"/>
          <p14:tracePt t="15694" x="2552700" y="3409950"/>
          <p14:tracePt t="15704" x="2540000" y="3416300"/>
          <p14:tracePt t="15722" x="2514600" y="3448050"/>
          <p14:tracePt t="15737" x="2501900" y="3460750"/>
          <p14:tracePt t="15754" x="2476500" y="3486150"/>
          <p14:tracePt t="15772" x="2432050" y="3543300"/>
          <p14:tracePt t="15788" x="2413000" y="3556000"/>
          <p14:tracePt t="15804" x="2400300" y="3568700"/>
          <p14:tracePt t="15821" x="2374900" y="3594100"/>
          <p14:tracePt t="15838" x="2349500" y="3619500"/>
          <p14:tracePt t="15855" x="2336800" y="3625850"/>
          <p14:tracePt t="15871" x="2317750" y="3644900"/>
          <p14:tracePt t="15887" x="2298700" y="3651250"/>
          <p14:tracePt t="15905" x="2279650" y="3670300"/>
          <p14:tracePt t="15921" x="2266950" y="3676650"/>
          <p14:tracePt t="15937" x="2260600" y="3689350"/>
          <p14:tracePt t="15954" x="2254250" y="3702050"/>
          <p14:tracePt t="15970" x="2254250" y="3708400"/>
          <p14:tracePt t="15987" x="2247900" y="3714750"/>
          <p14:tracePt t="16004" x="2241550" y="3721100"/>
          <p14:tracePt t="16020" x="2241550" y="3727450"/>
          <p14:tracePt t="16038" x="2228850" y="3733800"/>
          <p14:tracePt t="16054" x="2222500" y="3746500"/>
          <p14:tracePt t="16071" x="2216150" y="3746500"/>
          <p14:tracePt t="16104" x="2216150" y="3752850"/>
          <p14:tracePt t="16119" x="2216150" y="3759200"/>
          <p14:tracePt t="16137" x="2209800" y="3759200"/>
          <p14:tracePt t="16153" x="2209800" y="3765550"/>
          <p14:tracePt t="16169" x="2203450" y="3771900"/>
          <p14:tracePt t="16186" x="2190750" y="3771900"/>
          <p14:tracePt t="16203" x="2190750" y="3778250"/>
          <p14:tracePt t="16220" x="2178050" y="3784600"/>
          <p14:tracePt t="16253" x="2171700" y="3784600"/>
          <p14:tracePt t="16270" x="2152650" y="3790950"/>
          <p14:tracePt t="16286" x="2127250" y="3810000"/>
          <p14:tracePt t="16303" x="2114550" y="3829050"/>
          <p14:tracePt t="16320" x="2070100" y="3848100"/>
          <p14:tracePt t="16336" x="2025650" y="3867150"/>
          <p14:tracePt t="16353" x="2006600" y="3879850"/>
          <p14:tracePt t="16369" x="1968500" y="3898900"/>
          <p14:tracePt t="16386" x="1949450" y="3911600"/>
          <p14:tracePt t="16403" x="1885950" y="3917950"/>
          <p14:tracePt t="16419" x="1866900" y="3924300"/>
          <p14:tracePt t="16436" x="1847850" y="3924300"/>
          <p14:tracePt t="16452" x="1797050" y="3924300"/>
          <p14:tracePt t="16469" x="1739900" y="3924300"/>
          <p14:tracePt t="16486" x="1714500" y="3924300"/>
          <p14:tracePt t="16502" x="1663700" y="3924300"/>
          <p14:tracePt t="16518" x="1631950" y="3930650"/>
          <p14:tracePt t="16536" x="1606550" y="3930650"/>
          <p14:tracePt t="16552" x="1600200" y="3930650"/>
          <p14:tracePt t="16568" x="1581150" y="3930650"/>
          <p14:tracePt t="16585" x="1574800" y="3930650"/>
          <p14:tracePt t="16725" x="1587500" y="3930650"/>
          <p14:tracePt t="16739" x="1593850" y="3930650"/>
          <p14:tracePt t="16774" x="1606550" y="3930650"/>
          <p14:tracePt t="16795" x="1612900" y="3930650"/>
          <p14:tracePt t="16816" x="1619250" y="3930650"/>
          <p14:tracePt t="16837" x="1631950" y="3930650"/>
          <p14:tracePt t="16844" x="1644650" y="3930650"/>
          <p14:tracePt t="16858" x="1663700" y="3930650"/>
          <p14:tracePt t="16867" x="1695450" y="3930650"/>
          <p14:tracePt t="16883" x="1714500" y="3937000"/>
          <p14:tracePt t="16901" x="1803400" y="3949700"/>
          <p14:tracePt t="16917" x="1911350" y="3949700"/>
          <p14:tracePt t="16934" x="1974850" y="3949700"/>
          <p14:tracePt t="16950" x="2101850" y="3956050"/>
          <p14:tracePt t="16967" x="2228850" y="3956050"/>
          <p14:tracePt t="16984" x="2349500" y="3968750"/>
          <p14:tracePt t="17000" x="2400300" y="3968750"/>
          <p14:tracePt t="17017" x="2451100" y="3962400"/>
          <p14:tracePt t="17034" x="2590800" y="3937000"/>
          <p14:tracePt t="17050" x="2628900" y="3930650"/>
          <p14:tracePt t="17053" x="2673350" y="3924300"/>
          <p14:tracePt t="17083" x="2743200" y="3905250"/>
          <p14:tracePt t="17100" x="2813050" y="3892550"/>
          <p14:tracePt t="17117" x="2857500" y="3860800"/>
          <p14:tracePt t="17133" x="2978150" y="3835400"/>
          <p14:tracePt t="17150" x="3098800" y="3829050"/>
          <p14:tracePt t="17167" x="3251200" y="3816350"/>
          <p14:tracePt t="17183" x="3327400" y="3816350"/>
          <p14:tracePt t="17200" x="3492500" y="3816350"/>
          <p14:tracePt t="17216" x="3657600" y="3810000"/>
          <p14:tracePt t="17233" x="3733800" y="3810000"/>
          <p14:tracePt t="17250" x="3892550" y="3810000"/>
          <p14:tracePt t="17266" x="4057650" y="3810000"/>
          <p14:tracePt t="17283" x="4133850" y="3810000"/>
          <p14:tracePt t="17300" x="4286250" y="3810000"/>
          <p14:tracePt t="17316" x="4413250" y="3797300"/>
          <p14:tracePt t="17333" x="4470400" y="3790950"/>
          <p14:tracePt t="17349" x="4597400" y="3790950"/>
          <p14:tracePt t="17366" x="4635500" y="3790950"/>
          <p14:tracePt t="17382" x="4705350" y="3771900"/>
          <p14:tracePt t="17399" x="4756150" y="3771900"/>
          <p14:tracePt t="17415" x="4781550" y="3771900"/>
          <p14:tracePt t="17433" x="4813300" y="3778250"/>
          <p14:tracePt t="17448" x="4826000" y="3790950"/>
          <p14:tracePt t="17465" x="4851400" y="3803650"/>
          <p14:tracePt t="17482" x="4876800" y="3810000"/>
          <p14:tracePt t="19482" x="4870450" y="3803650"/>
          <p14:tracePt t="19495" x="4845050" y="3771900"/>
          <p14:tracePt t="19502" x="4813300" y="3740150"/>
          <p14:tracePt t="19511" x="4762500" y="3695700"/>
          <p14:tracePt t="19525" x="4705350" y="3619500"/>
          <p14:tracePt t="19541" x="4546600" y="3454400"/>
          <p14:tracePt t="19559" x="4356100" y="3232150"/>
          <p14:tracePt t="19574" x="4229100" y="3086100"/>
          <p14:tracePt t="19591" x="4083050" y="2901950"/>
          <p14:tracePt t="19608" x="3803650" y="2546350"/>
          <p14:tracePt t="19624" x="3524250" y="2216150"/>
          <p14:tracePt t="19641" x="3409950" y="2076450"/>
          <p14:tracePt t="19658" x="3168650" y="1797050"/>
          <p14:tracePt t="19674" x="3009900" y="1625600"/>
          <p14:tracePt t="19692" x="2895600" y="1517650"/>
          <p14:tracePt t="19707" x="2844800" y="1485900"/>
          <p14:tracePt t="19724" x="2794000" y="1447800"/>
          <p14:tracePt t="19741" x="2768600" y="1428750"/>
          <p14:tracePt t="19757" x="2762250" y="1409700"/>
          <p14:tracePt t="19774" x="2736850" y="1403350"/>
          <p14:tracePt t="19791" x="2717800" y="1403350"/>
          <p14:tracePt t="19824" x="2711450" y="1403350"/>
          <p14:tracePt t="19852" x="2711450" y="1409700"/>
          <p14:tracePt t="19860" x="2711450" y="1416050"/>
          <p14:tracePt t="19877" x="2711450" y="1422400"/>
          <p14:tracePt t="19890" x="2724150" y="1435100"/>
          <p14:tracePt t="19907" x="2730500" y="1441450"/>
          <p14:tracePt t="19923" x="2743200" y="1473200"/>
          <p14:tracePt t="19940" x="2749550" y="1485900"/>
          <p14:tracePt t="19957" x="2781300" y="1555750"/>
          <p14:tracePt t="19973" x="2863850" y="1739900"/>
          <p14:tracePt t="19990" x="2908300" y="1873250"/>
          <p14:tracePt t="20007" x="3041650" y="2273300"/>
          <p14:tracePt t="20023" x="3213100" y="2679700"/>
          <p14:tracePt t="20040" x="3282950" y="2825750"/>
          <p14:tracePt t="20056" x="3378200" y="3028950"/>
          <p14:tracePt t="20073" x="3435350" y="3124200"/>
          <p14:tracePt t="20090" x="3441700" y="3149600"/>
          <p14:tracePt t="20106" x="3448050" y="3168650"/>
          <p14:tracePt t="20123" x="3454400" y="3168650"/>
          <p14:tracePt t="20142" x="3454400" y="3175000"/>
          <p14:tracePt t="20156" x="3460750" y="3181350"/>
          <p14:tracePt t="20172" x="3467100" y="3187700"/>
          <p14:tracePt t="20190" x="3473450" y="3206750"/>
          <p14:tracePt t="20206" x="3479800" y="3219450"/>
          <p14:tracePt t="20223" x="3486150" y="3238500"/>
          <p14:tracePt t="20239" x="3536950" y="3333750"/>
          <p14:tracePt t="20255" x="3549650" y="3365500"/>
          <p14:tracePt t="20272" x="3568700" y="3397250"/>
          <p14:tracePt t="20289" x="3594100" y="3448050"/>
          <p14:tracePt t="20306" x="3619500" y="3479800"/>
          <p14:tracePt t="20323" x="3638550" y="3498850"/>
          <p14:tracePt t="20339" x="3644900" y="3511550"/>
          <p14:tracePt t="20355" x="3663950" y="3530600"/>
          <p14:tracePt t="20372" x="3683000" y="3549650"/>
          <p14:tracePt t="20388" x="3689350" y="3562350"/>
          <p14:tracePt t="20405" x="3714750" y="3587750"/>
          <p14:tracePt t="20422" x="3752850" y="3651250"/>
          <p14:tracePt t="20438" x="3771900" y="3676650"/>
          <p14:tracePt t="20455" x="3803650" y="3689350"/>
          <p14:tracePt t="23315" x="3771900" y="3689350"/>
          <p14:tracePt t="23330" x="3727450" y="3676650"/>
          <p14:tracePt t="23336" x="3676650" y="3670300"/>
          <p14:tracePt t="23345" x="3613150" y="3663950"/>
          <p14:tracePt t="23361" x="3543300" y="3644900"/>
          <p14:tracePt t="23379" x="3390900" y="3619500"/>
          <p14:tracePt t="23395" x="3295650" y="3594100"/>
          <p14:tracePt t="23412" x="3136900" y="3562350"/>
          <p14:tracePt t="23428" x="3009900" y="3543300"/>
          <p14:tracePt t="23445" x="2965450" y="3536950"/>
          <p14:tracePt t="23462" x="2895600" y="3517900"/>
          <p14:tracePt t="23477" x="2838450" y="3498850"/>
          <p14:tracePt t="23494" x="2806700" y="3492500"/>
          <p14:tracePt t="23512" x="2736850" y="3473450"/>
          <p14:tracePt t="23528" x="2641600" y="3448050"/>
          <p14:tracePt t="23544" x="2584450" y="3429000"/>
          <p14:tracePt t="23561" x="2482850" y="3390900"/>
          <p14:tracePt t="23577" x="2387600" y="3359150"/>
          <p14:tracePt t="23595" x="2355850" y="3352800"/>
          <p14:tracePt t="23611" x="2317750" y="3333750"/>
          <p14:tracePt t="23627" x="2292350" y="3327400"/>
          <p14:tracePt t="23645" x="2273300" y="3327400"/>
          <p14:tracePt t="23661" x="2266950" y="3327400"/>
          <p14:tracePt t="23677" x="2260600" y="3327400"/>
          <p14:tracePt t="23694" x="2241550" y="3321050"/>
          <p14:tracePt t="23710" x="2228850" y="3321050"/>
          <p14:tracePt t="23727" x="2222500" y="3314700"/>
          <p14:tracePt t="23744" x="2203450" y="3302000"/>
          <p14:tracePt t="23760" x="2197100" y="3302000"/>
          <p14:tracePt t="23793" x="2190750" y="3302000"/>
          <p14:tracePt t="23814" x="2184400" y="3295650"/>
          <p14:tracePt t="23854" x="2178050" y="3295650"/>
          <p14:tracePt t="23897" x="2178050" y="3289300"/>
          <p14:tracePt t="23918" x="2184400" y="3289300"/>
          <p14:tracePt t="23924" x="2190750" y="3282950"/>
          <p14:tracePt t="23939" x="2203450" y="3276600"/>
          <p14:tracePt t="23946" x="2209800" y="3276600"/>
          <p14:tracePt t="23962" x="2228850" y="3263900"/>
          <p14:tracePt t="23976" x="2324100" y="3225800"/>
          <p14:tracePt t="23993" x="2400300" y="3206750"/>
          <p14:tracePt t="24010" x="2635250" y="3143250"/>
          <p14:tracePt t="24026" x="2762250" y="3111500"/>
          <p14:tracePt t="24043" x="3035300" y="3054350"/>
          <p14:tracePt t="24059" x="3263900" y="3022600"/>
          <p14:tracePt t="24076" x="3352800" y="3016250"/>
          <p14:tracePt t="24079" x="3429000" y="3003550"/>
          <p14:tracePt t="24092" x="3498850" y="2997200"/>
          <p14:tracePt t="24109" x="3562350" y="2997200"/>
          <p14:tracePt t="24125" x="3581400" y="2997200"/>
          <p14:tracePt t="24143" x="3613150" y="2997200"/>
          <p14:tracePt t="24227" x="3613150" y="3003550"/>
          <p14:tracePt t="24248" x="3606800" y="3003550"/>
          <p14:tracePt t="24254" x="3600450" y="3003550"/>
          <p14:tracePt t="24269" x="3594100" y="3003550"/>
          <p14:tracePt t="24297" x="3587750" y="3003550"/>
          <p14:tracePt t="24325" x="3581400" y="3003550"/>
          <p14:tracePt t="24346" x="3581400" y="3009900"/>
          <p14:tracePt t="24367" x="3575050" y="3009900"/>
          <p14:tracePt t="24388" x="3575050" y="3016250"/>
          <p14:tracePt t="24416" x="3568700" y="3022600"/>
          <p14:tracePt t="24437" x="3562350" y="3022600"/>
          <p14:tracePt t="24465" x="3562350" y="3028950"/>
          <p14:tracePt t="24486" x="3556000" y="3035300"/>
          <p14:tracePt t="24507" x="3549650" y="3035300"/>
          <p14:tracePt t="24521" x="3543300" y="3048000"/>
          <p14:tracePt t="24535" x="3543300" y="3054350"/>
          <p14:tracePt t="24549" x="3536950" y="3067050"/>
          <p14:tracePt t="24558" x="3530600" y="3079750"/>
          <p14:tracePt t="24574" x="3505200" y="3105150"/>
          <p14:tracePt t="24591" x="3479800" y="3143250"/>
          <p14:tracePt t="24607" x="3441700" y="3200400"/>
          <p14:tracePt t="24624" x="3416300" y="3219450"/>
          <p14:tracePt t="24641" x="3390900" y="3238500"/>
          <p14:tracePt t="24658" x="3378200" y="3251200"/>
          <p14:tracePt t="24674" x="3365500" y="3257550"/>
          <p14:tracePt t="24690" x="3359150" y="3257550"/>
          <p14:tracePt t="24707" x="3352800" y="3257550"/>
          <p14:tracePt t="24724" x="3365500" y="3238500"/>
          <p14:tracePt t="24740" x="3378200" y="3225800"/>
          <p14:tracePt t="24757" x="3397250" y="3219450"/>
          <p14:tracePt t="24774" x="3429000" y="3194050"/>
          <p14:tracePt t="24790" x="3492500" y="3168650"/>
          <p14:tracePt t="24807" x="3536950" y="3149600"/>
          <p14:tracePt t="24823" x="3606800" y="3117850"/>
          <p14:tracePt t="24840" x="3695700" y="3092450"/>
          <p14:tracePt t="24859" x="3752850" y="3086100"/>
          <p14:tracePt t="24873" x="3765550" y="3086100"/>
          <p14:tracePt t="24889" x="3778250" y="3086100"/>
          <p14:tracePt t="24907" x="3784600" y="3098800"/>
          <p14:tracePt t="24923" x="3784600" y="3117850"/>
          <p14:tracePt t="24940" x="3778250" y="3117850"/>
          <p14:tracePt t="24957" x="3759200" y="3130550"/>
          <p14:tracePt t="24973" x="3733800" y="3168650"/>
          <p14:tracePt t="24990" x="3714750" y="3187700"/>
          <p14:tracePt t="25006" x="3670300" y="3295650"/>
          <p14:tracePt t="25023" x="3600450" y="3467100"/>
          <p14:tracePt t="25040" x="3517900" y="3663950"/>
          <p14:tracePt t="25056" x="3498850" y="3771900"/>
          <p14:tracePt t="25073" x="3448050" y="3930650"/>
          <p14:tracePt t="25089" x="3429000" y="4025900"/>
          <p14:tracePt t="25106" x="3422650" y="4051300"/>
          <p14:tracePt t="25109" x="3422650" y="4076700"/>
          <p14:tracePt t="25131" x="3422650" y="4083050"/>
          <p14:tracePt t="25139" x="3422650" y="4089400"/>
          <p14:tracePt t="25155" x="3429000" y="4089400"/>
          <p14:tracePt t="25173" x="3441700" y="4089400"/>
          <p14:tracePt t="25189" x="3460750" y="4089400"/>
          <p14:tracePt t="25205" x="3473450" y="4089400"/>
          <p14:tracePt t="25222" x="3492500" y="4083050"/>
          <p14:tracePt t="25238" x="3511550" y="4070350"/>
          <p14:tracePt t="25255" x="3517900" y="4070350"/>
          <p14:tracePt t="25272" x="3536950" y="4064000"/>
          <p14:tracePt t="25289" x="3543300" y="4064000"/>
          <p14:tracePt t="25306" x="3587750" y="4051300"/>
          <p14:tracePt t="25322" x="3600450" y="4044950"/>
          <p14:tracePt t="25338" x="3619500" y="4038600"/>
          <p14:tracePt t="25355" x="3670300" y="4025900"/>
          <p14:tracePt t="25371" x="3721100" y="4019550"/>
          <p14:tracePt t="25388" x="3740150" y="4019550"/>
          <p14:tracePt t="25405" x="3784600" y="4019550"/>
          <p14:tracePt t="25421" x="3797300" y="4019550"/>
          <p14:tracePt t="25454" x="3797300" y="4025900"/>
          <p14:tracePt t="25471" x="3810000" y="4038600"/>
          <p14:tracePt t="25488" x="3810000" y="4044950"/>
          <p14:tracePt t="25504" x="3822700" y="4057650"/>
          <p14:tracePt t="31718" x="3829050" y="4114800"/>
          <p14:tracePt t="31734" x="3873500" y="4191000"/>
          <p14:tracePt t="31749" x="3911600" y="4286250"/>
          <p14:tracePt t="31767" x="3962400" y="4432300"/>
          <p14:tracePt t="31782" x="4019550" y="4521200"/>
          <p14:tracePt t="31799" x="4064000" y="4572000"/>
          <p14:tracePt t="31816" x="4102100" y="4654550"/>
          <p14:tracePt t="31832" x="4121150" y="4699000"/>
          <p14:tracePt t="31849" x="4146550" y="4756150"/>
          <p14:tracePt t="31866" x="4165600" y="4819650"/>
          <p14:tracePt t="31882" x="4184650" y="4857750"/>
          <p14:tracePt t="31899" x="4197350" y="4889500"/>
          <p14:tracePt t="31915" x="4216400" y="4914900"/>
          <p14:tracePt t="31932" x="4216400" y="4940300"/>
          <p14:tracePt t="31949" x="4241800" y="4972050"/>
          <p14:tracePt t="31965" x="4248150" y="4978400"/>
          <p14:tracePt t="31982" x="4260850" y="4978400"/>
          <p14:tracePt t="31999" x="4273550" y="4978400"/>
          <p14:tracePt t="32041" x="4279900" y="4978400"/>
          <p14:tracePt t="32048" x="4286250" y="4978400"/>
          <p14:tracePt t="32068" x="4292600" y="4984750"/>
          <p14:tracePt t="32089" x="4298950" y="4984750"/>
          <p14:tracePt t="32110" x="4305300" y="4984750"/>
          <p14:tracePt t="32160" x="4318000" y="4984750"/>
          <p14:tracePt t="32180" x="4324350" y="4984750"/>
          <p14:tracePt t="32187" x="4330700" y="4984750"/>
          <p14:tracePt t="32208" x="4337050" y="4991100"/>
          <p14:tracePt t="32223" x="4343400" y="4991100"/>
          <p14:tracePt t="32244" x="4349750" y="4991100"/>
          <p14:tracePt t="32258" x="4349750" y="4997450"/>
          <p14:tracePt t="32272" x="4356100" y="4997450"/>
          <p14:tracePt t="32281" x="4362450" y="5003800"/>
          <p14:tracePt t="32298" x="4368800" y="5003800"/>
          <p14:tracePt t="32314" x="4400550" y="5016500"/>
          <p14:tracePt t="32330" x="4419600" y="5022850"/>
          <p14:tracePt t="32348" x="4445000" y="5029200"/>
          <p14:tracePt t="32364" x="4508500" y="5048250"/>
          <p14:tracePt t="32380" x="4559300" y="5054600"/>
          <p14:tracePt t="32398" x="4673600" y="5092700"/>
          <p14:tracePt t="32414" x="4756150" y="5111750"/>
          <p14:tracePt t="32430" x="4838700" y="5118100"/>
          <p14:tracePt t="32447" x="4984750" y="5130800"/>
          <p14:tracePt t="32464" x="5073650" y="5130800"/>
          <p14:tracePt t="32480" x="5162550" y="5130800"/>
          <p14:tracePt t="32497" x="5295900" y="5130800"/>
          <p14:tracePt t="32513" x="5365750" y="5118100"/>
          <p14:tracePt t="32530" x="5454650" y="5111750"/>
          <p14:tracePt t="32546" x="5562600" y="5105400"/>
          <p14:tracePt t="32564" x="5626100" y="5092700"/>
          <p14:tracePt t="32580" x="5715000" y="5092700"/>
          <p14:tracePt t="32596" x="5759450" y="5092700"/>
          <p14:tracePt t="32613" x="5816600" y="5086350"/>
          <p14:tracePt t="32630" x="5899150" y="5086350"/>
          <p14:tracePt t="32646" x="5937250" y="5099050"/>
          <p14:tracePt t="32665" x="6045200" y="5105400"/>
          <p14:tracePt t="32679" x="6108700" y="5105400"/>
          <p14:tracePt t="32696" x="6191250" y="5111750"/>
          <p14:tracePt t="32713" x="6299200" y="5111750"/>
          <p14:tracePt t="32729" x="6362700" y="5111750"/>
          <p14:tracePt t="32746" x="6432550" y="5111750"/>
          <p14:tracePt t="32763" x="6534150" y="5111750"/>
          <p14:tracePt t="32779" x="6616700" y="5111750"/>
          <p14:tracePt t="32795" x="6673850" y="5099050"/>
          <p14:tracePt t="32812" x="6756400" y="5092700"/>
          <p14:tracePt t="32829" x="6800850" y="5092700"/>
          <p14:tracePt t="32847" x="6870700" y="5092700"/>
          <p14:tracePt t="32862" x="6902450" y="5092700"/>
          <p14:tracePt t="32879" x="6959600" y="5092700"/>
          <p14:tracePt t="32896" x="6997700" y="5092700"/>
          <p14:tracePt t="32911" x="7067550" y="5105400"/>
          <p14:tracePt t="32928" x="7112000" y="5111750"/>
          <p14:tracePt t="32945" x="7175500" y="5111750"/>
          <p14:tracePt t="32962" x="7226300" y="5111750"/>
          <p14:tracePt t="32979" x="7264400" y="5111750"/>
          <p14:tracePt t="32995" x="7340600" y="5111750"/>
          <p14:tracePt t="33011" x="7385050" y="5111750"/>
          <p14:tracePt t="33029" x="7454900" y="5111750"/>
          <p14:tracePt t="33045" x="7493000" y="5111750"/>
          <p14:tracePt t="33061" x="7537450" y="5111750"/>
          <p14:tracePt t="33079" x="7594600" y="5111750"/>
          <p14:tracePt t="33095" x="7639050" y="5111750"/>
          <p14:tracePt t="33111" x="7670800" y="5105400"/>
          <p14:tracePt t="33128" x="7708900" y="5099050"/>
          <p14:tracePt t="33144" x="7734300" y="5092700"/>
          <p14:tracePt t="33162" x="7753350" y="5092700"/>
          <p14:tracePt t="33177" x="7766050" y="5086350"/>
          <p14:tracePt t="33194" x="7778750" y="5086350"/>
          <p14:tracePt t="33211" x="7797800" y="5086350"/>
          <p14:tracePt t="33227" x="7804150" y="5086350"/>
          <p14:tracePt t="33231" x="7810500" y="5086350"/>
          <p14:tracePt t="33260" x="7816850" y="5086350"/>
          <p14:tracePt t="33277" x="7823200" y="5086350"/>
          <p14:tracePt t="33302" x="7823200" y="5080000"/>
          <p14:tracePt t="33312" x="7823200" y="5073650"/>
          <p14:tracePt t="35355" x="7740650" y="5035550"/>
          <p14:tracePt t="35362" x="7569200" y="4959350"/>
          <p14:tracePt t="35370" x="7346950" y="4857750"/>
          <p14:tracePt t="35387" x="7004050" y="4705350"/>
          <p14:tracePt t="35404" x="6489700" y="4489450"/>
          <p14:tracePt t="35420" x="5854700" y="4203700"/>
          <p14:tracePt t="35436" x="5441950" y="4095750"/>
          <p14:tracePt t="35454" x="4984750" y="3937000"/>
          <p14:tracePt t="35470" x="4699000" y="3867150"/>
          <p14:tracePt t="35486" x="4508500" y="3841750"/>
          <p14:tracePt t="35503" x="4311650" y="3810000"/>
          <p14:tracePt t="35519" x="4235450" y="3810000"/>
          <p14:tracePt t="35537" x="4165600" y="3803650"/>
          <p14:tracePt t="35552" x="4108450" y="3803650"/>
          <p14:tracePt t="35569" x="4070350" y="3803650"/>
          <p14:tracePt t="35587" x="4044950" y="3816350"/>
          <p14:tracePt t="35603" x="4025900" y="3816350"/>
          <p14:tracePt t="35619" x="4000500" y="3816350"/>
          <p14:tracePt t="35636" x="3968750" y="3822700"/>
          <p14:tracePt t="35652" x="3924300" y="3822700"/>
          <p14:tracePt t="35669" x="3867150" y="3816350"/>
          <p14:tracePt t="35685" x="3721100" y="3797300"/>
          <p14:tracePt t="35702" x="3587750" y="3778250"/>
          <p14:tracePt t="35720" x="3384550" y="3708400"/>
          <p14:tracePt t="35735" x="3276600" y="3663950"/>
          <p14:tracePt t="35752" x="3187700" y="3632200"/>
          <p14:tracePt t="35756" x="3162300" y="3625850"/>
          <p14:tracePt t="35769" x="3111500" y="3613150"/>
          <p14:tracePt t="35785" x="3067050" y="3606800"/>
          <p14:tracePt t="35802" x="3041650" y="3600450"/>
          <p14:tracePt t="35819" x="2997200" y="3600450"/>
          <p14:tracePt t="35835" x="2952750" y="3619500"/>
          <p14:tracePt t="35852" x="2895600" y="3638550"/>
          <p14:tracePt t="35868" x="2844800" y="3657600"/>
          <p14:tracePt t="35885" x="2768600" y="3689350"/>
          <p14:tracePt t="35902" x="2686050" y="3721100"/>
          <p14:tracePt t="35918" x="2641600" y="3727450"/>
          <p14:tracePt t="35935" x="2603500" y="3740150"/>
          <p14:tracePt t="35951" x="2559050" y="3740150"/>
          <p14:tracePt t="35969" x="2520950" y="3746500"/>
          <p14:tracePt t="35985" x="2495550" y="3746500"/>
          <p14:tracePt t="36001" x="2470150" y="3746500"/>
          <p14:tracePt t="36018" x="2451100" y="3746500"/>
          <p14:tracePt t="36035" x="2432050" y="3746500"/>
          <p14:tracePt t="36273" x="2438400" y="3746500"/>
          <p14:tracePt t="36294" x="2444750" y="3746500"/>
          <p14:tracePt t="36337" x="2457450" y="3746500"/>
          <p14:tracePt t="36364" x="2463800" y="3746500"/>
          <p14:tracePt t="36399" x="2470150" y="3746500"/>
          <p14:tracePt t="36407" x="2476500" y="3746500"/>
          <p14:tracePt t="36416" x="2482850" y="3746500"/>
          <p14:tracePt t="36433" x="2489200" y="3746500"/>
          <p14:tracePt t="36450" x="2508250" y="3740150"/>
          <p14:tracePt t="36466" x="2533650" y="3733800"/>
          <p14:tracePt t="36484" x="2565400" y="3733800"/>
          <p14:tracePt t="36500" x="2590800" y="3733800"/>
          <p14:tracePt t="36517" x="2603500" y="3733800"/>
          <p14:tracePt t="36534" x="2628900" y="3733800"/>
          <p14:tracePt t="36549" x="2635250" y="3733800"/>
          <p14:tracePt t="36566" x="2641600" y="3733800"/>
          <p14:tracePt t="36610" x="2641600" y="3727450"/>
          <p14:tracePt t="36624" x="2641600" y="3721100"/>
          <p14:tracePt t="36645" x="2641600" y="3714750"/>
          <p14:tracePt t="37138" x="2597150" y="3714750"/>
          <p14:tracePt t="37145" x="2508250" y="3714750"/>
          <p14:tracePt t="37152" x="2438400" y="3702050"/>
          <p14:tracePt t="37163" x="2387600" y="3689350"/>
          <p14:tracePt t="37181" x="2241550" y="3670300"/>
          <p14:tracePt t="37197" x="2159000" y="3670300"/>
          <p14:tracePt t="37214" x="2108200" y="3670300"/>
          <p14:tracePt t="37231" x="2038350" y="3663950"/>
          <p14:tracePt t="37247" x="1993900" y="3663950"/>
          <p14:tracePt t="37251" x="1968500" y="3663950"/>
          <p14:tracePt t="37264" x="1962150" y="3663950"/>
          <p14:tracePt t="37279" x="1943100" y="3663950"/>
          <p14:tracePt t="37297" x="1936750" y="3663950"/>
          <p14:tracePt t="37342" x="1930400" y="3663950"/>
          <p14:tracePt t="37412" x="1930400" y="3670300"/>
          <p14:tracePt t="37448" x="1930400" y="3676650"/>
          <p14:tracePt t="37461" x="1936750" y="3683000"/>
          <p14:tracePt t="37489" x="1936750" y="3689350"/>
          <p14:tracePt t="37503" x="1943100" y="3689350"/>
          <p14:tracePt t="37510" x="1943100" y="3702050"/>
          <p14:tracePt t="37517" x="1949450" y="3714750"/>
          <p14:tracePt t="37529" x="1949450" y="3727450"/>
          <p14:tracePt t="37546" x="1955800" y="3784600"/>
          <p14:tracePt t="37562" x="1968500" y="3854450"/>
          <p14:tracePt t="37579" x="1987550" y="3917950"/>
          <p14:tracePt t="37595" x="2006600" y="3994150"/>
          <p14:tracePt t="37612" x="2012950" y="4025900"/>
          <p14:tracePt t="37630" x="2025650" y="4044950"/>
          <p14:tracePt t="37645" x="2032000" y="4051300"/>
          <p14:tracePt t="37681" x="2038350" y="4051300"/>
          <p14:tracePt t="37695" x="2044700" y="4044950"/>
          <p14:tracePt t="37712" x="2044700" y="4032250"/>
          <p14:tracePt t="37729" x="2051050" y="3994150"/>
          <p14:tracePt t="37745" x="2057400" y="3962400"/>
          <p14:tracePt t="37762" x="2063750" y="3892550"/>
          <p14:tracePt t="37779" x="2063750" y="3848100"/>
          <p14:tracePt t="37795" x="2063750" y="3810000"/>
          <p14:tracePt t="37812" x="2063750" y="3771900"/>
          <p14:tracePt t="37828" x="2063750" y="3759200"/>
          <p14:tracePt t="37845" x="2063750" y="3752850"/>
          <p14:tracePt t="37861" x="2063750" y="3740150"/>
          <p14:tracePt t="37911" x="2063750" y="3746500"/>
          <p14:tracePt t="37924" x="2057400" y="3746500"/>
          <p14:tracePt t="37938" x="2057400" y="3759200"/>
          <p14:tracePt t="37947" x="2051050" y="3759200"/>
          <p14:tracePt t="37960" x="2051050" y="3771900"/>
          <p14:tracePt t="37978" x="2051050" y="3778250"/>
          <p14:tracePt t="37995" x="2051050" y="3790950"/>
          <p14:tracePt t="38011" x="2044700" y="3803650"/>
          <p14:tracePt t="38028" x="2044700" y="3816350"/>
          <p14:tracePt t="38044" x="2032000" y="3848100"/>
          <p14:tracePt t="38061" x="2025650" y="3873500"/>
          <p14:tracePt t="38078" x="2006600" y="3911600"/>
          <p14:tracePt t="38094" x="2006600" y="3924300"/>
          <p14:tracePt t="38110" x="2006600" y="3930650"/>
          <p14:tracePt t="38127" x="2006600" y="3937000"/>
          <p14:tracePt t="38160" x="2006600" y="3924300"/>
          <p14:tracePt t="38177" x="2012950" y="3911600"/>
          <p14:tracePt t="38194" x="2019300" y="3905250"/>
          <p14:tracePt t="38211" x="2032000" y="3886200"/>
          <p14:tracePt t="38226" x="2032000" y="3879850"/>
          <p14:tracePt t="38243" x="2038350" y="3873500"/>
          <p14:tracePt t="38260" x="2038350" y="3860800"/>
          <p14:tracePt t="38276" x="2038350" y="3854450"/>
          <p14:tracePt t="38311" x="2038350" y="3848100"/>
          <p14:tracePt t="38331" x="2038350" y="3841750"/>
          <p14:tracePt t="38352" x="2038350" y="3835400"/>
          <p14:tracePt t="38359" x="2044700" y="3835400"/>
          <p14:tracePt t="38380" x="2044700" y="3829050"/>
          <p14:tracePt t="38401" x="2057400" y="3822700"/>
          <p14:tracePt t="38422" x="2063750" y="3816350"/>
          <p14:tracePt t="38428" x="2070100" y="3816350"/>
          <p14:tracePt t="38445" x="2076450" y="3816350"/>
          <p14:tracePt t="38464" x="2089150" y="3816350"/>
          <p14:tracePt t="38476" x="2089150" y="3810000"/>
          <p14:tracePt t="38493" x="2120900" y="3810000"/>
          <p14:tracePt t="38509" x="2133600" y="3810000"/>
          <p14:tracePt t="38526" x="2171700" y="3810000"/>
          <p14:tracePt t="38543" x="2222500" y="3816350"/>
          <p14:tracePt t="38559" x="2254250" y="3822700"/>
          <p14:tracePt t="38576" x="2298700" y="3829050"/>
          <p14:tracePt t="38592" x="2362200" y="3841750"/>
          <p14:tracePt t="38609" x="2381250" y="3848100"/>
          <p14:tracePt t="38626" x="2432050" y="3848100"/>
          <p14:tracePt t="38642" x="2457450" y="3854450"/>
          <p14:tracePt t="38659" x="2470150" y="3860800"/>
          <p14:tracePt t="38676" x="2489200" y="3867150"/>
          <p14:tracePt t="38692" x="2489200" y="3873500"/>
          <p14:tracePt t="38709" x="2501900" y="3886200"/>
          <p14:tracePt t="38725" x="2508250" y="3892550"/>
          <p14:tracePt t="38759" x="2514600" y="3898900"/>
          <p14:tracePt t="38814" x="2508250" y="3898900"/>
          <p14:tracePt t="38842" x="2501900" y="3898900"/>
          <p14:tracePt t="38849" x="2495550" y="3905250"/>
          <p14:tracePt t="38870" x="2495550" y="3911600"/>
          <p14:tracePt t="38892" x="2489200" y="3924300"/>
          <p14:tracePt t="38905" x="2489200" y="3930650"/>
          <p14:tracePt t="38912" x="2489200" y="3937000"/>
          <p14:tracePt t="38924" x="2482850" y="3949700"/>
          <p14:tracePt t="38941" x="2476500" y="3981450"/>
          <p14:tracePt t="38958" x="2470150" y="4000500"/>
          <p14:tracePt t="38975" x="2444750" y="4044950"/>
          <p14:tracePt t="38991" x="2432050" y="4076700"/>
          <p14:tracePt t="39007" x="2432050" y="4095750"/>
          <p14:tracePt t="39025" x="2425700" y="4102100"/>
          <p14:tracePt t="39041" x="2419350" y="4121150"/>
          <p14:tracePt t="39057" x="2419350" y="4140200"/>
          <p14:tracePt t="39074" x="2425700" y="4140200"/>
          <p14:tracePt t="41794" x="2444750" y="4165600"/>
          <p14:tracePt t="41808" x="2470150" y="4210050"/>
          <p14:tracePt t="41817" x="2495550" y="4248150"/>
          <p14:tracePt t="41831" x="2552700" y="4305300"/>
          <p14:tracePt t="41848" x="2686050" y="4457700"/>
          <p14:tracePt t="41865" x="2895600" y="4622800"/>
          <p14:tracePt t="41880" x="3003550" y="4711700"/>
          <p14:tracePt t="41897" x="3117850" y="4800600"/>
          <p14:tracePt t="41914" x="3479800" y="5029200"/>
          <p14:tracePt t="41931" x="3619500" y="5099050"/>
          <p14:tracePt t="41948" x="3771900" y="5187950"/>
          <p14:tracePt t="41964" x="4064000" y="5384800"/>
          <p14:tracePt t="41980" x="4330700" y="5581650"/>
          <p14:tracePt t="41998" x="4451350" y="5651500"/>
          <p14:tracePt t="42014" x="4654550" y="5778500"/>
          <p14:tracePt t="42030" x="4813300" y="5854700"/>
          <p14:tracePt t="42047" x="4889500" y="5892800"/>
          <p14:tracePt t="42064" x="4908550" y="5899150"/>
          <p14:tracePt t="42081" x="4927600" y="5899150"/>
          <p14:tracePt t="42097" x="4946650" y="5905500"/>
          <p14:tracePt t="42113" x="4959350" y="5905500"/>
          <p14:tracePt t="42130" x="4978400" y="5899150"/>
          <p14:tracePt t="42146" x="4984750" y="5899150"/>
          <p14:tracePt t="42163" x="4991100" y="5899150"/>
          <p14:tracePt t="42180" x="4997450" y="5899150"/>
          <p14:tracePt t="42196" x="5003800" y="5892800"/>
          <p14:tracePt t="42213" x="5010150" y="5892800"/>
          <p14:tracePt t="42230" x="5029200" y="5892800"/>
          <p14:tracePt t="42263" x="5067300" y="5886450"/>
          <p14:tracePt t="42280" x="5080000" y="5886450"/>
          <p14:tracePt t="42296" x="5092700" y="5886450"/>
          <p14:tracePt t="42314" x="5124450" y="5880100"/>
          <p14:tracePt t="42329" x="5137150" y="5867400"/>
          <p14:tracePt t="42346" x="5162550" y="5861050"/>
          <p14:tracePt t="42350" x="5175250" y="5842000"/>
          <p14:tracePt t="42363" x="5226050" y="5822950"/>
          <p14:tracePt t="42380" x="5245100" y="5810250"/>
          <p14:tracePt t="42398" x="5295900" y="5772150"/>
          <p14:tracePt t="42413" x="5308600" y="5759450"/>
          <p14:tracePt t="42428" x="5340350" y="5734050"/>
          <p14:tracePt t="42446" x="5384800" y="5715000"/>
          <p14:tracePt t="42462" x="5416550" y="5689600"/>
          <p14:tracePt t="42479" x="5480050" y="5657850"/>
          <p14:tracePt t="42496" x="5568950" y="5600700"/>
          <p14:tracePt t="42512" x="5613400" y="5588000"/>
          <p14:tracePt t="42528" x="5651500" y="5568950"/>
          <p14:tracePt t="42545" x="5803900" y="5511800"/>
          <p14:tracePt t="42562" x="5873750" y="5492750"/>
          <p14:tracePt t="42579" x="5924550" y="5492750"/>
          <p14:tracePt t="42595" x="6032500" y="5467350"/>
          <p14:tracePt t="42612" x="6127750" y="5441950"/>
          <p14:tracePt t="42629" x="6197600" y="5422900"/>
          <p14:tracePt t="42645" x="6229350" y="5416550"/>
          <p14:tracePt t="42662" x="6273800" y="5410200"/>
          <p14:tracePt t="42678" x="6311900" y="5403850"/>
          <p14:tracePt t="42695" x="6324600" y="5403850"/>
          <p14:tracePt t="42712" x="6343650" y="5403850"/>
          <p14:tracePt t="42729" x="6362700" y="5403850"/>
          <p14:tracePt t="42744" x="6362700" y="5410200"/>
          <p14:tracePt t="42762" x="6369050" y="5416550"/>
          <p14:tracePt t="42794" x="6375400" y="5422900"/>
          <p14:tracePt t="42825" x="6381750" y="5422900"/>
          <p14:tracePt t="42895" x="6388100" y="5429250"/>
          <p14:tracePt t="42937" x="6381750" y="5429250"/>
          <p14:tracePt t="42958" x="6375400" y="5429250"/>
          <p14:tracePt t="42993" x="6369050" y="5429250"/>
          <p14:tracePt t="43419" x="6375400" y="5429250"/>
          <p14:tracePt t="43427" x="6388100" y="5429250"/>
          <p14:tracePt t="43440" x="6419850" y="5429250"/>
          <p14:tracePt t="43447" x="6438900" y="5429250"/>
          <p14:tracePt t="43462" x="6464300" y="5429250"/>
          <p14:tracePt t="43475" x="6508750" y="5435600"/>
          <p14:tracePt t="43492" x="6578600" y="5461000"/>
          <p14:tracePt t="43509" x="6623050" y="5467350"/>
          <p14:tracePt t="43525" x="6692900" y="5486400"/>
          <p14:tracePt t="43542" x="6731000" y="5492750"/>
          <p14:tracePt t="43559" x="6781800" y="5505450"/>
          <p14:tracePt t="43575" x="6794500" y="5505450"/>
          <p14:tracePt t="43592" x="6826250" y="5511800"/>
          <p14:tracePt t="43609" x="6845300" y="5511800"/>
          <p14:tracePt t="43641" x="6851650" y="5518150"/>
          <p14:tracePt t="43699" x="6845300" y="5524500"/>
          <p14:tracePt t="43706" x="6838950" y="5524500"/>
          <p14:tracePt t="43721" x="6832600" y="5524500"/>
          <p14:tracePt t="43763" x="6826250" y="5524500"/>
          <p14:tracePt t="43770" x="6819900" y="5530850"/>
          <p14:tracePt t="43777" x="6807200" y="5530850"/>
          <p14:tracePt t="43794" x="6794500" y="5530850"/>
          <p14:tracePt t="43807" x="6775450" y="5537200"/>
          <p14:tracePt t="43824" x="6667500" y="5556250"/>
          <p14:tracePt t="43841" x="6477000" y="5581650"/>
          <p14:tracePt t="43857" x="6350000" y="5594350"/>
          <p14:tracePt t="43874" x="5969000" y="5645150"/>
          <p14:tracePt t="43890" x="5480050" y="5689600"/>
          <p14:tracePt t="43907" x="5207000" y="5734050"/>
          <p14:tracePt t="43924" x="4635500" y="5810250"/>
          <p14:tracePt t="43940" x="4089400" y="5886450"/>
          <p14:tracePt t="43957" x="3848100" y="5911850"/>
          <p14:tracePt t="43974" x="3479800" y="5969000"/>
          <p14:tracePt t="43990" x="3225800" y="5988050"/>
          <p14:tracePt t="44008" x="3060700" y="6019800"/>
          <p14:tracePt t="44023" x="2997200" y="6019800"/>
          <p14:tracePt t="44040" x="2876550" y="6038850"/>
          <p14:tracePt t="44057" x="2762250" y="6038850"/>
          <p14:tracePt t="44073" x="2724150" y="6038850"/>
          <p14:tracePt t="44090" x="2654300" y="6038850"/>
          <p14:tracePt t="44107" x="2520950" y="6026150"/>
          <p14:tracePt t="44123" x="2495550" y="6019800"/>
          <p14:tracePt t="44140" x="2470150" y="6013450"/>
          <p14:tracePt t="44156" x="2368550" y="5969000"/>
          <p14:tracePt t="44173" x="2349500" y="5956300"/>
          <p14:tracePt t="44189" x="2349500" y="5930900"/>
          <p14:tracePt t="44453" x="2286000" y="5899150"/>
          <p14:tracePt t="44460" x="2216150" y="5867400"/>
          <p14:tracePt t="44475" x="2152650" y="5848350"/>
          <p14:tracePt t="44488" x="2019300" y="5829300"/>
          <p14:tracePt t="44504" x="1955800" y="5822950"/>
          <p14:tracePt t="44523" x="1885950" y="5822950"/>
          <p14:tracePt t="44538" x="1847850" y="5835650"/>
          <p14:tracePt t="44555" x="1778000" y="5842000"/>
          <p14:tracePt t="44572" x="1746250" y="5842000"/>
          <p14:tracePt t="44588" x="1708150" y="5854700"/>
          <p14:tracePt t="44605" x="1676400" y="5854700"/>
          <p14:tracePt t="44621" x="1663700" y="5861050"/>
          <p14:tracePt t="44654" x="1663700" y="5867400"/>
          <p14:tracePt t="44672" x="1657350" y="5867400"/>
          <p14:tracePt t="44691" x="1657350" y="5873750"/>
          <p14:tracePt t="44733" x="1657350" y="5880100"/>
          <p14:tracePt t="44767" x="1657350" y="5886450"/>
          <p14:tracePt t="44810" x="1663700" y="5886450"/>
          <p14:tracePt t="44831" x="1670050" y="5892800"/>
          <p14:tracePt t="44853" x="1676400" y="5892800"/>
          <p14:tracePt t="44873" x="1682750" y="5899150"/>
          <p14:tracePt t="44881" x="1689100" y="5899150"/>
          <p14:tracePt t="44894" x="1695450" y="5899150"/>
          <p14:tracePt t="44904" x="1701800" y="5899150"/>
          <p14:tracePt t="44924" x="1708150" y="5899150"/>
          <p14:tracePt t="44937" x="1714500" y="5899150"/>
          <p14:tracePt t="44954" x="1739900" y="5899150"/>
          <p14:tracePt t="44970" x="1765300" y="5899150"/>
          <p14:tracePt t="44987" x="1816100" y="5899150"/>
          <p14:tracePt t="45003" x="1873250" y="5899150"/>
          <p14:tracePt t="45021" x="1949450" y="5886450"/>
          <p14:tracePt t="45037" x="1974850" y="5886450"/>
          <p14:tracePt t="45053" x="2032000" y="5873750"/>
          <p14:tracePt t="45070" x="2076450" y="5867400"/>
          <p14:tracePt t="45087" x="2095500" y="5867400"/>
          <p14:tracePt t="45105" x="2133600" y="5861050"/>
          <p14:tracePt t="45120" x="2178050" y="5854700"/>
          <p14:tracePt t="45136" x="2197100" y="5854700"/>
          <p14:tracePt t="45154" x="2228850" y="5854700"/>
          <p14:tracePt t="45169" x="2241550" y="5854700"/>
          <p14:tracePt t="45186" x="2266950" y="5854700"/>
          <p14:tracePt t="45203" x="2286000" y="5861050"/>
          <p14:tracePt t="45219" x="2292350" y="5861050"/>
          <p14:tracePt t="45236" x="2298700" y="5861050"/>
          <p14:tracePt t="45253" x="2305050" y="5861050"/>
          <p14:tracePt t="45491" x="2305050" y="5867400"/>
          <p14:tracePt t="45503" x="2311400" y="5873750"/>
          <p14:tracePt t="45512" x="2317750" y="5873750"/>
          <p14:tracePt t="45526" x="2324100" y="5880100"/>
          <p14:tracePt t="45535" x="2336800" y="5886450"/>
          <p14:tracePt t="45552" x="2349500" y="5892800"/>
          <p14:tracePt t="45568" x="2400300" y="5905500"/>
          <p14:tracePt t="45585" x="2470150" y="5924550"/>
          <p14:tracePt t="45602" x="2508250" y="5924550"/>
          <p14:tracePt t="45618" x="2603500" y="5930900"/>
          <p14:tracePt t="45635" x="2679700" y="5930900"/>
          <p14:tracePt t="45652" x="2736850" y="5930900"/>
          <p14:tracePt t="45668" x="2755900" y="5930900"/>
          <p14:tracePt t="45684" x="2800350" y="5930900"/>
          <p14:tracePt t="45701" x="2819400" y="5924550"/>
          <p14:tracePt t="45736" x="2825750" y="5918200"/>
          <p14:tracePt t="45792" x="2825750" y="5911850"/>
          <p14:tracePt t="45812" x="2825750" y="5905500"/>
          <p14:tracePt t="45819" x="2832100" y="5905500"/>
          <p14:tracePt t="45841" x="2832100" y="5899150"/>
          <p14:tracePt t="45876" x="2832100" y="5892800"/>
          <p14:tracePt t="45911" x="2832100" y="5886450"/>
          <p14:tracePt t="45946" x="2838450" y="5880100"/>
          <p14:tracePt t="45952" x="2844800" y="5880100"/>
          <p14:tracePt t="45981" x="2851150" y="5880100"/>
          <p14:tracePt t="46003" x="2857500" y="5880100"/>
          <p14:tracePt t="46051" x="2863850" y="5880100"/>
          <p14:tracePt t="46065" x="2870200" y="5880100"/>
          <p14:tracePt t="46072" x="2876550" y="5880100"/>
          <p14:tracePt t="46086" x="2882900" y="5880100"/>
          <p14:tracePt t="46100" x="2889250" y="5880100"/>
          <p14:tracePt t="46116" x="2901950" y="5873750"/>
          <p14:tracePt t="46133" x="2927350" y="5873750"/>
          <p14:tracePt t="46150" x="2984500" y="5867400"/>
          <p14:tracePt t="46166" x="3060700" y="5867400"/>
          <p14:tracePt t="46183" x="3098800" y="5867400"/>
          <p14:tracePt t="46199" x="3200400" y="5867400"/>
          <p14:tracePt t="46216" x="3295650" y="5867400"/>
          <p14:tracePt t="46233" x="3384550" y="5867400"/>
          <p14:tracePt t="46249" x="3429000" y="5867400"/>
          <p14:tracePt t="46266" x="3505200" y="5873750"/>
          <p14:tracePt t="46283" x="3556000" y="5873750"/>
          <p14:tracePt t="46299" x="3663950" y="5873750"/>
          <p14:tracePt t="46315" x="3752850" y="5873750"/>
          <p14:tracePt t="46332" x="3860800" y="5873750"/>
          <p14:tracePt t="46349" x="3898900" y="5873750"/>
          <p14:tracePt t="46366" x="3949700" y="5873750"/>
          <p14:tracePt t="46382" x="4038600" y="5873750"/>
          <p14:tracePt t="46399" x="4057650" y="5873750"/>
          <p14:tracePt t="46416" x="4095750" y="5873750"/>
          <p14:tracePt t="46432" x="4121150" y="5873750"/>
          <p14:tracePt t="46448" x="4152900" y="5873750"/>
          <p14:tracePt t="46465" x="4178300" y="5873750"/>
          <p14:tracePt t="46482" x="4197350" y="5873750"/>
          <p14:tracePt t="46498" x="4222750" y="5880100"/>
          <p14:tracePt t="46515" x="4248150" y="5880100"/>
          <p14:tracePt t="46531" x="4254500" y="5880100"/>
          <p14:tracePt t="46549" x="4267200" y="5880100"/>
          <p14:tracePt t="46564" x="4286250" y="5880100"/>
          <p14:tracePt t="46581" x="4292600" y="5880100"/>
          <p14:tracePt t="46598" x="4298950" y="5880100"/>
          <p14:tracePt t="46614" x="4305300" y="5880100"/>
          <p14:tracePt t="46661" x="4311650" y="5880100"/>
          <p14:tracePt t="46675" x="4318000" y="5880100"/>
          <p14:tracePt t="49228" x="4305300" y="5886450"/>
          <p14:tracePt t="49235" x="4286250" y="5899150"/>
          <p14:tracePt t="49249" x="4260850" y="5924550"/>
          <p14:tracePt t="49258" x="4216400" y="5949950"/>
          <p14:tracePt t="49271" x="4191000" y="5981700"/>
          <p14:tracePt t="49289" x="4146550" y="6019800"/>
          <p14:tracePt t="49306" x="4019550" y="6146800"/>
          <p14:tracePt t="49322" x="3981450" y="6184900"/>
          <p14:tracePt t="49338" x="3949700" y="6229350"/>
          <p14:tracePt t="49355" x="3898900" y="6292850"/>
          <p14:tracePt t="49372" x="3867150" y="6337300"/>
          <p14:tracePt t="49389" x="3867150" y="6343650"/>
          <p14:tracePt t="49405" x="3860800" y="6356350"/>
          <p14:tracePt t="49421" x="3860800" y="6362700"/>
          <p14:tracePt t="49441" x="3860800" y="6369050"/>
          <p14:tracePt t="49467" x="3860800" y="6375400"/>
          <p14:tracePt t="49489" x="3867150" y="6381750"/>
          <p14:tracePt t="49501" x="3873500" y="6381750"/>
          <p14:tracePt t="49516" x="3879850" y="6388100"/>
          <p14:tracePt t="49537" x="3886200" y="6388100"/>
          <p14:tracePt t="49551" x="3886200" y="6394450"/>
          <p14:tracePt t="49558" x="3892550" y="6394450"/>
          <p14:tracePt t="49607" x="3898900" y="6394450"/>
          <p14:tracePt t="49628" x="3905250" y="6394450"/>
          <p14:tracePt t="49649" x="3911600" y="6394450"/>
          <p14:tracePt t="49656" x="3917950" y="6394450"/>
          <p14:tracePt t="49712" x="3924300" y="6394450"/>
          <p14:tracePt t="49719" x="3930650" y="6394450"/>
          <p14:tracePt t="49726" x="3930650" y="6388100"/>
          <p14:tracePt t="49768" x="3930650" y="6381750"/>
          <p14:tracePt t="49796" x="3930650" y="6369050"/>
          <p14:tracePt t="49838" x="3924300" y="6362700"/>
          <p14:tracePt t="49859" x="3917950" y="6362700"/>
          <p14:tracePt t="49887" x="3905250" y="6362700"/>
          <p14:tracePt t="49929" x="3892550" y="6362700"/>
          <p14:tracePt t="49937" x="3886200" y="6362700"/>
          <p14:tracePt t="49957" x="3879850" y="6362700"/>
          <p14:tracePt t="49971" x="3867150" y="6362700"/>
          <p14:tracePt t="49978" x="3841750" y="6362700"/>
          <p14:tracePt t="49993" x="3822700" y="6362700"/>
          <p14:tracePt t="50002" x="3797300" y="6362700"/>
          <p14:tracePt t="50020" x="3702050" y="6369050"/>
          <p14:tracePt t="50036" x="3638550" y="6369050"/>
          <p14:tracePt t="50053" x="3505200" y="6400800"/>
          <p14:tracePt t="50070" x="3352800" y="6426200"/>
          <p14:tracePt t="50086" x="3282950" y="6457950"/>
          <p14:tracePt t="50103" x="3162300" y="6502400"/>
          <p14:tracePt t="50119" x="3073400" y="6546850"/>
          <p14:tracePt t="50136" x="3035300" y="6572250"/>
          <p14:tracePt t="50153" x="2984500" y="6604000"/>
          <p14:tracePt t="50169" x="2959100" y="6629400"/>
          <p14:tracePt t="50185" x="2952750" y="6642100"/>
          <p14:tracePt t="50203" x="2940050" y="6661150"/>
          <p14:tracePt t="50219" x="2933700" y="6667500"/>
          <p14:tracePt t="50252" x="2927350" y="6667500"/>
          <p14:tracePt t="50280" x="2921000" y="6673850"/>
          <p14:tracePt t="50357" x="2921000" y="6680200"/>
          <p14:tracePt t="50413" x="2914650" y="6686550"/>
          <p14:tracePt t="50532" x="2921000" y="6686550"/>
          <p14:tracePt t="50553" x="2927350" y="6686550"/>
          <p14:tracePt t="50560" x="2933700" y="6686550"/>
          <p14:tracePt t="50581" x="2940050" y="6680200"/>
          <p14:tracePt t="50588" x="2946400" y="6680200"/>
          <p14:tracePt t="50604" x="2946400" y="6673850"/>
          <p14:tracePt t="50624" x="2952750" y="6673850"/>
          <p14:tracePt t="50634" x="2959100" y="6667500"/>
          <p14:tracePt t="50651" x="2978150" y="6661150"/>
          <p14:tracePt t="50667" x="2997200" y="6654800"/>
          <p14:tracePt t="50684" x="3035300" y="6642100"/>
          <p14:tracePt t="50701" x="3105150" y="6629400"/>
          <p14:tracePt t="50717" x="3130550" y="6616700"/>
          <p14:tracePt t="50733" x="3213100" y="6616700"/>
          <p14:tracePt t="50750" x="3302000" y="6610350"/>
          <p14:tracePt t="50767" x="3340100" y="6610350"/>
          <p14:tracePt t="50784" x="3435350" y="6604000"/>
          <p14:tracePt t="50800" x="3536950" y="6604000"/>
          <p14:tracePt t="50817" x="3581400" y="6604000"/>
          <p14:tracePt t="50834" x="3683000" y="6604000"/>
          <p14:tracePt t="50850" x="3797300" y="6604000"/>
          <p14:tracePt t="50866" x="3860800" y="6604000"/>
          <p14:tracePt t="50883" x="3975100" y="6604000"/>
          <p14:tracePt t="50900" x="4038600" y="6604000"/>
          <p14:tracePt t="50916" x="4171950" y="6591300"/>
          <p14:tracePt t="50933" x="4260850" y="6584950"/>
          <p14:tracePt t="50949" x="4318000" y="6584950"/>
          <p14:tracePt t="50967" x="4406900" y="6578600"/>
          <p14:tracePt t="50983" x="4489450" y="6565900"/>
          <p14:tracePt t="50999" x="4527550" y="6565900"/>
          <p14:tracePt t="51016" x="4597400" y="6559550"/>
          <p14:tracePt t="51033" x="4635500" y="6559550"/>
          <p14:tracePt t="51049" x="4660900" y="6559550"/>
          <p14:tracePt t="51066" x="4686300" y="6559550"/>
          <p14:tracePt t="51082" x="4705350" y="6559550"/>
          <p14:tracePt t="51115" x="4711700" y="6559550"/>
          <p14:tracePt t="51132" x="4711700" y="6565900"/>
          <p14:tracePt t="51152" x="4711700" y="6572250"/>
          <p14:tracePt t="51165" x="4705350" y="6578600"/>
          <p14:tracePt t="51182" x="4699000" y="6578600"/>
          <p14:tracePt t="51199" x="4686300" y="6578600"/>
          <p14:tracePt t="51215" x="4679950" y="6578600"/>
          <p14:tracePt t="51232" x="4673600" y="6578600"/>
          <p14:tracePt t="51249" x="4654550" y="6578600"/>
          <p14:tracePt t="51265" x="4603750" y="6578600"/>
          <p14:tracePt t="51283" x="4527550" y="6578600"/>
          <p14:tracePt t="51298" x="4464050" y="6578600"/>
          <p14:tracePt t="51314" x="4337050" y="6578600"/>
          <p14:tracePt t="51332" x="4222750" y="6578600"/>
          <p14:tracePt t="51348" x="4152900" y="6578600"/>
          <p14:tracePt t="51365" x="4025900" y="6578600"/>
          <p14:tracePt t="51382" x="3949700" y="6584950"/>
          <p14:tracePt t="51398" x="3924300" y="6584950"/>
          <p14:tracePt t="51415" x="3879850" y="6591300"/>
          <p14:tracePt t="51431" x="3835400" y="6597650"/>
          <p14:tracePt t="51447" x="3816350" y="6597650"/>
          <p14:tracePt t="51465" x="3765550" y="6604000"/>
          <p14:tracePt t="51481" x="3721100" y="6623050"/>
          <p14:tracePt t="51498" x="3702050" y="6635750"/>
          <p14:tracePt t="51514" x="3663950" y="6648450"/>
          <p14:tracePt t="51531" x="3638550" y="6654800"/>
          <p14:tracePt t="51548" x="3613150" y="6673850"/>
          <p14:tracePt t="51551" x="3594100" y="6680200"/>
          <p14:tracePt t="51564" x="3581400" y="6686550"/>
          <p14:tracePt t="51581" x="3556000" y="6699250"/>
          <p14:tracePt t="51598" x="3530600" y="6705600"/>
          <p14:tracePt t="51614" x="3492500" y="6718300"/>
          <p14:tracePt t="51630" x="3473450" y="6724650"/>
          <p14:tracePt t="51647" x="3409950" y="6731000"/>
          <p14:tracePt t="51664" x="3371850" y="6737350"/>
          <p14:tracePt t="51680" x="3340100" y="6743700"/>
          <p14:tracePt t="51697" x="3302000" y="6750050"/>
          <p14:tracePt t="51713" x="3276600" y="6750050"/>
          <p14:tracePt t="51731" x="3257550" y="6756400"/>
          <p14:tracePt t="51747" x="3244850" y="6756400"/>
          <p14:tracePt t="51764" x="3238500" y="6762750"/>
          <p14:tracePt t="51801" x="3232150" y="6762750"/>
          <p14:tracePt t="51893" x="3244850" y="6762750"/>
          <p14:tracePt t="51900" x="3251200" y="6762750"/>
          <p14:tracePt t="51916" x="3257550" y="6762750"/>
          <p14:tracePt t="51929" x="3270250" y="6762750"/>
          <p14:tracePt t="51946" x="3302000" y="6743700"/>
          <p14:tracePt t="51963" x="3352800" y="6743700"/>
          <p14:tracePt t="51979" x="3390900" y="6737350"/>
          <p14:tracePt t="51996" x="3498850" y="6718300"/>
          <p14:tracePt t="52013" x="3613150" y="6711950"/>
          <p14:tracePt t="52029" x="3683000" y="6692900"/>
          <p14:tracePt t="52046" x="3835400" y="6680200"/>
          <p14:tracePt t="52062" x="3975100" y="6680200"/>
          <p14:tracePt t="52079" x="4051300" y="6673850"/>
          <p14:tracePt t="52096" x="4184650" y="6661150"/>
          <p14:tracePt t="52112" x="4286250" y="6661150"/>
          <p14:tracePt t="52129" x="4330700" y="6654800"/>
          <p14:tracePt t="52145" x="4387850" y="6654800"/>
          <p14:tracePt t="52162" x="4406900" y="6654800"/>
          <p14:tracePt t="52179" x="4419600" y="6654800"/>
          <p14:tracePt t="52196" x="4425950" y="6654800"/>
          <p14:tracePt t="52212" x="4432300" y="6661150"/>
          <p14:tracePt t="52243" x="4432300" y="6667500"/>
          <p14:tracePt t="52292" x="4425950" y="6667500"/>
          <p14:tracePt t="52320" x="4425950" y="6673850"/>
          <p14:tracePt t="52362" x="4419600" y="6673850"/>
          <p14:tracePt t="52411" x="4413250" y="6673850"/>
          <p14:tracePt t="52433" x="4406900" y="6673850"/>
          <p14:tracePt t="52454" x="4400550" y="6667500"/>
          <p14:tracePt t="52462" x="4394200" y="6667500"/>
          <p14:tracePt t="52503" x="4381500" y="6667500"/>
          <p14:tracePt t="52523" x="4368800" y="6667500"/>
          <p14:tracePt t="52531" x="4362450" y="6667500"/>
          <p14:tracePt t="52547" x="4337050" y="6661150"/>
          <p14:tracePt t="52561" x="4298950" y="6661150"/>
          <p14:tracePt t="52577" x="4197350" y="6648450"/>
          <p14:tracePt t="52594" x="4032250" y="6642100"/>
          <p14:tracePt t="52610" x="3943350" y="6642100"/>
          <p14:tracePt t="52627" x="3746500" y="6629400"/>
          <p14:tracePt t="52644" x="3562350" y="6629400"/>
          <p14:tracePt t="52660" x="3473450" y="6629400"/>
          <p14:tracePt t="52677" x="3302000" y="6629400"/>
          <p14:tracePt t="52694" x="3200400" y="6635750"/>
          <p14:tracePt t="52710" x="3155950" y="6642100"/>
          <p14:tracePt t="52727" x="3111500" y="6648450"/>
          <p14:tracePt t="52743" x="3073400" y="6654800"/>
          <p14:tracePt t="52777" x="3060700" y="6667500"/>
          <p14:tracePt t="52793" x="3060700" y="6673850"/>
          <p14:tracePt t="52811" x="3048000" y="6673850"/>
          <p14:tracePt t="52842" x="3041650" y="6680200"/>
          <p14:tracePt t="52862" x="3035300" y="6680200"/>
          <p14:tracePt t="52916" x="3028950" y="6680200"/>
          <p14:tracePt t="52965" x="3022600" y="6680200"/>
          <p14:tracePt t="52972" x="3016250" y="6680200"/>
          <p14:tracePt t="52993" x="3009900" y="6686550"/>
          <p14:tracePt t="53001" x="3003550" y="6686550"/>
          <p14:tracePt t="53014" x="2997200" y="6686550"/>
          <p14:tracePt t="53036" x="2990850" y="6686550"/>
          <p14:tracePt t="53045" x="2984500" y="6692900"/>
          <p14:tracePt t="53059" x="2978150" y="6692900"/>
          <p14:tracePt t="53076" x="2946400" y="6692900"/>
          <p14:tracePt t="53093" x="2889250" y="6692900"/>
          <p14:tracePt t="53109" x="2838450" y="6692900"/>
          <p14:tracePt t="53126" x="2762250" y="6692900"/>
          <p14:tracePt t="53142" x="2673350" y="6692900"/>
          <p14:tracePt t="53158" x="2641600" y="6692900"/>
          <p14:tracePt t="53176" x="2590800" y="6692900"/>
          <p14:tracePt t="53192" x="2565400" y="6692900"/>
          <p14:tracePt t="53245" x="2565400" y="6699250"/>
          <p14:tracePt t="53267" x="2565400" y="6705600"/>
          <p14:tracePt t="53274" x="2565400" y="6711950"/>
          <p14:tracePt t="53281" x="2571750" y="6711950"/>
          <p14:tracePt t="53295" x="2584450" y="6711950"/>
          <p14:tracePt t="53308" x="2590800" y="6711950"/>
          <p14:tracePt t="53324" x="2616200" y="6711950"/>
          <p14:tracePt t="53342" x="2616200" y="6718300"/>
          <p14:tracePt t="53358" x="2660650" y="6718300"/>
          <p14:tracePt t="53374" x="2698750" y="6718300"/>
          <p14:tracePt t="53391" x="2724150" y="6718300"/>
          <p14:tracePt t="53408" x="2762250" y="6718300"/>
          <p14:tracePt t="53424" x="2794000" y="6711950"/>
          <p14:tracePt t="53442" x="2806700" y="6705600"/>
          <p14:tracePt t="53457" x="2806700" y="6699250"/>
          <p14:tracePt t="53474" x="2813050" y="6699250"/>
          <p14:tracePt t="53526" x="2813050" y="6692900"/>
          <p14:tracePt t="53561" x="2813050" y="6686550"/>
          <p14:tracePt t="53631" x="2813050" y="6680200"/>
          <p14:tracePt t="53673" x="2813050" y="6673850"/>
          <p14:tracePt t="53694" x="2819400" y="6673850"/>
          <p14:tracePt t="53702" x="2825750" y="6673850"/>
          <p14:tracePt t="53715" x="2832100" y="6667500"/>
          <p14:tracePt t="53724" x="2838450" y="6667500"/>
          <p14:tracePt t="53739" x="2851150" y="6667500"/>
          <p14:tracePt t="53757" x="2889250" y="6661150"/>
          <p14:tracePt t="53773" x="2921000" y="6654800"/>
          <p14:tracePt t="53790" x="3048000" y="6623050"/>
          <p14:tracePt t="53807" x="3219450" y="6604000"/>
          <p14:tracePt t="53823" x="3321050" y="6597650"/>
          <p14:tracePt t="53839" x="3524250" y="6584950"/>
          <p14:tracePt t="53856" x="3714750" y="6578600"/>
          <p14:tracePt t="53873" x="3816350" y="6578600"/>
          <p14:tracePt t="53889" x="3987800" y="6591300"/>
          <p14:tracePt t="53905" x="4102100" y="6610350"/>
          <p14:tracePt t="53923" x="4159250" y="6623050"/>
          <p14:tracePt t="53940" x="4254500" y="6642100"/>
          <p14:tracePt t="53956" x="4324350" y="6648450"/>
          <p14:tracePt t="53972" x="4349750" y="6654800"/>
          <p14:tracePt t="53989" x="4406900" y="6667500"/>
          <p14:tracePt t="54005" x="4476750" y="6680200"/>
          <p14:tracePt t="54022" x="4502150" y="6680200"/>
          <p14:tracePt t="54039" x="4584700" y="6680200"/>
          <p14:tracePt t="54055" x="4641850" y="6680200"/>
          <p14:tracePt t="54072" x="4756150" y="6680200"/>
          <p14:tracePt t="54088" x="4864100" y="6667500"/>
          <p14:tracePt t="54106" x="4927600" y="6661150"/>
          <p14:tracePt t="54109" x="4991100" y="6661150"/>
          <p14:tracePt t="54122" x="5041900" y="6648450"/>
          <p14:tracePt t="54138" x="5175250" y="6629400"/>
          <p14:tracePt t="54155" x="5238750" y="6629400"/>
          <p14:tracePt t="54172" x="5359400" y="6604000"/>
          <p14:tracePt t="54188" x="5416550" y="6591300"/>
          <p14:tracePt t="54205" x="5422900" y="6591300"/>
          <p14:tracePt t="54221" x="5435600" y="6584950"/>
          <p14:tracePt t="54238" x="5429250" y="6578600"/>
          <p14:tracePt t="54255" x="5416550" y="6578600"/>
          <p14:tracePt t="54271" x="5416550" y="6572250"/>
          <p14:tracePt t="54288" x="5403850" y="6572250"/>
          <p14:tracePt t="54304" x="5384800" y="6578600"/>
          <p14:tracePt t="54321" x="5359400" y="6578600"/>
          <p14:tracePt t="54338" x="5314950" y="6578600"/>
          <p14:tracePt t="54354" x="5111750" y="6559550"/>
          <p14:tracePt t="54371" x="5010150" y="6559550"/>
          <p14:tracePt t="54388" x="4781550" y="6546850"/>
          <p14:tracePt t="54404" x="4654550" y="6546850"/>
          <p14:tracePt t="54421" x="4413250" y="6553200"/>
          <p14:tracePt t="54438" x="4210050" y="6572250"/>
          <p14:tracePt t="54454" x="4121150" y="6591300"/>
          <p14:tracePt t="54471" x="3962400" y="6610350"/>
          <p14:tracePt t="54487" x="3835400" y="6623050"/>
          <p14:tracePt t="54504" x="3778250" y="6629400"/>
          <p14:tracePt t="54521" x="3740150" y="6642100"/>
          <p14:tracePt t="54537" x="3714750" y="6648450"/>
          <p14:tracePt t="54571" x="3708400" y="6654800"/>
          <p14:tracePt t="54676" x="3708400" y="6661150"/>
          <p14:tracePt t="54725" x="3708400" y="6667500"/>
          <p14:tracePt t="54866" x="3695700" y="6667500"/>
          <p14:tracePt t="54880" x="3689350" y="6661150"/>
          <p14:tracePt t="54889" x="3683000" y="6661150"/>
          <p14:tracePt t="54907" x="3670300" y="6661150"/>
          <p14:tracePt t="54919" x="3657600" y="6654800"/>
          <p14:tracePt t="54936" x="3594100" y="6642100"/>
          <p14:tracePt t="54952" x="3556000" y="6635750"/>
          <p14:tracePt t="54969" x="3435350" y="6604000"/>
          <p14:tracePt t="54985" x="3289300" y="6584950"/>
          <p14:tracePt t="55002" x="3213100" y="6578600"/>
          <p14:tracePt t="55019" x="3149600" y="6578600"/>
          <p14:tracePt t="55035" x="3009900" y="6565900"/>
          <p14:tracePt t="55052" x="2889250" y="6565900"/>
          <p14:tracePt t="55069" x="2813050" y="6559550"/>
          <p14:tracePt t="55085" x="2781300" y="6559550"/>
          <p14:tracePt t="55102" x="2736850" y="6559550"/>
          <p14:tracePt t="55106" x="2724150" y="6559550"/>
          <p14:tracePt t="55119" x="2698750" y="6559550"/>
          <p14:tracePt t="55135" x="2692400" y="6559550"/>
          <p14:tracePt t="55152" x="2673350" y="6559550"/>
          <p14:tracePt t="55169" x="2660650" y="6559550"/>
          <p14:tracePt t="55202" x="2654300" y="6559550"/>
          <p14:tracePt t="55237" x="2647950" y="6559550"/>
          <p14:tracePt t="55265" x="2647950" y="6565900"/>
          <p14:tracePt t="55307" x="2654300" y="6572250"/>
          <p14:tracePt t="55314" x="2667000" y="6572250"/>
          <p14:tracePt t="55328" x="2673350" y="6572250"/>
          <p14:tracePt t="55337" x="2679700" y="6572250"/>
          <p14:tracePt t="55351" x="2686050" y="6572250"/>
          <p14:tracePt t="55367" x="2698750" y="6572250"/>
          <p14:tracePt t="55384" x="2749550" y="6572250"/>
          <p14:tracePt t="55401" x="2851150" y="6572250"/>
          <p14:tracePt t="55417" x="2914650" y="6572250"/>
          <p14:tracePt t="55434" x="3092450" y="6584950"/>
          <p14:tracePt t="55451" x="3308350" y="6591300"/>
          <p14:tracePt t="55468" x="3416300" y="6604000"/>
          <p14:tracePt t="55484" x="3568700" y="6623050"/>
          <p14:tracePt t="55501" x="3663950" y="6629400"/>
          <p14:tracePt t="55518" x="3708400" y="6629400"/>
          <p14:tracePt t="55533" x="3721100" y="6629400"/>
          <p14:tracePt t="55550" x="3727450" y="6629400"/>
          <p14:tracePt t="55601" x="3727450" y="6623050"/>
          <p14:tracePt t="55618" x="3727450" y="6616700"/>
          <p14:tracePt t="55630" x="3727450" y="6610350"/>
          <p14:tracePt t="55637" x="3727450" y="6604000"/>
          <p14:tracePt t="55653" x="3721100" y="6597650"/>
          <p14:tracePt t="55666" x="3721100" y="6591300"/>
          <p14:tracePt t="55683" x="3721100" y="6572250"/>
          <p14:tracePt t="55700" x="3708400" y="6527800"/>
          <p14:tracePt t="55716" x="3695700" y="6489700"/>
          <p14:tracePt t="55734" x="3619500" y="6311900"/>
          <p14:tracePt t="55750" x="3454400" y="5918200"/>
          <p14:tracePt t="55766" x="3340100" y="5575300"/>
          <p14:tracePt t="55783" x="3028950" y="4762500"/>
          <p14:tracePt t="55799" x="2717800" y="3924300"/>
          <p14:tracePt t="55816" x="2540000" y="3524250"/>
          <p14:tracePt t="55833" x="2228850" y="2832100"/>
          <p14:tracePt t="55849" x="2006600" y="2406650"/>
          <p14:tracePt t="55866" x="1943100" y="2298700"/>
          <p14:tracePt t="55882" x="1854200" y="2152650"/>
          <p14:tracePt t="55899" x="1809750" y="2063750"/>
          <p14:tracePt t="55916" x="1803400" y="2044700"/>
          <p14:tracePt t="55932" x="1771650" y="1987550"/>
          <p14:tracePt t="55949" x="1752600" y="1962150"/>
          <p14:tracePt t="55966" x="1739900" y="1943100"/>
          <p14:tracePt t="55982" x="1733550" y="1930400"/>
          <p14:tracePt t="55999" x="1727200" y="1917700"/>
          <p14:tracePt t="56016" x="1701800" y="1866900"/>
          <p14:tracePt t="56032" x="1689100" y="1847850"/>
          <p14:tracePt t="56049" x="1682750" y="1828800"/>
          <p14:tracePt t="56065" x="1651000" y="1771650"/>
          <p14:tracePt t="56081" x="1644650" y="1752600"/>
          <p14:tracePt t="56099" x="1638300" y="1701800"/>
          <p14:tracePt t="56115" x="1638300" y="1682750"/>
          <p14:tracePt t="56132" x="1638300" y="1651000"/>
          <p14:tracePt t="56135" x="1638300" y="1638300"/>
          <p14:tracePt t="56151" x="1638300" y="1631950"/>
          <p14:tracePt t="56165" x="1644650" y="1619250"/>
          <p14:tracePt t="56181" x="1657350" y="1606550"/>
          <p14:tracePt t="56198" x="1676400" y="1562100"/>
          <p14:tracePt t="56215" x="1695450" y="1536700"/>
          <p14:tracePt t="56232" x="1714500" y="1504950"/>
          <p14:tracePt t="56248" x="1733550" y="1454150"/>
          <p14:tracePt t="56265" x="1752600" y="1441450"/>
          <p14:tracePt t="56282" x="1758950" y="1416050"/>
          <p14:tracePt t="56298" x="1758950" y="1397000"/>
          <p14:tracePt t="56314" x="1758950" y="1390650"/>
          <p14:tracePt t="56394" x="1758950" y="1397000"/>
          <p14:tracePt t="56415" x="1758950" y="1403350"/>
          <p14:tracePt t="56457" x="1765300" y="1403350"/>
          <p14:tracePt t="56478" x="1778000" y="1409700"/>
          <p14:tracePt t="56485" x="1790700" y="1409700"/>
          <p14:tracePt t="56500" x="1835150" y="1416050"/>
          <p14:tracePt t="56516" x="1885950" y="1422400"/>
          <p14:tracePt t="56530" x="2070100" y="1454150"/>
          <p14:tracePt t="56547" x="2184400" y="1473200"/>
          <p14:tracePt t="56563" x="2438400" y="1511300"/>
          <p14:tracePt t="56580" x="2565400" y="1511300"/>
          <p14:tracePt t="56597" x="2832100" y="1530350"/>
          <p14:tracePt t="56613" x="2895600" y="1524000"/>
          <p14:tracePt t="56630" x="2933700" y="1524000"/>
          <p14:tracePt t="56647" x="2978150" y="1504950"/>
          <p14:tracePt t="56663" x="2990850" y="1485900"/>
          <p14:tracePt t="56667" x="2990850" y="1479550"/>
          <p14:tracePt t="56683" x="2990850" y="1473200"/>
          <p14:tracePt t="56696" x="2990850" y="1466850"/>
          <p14:tracePt t="56713" x="2984500" y="1466850"/>
          <p14:tracePt t="56729" x="2959100" y="1454150"/>
          <p14:tracePt t="56746" x="2946400" y="1447800"/>
          <p14:tracePt t="56763" x="2806700" y="1403350"/>
          <p14:tracePt t="56779" x="2736850" y="1384300"/>
          <p14:tracePt t="56796" x="2660650" y="1365250"/>
          <p14:tracePt t="56813" x="2419350" y="1270000"/>
          <p14:tracePt t="56829" x="2330450" y="1250950"/>
          <p14:tracePt t="56846" x="2184400" y="1225550"/>
          <p14:tracePt t="56862" x="2133600" y="1212850"/>
          <p14:tracePt t="56879" x="2070100" y="1212850"/>
          <p14:tracePt t="56896" x="2032000" y="1212850"/>
          <p14:tracePt t="56912" x="2019300" y="1212850"/>
          <p14:tracePt t="56929" x="2000250" y="1225550"/>
          <p14:tracePt t="56946" x="1968500" y="1238250"/>
          <p14:tracePt t="56962" x="1962150" y="1244600"/>
          <p14:tracePt t="56979" x="1943100" y="1250950"/>
          <p14:tracePt t="56995" x="1936750" y="1250950"/>
          <p14:tracePt t="57385" x="1993900" y="1250950"/>
          <p14:tracePt t="57399" x="2012950" y="1250950"/>
          <p14:tracePt t="57405" x="2038350" y="1250950"/>
          <p14:tracePt t="57420" x="2070100" y="1250950"/>
          <p14:tracePt t="57427" x="2095500" y="1250950"/>
          <p14:tracePt t="57443" x="2146300" y="1250950"/>
          <p14:tracePt t="57461" x="2235200" y="1250950"/>
          <p14:tracePt t="57476" x="2317750" y="1250950"/>
          <p14:tracePt t="57493" x="2343150" y="1257300"/>
          <p14:tracePt t="57511" x="2387600" y="1257300"/>
          <p14:tracePt t="57527" x="2400300" y="1257300"/>
          <p14:tracePt t="57588" x="2400300" y="1263650"/>
          <p14:tracePt t="57595" x="2400300" y="1270000"/>
          <p14:tracePt t="57609" x="2393950" y="1270000"/>
          <p14:tracePt t="57616" x="2393950" y="1289050"/>
          <p14:tracePt t="57630" x="2387600" y="1301750"/>
          <p14:tracePt t="57644" x="2374900" y="1339850"/>
          <p14:tracePt t="57660" x="2336800" y="1473200"/>
          <p14:tracePt t="57676" x="2317750" y="1581150"/>
          <p14:tracePt t="57680" x="2286000" y="1695450"/>
          <p14:tracePt t="57693" x="2279650" y="1835150"/>
          <p14:tracePt t="57709" x="2254250" y="2222500"/>
          <p14:tracePt t="57726" x="2260600" y="2489200"/>
          <p14:tracePt t="57743" x="2336800" y="3035300"/>
          <p14:tracePt t="57759" x="2470150" y="3695700"/>
          <p14:tracePt t="57776" x="2565400" y="4032250"/>
          <p14:tracePt t="57792" x="2717800" y="4692650"/>
          <p14:tracePt t="57809" x="2870200" y="5238750"/>
          <p14:tracePt t="57826" x="2997200" y="5632450"/>
          <p14:tracePt t="57842" x="3028950" y="5746750"/>
          <p14:tracePt t="57859" x="3079750" y="5842000"/>
          <p14:tracePt t="57876" x="3168650" y="6045200"/>
          <p14:tracePt t="57892" x="3194050" y="6089650"/>
          <p14:tracePt t="57909" x="3219450" y="6146800"/>
          <p14:tracePt t="57925" x="3276600" y="6235700"/>
          <p14:tracePt t="57942" x="3340100" y="6337300"/>
          <p14:tracePt t="57959" x="3390900" y="6438900"/>
          <p14:tracePt t="57975" x="3422650" y="6502400"/>
          <p14:tracePt t="57992" x="3492500" y="6642100"/>
          <p14:tracePt t="58009" x="3549650" y="6756400"/>
          <p14:tracePt t="58025" x="3575050" y="6813550"/>
          <p14:tracePt t="58042" x="3625850" y="6851650"/>
          <p14:tracePt t="58059" x="3663950" y="6851650"/>
          <p14:tracePt t="58075" x="3683000" y="6851650"/>
          <p14:tracePt t="58092" x="3721100" y="6851650"/>
          <p14:tracePt t="58108" x="3752850" y="6851650"/>
          <p14:tracePt t="58125" x="3759200" y="6851650"/>
          <p14:tracePt t="58142" x="3765550" y="6851650"/>
          <p14:tracePt t="58158" x="3771900" y="6851650"/>
          <p14:tracePt t="58247" x="3765550" y="6845300"/>
          <p14:tracePt t="58261" x="3759200" y="6832600"/>
          <p14:tracePt t="58268" x="3746500" y="6832600"/>
          <p14:tracePt t="58277" x="3733800" y="6819900"/>
          <p14:tracePt t="58291" x="3708400" y="6813550"/>
          <p14:tracePt t="58308" x="3689350" y="6800850"/>
          <p14:tracePt t="58324" x="3613150" y="6769100"/>
          <p14:tracePt t="58341" x="3517900" y="6724650"/>
          <p14:tracePt t="58357" x="3448050" y="6705600"/>
          <p14:tracePt t="58374" x="3327400" y="6667500"/>
          <p14:tracePt t="58390" x="3257550" y="6642100"/>
          <p14:tracePt t="58408" x="3213100" y="6623050"/>
          <p14:tracePt t="58424" x="3200400" y="6616700"/>
          <p14:tracePt t="58440" x="3187700" y="6616700"/>
          <p14:tracePt t="58478" x="3187700" y="6610350"/>
          <p14:tracePt t="58494" x="3194050" y="6610350"/>
          <p14:tracePt t="58507" x="3206750" y="6610350"/>
          <p14:tracePt t="58523" x="3225800" y="6610350"/>
          <p14:tracePt t="58540" x="3251200" y="6610350"/>
          <p14:tracePt t="58556" x="3289300" y="6610350"/>
          <p14:tracePt t="58573" x="3403600" y="6610350"/>
          <p14:tracePt t="58591" x="3543300" y="6610350"/>
          <p14:tracePt t="58607" x="3644900" y="6610350"/>
          <p14:tracePt t="58623" x="3810000" y="6597650"/>
          <p14:tracePt t="58640" x="3975100" y="6604000"/>
          <p14:tracePt t="58656" x="4051300" y="6604000"/>
          <p14:tracePt t="58673" x="4165600" y="6604000"/>
          <p14:tracePt t="58689" x="4260850" y="6610350"/>
          <p14:tracePt t="58707" x="4311650" y="6616700"/>
          <p14:tracePt t="58723" x="4419600" y="6629400"/>
          <p14:tracePt t="58739" x="4527550" y="6635750"/>
          <p14:tracePt t="58756" x="4578350" y="6635750"/>
          <p14:tracePt t="58773" x="4730750" y="6635750"/>
          <p14:tracePt t="58789" x="4883150" y="6635750"/>
          <p14:tracePt t="58806" x="4959350" y="6635750"/>
          <p14:tracePt t="58823" x="5143500" y="6648450"/>
          <p14:tracePt t="58839" x="5207000" y="6654800"/>
          <p14:tracePt t="58856" x="5346700" y="6673850"/>
          <p14:tracePt t="58872" x="5454650" y="6673850"/>
          <p14:tracePt t="58889" x="5492750" y="6673850"/>
          <p14:tracePt t="58906" x="5575300" y="6686550"/>
          <p14:tracePt t="58922" x="5632450" y="6692900"/>
          <p14:tracePt t="58938" x="5670550" y="6699250"/>
          <p14:tracePt t="58955" x="5772150" y="6705600"/>
          <p14:tracePt t="58972" x="5892800" y="6718300"/>
          <p14:tracePt t="58989" x="5943600" y="6724650"/>
          <p14:tracePt t="59005" x="6038850" y="6724650"/>
          <p14:tracePt t="59022" x="6153150" y="6724650"/>
          <p14:tracePt t="59039" x="6267450" y="6737350"/>
          <p14:tracePt t="59054" x="6343650" y="6737350"/>
          <p14:tracePt t="59071" x="6477000" y="6743700"/>
          <p14:tracePt t="59088" x="6578600" y="6750050"/>
          <p14:tracePt t="59105" x="6623050" y="6769100"/>
          <p14:tracePt t="59121" x="6654800" y="6775450"/>
          <p14:tracePt t="59138" x="6711950" y="6781800"/>
          <p14:tracePt t="59154" x="6731000" y="6794500"/>
          <p14:tracePt t="59174" x="6737350" y="6794500"/>
          <p14:tracePt t="59188" x="6743700" y="6794500"/>
          <p14:tracePt t="59204" x="6750050" y="6788150"/>
          <p14:tracePt t="59221" x="6756400" y="6781800"/>
          <p14:tracePt t="59250" x="6756400" y="6788150"/>
          <p14:tracePt t="59258" x="6762750" y="6788150"/>
          <p14:tracePt t="60321" x="6756400" y="6788150"/>
          <p14:tracePt t="60335" x="6724650" y="6781800"/>
          <p14:tracePt t="60342" x="6680200" y="6769100"/>
          <p14:tracePt t="60350" x="6642100" y="6762750"/>
          <p14:tracePt t="60367" x="6604000" y="6762750"/>
          <p14:tracePt t="60385" x="6534150" y="6750050"/>
          <p14:tracePt t="60400" x="6489700" y="6737350"/>
          <p14:tracePt t="60417" x="6432550" y="6737350"/>
          <p14:tracePt t="60434" x="6356350" y="6737350"/>
          <p14:tracePt t="60450" x="6318250" y="6737350"/>
          <p14:tracePt t="60467" x="6223000" y="6743700"/>
          <p14:tracePt t="60483" x="6115050" y="6756400"/>
          <p14:tracePt t="60500" x="6064250" y="6756400"/>
          <p14:tracePt t="60517" x="5975350" y="6756400"/>
          <p14:tracePt t="60533" x="5918200" y="6756400"/>
          <p14:tracePt t="60550" x="5905500" y="6756400"/>
          <p14:tracePt t="60567" x="5886450" y="6756400"/>
          <p14:tracePt t="60583" x="5880100" y="6756400"/>
          <p14:tracePt t="60623" x="5873750" y="6756400"/>
          <p14:tracePt t="60672" x="5873750" y="6750050"/>
          <p14:tracePt t="60721" x="5873750" y="6743700"/>
          <p14:tracePt t="60742" x="5880100" y="6743700"/>
          <p14:tracePt t="60756" x="5886450" y="6743700"/>
          <p14:tracePt t="60770" x="5892800" y="6737350"/>
          <p14:tracePt t="60791" x="5899150" y="6737350"/>
          <p14:tracePt t="60826" x="5905500" y="6737350"/>
          <p14:tracePt t="60861" x="5911850" y="6731000"/>
          <p14:tracePt t="61134" x="5911850" y="6724650"/>
          <p14:tracePt t="61162" x="5905500" y="6711950"/>
          <p14:tracePt t="61175" x="5899150" y="6711950"/>
          <p14:tracePt t="61184" x="5892800" y="6705600"/>
          <p14:tracePt t="61198" x="5880100" y="6692900"/>
          <p14:tracePt t="61214" x="5848350" y="6667500"/>
          <p14:tracePt t="61231" x="5822950" y="6648450"/>
          <p14:tracePt t="61247" x="5759450" y="6604000"/>
          <p14:tracePt t="61264" x="5676900" y="6540500"/>
          <p14:tracePt t="61281" x="5588000" y="6489700"/>
          <p14:tracePt t="61297" x="5549900" y="6470650"/>
          <p14:tracePt t="61314" x="5505450" y="6451600"/>
          <p14:tracePt t="61331" x="5346700" y="6381750"/>
          <p14:tracePt t="61347" x="5295900" y="6362700"/>
          <p14:tracePt t="61364" x="5251450" y="6350000"/>
          <p14:tracePt t="61380" x="5168900" y="6318250"/>
          <p14:tracePt t="61397" x="5118100" y="6305550"/>
          <p14:tracePt t="61414" x="5073650" y="6299200"/>
          <p14:tracePt t="61430" x="5054600" y="6299200"/>
          <p14:tracePt t="61446" x="5035550" y="6299200"/>
          <p14:tracePt t="61464" x="5022850" y="6292850"/>
          <p14:tracePt t="61496" x="5010150" y="6292850"/>
          <p14:tracePt t="61513" x="5003800" y="6286500"/>
          <p14:tracePt t="61575" x="5003800" y="6280150"/>
          <p14:tracePt t="61842" x="5010150" y="6280150"/>
          <p14:tracePt t="61856" x="5022850" y="6280150"/>
          <p14:tracePt t="61885" x="5029200" y="6280150"/>
          <p14:tracePt t="61891" x="5035550" y="6280150"/>
          <p14:tracePt t="61906" x="5048250" y="6280150"/>
          <p14:tracePt t="61914" x="5060950" y="6273800"/>
          <p14:tracePt t="61928" x="5080000" y="6273800"/>
          <p14:tracePt t="61945" x="5111750" y="6273800"/>
          <p14:tracePt t="61962" x="5251450" y="6267450"/>
          <p14:tracePt t="61978" x="5314950" y="6267450"/>
          <p14:tracePt t="61994" x="5391150" y="6267450"/>
          <p14:tracePt t="62011" x="5575300" y="6242050"/>
          <p14:tracePt t="62028" x="5778500" y="6216650"/>
          <p14:tracePt t="62045" x="5867400" y="6216650"/>
          <p14:tracePt t="62061" x="6045200" y="6191250"/>
          <p14:tracePt t="62078" x="6223000" y="6184900"/>
          <p14:tracePt t="62095" x="6394450" y="6165850"/>
          <p14:tracePt t="62112" x="6470650" y="6153150"/>
          <p14:tracePt t="62128" x="6604000" y="6146800"/>
          <p14:tracePt t="62144" x="6692900" y="6127750"/>
          <p14:tracePt t="62161" x="6724650" y="6121400"/>
          <p14:tracePt t="62177" x="6781800" y="6115050"/>
          <p14:tracePt t="62194" x="6813550" y="6108700"/>
          <p14:tracePt t="62211" x="6826250" y="6108700"/>
          <p14:tracePt t="62227" x="6851650" y="6096000"/>
          <p14:tracePt t="62244" x="6877050" y="6096000"/>
          <p14:tracePt t="62260" x="6889750" y="6096000"/>
          <p14:tracePt t="62277" x="6902450" y="6096000"/>
          <p14:tracePt t="62294" x="6908800" y="6096000"/>
          <p14:tracePt t="62311" x="6915150" y="6096000"/>
          <p14:tracePt t="62347" x="6921500" y="6102350"/>
          <p14:tracePt t="62396" x="6921500" y="6108700"/>
          <p14:tracePt t="62402" x="6921500" y="6115050"/>
          <p14:tracePt t="62438" x="6921500" y="6121400"/>
          <p14:tracePt t="62473" x="6921500" y="6127750"/>
          <p14:tracePt t="62494" x="6915150" y="6127750"/>
          <p14:tracePt t="62516" x="6908800" y="6127750"/>
          <p14:tracePt t="62522" x="6908800" y="6134100"/>
          <p14:tracePt t="62537" x="6902450" y="6134100"/>
          <p14:tracePt t="62565" x="6889750" y="6134100"/>
          <p14:tracePt t="62586" x="6883400" y="6134100"/>
          <p14:tracePt t="62635" x="6877050" y="6140450"/>
          <p14:tracePt t="62656" x="6870700" y="6146800"/>
          <p14:tracePt t="62663" x="6864350" y="6146800"/>
          <p14:tracePt t="62684" x="6858000" y="6153150"/>
          <p14:tracePt t="62698" x="6851650" y="6159500"/>
          <p14:tracePt t="62708" x="6845300" y="6159500"/>
          <p14:tracePt t="62729" x="6845300" y="6165850"/>
          <p14:tracePt t="62742" x="6838950" y="6165850"/>
          <p14:tracePt t="62759" x="6832600" y="6172200"/>
          <p14:tracePt t="62777" x="6826250" y="6172200"/>
          <p14:tracePt t="62791" x="6819900" y="6178550"/>
          <p14:tracePt t="62808" x="6813550" y="6178550"/>
          <p14:tracePt t="62825" x="6807200" y="6184900"/>
          <p14:tracePt t="62845" x="6807200" y="6191250"/>
          <p14:tracePt t="62866" x="6800850" y="6191250"/>
          <p14:tracePt t="62894" x="6794500" y="6197600"/>
          <p14:tracePt t="62910" x="6788150" y="6197600"/>
          <p14:tracePt t="62915" x="6788150" y="6203950"/>
          <p14:tracePt t="62936" x="6781800" y="6203950"/>
          <p14:tracePt t="62945" x="6775450" y="6203950"/>
          <p14:tracePt t="62959" x="6769100" y="6203950"/>
          <p14:tracePt t="62975" x="6769100" y="6210300"/>
          <p14:tracePt t="62991" x="6750050" y="6216650"/>
          <p14:tracePt t="63008" x="6718300" y="6229350"/>
          <p14:tracePt t="63024" x="6692900" y="6248400"/>
          <p14:tracePt t="63041" x="6623050" y="6267450"/>
          <p14:tracePt t="63058" x="6553200" y="6286500"/>
          <p14:tracePt t="63074" x="6508750" y="6305550"/>
          <p14:tracePt t="63090" x="6426200" y="6318250"/>
          <p14:tracePt t="63107" x="6330950" y="6337300"/>
          <p14:tracePt t="63124" x="6280150" y="6337300"/>
          <p14:tracePt t="63141" x="6153150" y="6337300"/>
          <p14:tracePt t="63158" x="5969000" y="6330950"/>
          <p14:tracePt t="63175" x="5765800" y="6324600"/>
          <p14:tracePt t="63190" x="5657850" y="6324600"/>
          <p14:tracePt t="63194" x="5543550" y="6311900"/>
          <p14:tracePt t="63224" x="5162550" y="6311900"/>
          <p14:tracePt t="63240" x="5022850" y="6311900"/>
          <p14:tracePt t="63257" x="4864100" y="6318250"/>
          <p14:tracePt t="63274" x="4546600" y="6330950"/>
          <p14:tracePt t="63290" x="4191000" y="6356350"/>
          <p14:tracePt t="63307" x="3911600" y="6375400"/>
          <p14:tracePt t="63323" x="3784600" y="6394450"/>
          <p14:tracePt t="63340" x="3543300" y="6419850"/>
          <p14:tracePt t="63357" x="3384550" y="6445250"/>
          <p14:tracePt t="63373" x="3333750" y="6457950"/>
          <p14:tracePt t="63390" x="3282950" y="6457950"/>
          <p14:tracePt t="63406" x="3270250" y="6457950"/>
          <p14:tracePt t="63483" x="3270250" y="6451600"/>
          <p14:tracePt t="63503" x="3276600" y="6451600"/>
          <p14:tracePt t="63510" x="3282950" y="6451600"/>
          <p14:tracePt t="63526" x="3289300" y="6451600"/>
          <p14:tracePt t="63874" x="3302000" y="6451600"/>
          <p14:tracePt t="63889" x="3321050" y="6445250"/>
          <p14:tracePt t="63895" x="3340100" y="6445250"/>
          <p14:tracePt t="63909" x="3371850" y="6438900"/>
          <p14:tracePt t="63921" x="3397250" y="6438900"/>
          <p14:tracePt t="63938" x="3460750" y="6413500"/>
          <p14:tracePt t="63954" x="3492500" y="6407150"/>
          <p14:tracePt t="63971" x="3581400" y="6388100"/>
          <p14:tracePt t="63987" x="3689350" y="6362700"/>
          <p14:tracePt t="64004" x="3752850" y="6362700"/>
          <p14:tracePt t="64021" x="3860800" y="6350000"/>
          <p14:tracePt t="64037" x="3924300" y="6350000"/>
          <p14:tracePt t="64054" x="3949700" y="6350000"/>
          <p14:tracePt t="64071" x="3987800" y="6343650"/>
          <p14:tracePt t="64087" x="4019550" y="6343650"/>
          <p14:tracePt t="64104" x="4044950" y="6343650"/>
          <p14:tracePt t="64121" x="4083050" y="6343650"/>
          <p14:tracePt t="64137" x="4095750" y="6350000"/>
          <p14:tracePt t="64155" x="4171950" y="6350000"/>
          <p14:tracePt t="64170" x="4197350" y="6350000"/>
          <p14:tracePt t="64187" x="4235450" y="6350000"/>
          <p14:tracePt t="64204" x="4311650" y="6350000"/>
          <p14:tracePt t="64220" x="4419600" y="6362700"/>
          <p14:tracePt t="64237" x="4470400" y="6369050"/>
          <p14:tracePt t="64254" x="4622800" y="6369050"/>
          <p14:tracePt t="64270" x="4800600" y="6381750"/>
          <p14:tracePt t="64287" x="4889500" y="6381750"/>
          <p14:tracePt t="64303" x="5067300" y="6381750"/>
          <p14:tracePt t="64320" x="5245100" y="6381750"/>
          <p14:tracePt t="64337" x="5372100" y="6381750"/>
          <p14:tracePt t="64353" x="5422900" y="6381750"/>
          <p14:tracePt t="64370" x="5518150" y="6381750"/>
          <p14:tracePt t="64386" x="5562600" y="6381750"/>
          <p14:tracePt t="64403" x="5588000" y="6381750"/>
          <p14:tracePt t="64420" x="5607050" y="6375400"/>
          <p14:tracePt t="64436" x="5638800" y="6375400"/>
          <p14:tracePt t="64453" x="5651500" y="6375400"/>
          <p14:tracePt t="64472" x="5664200" y="6369050"/>
          <p14:tracePt t="64486" x="5670550" y="6369050"/>
          <p14:tracePt t="64503" x="5683250" y="6369050"/>
          <p14:tracePt t="64519" x="5695950" y="6369050"/>
          <p14:tracePt t="64553" x="5708650" y="6369050"/>
          <p14:tracePt t="64569" x="5721350" y="6369050"/>
          <p14:tracePt t="64586" x="5727700" y="6369050"/>
          <p14:tracePt t="64603" x="5734050" y="6362700"/>
          <p14:tracePt t="64619" x="5740400" y="6362700"/>
          <p14:tracePt t="64655" x="5746750" y="6356350"/>
          <p14:tracePt t="65067" x="5810250" y="6356350"/>
          <p14:tracePt t="65081" x="5835650" y="6356350"/>
          <p14:tracePt t="65088" x="5886450" y="6362700"/>
          <p14:tracePt t="65104" x="5949950" y="6362700"/>
          <p14:tracePt t="65117" x="6102350" y="6388100"/>
          <p14:tracePt t="65134" x="6223000" y="6394450"/>
          <p14:tracePt t="65151" x="6438900" y="6381750"/>
          <p14:tracePt t="65167" x="6553200" y="6369050"/>
          <p14:tracePt t="65184" x="6756400" y="6369050"/>
          <p14:tracePt t="65201" x="6934200" y="6350000"/>
          <p14:tracePt t="65218" x="7010400" y="6350000"/>
          <p14:tracePt t="65233" x="7156450" y="6324600"/>
          <p14:tracePt t="65250" x="7264400" y="6292850"/>
          <p14:tracePt t="65267" x="7296150" y="6280150"/>
          <p14:tracePt t="65284" x="7346950" y="6280150"/>
          <p14:tracePt t="65300" x="7385050" y="6280150"/>
          <p14:tracePt t="65318" x="7397750" y="6280150"/>
          <p14:tracePt t="65333" x="7416800" y="6280150"/>
          <p14:tracePt t="65350" x="7442200" y="6280150"/>
          <p14:tracePt t="65366" x="7448550" y="6286500"/>
          <p14:tracePt t="65383" x="7461250" y="6286500"/>
          <p14:tracePt t="65399" x="7480300" y="6286500"/>
          <p14:tracePt t="65417" x="7499350" y="6292850"/>
          <p14:tracePt t="65433" x="7512050" y="6292850"/>
          <p14:tracePt t="65467" x="7537450" y="6292850"/>
          <p14:tracePt t="65483" x="7550150" y="6292850"/>
          <p14:tracePt t="65499" x="7556500" y="6292850"/>
          <p14:tracePt t="65516" x="7569200" y="6292850"/>
          <p14:tracePt t="65533" x="7581900" y="6292850"/>
          <p14:tracePt t="65549" x="7588250" y="6292850"/>
          <p14:tracePt t="65565" x="7600950" y="6292850"/>
          <p14:tracePt t="65582" x="7600950" y="6299200"/>
          <p14:tracePt t="65600" x="7607300" y="6305550"/>
          <p14:tracePt t="65620" x="7613650" y="6305550"/>
          <p14:tracePt t="65632" x="7620000" y="6311900"/>
          <p14:tracePt t="65663" x="7620000" y="6318250"/>
          <p14:tracePt t="65677" x="7626350" y="6318250"/>
          <p14:tracePt t="65718" x="7626350" y="6324600"/>
          <p14:tracePt t="65747" x="7626350" y="6330950"/>
          <p14:tracePt t="65789" x="7626350" y="6337300"/>
          <p14:tracePt t="65803" x="7620000" y="6343650"/>
          <p14:tracePt t="65810" x="7613650" y="6350000"/>
          <p14:tracePt t="65818" x="7607300" y="6350000"/>
          <p14:tracePt t="65833" x="7607300" y="6356350"/>
          <p14:tracePt t="65848" x="7607300" y="6362700"/>
          <p14:tracePt t="65865" x="7600950" y="6362700"/>
          <p14:tracePt t="65881" x="7581900" y="6375400"/>
          <p14:tracePt t="65898" x="7569200" y="6381750"/>
          <p14:tracePt t="65915" x="7550150" y="6394450"/>
          <p14:tracePt t="65931" x="7524750" y="6407150"/>
          <p14:tracePt t="65948" x="7518400" y="6413500"/>
          <p14:tracePt t="65965" x="7505700" y="6419850"/>
          <p14:tracePt t="65980" x="7493000" y="6426200"/>
          <p14:tracePt t="66014" x="7480300" y="6432550"/>
          <p14:tracePt t="66031" x="7480300" y="6438900"/>
          <p14:tracePt t="66064" x="7480300" y="6445250"/>
          <p14:tracePt t="66090" x="7480300" y="6451600"/>
          <p14:tracePt t="66118" x="7493000" y="6457950"/>
          <p14:tracePt t="66139" x="7499350" y="6457950"/>
          <p14:tracePt t="66153" x="7505700" y="6457950"/>
          <p14:tracePt t="66160" x="7512050" y="6464300"/>
          <p14:tracePt t="66182" x="7518400" y="6464300"/>
          <p14:tracePt t="66188" x="7531100" y="6470650"/>
          <p14:tracePt t="66202" x="7543800" y="6470650"/>
          <p14:tracePt t="66213" x="7556500" y="6477000"/>
          <p14:tracePt t="66230" x="7581900" y="6477000"/>
          <p14:tracePt t="66246" x="7613650" y="6483350"/>
          <p14:tracePt t="66263" x="7639050" y="6489700"/>
          <p14:tracePt t="66280" x="7658100" y="6489700"/>
          <p14:tracePt t="66313" x="7664450" y="6489700"/>
          <p14:tracePt t="66378" x="7658100" y="6489700"/>
          <p14:tracePt t="66392" x="7651750" y="6489700"/>
          <p14:tracePt t="66399" x="7639050" y="6489700"/>
          <p14:tracePt t="66416" x="7620000" y="6496050"/>
          <p14:tracePt t="66429" x="7600950" y="6496050"/>
          <p14:tracePt t="66446" x="7505700" y="6502400"/>
          <p14:tracePt t="66463" x="7391400" y="6515100"/>
          <p14:tracePt t="66479" x="7315200" y="6515100"/>
          <p14:tracePt t="66496" x="7169150" y="6508750"/>
          <p14:tracePt t="66512" x="7042150" y="6489700"/>
          <p14:tracePt t="66529" x="6985000" y="6483350"/>
          <p14:tracePt t="66546" x="6908800" y="6470650"/>
          <p14:tracePt t="66562" x="6864350" y="6464300"/>
          <p14:tracePt t="66579" x="6845300" y="6464300"/>
          <p14:tracePt t="66595" x="6769100" y="6457950"/>
          <p14:tracePt t="66612" x="6743700" y="6451600"/>
          <p14:tracePt t="68986" x="6724650" y="6457950"/>
          <p14:tracePt t="68993" x="6692900" y="6477000"/>
          <p14:tracePt t="69003" x="6661150" y="6502400"/>
          <p14:tracePt t="69022" x="6597650" y="6553200"/>
          <p14:tracePt t="69036" x="6553200" y="6578600"/>
          <p14:tracePt t="69053" x="6521450" y="6591300"/>
          <p14:tracePt t="69071" x="6400800" y="6654800"/>
          <p14:tracePt t="69087" x="6369050" y="6673850"/>
          <p14:tracePt t="69104" x="6324600" y="6686550"/>
          <p14:tracePt t="69121" x="6267450" y="6705600"/>
          <p14:tracePt t="69137" x="6216650" y="6718300"/>
          <p14:tracePt t="69154" x="6159500" y="6731000"/>
          <p14:tracePt t="69170" x="6127750" y="6737350"/>
          <p14:tracePt t="69186" x="6051550" y="6737350"/>
          <p14:tracePt t="69204" x="6007100" y="6743700"/>
          <p14:tracePt t="69220" x="5892800" y="6762750"/>
          <p14:tracePt t="69224" x="5816600" y="6762750"/>
          <p14:tracePt t="69237" x="5734050" y="6775450"/>
          <p14:tracePt t="69253" x="5543550" y="6781800"/>
          <p14:tracePt t="69269" x="5429250" y="6781800"/>
          <p14:tracePt t="69286" x="5213350" y="6813550"/>
          <p14:tracePt t="69303" x="4997450" y="6832600"/>
          <p14:tracePt t="69320" x="4895850" y="6845300"/>
          <p14:tracePt t="69337" x="4718050" y="6845300"/>
          <p14:tracePt t="69353" x="4572000" y="6826250"/>
          <p14:tracePt t="69369" x="4514850" y="6807200"/>
          <p14:tracePt t="69386" x="4445000" y="6781800"/>
          <p14:tracePt t="69402" x="4425950" y="6781800"/>
          <p14:tracePt t="69419" x="4387850" y="6769100"/>
          <p14:tracePt t="69436" x="4375150" y="6769100"/>
          <p14:tracePt t="69453" x="4368800" y="6769100"/>
          <p14:tracePt t="69469" x="4343400" y="6769100"/>
          <p14:tracePt t="69485" x="4292600" y="6775450"/>
          <p14:tracePt t="69502" x="4267200" y="6775450"/>
          <p14:tracePt t="69519" x="4210050" y="6775450"/>
          <p14:tracePt t="69535" x="4159250" y="6775450"/>
          <p14:tracePt t="69552" x="4140200" y="6775450"/>
          <p14:tracePt t="69569" x="4102100" y="6775450"/>
          <p14:tracePt t="69585" x="4064000" y="6775450"/>
          <p14:tracePt t="69603" x="4044950" y="6769100"/>
          <p14:tracePt t="69618" x="4038600" y="6769100"/>
          <p14:tracePt t="69635" x="4032250" y="6769100"/>
          <p14:tracePt t="69669" x="4025900" y="6769100"/>
          <p14:tracePt t="69684" x="4019550" y="6769100"/>
          <p14:tracePt t="69702" x="4000500" y="6762750"/>
          <p14:tracePt t="69734" x="3987800" y="6762750"/>
          <p14:tracePt t="69751" x="3943350" y="6756400"/>
          <p14:tracePt t="69768" x="3911600" y="6750050"/>
          <p14:tracePt t="69786" x="3854450" y="6737350"/>
          <p14:tracePt t="69801" x="3829050" y="6731000"/>
          <p14:tracePt t="69818" x="3771900" y="6718300"/>
          <p14:tracePt t="69835" x="3733800" y="6718300"/>
          <p14:tracePt t="69851" x="3721100" y="6718300"/>
          <p14:tracePt t="69868" x="3702050" y="6718300"/>
          <p14:tracePt t="69884" x="3695700" y="6718300"/>
          <p14:tracePt t="69900" x="3689350" y="6718300"/>
          <p14:tracePt t="70311" x="3689350" y="6711950"/>
          <p14:tracePt t="70332" x="3695700" y="6711950"/>
          <p14:tracePt t="70353" x="3702050" y="6711950"/>
          <p14:tracePt t="70374" x="3708400" y="6705600"/>
          <p14:tracePt t="70465" x="3714750" y="6705600"/>
          <p14:tracePt t="70535" x="3714750" y="6699250"/>
          <p14:tracePt t="70563" x="3721100" y="6699250"/>
          <p14:tracePt t="70591" x="3727450" y="6692900"/>
          <p14:tracePt t="70633" x="3733800" y="6692900"/>
          <p14:tracePt t="70675" x="3740150" y="6692900"/>
          <p14:tracePt t="70717" x="3746500" y="6692900"/>
          <p14:tracePt t="70723" x="3752850" y="6692900"/>
          <p14:tracePt t="70772" x="3759200" y="6692900"/>
          <p14:tracePt t="70794" x="3765550" y="6692900"/>
          <p14:tracePt t="70822" x="3771900" y="6692900"/>
          <p14:tracePt t="70857" x="3778250" y="6692900"/>
          <p14:tracePt t="70907" x="3784600" y="6686550"/>
          <p14:tracePt t="70977" x="3778250" y="6686550"/>
          <p14:tracePt t="70998" x="3771900" y="6686550"/>
          <p14:tracePt t="71005" x="3765550" y="6686550"/>
          <p14:tracePt t="71013" x="3759200" y="6680200"/>
          <p14:tracePt t="71033" x="3746500" y="6680200"/>
          <p14:tracePt t="71049" x="3733800" y="6680200"/>
          <p14:tracePt t="71063" x="3702050" y="6680200"/>
          <p14:tracePt t="71080" x="3638550" y="6680200"/>
          <p14:tracePt t="71097" x="3536950" y="6680200"/>
          <p14:tracePt t="71113" x="3467100" y="6680200"/>
          <p14:tracePt t="71131" x="3251200" y="6699250"/>
          <p14:tracePt t="71146" x="3187700" y="6699250"/>
          <p14:tracePt t="71163" x="3117850" y="6711950"/>
          <p14:tracePt t="71180" x="3028950" y="6718300"/>
          <p14:tracePt t="71196" x="2978150" y="6724650"/>
          <p14:tracePt t="71213" x="2959100" y="6724650"/>
          <p14:tracePt t="71230" x="2940050" y="6724650"/>
          <p14:tracePt t="71246" x="2933700" y="6724650"/>
          <p14:tracePt t="71263" x="2927350" y="6724650"/>
          <p14:tracePt t="71279" x="2921000" y="6724650"/>
          <p14:tracePt t="71341" x="2914650" y="6724650"/>
          <p14:tracePt t="71363" x="2908300" y="6724650"/>
          <p14:tracePt t="71383" x="2901950" y="6724650"/>
          <p14:tracePt t="71390" x="2895600" y="6724650"/>
          <p14:tracePt t="71411" x="2889250" y="6724650"/>
          <p14:tracePt t="71432" x="2882900" y="6724650"/>
          <p14:tracePt t="71495" x="2876550" y="6724650"/>
          <p14:tracePt t="71523" x="2870200" y="6724650"/>
          <p14:tracePt t="71565" x="2863850" y="6724650"/>
          <p14:tracePt t="71664" x="2870200" y="6724650"/>
          <p14:tracePt t="71679" x="2876550" y="6724650"/>
          <p14:tracePt t="71692" x="2882900" y="6724650"/>
          <p14:tracePt t="71705" x="2889250" y="6724650"/>
          <p14:tracePt t="71714" x="2895600" y="6724650"/>
          <p14:tracePt t="71728" x="2901950" y="6724650"/>
          <p14:tracePt t="71744" x="2914650" y="6724650"/>
          <p14:tracePt t="71761" x="2940050" y="6718300"/>
          <p14:tracePt t="71777" x="2997200" y="6711950"/>
          <p14:tracePt t="71794" x="3035300" y="6711950"/>
          <p14:tracePt t="71811" x="3130550" y="6705600"/>
          <p14:tracePt t="71827" x="3232150" y="6692900"/>
          <p14:tracePt t="71844" x="3302000" y="6686550"/>
          <p14:tracePt t="71860" x="3403600" y="6686550"/>
          <p14:tracePt t="71877" x="3511550" y="6673850"/>
          <p14:tracePt t="71895" x="3587750" y="6667500"/>
          <p14:tracePt t="71910" x="3619500" y="6667500"/>
          <p14:tracePt t="71927" x="3670300" y="6654800"/>
          <p14:tracePt t="71944" x="3708400" y="6648450"/>
          <p14:tracePt t="71960" x="3721100" y="6648450"/>
          <p14:tracePt t="71976" x="3733800" y="6642100"/>
          <p14:tracePt t="71994" x="3759200" y="6642100"/>
          <p14:tracePt t="72026" x="3765550" y="6642100"/>
          <p14:tracePt t="72043" x="3771900" y="6642100"/>
          <p14:tracePt t="72060" x="3784600" y="6635750"/>
          <p14:tracePt t="72093" x="3790950" y="6635750"/>
          <p14:tracePt t="72127" x="3797300" y="6635750"/>
          <p14:tracePt t="72266" x="3790950" y="6635750"/>
          <p14:tracePt t="72294" x="3784600" y="663575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Instead of </a:t>
            </a:r>
            <a:r>
              <a:rPr lang="en-US" altLang="en-US" sz="3200" dirty="0">
                <a:solidFill>
                  <a:srgbClr val="FF0000"/>
                </a:solidFill>
              </a:rPr>
              <a:t>denying access</a:t>
            </a:r>
            <a:r>
              <a:rPr lang="en-US" altLang="en-US" sz="3200" dirty="0"/>
              <a:t> to an attribute, </a:t>
            </a:r>
            <a:r>
              <a:rPr lang="en-US" altLang="en-US" sz="3200" dirty="0" smtClean="0"/>
              <a:t>you can chose to </a:t>
            </a:r>
            <a:r>
              <a:rPr lang="en-US" altLang="en-US" sz="3200" dirty="0" smtClean="0">
                <a:solidFill>
                  <a:srgbClr val="00B0F0"/>
                </a:solidFill>
              </a:rPr>
              <a:t>limit </a:t>
            </a:r>
            <a:r>
              <a:rPr lang="en-US" altLang="en-US" sz="3200" dirty="0">
                <a:solidFill>
                  <a:srgbClr val="00B0F0"/>
                </a:solidFill>
              </a:rPr>
              <a:t>access</a:t>
            </a:r>
            <a:r>
              <a:rPr lang="en-US" altLang="en-US" sz="3200" dirty="0"/>
              <a:t> to </a:t>
            </a:r>
            <a:r>
              <a:rPr lang="en-US" altLang="en-US" sz="3200" dirty="0" smtClean="0"/>
              <a:t>it.</a:t>
            </a:r>
            <a:endParaRPr lang="en-US" altLang="en-US" sz="3200" dirty="0"/>
          </a:p>
          <a:p>
            <a:pPr lvl="1" eaLnBrk="1" hangingPunct="1"/>
            <a:r>
              <a:rPr lang="en-US" altLang="en-US" sz="3000" dirty="0" smtClean="0"/>
              <a:t>For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example,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you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might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allow</a:t>
            </a:r>
            <a:r>
              <a:rPr lang="en-US" altLang="en-US" sz="2800" dirty="0" smtClean="0"/>
              <a:t> </a:t>
            </a:r>
            <a:r>
              <a:rPr lang="en-US" altLang="en-US" sz="3000" dirty="0"/>
              <a:t>client</a:t>
            </a:r>
            <a:r>
              <a:rPr lang="en-US" altLang="en-US" sz="2800" dirty="0"/>
              <a:t> </a:t>
            </a:r>
            <a:r>
              <a:rPr lang="en-US" altLang="en-US" sz="3000" dirty="0"/>
              <a:t>code</a:t>
            </a:r>
            <a:r>
              <a:rPr lang="en-US" altLang="en-US" sz="2800" dirty="0"/>
              <a:t> </a:t>
            </a:r>
            <a:r>
              <a:rPr lang="en-US" altLang="en-US" sz="3000" dirty="0" smtClean="0"/>
              <a:t>to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be able to </a:t>
            </a:r>
            <a:r>
              <a:rPr lang="en-US" altLang="en-US" sz="3000" dirty="0"/>
              <a:t>read, but not </a:t>
            </a:r>
            <a:r>
              <a:rPr lang="en-US" altLang="en-US" sz="3000" dirty="0" smtClean="0"/>
              <a:t>to change, an attribute.</a:t>
            </a:r>
            <a:endParaRPr lang="en-US" altLang="en-US" sz="3000" dirty="0"/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 smtClean="0">
                <a:solidFill>
                  <a:schemeClr val="accent2"/>
                </a:solidFill>
              </a:rPr>
              <a:t>Python lets you define specific programmable rules for any attribute.</a:t>
            </a:r>
          </a:p>
          <a:p>
            <a:pPr lvl="1" eaLnBrk="1" hangingPunct="1"/>
            <a:r>
              <a:rPr lang="en-US" altLang="en-US" sz="3000" dirty="0" smtClean="0">
                <a:solidFill>
                  <a:schemeClr val="accent2"/>
                </a:solidFill>
              </a:rPr>
              <a:t>This is done by programming methods for:</a:t>
            </a:r>
          </a:p>
          <a:p>
            <a:pPr lvl="2" eaLnBrk="1" hangingPunct="1"/>
            <a:r>
              <a:rPr lang="en-US" altLang="en-US" sz="2800" dirty="0">
                <a:solidFill>
                  <a:schemeClr val="accent2"/>
                </a:solidFill>
              </a:rPr>
              <a:t>Getting 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 smtClean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Setting </a:t>
            </a:r>
            <a:r>
              <a:rPr lang="en-US" altLang="en-US" sz="2800" dirty="0">
                <a:solidFill>
                  <a:schemeClr val="accent2"/>
                </a:solidFill>
              </a:rPr>
              <a:t>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Deleting an attribute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Controlling Attribute Access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8928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959"/>
    </mc:Choice>
    <mc:Fallback>
      <p:transition spd="slow" advTm="1129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381" x="3790950" y="6616700"/>
          <p14:tracePt t="8388" x="3822700" y="6572250"/>
          <p14:tracePt t="8395" x="3860800" y="6515100"/>
          <p14:tracePt t="8403" x="3886200" y="6470650"/>
          <p14:tracePt t="8421" x="3956050" y="6337300"/>
          <p14:tracePt t="8437" x="4083050" y="6083300"/>
          <p14:tracePt t="8453" x="4171950" y="5918200"/>
          <p14:tracePt t="8470" x="4254500" y="5734050"/>
          <p14:tracePt t="8487" x="4368800" y="5403850"/>
          <p14:tracePt t="8503" x="4432300" y="5187950"/>
          <p14:tracePt t="8521" x="4514850" y="4883150"/>
          <p14:tracePt t="8536" x="4565650" y="4711700"/>
          <p14:tracePt t="8552" x="4597400" y="4572000"/>
          <p14:tracePt t="8570" x="4622800" y="4432300"/>
          <p14:tracePt t="8586" x="4610100" y="4394200"/>
          <p14:tracePt t="8603" x="4603750" y="4330700"/>
          <p14:tracePt t="8620" x="4591050" y="4254500"/>
          <p14:tracePt t="8636" x="4578350" y="4191000"/>
          <p14:tracePt t="8653" x="4546600" y="4095750"/>
          <p14:tracePt t="8669" x="4502150" y="4000500"/>
          <p14:tracePt t="8686" x="4457700" y="3924300"/>
          <p14:tracePt t="8703" x="4413250" y="3841750"/>
          <p14:tracePt t="8719" x="4330700" y="3670300"/>
          <p14:tracePt t="8736" x="4254500" y="3517900"/>
          <p14:tracePt t="8753" x="4108450" y="3289300"/>
          <p14:tracePt t="8769" x="3994150" y="3111500"/>
          <p14:tracePt t="8786" x="3860800" y="2946400"/>
          <p14:tracePt t="8803" x="3708400" y="2724150"/>
          <p14:tracePt t="8819" x="3625850" y="2628900"/>
          <p14:tracePt t="8836" x="3511550" y="2527300"/>
          <p14:tracePt t="8852" x="3473450" y="2495550"/>
          <p14:tracePt t="8869" x="3422650" y="2457450"/>
          <p14:tracePt t="8886" x="3371850" y="2419350"/>
          <p14:tracePt t="8902" x="3359150" y="2406650"/>
          <p14:tracePt t="8919" x="3359150" y="2400300"/>
          <p14:tracePt t="8935" x="3346450" y="2393950"/>
          <p14:tracePt t="8951" x="3340100" y="2387600"/>
          <p14:tracePt t="8968" x="3340100" y="2381250"/>
          <p14:tracePt t="8985" x="3340100" y="2374900"/>
          <p14:tracePt t="9001" x="3340100" y="2362200"/>
          <p14:tracePt t="9018" x="3352800" y="2343150"/>
          <p14:tracePt t="9035" x="3371850" y="2311400"/>
          <p14:tracePt t="9051" x="3390900" y="2286000"/>
          <p14:tracePt t="9068" x="3409950" y="2247900"/>
          <p14:tracePt t="9084" x="3422650" y="2222500"/>
          <p14:tracePt t="9101" x="3441700" y="2203450"/>
          <p14:tracePt t="9118" x="3498850" y="2152650"/>
          <p14:tracePt t="9134" x="3543300" y="2133600"/>
          <p14:tracePt t="9151" x="3606800" y="2101850"/>
          <p14:tracePt t="9167" x="3651250" y="2082800"/>
          <p14:tracePt t="9184" x="3708400" y="2082800"/>
          <p14:tracePt t="9201" x="3759200" y="2076450"/>
          <p14:tracePt t="9217" x="3848100" y="2070100"/>
          <p14:tracePt t="9234" x="3905250" y="2057400"/>
          <p14:tracePt t="9251" x="3975100" y="2051050"/>
          <p14:tracePt t="9267" x="4013200" y="2044700"/>
          <p14:tracePt t="9284" x="4051300" y="2044700"/>
          <p14:tracePt t="9300" x="4083050" y="2044700"/>
          <p14:tracePt t="9317" x="4108450" y="2044700"/>
          <p14:tracePt t="9334" x="4140200" y="2044700"/>
          <p14:tracePt t="9350" x="4152900" y="2044700"/>
          <p14:tracePt t="9369" x="4165600" y="2044700"/>
          <p14:tracePt t="9384" x="4171950" y="2044700"/>
          <p14:tracePt t="9400" x="4178300" y="2044700"/>
          <p14:tracePt t="9417" x="4184650" y="2044700"/>
          <p14:tracePt t="9450" x="4191000" y="2044700"/>
          <p14:tracePt t="12845" x="4191000" y="2057400"/>
          <p14:tracePt t="12859" x="4191000" y="2070100"/>
          <p14:tracePt t="12873" x="4191000" y="2082800"/>
          <p14:tracePt t="12880" x="4191000" y="2089150"/>
          <p14:tracePt t="12889" x="4191000" y="2095500"/>
          <p14:tracePt t="12904" x="4191000" y="2108200"/>
          <p14:tracePt t="12921" x="4191000" y="2120900"/>
          <p14:tracePt t="12938" x="4203700" y="2146300"/>
          <p14:tracePt t="12954" x="4222750" y="2165350"/>
          <p14:tracePt t="12971" x="4248150" y="2184400"/>
          <p14:tracePt t="12988" x="4318000" y="2235200"/>
          <p14:tracePt t="13004" x="4406900" y="2279650"/>
          <p14:tracePt t="13021" x="4533900" y="2324100"/>
          <p14:tracePt t="13037" x="4641850" y="2330450"/>
          <p14:tracePt t="13054" x="4730750" y="2317750"/>
          <p14:tracePt t="13071" x="4883150" y="2273300"/>
          <p14:tracePt t="13087" x="4972050" y="2222500"/>
          <p14:tracePt t="13105" x="5092700" y="2152650"/>
          <p14:tracePt t="13120" x="5156200" y="2114550"/>
          <p14:tracePt t="13137" x="5175250" y="2089150"/>
          <p14:tracePt t="13154" x="5200650" y="2070100"/>
          <p14:tracePt t="13196" x="5187950" y="2063750"/>
          <p14:tracePt t="13210" x="5181600" y="2063750"/>
          <p14:tracePt t="13220" x="5175250" y="2063750"/>
          <p14:tracePt t="13240" x="5168900" y="2063750"/>
          <p14:tracePt t="13253" x="5162550" y="2070100"/>
          <p14:tracePt t="13270" x="5130800" y="2082800"/>
          <p14:tracePt t="13287" x="4991100" y="2082800"/>
          <p14:tracePt t="13303" x="4838700" y="2089150"/>
          <p14:tracePt t="13320" x="4616450" y="2114550"/>
          <p14:tracePt t="13323" x="4508500" y="2114550"/>
          <p14:tracePt t="13336" x="4260850" y="2152650"/>
          <p14:tracePt t="13353" x="4044950" y="2197100"/>
          <p14:tracePt t="13370" x="3835400" y="2247900"/>
          <p14:tracePt t="13386" x="3613150" y="2305050"/>
          <p14:tracePt t="13403" x="3498850" y="2343150"/>
          <p14:tracePt t="13420" x="3359150" y="2393950"/>
          <p14:tracePt t="13436" x="3295650" y="2438400"/>
          <p14:tracePt t="13453" x="3244850" y="2476500"/>
          <p14:tracePt t="13470" x="3168650" y="2520950"/>
          <p14:tracePt t="13486" x="3124200" y="2559050"/>
          <p14:tracePt t="13503" x="3086100" y="2584450"/>
          <p14:tracePt t="13519" x="3060700" y="2616200"/>
          <p14:tracePt t="13536" x="3041650" y="2628900"/>
          <p14:tracePt t="13553" x="3009900" y="2654300"/>
          <p14:tracePt t="13569" x="2984500" y="2673350"/>
          <p14:tracePt t="13585" x="2959100" y="2692400"/>
          <p14:tracePt t="13602" x="2908300" y="2724150"/>
          <p14:tracePt t="13619" x="2889250" y="2743200"/>
          <p14:tracePt t="13635" x="2870200" y="2755900"/>
          <p14:tracePt t="13652" x="2857500" y="2768600"/>
          <p14:tracePt t="13679" x="2851150" y="2768600"/>
          <p14:tracePt t="13688" x="2851150" y="2762250"/>
          <p14:tracePt t="13896" x="2857500" y="2762250"/>
          <p14:tracePt t="13953" x="2863850" y="2762250"/>
          <p14:tracePt t="13988" x="2870200" y="2755900"/>
          <p14:tracePt t="14079" x="2876550" y="2749550"/>
          <p14:tracePt t="14100" x="2882900" y="2749550"/>
          <p14:tracePt t="14219" x="2889250" y="2749550"/>
          <p14:tracePt t="14330" x="2895600" y="2749550"/>
          <p14:tracePt t="14338" x="2901950" y="2749550"/>
          <p14:tracePt t="14353" x="2908300" y="2749550"/>
          <p14:tracePt t="14367" x="2921000" y="2749550"/>
          <p14:tracePt t="14383" x="2927350" y="2749550"/>
          <p14:tracePt t="14399" x="2946400" y="2749550"/>
          <p14:tracePt t="14416" x="2997200" y="2755900"/>
          <p14:tracePt t="14433" x="3054350" y="2774950"/>
          <p14:tracePt t="14450" x="3181350" y="2800350"/>
          <p14:tracePt t="14466" x="3302000" y="2819400"/>
          <p14:tracePt t="14483" x="3397250" y="2832100"/>
          <p14:tracePt t="14500" x="3517900" y="2838450"/>
          <p14:tracePt t="14516" x="3581400" y="2838450"/>
          <p14:tracePt t="14532" x="3632200" y="2838450"/>
          <p14:tracePt t="14549" x="3683000" y="2838450"/>
          <p14:tracePt t="14566" x="3695700" y="2838450"/>
          <p14:tracePt t="14583" x="3721100" y="2838450"/>
          <p14:tracePt t="14639" x="3721100" y="2844800"/>
          <p14:tracePt t="14773" x="3727450" y="2844800"/>
          <p14:tracePt t="14793" x="3733800" y="2844800"/>
          <p14:tracePt t="14800" x="3740150" y="2844800"/>
          <p14:tracePt t="14815" x="3746500" y="2844800"/>
          <p14:tracePt t="14831" x="3752850" y="2844800"/>
          <p14:tracePt t="14848" x="3765550" y="2844800"/>
          <p14:tracePt t="14851" x="3778250" y="2844800"/>
          <p14:tracePt t="14864" x="3797300" y="2851150"/>
          <p14:tracePt t="14881" x="3822700" y="2851150"/>
          <p14:tracePt t="14898" x="3860800" y="2857500"/>
          <p14:tracePt t="14915" x="3898900" y="2857500"/>
          <p14:tracePt t="14931" x="3937000" y="2857500"/>
          <p14:tracePt t="14948" x="4000500" y="2857500"/>
          <p14:tracePt t="14964" x="4032250" y="2851150"/>
          <p14:tracePt t="14981" x="4076700" y="2851150"/>
          <p14:tracePt t="14998" x="4133850" y="2851150"/>
          <p14:tracePt t="15014" x="4178300" y="2851150"/>
          <p14:tracePt t="15031" x="4235450" y="2851150"/>
          <p14:tracePt t="15047" x="4254500" y="2851150"/>
          <p14:tracePt t="15064" x="4286250" y="2851150"/>
          <p14:tracePt t="15081" x="4305300" y="2844800"/>
          <p14:tracePt t="15097" x="4343400" y="2838450"/>
          <p14:tracePt t="15114" x="4356100" y="2838450"/>
          <p14:tracePt t="15131" x="4381500" y="2832100"/>
          <p14:tracePt t="15147" x="4394200" y="2832100"/>
          <p14:tracePt t="15164" x="4419600" y="2832100"/>
          <p14:tracePt t="15180" x="4445000" y="2825750"/>
          <p14:tracePt t="15214" x="4476750" y="2825750"/>
          <p14:tracePt t="15230" x="4521200" y="2825750"/>
          <p14:tracePt t="15247" x="4546600" y="2825750"/>
          <p14:tracePt t="15263" x="4616450" y="2825750"/>
          <p14:tracePt t="15280" x="4654550" y="2825750"/>
          <p14:tracePt t="15297" x="4756150" y="2825750"/>
          <p14:tracePt t="15313" x="4838700" y="2825750"/>
          <p14:tracePt t="15329" x="4889500" y="2825750"/>
          <p14:tracePt t="15347" x="5003800" y="2825750"/>
          <p14:tracePt t="15363" x="5067300" y="2825750"/>
          <p14:tracePt t="15379" x="5187950" y="2813050"/>
          <p14:tracePt t="15396" x="5276850" y="2813050"/>
          <p14:tracePt t="15412" x="5346700" y="2813050"/>
          <p14:tracePt t="15429" x="5384800" y="2813050"/>
          <p14:tracePt t="15446" x="5448300" y="2813050"/>
          <p14:tracePt t="15462" x="5505450" y="2806700"/>
          <p14:tracePt t="15480" x="5562600" y="2806700"/>
          <p14:tracePt t="15496" x="5594350" y="2806700"/>
          <p14:tracePt t="15512" x="5638800" y="2806700"/>
          <p14:tracePt t="15529" x="5670550" y="2806700"/>
          <p14:tracePt t="15546" x="5683250" y="2806700"/>
          <p14:tracePt t="15562" x="5695950" y="2806700"/>
          <p14:tracePt t="15579" x="5721350" y="2813050"/>
          <p14:tracePt t="15595" x="5727700" y="2813050"/>
          <p14:tracePt t="15612" x="5734050" y="2819400"/>
          <p14:tracePt t="15662" x="5740400" y="2825750"/>
          <p14:tracePt t="19874" x="5734050" y="2832100"/>
          <p14:tracePt t="19888" x="5727700" y="2844800"/>
          <p14:tracePt t="19895" x="5721350" y="2863850"/>
          <p14:tracePt t="19909" x="5702300" y="2882900"/>
          <p14:tracePt t="19917" x="5695950" y="2914650"/>
          <p14:tracePt t="19930" x="5683250" y="2933700"/>
          <p14:tracePt t="19947" x="5670550" y="2978150"/>
          <p14:tracePt t="19965" x="5645150" y="3028950"/>
          <p14:tracePt t="19980" x="5638800" y="3054350"/>
          <p14:tracePt t="19997" x="5613400" y="3098800"/>
          <p14:tracePt t="20014" x="5588000" y="3149600"/>
          <p14:tracePt t="20030" x="5575300" y="3175000"/>
          <p14:tracePt t="20046" x="5568950" y="3194050"/>
          <p14:tracePt t="20063" x="5530850" y="3257550"/>
          <p14:tracePt t="20080" x="5524500" y="3276600"/>
          <p14:tracePt t="20097" x="5499100" y="3314700"/>
          <p14:tracePt t="20113" x="5467350" y="3359150"/>
          <p14:tracePt t="20129" x="5461000" y="3384550"/>
          <p14:tracePt t="20147" x="5435600" y="3435350"/>
          <p14:tracePt t="20163" x="5416550" y="3460750"/>
          <p14:tracePt t="20179" x="5391150" y="3511550"/>
          <p14:tracePt t="20196" x="5346700" y="3587750"/>
          <p14:tracePt t="20213" x="5334000" y="3606800"/>
          <p14:tracePt t="20229" x="5302250" y="3670300"/>
          <p14:tracePt t="20246" x="5270500" y="3727450"/>
          <p14:tracePt t="20263" x="5264150" y="3752850"/>
          <p14:tracePt t="20280" x="5245100" y="3790950"/>
          <p14:tracePt t="20296" x="5213350" y="3829050"/>
          <p14:tracePt t="20312" x="5200650" y="3841750"/>
          <p14:tracePt t="20329" x="5168900" y="3879850"/>
          <p14:tracePt t="20346" x="5124450" y="3905250"/>
          <p14:tracePt t="20362" x="5086350" y="3924300"/>
          <p14:tracePt t="20379" x="5010150" y="3956050"/>
          <p14:tracePt t="20395" x="4965700" y="3968750"/>
          <p14:tracePt t="20399" x="4902200" y="3981450"/>
          <p14:tracePt t="20412" x="4832350" y="3987800"/>
          <p14:tracePt t="20428" x="4629150" y="4013200"/>
          <p14:tracePt t="20445" x="4502150" y="4019550"/>
          <p14:tracePt t="20462" x="4222750" y="4025900"/>
          <p14:tracePt t="20478" x="3905250" y="4006850"/>
          <p14:tracePt t="20495" x="3733800" y="3981450"/>
          <p14:tracePt t="20511" x="3492500" y="3937000"/>
          <p14:tracePt t="20528" x="3333750" y="3886200"/>
          <p14:tracePt t="20545" x="3263900" y="3867150"/>
          <p14:tracePt t="20561" x="3181350" y="3822700"/>
          <p14:tracePt t="20578" x="3162300" y="3803650"/>
          <p14:tracePt t="21028" x="3168650" y="3803650"/>
          <p14:tracePt t="21034" x="3194050" y="3784600"/>
          <p14:tracePt t="21049" x="3213100" y="3784600"/>
          <p14:tracePt t="21060" x="3244850" y="3771900"/>
          <p14:tracePt t="21077" x="3327400" y="3746500"/>
          <p14:tracePt t="21093" x="3378200" y="3740150"/>
          <p14:tracePt t="21109" x="3473450" y="3708400"/>
          <p14:tracePt t="21126" x="3575050" y="3683000"/>
          <p14:tracePt t="21143" x="3625850" y="3663950"/>
          <p14:tracePt t="21159" x="3714750" y="3638550"/>
          <p14:tracePt t="21176" x="3784600" y="3619500"/>
          <p14:tracePt t="21192" x="3816350" y="3613150"/>
          <p14:tracePt t="21210" x="3860800" y="3606800"/>
          <p14:tracePt t="21226" x="3892550" y="3606800"/>
          <p14:tracePt t="21242" x="3911600" y="3606800"/>
          <p14:tracePt t="21259" x="3956050" y="3594100"/>
          <p14:tracePt t="21276" x="3975100" y="3587750"/>
          <p14:tracePt t="21292" x="4025900" y="3587750"/>
          <p14:tracePt t="21309" x="4070350" y="3587750"/>
          <p14:tracePt t="21325" x="4089400" y="3587750"/>
          <p14:tracePt t="21342" x="4133850" y="3581400"/>
          <p14:tracePt t="21358" x="4171950" y="3575050"/>
          <p14:tracePt t="21375" x="4197350" y="3575050"/>
          <p14:tracePt t="21392" x="4229100" y="3568700"/>
          <p14:tracePt t="21408" x="4254500" y="3562350"/>
          <p14:tracePt t="21412" x="4267200" y="3562350"/>
          <p14:tracePt t="21442" x="4286250" y="3562350"/>
          <p14:tracePt t="21458" x="4298950" y="3562350"/>
          <p14:tracePt t="21475" x="4305300" y="3562350"/>
          <p14:tracePt t="21508" x="4318000" y="3562350"/>
          <p14:tracePt t="21574" x="4318000" y="3568700"/>
          <p14:tracePt t="21595" x="4311650" y="3575050"/>
          <p14:tracePt t="21616" x="4311650" y="3581400"/>
          <p14:tracePt t="21637" x="4298950" y="3581400"/>
          <p14:tracePt t="21644" x="4292600" y="3581400"/>
          <p14:tracePt t="21665" x="4286250" y="3587750"/>
          <p14:tracePt t="21679" x="4279900" y="3594100"/>
          <p14:tracePt t="21691" x="4260850" y="3606800"/>
          <p14:tracePt t="21708" x="4210050" y="3644900"/>
          <p14:tracePt t="21724" x="4165600" y="3676650"/>
          <p14:tracePt t="21741" x="4051300" y="3740150"/>
          <p14:tracePt t="21757" x="3917950" y="3816350"/>
          <p14:tracePt t="21774" x="3848100" y="3860800"/>
          <p14:tracePt t="21791" x="3695700" y="3949700"/>
          <p14:tracePt t="21807" x="3543300" y="4019550"/>
          <p14:tracePt t="21824" x="3492500" y="4044950"/>
          <p14:tracePt t="21841" x="3390900" y="4089400"/>
          <p14:tracePt t="21857" x="3314700" y="4114800"/>
          <p14:tracePt t="21874" x="3276600" y="4121150"/>
          <p14:tracePt t="21891" x="3225800" y="4140200"/>
          <p14:tracePt t="21907" x="3213100" y="4146550"/>
          <p14:tracePt t="21924" x="3187700" y="4152900"/>
          <p14:tracePt t="21927" x="3181350" y="4159250"/>
          <p14:tracePt t="21940" x="3168650" y="4159250"/>
          <p14:tracePt t="21957" x="3162300" y="4159250"/>
          <p14:tracePt t="21974" x="3149600" y="4165600"/>
          <p14:tracePt t="21990" x="3136900" y="4165600"/>
          <p14:tracePt t="22009" x="3130550" y="4165600"/>
          <p14:tracePt t="22023" x="3124200" y="4171950"/>
          <p14:tracePt t="22039" x="3117850" y="4178300"/>
          <p14:tracePt t="22073" x="3117850" y="4184650"/>
          <p14:tracePt t="22090" x="3111500" y="4184650"/>
          <p14:tracePt t="22121" x="3105150" y="4184650"/>
          <p14:tracePt t="22149" x="3105150" y="4191000"/>
          <p14:tracePt t="22177" x="3105150" y="4197350"/>
          <p14:tracePt t="22219" x="3111500" y="4197350"/>
          <p14:tracePt t="22226" x="3111500" y="4203700"/>
          <p14:tracePt t="22242" x="3117850" y="4203700"/>
          <p14:tracePt t="22256" x="3124200" y="4203700"/>
          <p14:tracePt t="22272" x="3136900" y="4203700"/>
          <p14:tracePt t="22289" x="3162300" y="4203700"/>
          <p14:tracePt t="22306" x="3181350" y="4203700"/>
          <p14:tracePt t="22324" x="3244850" y="4203700"/>
          <p14:tracePt t="22339" x="3327400" y="4203700"/>
          <p14:tracePt t="22356" x="3365500" y="4203700"/>
          <p14:tracePt t="22371" x="3441700" y="4203700"/>
          <p14:tracePt t="22388" x="3498850" y="4203700"/>
          <p14:tracePt t="22405" x="3517900" y="4203700"/>
          <p14:tracePt t="22422" x="3556000" y="4203700"/>
          <p14:tracePt t="22439" x="3581400" y="4203700"/>
          <p14:tracePt t="22458" x="3587750" y="4203700"/>
          <p14:tracePt t="22478" x="3594100" y="4203700"/>
          <p14:tracePt t="22499" x="3600450" y="4203700"/>
          <p14:tracePt t="22508" x="3606800" y="4203700"/>
          <p14:tracePt t="22522" x="3613150" y="4210050"/>
          <p14:tracePt t="22539" x="3619500" y="4210050"/>
          <p14:tracePt t="22558" x="3625850" y="4210050"/>
          <p14:tracePt t="22571" x="3632200" y="4210050"/>
          <p14:tracePt t="22588" x="3638550" y="4210050"/>
          <p14:tracePt t="22605" x="3651250" y="4210050"/>
          <p14:tracePt t="22621" x="3663950" y="4210050"/>
          <p14:tracePt t="22638" x="3670300" y="4210050"/>
          <p14:tracePt t="22654" x="3708400" y="4210050"/>
          <p14:tracePt t="22670" x="3759200" y="4210050"/>
          <p14:tracePt t="22688" x="3829050" y="4203700"/>
          <p14:tracePt t="22704" x="3867150" y="4203700"/>
          <p14:tracePt t="22721" x="3962400" y="4197350"/>
          <p14:tracePt t="22739" x="4038600" y="4184650"/>
          <p14:tracePt t="22754" x="4070350" y="4178300"/>
          <p14:tracePt t="22771" x="4121150" y="4178300"/>
          <p14:tracePt t="22787" x="4152900" y="4178300"/>
          <p14:tracePt t="22804" x="4165600" y="4178300"/>
          <p14:tracePt t="22821" x="4171950" y="4178300"/>
          <p14:tracePt t="26973" x="4197350" y="4184650"/>
          <p14:tracePt t="26979" x="4241800" y="4210050"/>
          <p14:tracePt t="26993" x="4298950" y="4241800"/>
          <p14:tracePt t="27006" x="4362450" y="4267200"/>
          <p14:tracePt t="27023" x="4514850" y="4337050"/>
          <p14:tracePt t="27039" x="4603750" y="4381500"/>
          <p14:tracePt t="27056" x="4806950" y="4483100"/>
          <p14:tracePt t="27072" x="5016500" y="4578350"/>
          <p14:tracePt t="27088" x="5130800" y="4610100"/>
          <p14:tracePt t="27106" x="5308600" y="4692650"/>
          <p14:tracePt t="27122" x="5441950" y="4743450"/>
          <p14:tracePt t="27139" x="5486400" y="4762500"/>
          <p14:tracePt t="27156" x="5543550" y="4781550"/>
          <p14:tracePt t="27172" x="5556250" y="4787900"/>
          <p14:tracePt t="27189" x="5575300" y="4794250"/>
          <p14:tracePt t="27205" x="5581650" y="4800600"/>
          <p14:tracePt t="27222" x="5581650" y="4806950"/>
          <p14:tracePt t="27253" x="5581650" y="4813300"/>
          <p14:tracePt t="27260" x="5575300" y="4813300"/>
          <p14:tracePt t="27316" x="5568950" y="4813300"/>
          <p14:tracePt t="27322" x="5562600" y="4813300"/>
          <p14:tracePt t="27330" x="5556250" y="4813300"/>
          <p14:tracePt t="27344" x="5549900" y="4813300"/>
          <p14:tracePt t="27355" x="5543550" y="4813300"/>
          <p14:tracePt t="27374" x="5530850" y="4813300"/>
          <p14:tracePt t="27388" x="5505450" y="4813300"/>
          <p14:tracePt t="27404" x="5461000" y="4826000"/>
          <p14:tracePt t="27421" x="5372100" y="4851400"/>
          <p14:tracePt t="27438" x="5308600" y="4864100"/>
          <p14:tracePt t="27454" x="5257800" y="4870450"/>
          <p14:tracePt t="27471" x="5041900" y="4908550"/>
          <p14:tracePt t="27487" x="4991100" y="4914900"/>
          <p14:tracePt t="27505" x="4845050" y="4946650"/>
          <p14:tracePt t="27521" x="4768850" y="4953000"/>
          <p14:tracePt t="27537" x="4622800" y="4978400"/>
          <p14:tracePt t="27554" x="4572000" y="4984750"/>
          <p14:tracePt t="27571" x="4438650" y="5003800"/>
          <p14:tracePt t="27574" x="4387850" y="5022850"/>
          <p14:tracePt t="27587" x="4318000" y="5029200"/>
          <p14:tracePt t="27604" x="4235450" y="5054600"/>
          <p14:tracePt t="27620" x="4197350" y="5054600"/>
          <p14:tracePt t="27637" x="4140200" y="5060950"/>
          <p14:tracePt t="27654" x="4083050" y="5073650"/>
          <p14:tracePt t="27670" x="4051300" y="5073650"/>
          <p14:tracePt t="27687" x="3987800" y="5073650"/>
          <p14:tracePt t="27703" x="3917950" y="5080000"/>
          <p14:tracePt t="27720" x="3886200" y="5086350"/>
          <p14:tracePt t="27737" x="3816350" y="5105400"/>
          <p14:tracePt t="27753" x="3740150" y="5118100"/>
          <p14:tracePt t="27770" x="3708400" y="5124450"/>
          <p14:tracePt t="27787" x="3625850" y="5149850"/>
          <p14:tracePt t="27803" x="3581400" y="5162550"/>
          <p14:tracePt t="27820" x="3454400" y="5194300"/>
          <p14:tracePt t="27836" x="3416300" y="5200650"/>
          <p14:tracePt t="27853" x="3384550" y="5213350"/>
          <p14:tracePt t="27869" x="3327400" y="5219700"/>
          <p14:tracePt t="27886" x="3295650" y="5219700"/>
          <p14:tracePt t="27903" x="3289300" y="5219700"/>
          <p14:tracePt t="27919" x="3276600" y="5219700"/>
          <p14:tracePt t="27936" x="3270250" y="5226050"/>
          <p14:tracePt t="28066" x="3276600" y="5226050"/>
          <p14:tracePt t="28072" x="3289300" y="5226050"/>
          <p14:tracePt t="28088" x="3295650" y="5226050"/>
          <p14:tracePt t="28102" x="3321050" y="5219700"/>
          <p14:tracePt t="28119" x="3346450" y="5219700"/>
          <p14:tracePt t="28136" x="3435350" y="5213350"/>
          <p14:tracePt t="28152" x="3505200" y="5207000"/>
          <p14:tracePt t="28168" x="3670300" y="5194300"/>
          <p14:tracePt t="28185" x="3886200" y="5187950"/>
          <p14:tracePt t="28202" x="3987800" y="5187950"/>
          <p14:tracePt t="28218" x="4191000" y="5187950"/>
          <p14:tracePt t="28235" x="4381500" y="5187950"/>
          <p14:tracePt t="28251" x="4483100" y="5187950"/>
          <p14:tracePt t="28269" x="4673600" y="5187950"/>
          <p14:tracePt t="28285" x="4851400" y="5187950"/>
          <p14:tracePt t="28301" x="4914900" y="5175250"/>
          <p14:tracePt t="28318" x="5029200" y="5175250"/>
          <p14:tracePt t="28334" x="5137150" y="5181600"/>
          <p14:tracePt t="28351" x="5175250" y="5181600"/>
          <p14:tracePt t="28368" x="5245100" y="5181600"/>
          <p14:tracePt t="28384" x="5283200" y="5181600"/>
          <p14:tracePt t="28401" x="5308600" y="5181600"/>
          <p14:tracePt t="28418" x="5321300" y="5181600"/>
          <p14:tracePt t="28434" x="5327650" y="5181600"/>
          <p14:tracePt t="28451" x="5346700" y="5181600"/>
          <p14:tracePt t="28521" x="5346700" y="5187950"/>
          <p14:tracePt t="28542" x="5334000" y="5194300"/>
          <p14:tracePt t="28549" x="5327650" y="5200650"/>
          <p14:tracePt t="28563" x="5321300" y="5207000"/>
          <p14:tracePt t="28570" x="5314950" y="5207000"/>
          <p14:tracePt t="28965" x="5257800" y="5207000"/>
          <p14:tracePt t="28971" x="5181600" y="5200650"/>
          <p14:tracePt t="28986" x="5073650" y="5207000"/>
          <p14:tracePt t="28999" x="4984750" y="5207000"/>
          <p14:tracePt t="29015" x="4800600" y="5207000"/>
          <p14:tracePt t="29032" x="4679950" y="5226050"/>
          <p14:tracePt t="29048" x="4464050" y="5251450"/>
          <p14:tracePt t="29065" x="4222750" y="5283200"/>
          <p14:tracePt t="29082" x="4108450" y="5289550"/>
          <p14:tracePt t="29085" x="3981450" y="5321300"/>
          <p14:tracePt t="29098" x="3879850" y="5346700"/>
          <p14:tracePt t="29115" x="3670300" y="5384800"/>
          <p14:tracePt t="29133" x="3473450" y="5435600"/>
          <p14:tracePt t="29148" x="3397250" y="5454650"/>
          <p14:tracePt t="29165" x="3314700" y="5473700"/>
          <p14:tracePt t="29182" x="3092450" y="5537200"/>
          <p14:tracePt t="29198" x="3003550" y="5556250"/>
          <p14:tracePt t="29215" x="2921000" y="5575300"/>
          <p14:tracePt t="29231" x="2787650" y="5613400"/>
          <p14:tracePt t="29248" x="2692400" y="5657850"/>
          <p14:tracePt t="29265" x="2616200" y="5683250"/>
          <p14:tracePt t="29281" x="2571750" y="5695950"/>
          <p14:tracePt t="29298" x="2514600" y="5715000"/>
          <p14:tracePt t="29315" x="2457450" y="5727700"/>
          <p14:tracePt t="29331" x="2432050" y="5734050"/>
          <p14:tracePt t="29348" x="2406650" y="5746750"/>
          <p14:tracePt t="29364" x="2406650" y="5753100"/>
          <p14:tracePt t="29381" x="2400300" y="5753100"/>
          <p14:tracePt t="29483" x="2406650" y="5753100"/>
          <p14:tracePt t="29504" x="2413000" y="5753100"/>
          <p14:tracePt t="29518" x="2419350" y="5753100"/>
          <p14:tracePt t="29525" x="2425700" y="5753100"/>
          <p14:tracePt t="29534" x="2432050" y="5753100"/>
          <p14:tracePt t="29553" x="2438400" y="5753100"/>
          <p14:tracePt t="29567" x="2444750" y="5753100"/>
          <p14:tracePt t="29581" x="2457450" y="5753100"/>
          <p14:tracePt t="29598" x="2476500" y="5753100"/>
          <p14:tracePt t="29613" x="2489200" y="5753100"/>
          <p14:tracePt t="29630" x="2520950" y="5753100"/>
          <p14:tracePt t="29647" x="2578100" y="5753100"/>
          <p14:tracePt t="29663" x="2616200" y="5759450"/>
          <p14:tracePt t="29680" x="2749550" y="5759450"/>
          <p14:tracePt t="29697" x="2927350" y="5772150"/>
          <p14:tracePt t="29714" x="3117850" y="5784850"/>
          <p14:tracePt t="29729" x="3219450" y="5784850"/>
          <p14:tracePt t="29746" x="3435350" y="5803900"/>
          <p14:tracePt t="29763" x="3676650" y="5803900"/>
          <p14:tracePt t="29779" x="3790950" y="5822950"/>
          <p14:tracePt t="29797" x="3892550" y="5835650"/>
          <p14:tracePt t="29813" x="4235450" y="5835650"/>
          <p14:tracePt t="29829" x="4349750" y="5835650"/>
          <p14:tracePt t="29846" x="4445000" y="5835650"/>
          <p14:tracePt t="29862" x="4654550" y="5854700"/>
          <p14:tracePt t="29879" x="4845050" y="5873750"/>
          <p14:tracePt t="29896" x="5016500" y="5911850"/>
          <p14:tracePt t="29913" x="5092700" y="5924550"/>
          <p14:tracePt t="29929" x="5187950" y="5943600"/>
          <p14:tracePt t="29946" x="5245100" y="5943600"/>
          <p14:tracePt t="29962" x="5257800" y="5943600"/>
          <p14:tracePt t="29979" x="5276850" y="5943600"/>
          <p14:tracePt t="29995" x="5289550" y="5937250"/>
          <p14:tracePt t="30029" x="5289550" y="5930900"/>
          <p14:tracePt t="30046" x="5283200" y="5930900"/>
          <p14:tracePt t="30062" x="5276850" y="5930900"/>
          <p14:tracePt t="30079" x="5270500" y="5930900"/>
          <p14:tracePt t="30113" x="5264150" y="5937250"/>
          <p14:tracePt t="30205" x="5257800" y="5937250"/>
          <p14:tracePt t="30247" x="5257800" y="5930900"/>
          <p14:tracePt t="30303" x="5257800" y="5924550"/>
          <p14:tracePt t="30778" x="5245100" y="5924550"/>
          <p14:tracePt t="30785" x="5207000" y="5924550"/>
          <p14:tracePt t="30798" x="5137150" y="5924550"/>
          <p14:tracePt t="30809" x="5073650" y="5924550"/>
          <p14:tracePt t="30828" x="4933950" y="5924550"/>
          <p14:tracePt t="30842" x="4857750" y="5911850"/>
          <p14:tracePt t="30859" x="4705350" y="5911850"/>
          <p14:tracePt t="30877" x="4514850" y="5918200"/>
          <p14:tracePt t="30892" x="4432300" y="5911850"/>
          <p14:tracePt t="30909" x="4305300" y="5911850"/>
          <p14:tracePt t="30926" x="4229100" y="5911850"/>
          <p14:tracePt t="30942" x="4197350" y="5911850"/>
          <p14:tracePt t="30959" x="4184650" y="5911850"/>
          <p14:tracePt t="31023" x="4203700" y="5911850"/>
          <p14:tracePt t="31037" x="4222750" y="5911850"/>
          <p14:tracePt t="31044" x="4254500" y="5905500"/>
          <p14:tracePt t="31061" x="4286250" y="5899150"/>
          <p14:tracePt t="31075" x="4349750" y="5886450"/>
          <p14:tracePt t="31092" x="4527550" y="5867400"/>
          <p14:tracePt t="31108" x="4819650" y="5822950"/>
          <p14:tracePt t="31125" x="5016500" y="5797550"/>
          <p14:tracePt t="31128" x="5194300" y="5759450"/>
          <p14:tracePt t="31142" x="5391150" y="5734050"/>
          <p14:tracePt t="31158" x="5734050" y="5670550"/>
          <p14:tracePt t="31175" x="5861050" y="5657850"/>
          <p14:tracePt t="31192" x="6019800" y="5651500"/>
          <p14:tracePt t="31208" x="6121400" y="5638800"/>
          <p14:tracePt t="31225" x="6140450" y="5638800"/>
          <p14:tracePt t="31241" x="6165850" y="5632450"/>
          <p14:tracePt t="31258" x="6178550" y="5632450"/>
          <p14:tracePt t="31275" x="6184900" y="5632450"/>
          <p14:tracePt t="31307" x="6191250" y="5632450"/>
          <p14:tracePt t="31388" x="6197600" y="5632450"/>
          <p14:tracePt t="31416" x="6203950" y="5632450"/>
          <p14:tracePt t="31430" x="6210300" y="5632450"/>
          <p14:tracePt t="31436" x="6223000" y="5638800"/>
          <p14:tracePt t="31444" x="6229350" y="5638800"/>
          <p14:tracePt t="31460" x="6242050" y="5638800"/>
          <p14:tracePt t="31473" x="6254750" y="5645150"/>
          <p14:tracePt t="31490" x="6292850" y="5645150"/>
          <p14:tracePt t="31507" x="6350000" y="5651500"/>
          <p14:tracePt t="31523" x="6388100" y="5664200"/>
          <p14:tracePt t="31540" x="6445250" y="5664200"/>
          <p14:tracePt t="31557" x="6496050" y="5670550"/>
          <p14:tracePt t="31573" x="6502400" y="5670550"/>
          <p14:tracePt t="31590" x="6508750" y="5676900"/>
          <p14:tracePt t="31623" x="6502400" y="5683250"/>
          <p14:tracePt t="31640" x="6445250" y="5683250"/>
          <p14:tracePt t="31656" x="6280150" y="5683250"/>
          <p14:tracePt t="31673" x="6140450" y="5683250"/>
          <p14:tracePt t="31690" x="5734050" y="5683250"/>
          <p14:tracePt t="31706" x="5441950" y="5670550"/>
          <p14:tracePt t="31723" x="4584700" y="5670550"/>
          <p14:tracePt t="31740" x="4324350" y="5676900"/>
          <p14:tracePt t="31756" x="4108450" y="5695950"/>
          <p14:tracePt t="31773" x="3816350" y="5727700"/>
          <p14:tracePt t="31789" x="3606800" y="5765800"/>
          <p14:tracePt t="31806" x="3530600" y="5784850"/>
          <p14:tracePt t="31823" x="3416300" y="5835650"/>
          <p14:tracePt t="31839" x="3321050" y="5867400"/>
          <p14:tracePt t="31856" x="3276600" y="5886450"/>
          <p14:tracePt t="31872" x="3213100" y="5937250"/>
          <p14:tracePt t="31889" x="3162300" y="5962650"/>
          <p14:tracePt t="31906" x="3124200" y="5981700"/>
          <p14:tracePt t="31922" x="3111500" y="5994400"/>
          <p14:tracePt t="31939" x="3086100" y="6000750"/>
          <p14:tracePt t="31956" x="3079750" y="6000750"/>
          <p14:tracePt t="31972" x="3073400" y="6000750"/>
          <p14:tracePt t="32068" x="3079750" y="6000750"/>
          <p14:tracePt t="32074" x="3092450" y="6000750"/>
          <p14:tracePt t="32091" x="3111500" y="6000750"/>
          <p14:tracePt t="32105" x="3143250" y="6000750"/>
          <p14:tracePt t="32121" x="3244850" y="6000750"/>
          <p14:tracePt t="32138" x="3422650" y="6000750"/>
          <p14:tracePt t="32154" x="3549650" y="6000750"/>
          <p14:tracePt t="32171" x="3810000" y="5988050"/>
          <p14:tracePt t="32188" x="4038600" y="5981700"/>
          <p14:tracePt t="32204" x="4152900" y="5981700"/>
          <p14:tracePt t="32222" x="4324350" y="5956300"/>
          <p14:tracePt t="32238" x="4425950" y="5949950"/>
          <p14:tracePt t="32254" x="4464050" y="5949950"/>
          <p14:tracePt t="32271" x="4527550" y="5949950"/>
          <p14:tracePt t="32287" x="4559300" y="5943600"/>
          <p14:tracePt t="32304" x="4572000" y="5943600"/>
          <p14:tracePt t="32321" x="4597400" y="5943600"/>
          <p14:tracePt t="32355" x="4616450" y="5949950"/>
          <p14:tracePt t="32370" x="4629150" y="5956300"/>
          <p14:tracePt t="32404" x="4641850" y="5962650"/>
          <p14:tracePt t="32420" x="4654550" y="5969000"/>
          <p14:tracePt t="32437" x="4667250" y="5975350"/>
          <p14:tracePt t="32454" x="4692650" y="5981700"/>
          <p14:tracePt t="32470" x="4743450" y="5994400"/>
          <p14:tracePt t="32487" x="4768850" y="5994400"/>
          <p14:tracePt t="32503" x="4838700" y="6007100"/>
          <p14:tracePt t="32520" x="4889500" y="6013450"/>
          <p14:tracePt t="32537" x="4908550" y="6013450"/>
          <p14:tracePt t="32553" x="4940300" y="6013450"/>
          <p14:tracePt t="32570" x="4953000" y="6019800"/>
          <p14:tracePt t="32587" x="4959350" y="6019800"/>
          <p14:tracePt t="50176" x="4959350" y="6013450"/>
          <p14:tracePt t="50182" x="4959350" y="5988050"/>
          <p14:tracePt t="50192" x="4959350" y="5969000"/>
          <p14:tracePt t="50209" x="4959350" y="5911850"/>
          <p14:tracePt t="50226" x="4946650" y="5778500"/>
          <p14:tracePt t="50242" x="4940300" y="5676900"/>
          <p14:tracePt t="50260" x="4895850" y="5549900"/>
          <p14:tracePt t="50275" x="4870450" y="5473700"/>
          <p14:tracePt t="50292" x="4845050" y="5391150"/>
          <p14:tracePt t="50309" x="4794250" y="5270500"/>
          <p14:tracePt t="50325" x="4749800" y="5187950"/>
          <p14:tracePt t="50342" x="4711700" y="5118100"/>
          <p14:tracePt t="50359" x="4673600" y="5073650"/>
          <p14:tracePt t="50375" x="4654550" y="5041900"/>
          <p14:tracePt t="50392" x="4635500" y="5035550"/>
          <p14:tracePt t="50408" x="4616450" y="5016500"/>
          <p14:tracePt t="50425" x="4610100" y="5010150"/>
          <p14:tracePt t="50442" x="4591050" y="4997450"/>
          <p14:tracePt t="50458" x="4584700" y="4997450"/>
          <p14:tracePt t="50475" x="4572000" y="4991100"/>
          <p14:tracePt t="50492" x="4565650" y="4978400"/>
          <p14:tracePt t="50508" x="4552950" y="4965700"/>
          <p14:tracePt t="50525" x="4540250" y="4959350"/>
          <p14:tracePt t="50541" x="4521200" y="4946650"/>
          <p14:tracePt t="50557" x="4508500" y="4933950"/>
          <p14:tracePt t="50575" x="4495800" y="4921250"/>
          <p14:tracePt t="50590" x="4489450" y="4908550"/>
          <p14:tracePt t="50607" x="4476750" y="4902200"/>
          <p14:tracePt t="50625" x="4470400" y="4895850"/>
          <p14:tracePt t="50641" x="4464050" y="4889500"/>
          <p14:tracePt t="50657" x="4464050" y="4883150"/>
          <p14:tracePt t="50674" x="4457700" y="4883150"/>
          <p14:tracePt t="50710" x="4457700" y="4876800"/>
          <p14:tracePt t="50737" x="4457700" y="4870450"/>
          <p14:tracePt t="50758" x="4451350" y="4857750"/>
          <p14:tracePt t="50779" x="4451350" y="4845050"/>
          <p14:tracePt t="50785" x="4451350" y="4838700"/>
          <p14:tracePt t="50793" x="4445000" y="4838700"/>
          <p14:tracePt t="50807" x="4432300" y="4819650"/>
          <p14:tracePt t="50823" x="4419600" y="4794250"/>
          <p14:tracePt t="50840" x="4406900" y="4768850"/>
          <p14:tracePt t="50857" x="4375150" y="4718050"/>
          <p14:tracePt t="50873" x="4356100" y="4686300"/>
          <p14:tracePt t="50891" x="4330700" y="4629150"/>
          <p14:tracePt t="50906" x="4311650" y="4597400"/>
          <p14:tracePt t="50922" x="4292600" y="4559300"/>
          <p14:tracePt t="50940" x="4273550" y="4521200"/>
          <p14:tracePt t="50956" x="4267200" y="4502150"/>
          <p14:tracePt t="50973" x="4260850" y="4489450"/>
          <p14:tracePt t="50990" x="4248150" y="4476750"/>
          <p14:tracePt t="51006" x="4248150" y="4470400"/>
          <p14:tracePt t="51010" x="4241800" y="4470400"/>
          <p14:tracePt t="51023" x="4235450" y="4470400"/>
          <p14:tracePt t="51039" x="4222750" y="4464050"/>
          <p14:tracePt t="51056" x="4216400" y="4457700"/>
          <p14:tracePt t="51073" x="4197350" y="4425950"/>
          <p14:tracePt t="58876" x="4197350" y="4432300"/>
          <p14:tracePt t="58883" x="4197350" y="4445000"/>
          <p14:tracePt t="58896" x="4197350" y="4451350"/>
          <p14:tracePt t="58912" x="4197350" y="4483100"/>
          <p14:tracePt t="58929" x="4203700" y="4521200"/>
          <p14:tracePt t="58946" x="4210050" y="4616450"/>
          <p14:tracePt t="58962" x="4229100" y="4699000"/>
          <p14:tracePt t="58979" x="4260850" y="4775200"/>
          <p14:tracePt t="58996" x="4318000" y="4908550"/>
          <p14:tracePt t="59012" x="4375150" y="4997450"/>
          <p14:tracePt t="59029" x="4413250" y="5060950"/>
          <p14:tracePt t="59045" x="4470400" y="5124450"/>
          <p14:tracePt t="59062" x="4495800" y="5149850"/>
          <p14:tracePt t="59079" x="4527550" y="5168900"/>
          <p14:tracePt t="59095" x="4540250" y="5181600"/>
          <p14:tracePt t="59111" x="4552950" y="5194300"/>
          <p14:tracePt t="59129" x="4591050" y="5232400"/>
          <p14:tracePt t="59145" x="4616450" y="5251450"/>
          <p14:tracePt t="59161" x="4641850" y="5283200"/>
          <p14:tracePt t="59178" x="4673600" y="5327650"/>
          <p14:tracePt t="59194" x="4711700" y="5365750"/>
          <p14:tracePt t="59212" x="4743450" y="5391150"/>
          <p14:tracePt t="59227" x="4756150" y="5410200"/>
          <p14:tracePt t="59244" x="4768850" y="5410200"/>
          <p14:tracePt t="59261" x="4775200" y="5422900"/>
          <p14:tracePt t="59277" x="4794250" y="5441950"/>
          <p14:tracePt t="59294" x="4800600" y="5448300"/>
          <p14:tracePt t="59311" x="4806950" y="5461000"/>
          <p14:tracePt t="59327" x="4806950" y="5467350"/>
          <p14:tracePt t="59344" x="4813300" y="5473700"/>
          <p14:tracePt t="59361" x="4819650" y="5480050"/>
          <p14:tracePt t="59397" x="4826000" y="5486400"/>
          <p14:tracePt t="59535" x="4826000" y="5480050"/>
          <p14:tracePt t="59541" x="4819650" y="5480050"/>
          <p14:tracePt t="59563" x="4813300" y="5473700"/>
          <p14:tracePt t="59591" x="4813300" y="5467350"/>
          <p14:tracePt t="59612" x="4813300" y="5461000"/>
          <p14:tracePt t="59633" x="4806950" y="5461000"/>
          <p14:tracePt t="59639" x="4806950" y="5454650"/>
          <p14:tracePt t="59661" x="4800600" y="5454650"/>
          <p14:tracePt t="59681" x="4794250" y="5454650"/>
          <p14:tracePt t="59710" x="4787900" y="5448300"/>
          <p14:tracePt t="59731" x="4781550" y="5448300"/>
          <p14:tracePt t="59752" x="4775200" y="5441950"/>
          <p14:tracePt t="59773" x="4775200" y="5435600"/>
          <p14:tracePt t="59802" x="4775200" y="5422900"/>
          <p14:tracePt t="59822" x="4768850" y="5422900"/>
          <p14:tracePt t="59836" x="4762500" y="5416550"/>
          <p14:tracePt t="59845" x="4756150" y="5416550"/>
          <p14:tracePt t="59864" x="4749800" y="5410200"/>
          <p14:tracePt t="59875" x="4743450" y="5403850"/>
          <p14:tracePt t="59892" x="4737100" y="5403850"/>
          <p14:tracePt t="59908" x="4711700" y="5384800"/>
          <p14:tracePt t="59925" x="4673600" y="5353050"/>
          <p14:tracePt t="59942" x="4610100" y="5321300"/>
          <p14:tracePt t="59958" x="4578350" y="5308600"/>
          <p14:tracePt t="59976" x="4502150" y="5264150"/>
          <p14:tracePt t="59992" x="4438650" y="5232400"/>
          <p14:tracePt t="60008" x="4406900" y="5226050"/>
          <p14:tracePt t="60026" x="4375150" y="5213350"/>
          <p14:tracePt t="60041" x="4362450" y="5207000"/>
          <p14:tracePt t="60058" x="4343400" y="5207000"/>
          <p14:tracePt t="60075" x="4337050" y="5207000"/>
          <p14:tracePt t="60091" x="4330700" y="5207000"/>
          <p14:tracePt t="60108" x="4324350" y="5207000"/>
          <p14:tracePt t="60124" x="4318000" y="5207000"/>
          <p14:tracePt t="60158" x="4318000" y="5213350"/>
          <p14:tracePt t="60174" x="4311650" y="5213350"/>
          <p14:tracePt t="60201" x="4305300" y="5213350"/>
          <p14:tracePt t="60222" x="4305300" y="5219700"/>
          <p14:tracePt t="60257" x="4298950" y="5219700"/>
          <p14:tracePt t="60264" x="4292600" y="5219700"/>
          <p14:tracePt t="61980" x="4260850" y="5226050"/>
          <p14:tracePt t="61987" x="4216400" y="5257800"/>
          <p14:tracePt t="61994" x="4133850" y="5276850"/>
          <p14:tracePt t="62008" x="4070350" y="5283200"/>
          <p14:tracePt t="62017" x="4000500" y="5302250"/>
          <p14:tracePt t="62036" x="3822700" y="5334000"/>
          <p14:tracePt t="62051" x="3733800" y="5353050"/>
          <p14:tracePt t="62068" x="3543300" y="5353050"/>
          <p14:tracePt t="62085" x="3302000" y="5353050"/>
          <p14:tracePt t="62101" x="3187700" y="5327650"/>
          <p14:tracePt t="62118" x="3079750" y="5308600"/>
          <p14:tracePt t="62135" x="2724150" y="5226050"/>
          <p14:tracePt t="62151" x="2597150" y="5213350"/>
          <p14:tracePt t="62167" x="2501900" y="5200650"/>
          <p14:tracePt t="62184" x="2336800" y="5162550"/>
          <p14:tracePt t="62201" x="2241550" y="5137150"/>
          <p14:tracePt t="62218" x="2171700" y="5130800"/>
          <p14:tracePt t="62234" x="2146300" y="5130800"/>
          <p14:tracePt t="62250" x="2120900" y="5130800"/>
          <p14:tracePt t="62267" x="2114550" y="5130800"/>
          <p14:tracePt t="62284" x="2108200" y="5130800"/>
          <p14:tracePt t="62317" x="2101850" y="5130800"/>
          <p14:tracePt t="62408" x="2101850" y="5137150"/>
          <p14:tracePt t="62436" x="2101850" y="5143500"/>
          <p14:tracePt t="62456" x="2101850" y="5149850"/>
          <p14:tracePt t="62471" x="2101850" y="5156200"/>
          <p14:tracePt t="62478" x="2101850" y="5168900"/>
          <p14:tracePt t="62486" x="2101850" y="5175250"/>
          <p14:tracePt t="62500" x="2108200" y="5187950"/>
          <p14:tracePt t="62516" x="2108200" y="5219700"/>
          <p14:tracePt t="62533" x="2114550" y="5289550"/>
          <p14:tracePt t="62549" x="2139950" y="5372100"/>
          <p14:tracePt t="62566" x="2146300" y="5416550"/>
          <p14:tracePt t="62583" x="2165350" y="5499100"/>
          <p14:tracePt t="62599" x="2178050" y="5556250"/>
          <p14:tracePt t="62616" x="2178050" y="5575300"/>
          <p14:tracePt t="62633" x="2184400" y="5619750"/>
          <p14:tracePt t="62649" x="2190750" y="5664200"/>
          <p14:tracePt t="62667" x="2209800" y="5734050"/>
          <p14:tracePt t="62682" x="2216150" y="5765800"/>
          <p14:tracePt t="62699" x="2235200" y="5835650"/>
          <p14:tracePt t="62716" x="2241550" y="5886450"/>
          <p14:tracePt t="62732" x="2241550" y="5899150"/>
          <p14:tracePt t="62749" x="2247900" y="5911850"/>
          <p14:tracePt t="62766" x="2247900" y="5930900"/>
          <p14:tracePt t="62782" x="2247900" y="5937250"/>
          <p14:tracePt t="62996" x="2260600" y="5949950"/>
          <p14:tracePt t="63010" x="2279650" y="5969000"/>
          <p14:tracePt t="63017" x="2298700" y="6000750"/>
          <p14:tracePt t="63034" x="2311400" y="6013450"/>
          <p14:tracePt t="63048" x="2349500" y="6051550"/>
          <p14:tracePt t="63064" x="2368550" y="6064250"/>
          <p14:tracePt t="63081" x="2387600" y="6083300"/>
          <p14:tracePt t="63098" x="2393950" y="6083300"/>
          <p14:tracePt t="63115" x="2406650" y="6083300"/>
          <p14:tracePt t="63130" x="2413000" y="6089650"/>
          <p14:tracePt t="63165" x="2419350" y="6089650"/>
          <p14:tracePt t="63180" x="2425700" y="6089650"/>
          <p14:tracePt t="63197" x="2432050" y="6089650"/>
          <p14:tracePt t="63213" x="2438400" y="6089650"/>
          <p14:tracePt t="63231" x="2451100" y="6089650"/>
          <p14:tracePt t="63263" x="2489200" y="6089650"/>
          <p14:tracePt t="63280" x="2533650" y="6076950"/>
          <p14:tracePt t="63298" x="2622550" y="6045200"/>
          <p14:tracePt t="63314" x="2692400" y="6026150"/>
          <p14:tracePt t="63331" x="2838450" y="5962650"/>
          <p14:tracePt t="63347" x="2971800" y="5905500"/>
          <p14:tracePt t="63363" x="3028950" y="5886450"/>
          <p14:tracePt t="63380" x="3086100" y="5867400"/>
          <p14:tracePt t="63397" x="3200400" y="5822950"/>
          <p14:tracePt t="63413" x="3244850" y="5803900"/>
          <p14:tracePt t="63430" x="3276600" y="5778500"/>
          <p14:tracePt t="63446" x="3352800" y="5727700"/>
          <p14:tracePt t="63462" x="3422650" y="5670550"/>
          <p14:tracePt t="63480" x="3460750" y="5600700"/>
          <p14:tracePt t="63496" x="3479800" y="5581650"/>
          <p14:tracePt t="63513" x="3498850" y="5524500"/>
          <p14:tracePt t="63530" x="3524250" y="5435600"/>
          <p14:tracePt t="63547" x="3530600" y="5410200"/>
          <p14:tracePt t="63563" x="3543300" y="5346700"/>
          <p14:tracePt t="63579" x="3543300" y="5314950"/>
          <p14:tracePt t="63596" x="3543300" y="5295900"/>
          <p14:tracePt t="63613" x="3543300" y="5276850"/>
          <p14:tracePt t="63629" x="3530600" y="5270500"/>
          <p14:tracePt t="63646" x="3524250" y="5264150"/>
          <p14:tracePt t="63663" x="3511550" y="5257800"/>
          <p14:tracePt t="63679" x="3473450" y="5251450"/>
          <p14:tracePt t="63696" x="3454400" y="5251450"/>
          <p14:tracePt t="63699" x="3416300" y="5251450"/>
          <p14:tracePt t="63713" x="3378200" y="5257800"/>
          <p14:tracePt t="63729" x="3333750" y="5264150"/>
          <p14:tracePt t="63747" x="3155950" y="5321300"/>
          <p14:tracePt t="63762" x="3086100" y="5359400"/>
          <p14:tracePt t="63779" x="3022600" y="5397500"/>
          <p14:tracePt t="63796" x="2901950" y="5518150"/>
          <p14:tracePt t="63812" x="2832100" y="5645150"/>
          <p14:tracePt t="63829" x="2813050" y="5708650"/>
          <p14:tracePt t="63845" x="2806700" y="5791200"/>
          <p14:tracePt t="63862" x="2806700" y="5842000"/>
          <p14:tracePt t="63879" x="2819400" y="5854700"/>
          <p14:tracePt t="63895" x="2863850" y="5880100"/>
          <p14:tracePt t="63911" x="2959100" y="5918200"/>
          <p14:tracePt t="63929" x="3009900" y="5924550"/>
          <p14:tracePt t="63945" x="3143250" y="5962650"/>
          <p14:tracePt t="63961" x="3340100" y="5981700"/>
          <p14:tracePt t="63979" x="3549650" y="5981700"/>
          <p14:tracePt t="63995" x="3651250" y="5981700"/>
          <p14:tracePt t="64012" x="3759200" y="5956300"/>
          <p14:tracePt t="64028" x="3930650" y="5899150"/>
          <p14:tracePt t="64045" x="4057650" y="5822950"/>
          <p14:tracePt t="64062" x="4127500" y="5772150"/>
          <p14:tracePt t="64078" x="4216400" y="5689600"/>
          <p14:tracePt t="64094" x="4260850" y="5619750"/>
          <p14:tracePt t="64111" x="4267200" y="5575300"/>
          <p14:tracePt t="64127" x="4267200" y="5543550"/>
          <p14:tracePt t="64144" x="4260850" y="5486400"/>
          <p14:tracePt t="64161" x="4216400" y="5422900"/>
          <p14:tracePt t="64177" x="4191000" y="5384800"/>
          <p14:tracePt t="64195" x="4108450" y="5346700"/>
          <p14:tracePt t="64211" x="4019550" y="5314950"/>
          <p14:tracePt t="64227" x="3968750" y="5308600"/>
          <p14:tracePt t="64244" x="3867150" y="5308600"/>
          <p14:tracePt t="64260" x="3746500" y="5321300"/>
          <p14:tracePt t="64277" x="3695700" y="5327650"/>
          <p14:tracePt t="64294" x="3581400" y="5384800"/>
          <p14:tracePt t="64310" x="3511550" y="5435600"/>
          <p14:tracePt t="64327" x="3498850" y="5448300"/>
          <p14:tracePt t="64344" x="3486150" y="5492750"/>
          <p14:tracePt t="64360" x="3492500" y="5511800"/>
          <p14:tracePt t="64377" x="3581400" y="5575300"/>
          <p14:tracePt t="64393" x="3638550" y="5600700"/>
          <p14:tracePt t="64410" x="3708400" y="5632450"/>
          <p14:tracePt t="64427" x="3886200" y="5683250"/>
          <p14:tracePt t="64443" x="4095750" y="5715000"/>
          <p14:tracePt t="64460" x="4210050" y="5715000"/>
          <p14:tracePt t="64477" x="4400550" y="5702300"/>
          <p14:tracePt t="64493" x="4546600" y="5670550"/>
          <p14:tracePt t="64511" x="4629150" y="5638800"/>
          <p14:tracePt t="64526" x="4660900" y="5613400"/>
          <p14:tracePt t="64543" x="4711700" y="5575300"/>
          <p14:tracePt t="64560" x="4724400" y="5556250"/>
          <p14:tracePt t="64576" x="4730750" y="5543550"/>
          <p14:tracePt t="64593" x="4737100" y="5537200"/>
          <p14:tracePt t="64625" x="4737100" y="5530850"/>
          <p14:tracePt t="64659" x="4737100" y="5537200"/>
          <p14:tracePt t="64672" x="4730750" y="5543550"/>
          <p14:tracePt t="64679" x="4730750" y="5549900"/>
          <p14:tracePt t="79517" x="4718050" y="5549900"/>
          <p14:tracePt t="79524" x="4692650" y="5562600"/>
          <p14:tracePt t="79530" x="4679950" y="5568950"/>
          <p14:tracePt t="79540" x="4654550" y="5568950"/>
          <p14:tracePt t="79558" x="4629150" y="5588000"/>
          <p14:tracePt t="79574" x="4584700" y="5607050"/>
          <p14:tracePt t="79591" x="4565650" y="5626100"/>
          <p14:tracePt t="79608" x="4521200" y="5651500"/>
          <p14:tracePt t="79624" x="4495800" y="5664200"/>
          <p14:tracePt t="79640" x="4483100" y="5670550"/>
          <p14:tracePt t="79657" x="4445000" y="5689600"/>
          <p14:tracePt t="79674" x="4425950" y="5695950"/>
          <p14:tracePt t="79690" x="4406900" y="5702300"/>
          <p14:tracePt t="79707" x="4394200" y="5708650"/>
          <p14:tracePt t="79723" x="4381500" y="5708650"/>
          <p14:tracePt t="79740" x="4362450" y="5708650"/>
          <p14:tracePt t="79757" x="4349750" y="5708650"/>
          <p14:tracePt t="79773" x="4343400" y="5708650"/>
          <p14:tracePt t="79790" x="4324350" y="5708650"/>
          <p14:tracePt t="79807" x="4311650" y="5708650"/>
          <p14:tracePt t="79823" x="4298950" y="5708650"/>
          <p14:tracePt t="79840" x="4273550" y="5708650"/>
          <p14:tracePt t="79856" x="4260850" y="5708650"/>
          <p14:tracePt t="79873" x="4241800" y="5708650"/>
          <p14:tracePt t="79889" x="4203700" y="5702300"/>
          <p14:tracePt t="79906" x="4178300" y="5702300"/>
          <p14:tracePt t="79923" x="4152900" y="5702300"/>
          <p14:tracePt t="79939" x="4127500" y="5695950"/>
          <p14:tracePt t="79956" x="4108450" y="5689600"/>
          <p14:tracePt t="79972" x="4089400" y="5676900"/>
          <p14:tracePt t="79989" x="4076700" y="5670550"/>
          <p14:tracePt t="80007" x="4038600" y="5638800"/>
          <p14:tracePt t="80023" x="4006850" y="5600700"/>
          <p14:tracePt t="80038" x="3962400" y="5556250"/>
          <p14:tracePt t="80057" x="3911600" y="5473700"/>
          <p14:tracePt t="80072" x="3873500" y="5410200"/>
          <p14:tracePt t="80089" x="3835400" y="5353050"/>
          <p14:tracePt t="80106" x="3752850" y="5264150"/>
          <p14:tracePt t="80122" x="3708400" y="5213350"/>
          <p14:tracePt t="80139" x="3663950" y="5168900"/>
          <p14:tracePt t="80156" x="3606800" y="5124450"/>
          <p14:tracePt t="80172" x="3581400" y="5111750"/>
          <p14:tracePt t="80189" x="3562350" y="5105400"/>
          <p14:tracePt t="80205" x="3536950" y="5105400"/>
          <p14:tracePt t="80221" x="3524250" y="5105400"/>
          <p14:tracePt t="80239" x="3511550" y="5124450"/>
          <p14:tracePt t="80255" x="3492500" y="5143500"/>
          <p14:tracePt t="80272" x="3454400" y="5168900"/>
          <p14:tracePt t="80288" x="3384550" y="5251450"/>
          <p14:tracePt t="80305" x="3314700" y="5340350"/>
          <p14:tracePt t="80322" x="3276600" y="5397500"/>
          <p14:tracePt t="80339" x="3136900" y="5562600"/>
          <p14:tracePt t="80355" x="3003550" y="5708650"/>
          <p14:tracePt t="80372" x="2895600" y="5848350"/>
          <p14:tracePt t="80388" x="2838450" y="5905500"/>
          <p14:tracePt t="80404" x="2755900" y="5988050"/>
          <p14:tracePt t="80422" x="2698750" y="6045200"/>
          <p14:tracePt t="80438" x="2673350" y="6064250"/>
          <p14:tracePt t="80454" x="2660650" y="6089650"/>
          <p14:tracePt t="80471" x="2654300" y="6096000"/>
          <p14:tracePt t="80568" x="2654300" y="6089650"/>
          <p14:tracePt t="80582" x="2654300" y="6083300"/>
          <p14:tracePt t="80590" x="2647950" y="6070600"/>
          <p14:tracePt t="80606" x="2641600" y="6057900"/>
          <p14:tracePt t="80620" x="2603500" y="5994400"/>
          <p14:tracePt t="80638" x="2559050" y="5886450"/>
          <p14:tracePt t="80654" x="2527300" y="5816600"/>
          <p14:tracePt t="80670" x="2489200" y="5759450"/>
          <p14:tracePt t="80688" x="2432050" y="5568950"/>
          <p14:tracePt t="80703" x="2413000" y="5505450"/>
          <p14:tracePt t="80720" x="2413000" y="5454650"/>
          <p14:tracePt t="80737" x="2413000" y="5384800"/>
          <p14:tracePt t="80754" x="2413000" y="5346700"/>
          <p14:tracePt t="80770" x="2413000" y="5334000"/>
          <p14:tracePt t="80786" x="2419350" y="5321300"/>
          <p14:tracePt t="80803" x="2425700" y="5314950"/>
          <p14:tracePt t="80821" x="2432050" y="5308600"/>
          <p14:tracePt t="80871" x="2438400" y="5314950"/>
          <p14:tracePt t="80891" x="2444750" y="5321300"/>
          <p14:tracePt t="80898" x="2444750" y="5327650"/>
          <p14:tracePt t="80920" x="2451100" y="5327650"/>
          <p14:tracePt t="80933" x="2451100" y="5334000"/>
          <p14:tracePt t="80940" x="2451100" y="5340350"/>
          <p14:tracePt t="80953" x="2451100" y="5346700"/>
          <p14:tracePt t="80970" x="2457450" y="5359400"/>
          <p14:tracePt t="80986" x="2501900" y="5397500"/>
          <p14:tracePt t="81003" x="2609850" y="5492750"/>
          <p14:tracePt t="81019" x="2692400" y="5549900"/>
          <p14:tracePt t="81036" x="2882900" y="5676900"/>
          <p14:tracePt t="81053" x="3111500" y="5835650"/>
          <p14:tracePt t="81069" x="3219450" y="5886450"/>
          <p14:tracePt t="81086" x="3429000" y="5994400"/>
          <p14:tracePt t="81102" x="3600450" y="6038850"/>
          <p14:tracePt t="81119" x="3657600" y="6057900"/>
          <p14:tracePt t="81137" x="3771900" y="6070600"/>
          <p14:tracePt t="81152" x="3867150" y="6057900"/>
          <p14:tracePt t="81169" x="3924300" y="6038850"/>
          <p14:tracePt t="81185" x="4051300" y="5962650"/>
          <p14:tracePt t="81202" x="4114800" y="5924550"/>
          <p14:tracePt t="81218" x="4248150" y="5822950"/>
          <p14:tracePt t="81235" x="4337050" y="5740400"/>
          <p14:tracePt t="81251" x="4368800" y="5727700"/>
          <p14:tracePt t="81269" x="4432300" y="5657850"/>
          <p14:tracePt t="81285" x="4457700" y="5613400"/>
          <p14:tracePt t="81301" x="4470400" y="5600700"/>
          <p14:tracePt t="81319" x="4483100" y="5581650"/>
          <p14:tracePt t="81334" x="4489450" y="5575300"/>
          <p14:tracePt t="81351" x="4495800" y="5568950"/>
          <p14:tracePt t="81431" x="4502150" y="5575300"/>
          <p14:tracePt t="89715" x="4489450" y="5607050"/>
          <p14:tracePt t="89728" x="4451350" y="5638800"/>
          <p14:tracePt t="89735" x="4406900" y="5695950"/>
          <p14:tracePt t="89750" x="4368800" y="5753100"/>
          <p14:tracePt t="89758" x="4324350" y="5810250"/>
          <p14:tracePt t="89772" x="4286250" y="5880100"/>
          <p14:tracePt t="89789" x="4210050" y="6045200"/>
          <p14:tracePt t="89806" x="4127500" y="6203950"/>
          <p14:tracePt t="89822" x="4083050" y="6286500"/>
          <p14:tracePt t="89838" x="4006850" y="6438900"/>
          <p14:tracePt t="89855" x="3937000" y="6559550"/>
          <p14:tracePt t="89872" x="3898900" y="6616700"/>
          <p14:tracePt t="89890" x="3860800" y="6673850"/>
          <p14:tracePt t="89905" x="3816350" y="6692900"/>
          <p14:tracePt t="89921" x="3803650" y="6699250"/>
          <p14:tracePt t="89939" x="3778250" y="6699250"/>
          <p14:tracePt t="89955" x="3771900" y="6699250"/>
          <p14:tracePt t="89971" x="3746500" y="6699250"/>
          <p14:tracePt t="89989" x="3708400" y="6692900"/>
          <p14:tracePt t="90005" x="3695700" y="6686550"/>
          <p14:tracePt t="90022" x="3663950" y="6673850"/>
          <p14:tracePt t="90038" x="3619500" y="6654800"/>
          <p14:tracePt t="90054" x="3600450" y="6635750"/>
          <p14:tracePt t="90071" x="3536950" y="6616700"/>
          <p14:tracePt t="90088" x="3479800" y="6591300"/>
          <p14:tracePt t="90105" x="3448050" y="6578600"/>
          <p14:tracePt t="90121" x="3397250" y="6546850"/>
          <p14:tracePt t="90137" x="3352800" y="6508750"/>
          <p14:tracePt t="90154" x="3327400" y="6496050"/>
          <p14:tracePt t="90171" x="3289300" y="6464300"/>
          <p14:tracePt t="90187" x="3225800" y="6400800"/>
          <p14:tracePt t="90206" x="3175000" y="6362700"/>
          <p14:tracePt t="90220" x="3143250" y="6330950"/>
          <p14:tracePt t="90237" x="3067050" y="6286500"/>
          <p14:tracePt t="90254" x="3003550" y="6248400"/>
          <p14:tracePt t="90270" x="2978150" y="6242050"/>
          <p14:tracePt t="90287" x="2946400" y="6223000"/>
          <p14:tracePt t="90303" x="2895600" y="6197600"/>
          <p14:tracePt t="90320" x="2882900" y="6191250"/>
          <p14:tracePt t="90337" x="2876550" y="6191250"/>
          <p14:tracePt t="90353" x="2870200" y="6178550"/>
          <p14:tracePt t="90370" x="2870200" y="6172200"/>
          <p14:tracePt t="90387" x="2895600" y="6153150"/>
          <p14:tracePt t="90403" x="2908300" y="6140450"/>
          <p14:tracePt t="90420" x="2971800" y="6108700"/>
          <p14:tracePt t="90437" x="3079750" y="6064250"/>
          <p14:tracePt t="90453" x="3136900" y="6038850"/>
          <p14:tracePt t="90470" x="3308350" y="5975350"/>
          <p14:tracePt t="90486" x="3492500" y="5943600"/>
          <p14:tracePt t="90503" x="3581400" y="5937250"/>
          <p14:tracePt t="90520" x="3733800" y="5937250"/>
          <p14:tracePt t="90536" x="3841750" y="5937250"/>
          <p14:tracePt t="90553" x="3879850" y="5943600"/>
          <p14:tracePt t="90570" x="3975100" y="5956300"/>
          <p14:tracePt t="90586" x="3994150" y="5956300"/>
          <p14:tracePt t="90603" x="4051300" y="5956300"/>
          <p14:tracePt t="90619" x="4083050" y="5956300"/>
          <p14:tracePt t="90636" x="4089400" y="5956300"/>
          <p14:tracePt t="90653" x="4108450" y="5956300"/>
          <p14:tracePt t="90669" x="4114800" y="5949950"/>
          <p14:tracePt t="90744" x="4108450" y="5949950"/>
          <p14:tracePt t="90766" x="4095750" y="5949950"/>
          <p14:tracePt t="90780" x="4083050" y="5956300"/>
          <p14:tracePt t="90788" x="4064000" y="5962650"/>
          <p14:tracePt t="90802" x="4044950" y="5962650"/>
          <p14:tracePt t="90818" x="3949700" y="5988050"/>
          <p14:tracePt t="90836" x="3816350" y="6013450"/>
          <p14:tracePt t="90852" x="3765550" y="6026150"/>
          <p14:tracePt t="90868" x="3695700" y="6032500"/>
          <p14:tracePt t="90885" x="3562350" y="6038850"/>
          <p14:tracePt t="90901" x="3543300" y="6051550"/>
          <p14:tracePt t="90918" x="3524250" y="6051550"/>
          <p14:tracePt t="90935" x="3511550" y="6057900"/>
          <p14:tracePt t="90951" x="3517900" y="6057900"/>
          <p14:tracePt t="90968" x="3530600" y="6057900"/>
          <p14:tracePt t="90984" x="3581400" y="6076950"/>
          <p14:tracePt t="91001" x="3683000" y="6096000"/>
          <p14:tracePt t="91018" x="3765550" y="6115050"/>
          <p14:tracePt t="91034" x="3994150" y="6153150"/>
          <p14:tracePt t="91051" x="4267200" y="6184900"/>
          <p14:tracePt t="91068" x="4483100" y="6197600"/>
          <p14:tracePt t="91084" x="4572000" y="6197600"/>
          <p14:tracePt t="91101" x="4711700" y="6197600"/>
          <p14:tracePt t="91117" x="4781550" y="6178550"/>
          <p14:tracePt t="91134" x="4800600" y="6172200"/>
          <p14:tracePt t="91151" x="4819650" y="6159500"/>
          <p14:tracePt t="91167" x="4819650" y="6146800"/>
          <p14:tracePt t="91201" x="4819650" y="6140450"/>
          <p14:tracePt t="91299" x="4813300" y="6134100"/>
          <p14:tracePt t="92228" x="4806950" y="6134100"/>
          <p14:tracePt t="92242" x="4794250" y="6134100"/>
          <p14:tracePt t="92250" x="4781550" y="6134100"/>
          <p14:tracePt t="92266" x="4775200" y="6134100"/>
          <p14:tracePt t="92280" x="4756150" y="6134100"/>
          <p14:tracePt t="92297" x="4749800" y="6134100"/>
          <p14:tracePt t="92313" x="4730750" y="6134100"/>
          <p14:tracePt t="92330" x="4724400" y="6134100"/>
          <p14:tracePt t="92347" x="4711700" y="6140450"/>
          <p14:tracePt t="92362" x="4705350" y="6146800"/>
          <p14:tracePt t="92380" x="4699000" y="6146800"/>
          <p14:tracePt t="92397" x="4686300" y="6146800"/>
          <p14:tracePt t="92412" x="4679950" y="6153150"/>
          <p14:tracePt t="92438" x="4679950" y="6159500"/>
          <p14:tracePt t="92460" x="4673600" y="6159500"/>
          <p14:tracePt t="92474" x="4667250" y="6165850"/>
          <p14:tracePt t="92487" x="4660900" y="6165850"/>
          <p14:tracePt t="92509" x="4654550" y="6165850"/>
          <p14:tracePt t="92523" x="4648200" y="6165850"/>
          <p14:tracePt t="92532" x="4641850" y="6165850"/>
          <p14:tracePt t="92550" x="4629150" y="6172200"/>
          <p14:tracePt t="92562" x="4610100" y="6172200"/>
          <p14:tracePt t="92579" x="4546600" y="6184900"/>
          <p14:tracePt t="92595" x="4508500" y="6191250"/>
          <p14:tracePt t="92612" x="4470400" y="6191250"/>
          <p14:tracePt t="92629" x="4292600" y="6197600"/>
          <p14:tracePt t="92645" x="4210050" y="6197600"/>
          <p14:tracePt t="92663" x="4083050" y="6197600"/>
          <p14:tracePt t="92679" x="4006850" y="6184900"/>
          <p14:tracePt t="92695" x="3854450" y="6178550"/>
          <p14:tracePt t="92712" x="3695700" y="6178550"/>
          <p14:tracePt t="92728" x="3606800" y="6178550"/>
          <p14:tracePt t="92746" x="3390900" y="6191250"/>
          <p14:tracePt t="92762" x="3079750" y="6191250"/>
          <p14:tracePt t="92779" x="2819400" y="6203950"/>
          <p14:tracePt t="92796" x="2317750" y="6216650"/>
          <p14:tracePt t="92811" x="2190750" y="6235700"/>
          <p14:tracePt t="92828" x="2114550" y="6248400"/>
          <p14:tracePt t="92845" x="2076450" y="6292850"/>
          <p14:tracePt t="93321" x="2063750" y="6292850"/>
          <p14:tracePt t="93335" x="2044700" y="6292850"/>
          <p14:tracePt t="93341" x="2019300" y="6286500"/>
          <p14:tracePt t="93349" x="2000250" y="6286500"/>
          <p14:tracePt t="93363" x="1981200" y="6280150"/>
          <p14:tracePt t="93377" x="1968500" y="6273800"/>
          <p14:tracePt t="93393" x="1924050" y="6267450"/>
          <p14:tracePt t="93410" x="1911350" y="6267450"/>
          <p14:tracePt t="93426" x="1885950" y="6261100"/>
          <p14:tracePt t="93443" x="1879600" y="6261100"/>
          <p14:tracePt t="93459" x="1866900" y="6261100"/>
          <p14:tracePt t="93476" x="1854200" y="6261100"/>
          <p14:tracePt t="93492" x="1841500" y="6261100"/>
          <p14:tracePt t="93526" x="1835150" y="6261100"/>
          <p14:tracePt t="93546" x="1828800" y="6261100"/>
          <p14:tracePt t="93562" x="1822450" y="6261100"/>
          <p14:tracePt t="93594" x="1816100" y="6261100"/>
          <p14:tracePt t="93622" x="1809750" y="6261100"/>
          <p14:tracePt t="93629" x="1803400" y="6261100"/>
          <p14:tracePt t="93649" x="1797050" y="6254750"/>
          <p14:tracePt t="93692" x="1797050" y="6242050"/>
          <p14:tracePt t="93699" x="1803400" y="6242050"/>
          <p14:tracePt t="93713" x="1803400" y="6235700"/>
          <p14:tracePt t="93725" x="1809750" y="6235700"/>
          <p14:tracePt t="93742" x="1822450" y="6235700"/>
          <p14:tracePt t="93775" x="1828800" y="6235700"/>
          <p14:tracePt t="93792" x="1835150" y="6235700"/>
          <p14:tracePt t="93808" x="1835150" y="6229350"/>
          <p14:tracePt t="93825" x="1847850" y="6229350"/>
          <p14:tracePt t="93841" x="1879600" y="6223000"/>
          <p14:tracePt t="93858" x="1898650" y="6216650"/>
          <p14:tracePt t="93875" x="1949450" y="6203950"/>
          <p14:tracePt t="93891" x="1981200" y="6197600"/>
          <p14:tracePt t="93908" x="2025650" y="6191250"/>
          <p14:tracePt t="93911" x="2057400" y="6191250"/>
          <p14:tracePt t="93925" x="2082800" y="6184900"/>
          <p14:tracePt t="93941" x="2095500" y="6178550"/>
          <p14:tracePt t="93958" x="2133600" y="6178550"/>
          <p14:tracePt t="93974" x="2159000" y="6172200"/>
          <p14:tracePt t="93991" x="2165350" y="6172200"/>
          <p14:tracePt t="94008" x="2178050" y="6172200"/>
          <p14:tracePt t="94024" x="2184400" y="6172200"/>
          <p14:tracePt t="94041" x="2190750" y="6172200"/>
          <p14:tracePt t="94057" x="2197100" y="6172200"/>
          <p14:tracePt t="94092" x="2203450" y="6172200"/>
          <p14:tracePt t="94233" x="2209800" y="6172200"/>
          <p14:tracePt t="94275" x="2216150" y="6172200"/>
          <p14:tracePt t="94303" x="2222500" y="6172200"/>
          <p14:tracePt t="94331" x="2228850" y="6172200"/>
          <p14:tracePt t="94394" x="2235200" y="6172200"/>
          <p14:tracePt t="94401" x="2241550" y="6172200"/>
          <p14:tracePt t="94457" x="2247900" y="6172200"/>
          <p14:tracePt t="94464" x="2254250" y="6172200"/>
          <p14:tracePt t="94472" x="2260600" y="6172200"/>
          <p14:tracePt t="94492" x="2266950" y="6172200"/>
          <p14:tracePt t="94509" x="2279650" y="6172200"/>
          <p14:tracePt t="94522" x="2292350" y="6172200"/>
          <p14:tracePt t="94539" x="2324100" y="6172200"/>
          <p14:tracePt t="94556" x="2362200" y="6172200"/>
          <p14:tracePt t="94572" x="2381250" y="6172200"/>
          <p14:tracePt t="94589" x="2425700" y="6165850"/>
          <p14:tracePt t="94606" x="2457450" y="6159500"/>
          <p14:tracePt t="94622" x="2476500" y="6159500"/>
          <p14:tracePt t="94639" x="2495550" y="6159500"/>
          <p14:tracePt t="94655" x="2508250" y="6153150"/>
          <p14:tracePt t="94672" x="2514600" y="6153150"/>
          <p14:tracePt t="94688" x="2520950" y="6153150"/>
          <p14:tracePt t="94752" x="2520950" y="6159500"/>
          <p14:tracePt t="95226" x="2514600" y="6159500"/>
          <p14:tracePt t="95233" x="2495550" y="6165850"/>
          <p14:tracePt t="95247" x="2470150" y="6172200"/>
          <p14:tracePt t="95256" x="2457450" y="6178550"/>
          <p14:tracePt t="95269" x="2438400" y="6191250"/>
          <p14:tracePt t="95286" x="2419350" y="6197600"/>
          <p14:tracePt t="95303" x="2381250" y="6210300"/>
          <p14:tracePt t="95319" x="2368550" y="6216650"/>
          <p14:tracePt t="95336" x="2362200" y="6216650"/>
          <p14:tracePt t="95353" x="2349500" y="6216650"/>
          <p14:tracePt t="95369" x="2349500" y="6223000"/>
          <p14:tracePt t="95386" x="2343150" y="6223000"/>
          <p14:tracePt t="95419" x="2349500" y="6223000"/>
          <p14:tracePt t="95436" x="2362200" y="6223000"/>
          <p14:tracePt t="95469" x="2387600" y="6223000"/>
          <p14:tracePt t="95486" x="2444750" y="6216650"/>
          <p14:tracePt t="95502" x="2476500" y="6210300"/>
          <p14:tracePt t="95519" x="2559050" y="6203950"/>
          <p14:tracePt t="95536" x="2667000" y="6191250"/>
          <p14:tracePt t="95554" x="2749550" y="6184900"/>
          <p14:tracePt t="95569" x="2889250" y="6165850"/>
          <p14:tracePt t="95585" x="3028950" y="6165850"/>
          <p14:tracePt t="95602" x="3086100" y="6153150"/>
          <p14:tracePt t="95619" x="3213100" y="6159500"/>
          <p14:tracePt t="95635" x="3263900" y="6159500"/>
          <p14:tracePt t="95652" x="3333750" y="6159500"/>
          <p14:tracePt t="95668" x="3390900" y="6159500"/>
          <p14:tracePt t="95685" x="3422650" y="6159500"/>
          <p14:tracePt t="95702" x="3467100" y="6159500"/>
          <p14:tracePt t="95718" x="3505200" y="6153150"/>
          <p14:tracePt t="95735" x="3524250" y="6153150"/>
          <p14:tracePt t="95752" x="3549650" y="6153150"/>
          <p14:tracePt t="95768" x="3581400" y="6153150"/>
          <p14:tracePt t="95784" x="3594100" y="6153150"/>
          <p14:tracePt t="95801" x="3619500" y="6146800"/>
          <p14:tracePt t="95817" x="3632200" y="6140450"/>
          <p14:tracePt t="95834" x="3638550" y="6140450"/>
          <p14:tracePt t="95852" x="3657600" y="6134100"/>
          <p14:tracePt t="95868" x="3663950" y="6134100"/>
          <p14:tracePt t="95885" x="3670300" y="6134100"/>
          <p14:tracePt t="95901" x="3676650" y="6134100"/>
          <p14:tracePt t="95928" x="3683000" y="6134100"/>
          <p14:tracePt t="95969" x="3689350" y="6134100"/>
          <p14:tracePt t="95998" x="3695700" y="6134100"/>
          <p14:tracePt t="96005" x="3702050" y="6134100"/>
          <p14:tracePt t="96026" x="3708400" y="6127750"/>
          <p14:tracePt t="96047" x="3714750" y="6127750"/>
          <p14:tracePt t="96096" x="3721100" y="6127750"/>
          <p14:tracePt t="96131" x="3727450" y="6127750"/>
          <p14:tracePt t="96166" x="3733800" y="6127750"/>
          <p14:tracePt t="96187" x="3733800" y="6121400"/>
          <p14:tracePt t="96236" x="3727450" y="6115050"/>
          <p14:tracePt t="96251" x="3714750" y="6115050"/>
          <p14:tracePt t="96257" x="3708400" y="6115050"/>
          <p14:tracePt t="96271" x="3683000" y="6115050"/>
          <p14:tracePt t="96282" x="3644900" y="6115050"/>
          <p14:tracePt t="96301" x="3517900" y="6108700"/>
          <p14:tracePt t="96316" x="3416300" y="6108700"/>
          <p14:tracePt t="96334" x="3213100" y="6096000"/>
          <p14:tracePt t="96349" x="2984500" y="6096000"/>
          <p14:tracePt t="96366" x="2882900" y="6096000"/>
          <p14:tracePt t="96383" x="2705100" y="6096000"/>
          <p14:tracePt t="96399" x="2590800" y="6096000"/>
          <p14:tracePt t="96416" x="2540000" y="6096000"/>
          <p14:tracePt t="96433" x="2489200" y="6096000"/>
          <p14:tracePt t="96449" x="2451100" y="6096000"/>
          <p14:tracePt t="96465" x="2438400" y="6096000"/>
          <p14:tracePt t="96482" x="2419350" y="6096000"/>
          <p14:tracePt t="96499" x="2400300" y="6102350"/>
          <p14:tracePt t="96516" x="2400300" y="6108700"/>
          <p14:tracePt t="96548" x="2393950" y="6108700"/>
          <p14:tracePt t="96566" x="2393950" y="6115050"/>
          <p14:tracePt t="96587" x="2387600" y="6121400"/>
          <p14:tracePt t="96623" x="2381250" y="6121400"/>
          <p14:tracePt t="96693" x="2381250" y="6127750"/>
          <p14:tracePt t="96721" x="2381250" y="6134100"/>
          <p14:tracePt t="96770" x="2393950" y="6134100"/>
          <p14:tracePt t="96777" x="2400300" y="6134100"/>
          <p14:tracePt t="96791" x="2406650" y="6134100"/>
          <p14:tracePt t="96800" x="2413000" y="6134100"/>
          <p14:tracePt t="96814" x="2432050" y="6134100"/>
          <p14:tracePt t="96831" x="2463800" y="6127750"/>
          <p14:tracePt t="96848" x="2597150" y="6102350"/>
          <p14:tracePt t="96864" x="2660650" y="6102350"/>
          <p14:tracePt t="96882" x="2806700" y="6083300"/>
          <p14:tracePt t="96897" x="2895600" y="6070600"/>
          <p14:tracePt t="96914" x="3048000" y="6070600"/>
          <p14:tracePt t="96918" x="3124200" y="6064250"/>
          <p14:tracePt t="96934" x="3175000" y="6051550"/>
          <p14:tracePt t="96947" x="3244850" y="6051550"/>
          <p14:tracePt t="96964" x="3321050" y="6045200"/>
          <p14:tracePt t="96981" x="3378200" y="6045200"/>
          <p14:tracePt t="96997" x="3390900" y="6045200"/>
          <p14:tracePt t="97014" x="3416300" y="6045200"/>
          <p14:tracePt t="97032" x="3429000" y="6051550"/>
          <p14:tracePt t="97048" x="3429000" y="6057900"/>
          <p14:tracePt t="97064" x="3435350" y="6064250"/>
          <p14:tracePt t="97080" x="3441700" y="6064250"/>
          <p14:tracePt t="97097" x="3448050" y="6064250"/>
          <p14:tracePt t="97114" x="3460750" y="6070600"/>
          <p14:tracePt t="97130" x="3479800" y="6070600"/>
          <p14:tracePt t="97146" x="3486150" y="6070600"/>
          <p14:tracePt t="97163" x="3505200" y="6070600"/>
          <p14:tracePt t="97180" x="3517900" y="6070600"/>
          <p14:tracePt t="97198" x="3575050" y="6070600"/>
          <p14:tracePt t="97213" x="3613150" y="6070600"/>
          <p14:tracePt t="97230" x="3721100" y="6057900"/>
          <p14:tracePt t="97247" x="3835400" y="6038850"/>
          <p14:tracePt t="97263" x="3892550" y="6038850"/>
          <p14:tracePt t="97279" x="3987800" y="6019800"/>
          <p14:tracePt t="97297" x="4051300" y="6013450"/>
          <p14:tracePt t="97313" x="4102100" y="6013450"/>
          <p14:tracePt t="97329" x="4121150" y="6007100"/>
          <p14:tracePt t="97346" x="4146550" y="6007100"/>
          <p14:tracePt t="97362" x="4171950" y="6000750"/>
          <p14:tracePt t="97380" x="4191000" y="6000750"/>
          <p14:tracePt t="97395" x="4197350" y="5994400"/>
          <p14:tracePt t="97412" x="4203700" y="5994400"/>
          <p14:tracePt t="97432" x="4210050" y="5994400"/>
          <p14:tracePt t="97450" x="4216400" y="5994400"/>
          <p14:tracePt t="97466" x="4222750" y="5994400"/>
          <p14:tracePt t="97500" x="4229100" y="5994400"/>
          <p14:tracePt t="97534" x="4235450" y="5994400"/>
          <p14:tracePt t="97591" x="4241800" y="5994400"/>
          <p14:tracePt t="97613" x="4254500" y="5994400"/>
          <p14:tracePt t="97618" x="4254500" y="6000750"/>
          <p14:tracePt t="97633" x="4260850" y="6000750"/>
          <p14:tracePt t="97654" x="4267200" y="6000750"/>
          <p14:tracePt t="97662" x="4273550" y="6000750"/>
          <p14:tracePt t="97682" x="4279900" y="6000750"/>
          <p14:tracePt t="97703" x="4286250" y="6000750"/>
          <p14:tracePt t="97711" x="4298950" y="6000750"/>
          <p14:tracePt t="97728" x="4318000" y="6007100"/>
          <p14:tracePt t="97745" x="4356100" y="6007100"/>
          <p14:tracePt t="97761" x="4394200" y="6007100"/>
          <p14:tracePt t="97778" x="4419600" y="6007100"/>
          <p14:tracePt t="97795" x="4464050" y="6007100"/>
          <p14:tracePt t="97811" x="4483100" y="6007100"/>
          <p14:tracePt t="97828" x="4508500" y="6007100"/>
          <p14:tracePt t="97844" x="4527550" y="6007100"/>
          <p14:tracePt t="97861" x="4527550" y="6013450"/>
          <p14:tracePt t="97878" x="4533900" y="6019800"/>
          <p14:tracePt t="97894" x="4540250" y="6019800"/>
          <p14:tracePt t="97942" x="4546600" y="6019800"/>
          <p14:tracePt t="97962" x="4552950" y="6026150"/>
          <p14:tracePt t="97983" x="4559300" y="6026150"/>
          <p14:tracePt t="97990" x="4565650" y="6032500"/>
          <p14:tracePt t="98012" x="4572000" y="6032500"/>
          <p14:tracePt t="98026" x="4578350" y="6032500"/>
          <p14:tracePt t="98033" x="4584700" y="6032500"/>
          <p14:tracePt t="98054" x="4597400" y="6032500"/>
          <p14:tracePt t="98063" x="4603750" y="6038850"/>
          <p14:tracePt t="98076" x="4610100" y="6038850"/>
          <p14:tracePt t="98093" x="4622800" y="6038850"/>
          <p14:tracePt t="98110" x="4660900" y="6045200"/>
          <p14:tracePt t="98127" x="4699000" y="6051550"/>
          <p14:tracePt t="98143" x="4718050" y="6051550"/>
          <p14:tracePt t="98160" x="4762500" y="6057900"/>
          <p14:tracePt t="98176" x="4800600" y="6057900"/>
          <p14:tracePt t="98194" x="4838700" y="6064250"/>
          <p14:tracePt t="98209" x="4851400" y="6070600"/>
          <p14:tracePt t="98226" x="4870450" y="6070600"/>
          <p14:tracePt t="98243" x="4883150" y="6076950"/>
          <p14:tracePt t="98260" x="4889500" y="6083300"/>
          <p14:tracePt t="98276" x="4895850" y="6083300"/>
          <p14:tracePt t="98309" x="4902200" y="6083300"/>
          <p14:tracePt t="98349" x="4908550" y="6083300"/>
          <p14:tracePt t="102099" x="4908550" y="6045200"/>
          <p14:tracePt t="102114" x="4908550" y="5969000"/>
          <p14:tracePt t="102127" x="4902200" y="5892800"/>
          <p14:tracePt t="102135" x="4902200" y="5778500"/>
          <p14:tracePt t="102146" x="4889500" y="5638800"/>
          <p14:tracePt t="102163" x="4864100" y="5270500"/>
          <p14:tracePt t="102179" x="4838700" y="4997450"/>
          <p14:tracePt t="102196" x="4718050" y="4292600"/>
          <p14:tracePt t="102213" x="4533900" y="3651250"/>
          <p14:tracePt t="102229" x="4445000" y="3384550"/>
          <p14:tracePt t="102247" x="4235450" y="2921000"/>
          <p14:tracePt t="102263" x="4095750" y="2609850"/>
          <p14:tracePt t="102279" x="4044950" y="2489200"/>
          <p14:tracePt t="102296" x="3949700" y="2305050"/>
          <p14:tracePt t="102312" x="3886200" y="2203450"/>
          <p14:tracePt t="102329" x="3860800" y="2171700"/>
          <p14:tracePt t="102346" x="3803650" y="2101850"/>
          <p14:tracePt t="102362" x="3752850" y="2044700"/>
          <p14:tracePt t="102378" x="3721100" y="2025650"/>
          <p14:tracePt t="102395" x="3676650" y="1981200"/>
          <p14:tracePt t="102411" x="3644900" y="1962150"/>
          <p14:tracePt t="102428" x="3625850" y="1943100"/>
          <p14:tracePt t="102445" x="3524250" y="1847850"/>
          <p14:tracePt t="102462" x="3498850" y="1816100"/>
          <p14:tracePt t="102466" x="3460750" y="1758950"/>
          <p14:tracePt t="102479" x="3435350" y="1720850"/>
          <p14:tracePt t="102495" x="3378200" y="1657350"/>
          <p14:tracePt t="102511" x="3359150" y="1631950"/>
          <p14:tracePt t="102528" x="3333750" y="1612900"/>
          <p14:tracePt t="102545" x="3308350" y="1600200"/>
          <p14:tracePt t="102562" x="3289300" y="1593850"/>
          <p14:tracePt t="102578" x="3219450" y="1581150"/>
          <p14:tracePt t="102595" x="3124200" y="1568450"/>
          <p14:tracePt t="102611" x="2984500" y="1581150"/>
          <p14:tracePt t="102628" x="2876550" y="1612900"/>
          <p14:tracePt t="102644" x="2794000" y="1657350"/>
          <p14:tracePt t="102662" x="2451100" y="1905000"/>
          <p14:tracePt t="102678" x="2324100" y="2044700"/>
          <p14:tracePt t="102694" x="2203450" y="2209800"/>
          <p14:tracePt t="102711" x="1943100" y="2743200"/>
          <p14:tracePt t="102727" x="1905000" y="2946400"/>
          <p14:tracePt t="102744" x="1879600" y="3397250"/>
          <p14:tracePt t="102760" x="1885950" y="3638550"/>
          <p14:tracePt t="102778" x="1968500" y="4089400"/>
          <p14:tracePt t="102794" x="2108200" y="4419600"/>
          <p14:tracePt t="102811" x="2216150" y="4578350"/>
          <p14:tracePt t="102827" x="2413000" y="4768850"/>
          <p14:tracePt t="102844" x="2603500" y="4876800"/>
          <p14:tracePt t="102860" x="2705100" y="4902200"/>
          <p14:tracePt t="102878" x="2927350" y="4946650"/>
          <p14:tracePt t="102893" x="3168650" y="4965700"/>
          <p14:tracePt t="102910" x="3282950" y="4965700"/>
          <p14:tracePt t="102927" x="3524250" y="4933950"/>
          <p14:tracePt t="102943" x="3797300" y="4826000"/>
          <p14:tracePt t="102960" x="3911600" y="4775200"/>
          <p14:tracePt t="102977" x="4133850" y="4597400"/>
          <p14:tracePt t="102993" x="4343400" y="4324350"/>
          <p14:tracePt t="103011" x="4464050" y="4083050"/>
          <p14:tracePt t="103026" x="4495800" y="3956050"/>
          <p14:tracePt t="103043" x="4521200" y="3829050"/>
          <p14:tracePt t="103061" x="4464050" y="3454400"/>
          <p14:tracePt t="103075" x="4406900" y="3365500"/>
          <p14:tracePt t="103093" x="4356100" y="3257550"/>
          <p14:tracePt t="103111" x="4210050" y="3054350"/>
          <p14:tracePt t="103127" x="4051300" y="2933700"/>
          <p14:tracePt t="103143" x="3975100" y="2895600"/>
          <p14:tracePt t="103159" x="3803650" y="2851150"/>
          <p14:tracePt t="103176" x="3600450" y="2832100"/>
          <p14:tracePt t="103192" x="3492500" y="2844800"/>
          <p14:tracePt t="103209" x="3308350" y="2908300"/>
          <p14:tracePt t="103226" x="3136900" y="3009900"/>
          <p14:tracePt t="103243" x="2971800" y="3143250"/>
          <p14:tracePt t="103259" x="2921000" y="3213100"/>
          <p14:tracePt t="103275" x="2838450" y="3340100"/>
          <p14:tracePt t="103292" x="2825750" y="3422650"/>
          <p14:tracePt t="103309" x="2825750" y="3460750"/>
          <p14:tracePt t="103326" x="2832100" y="3479800"/>
          <p14:tracePt t="103342" x="2952750" y="3556000"/>
          <p14:tracePt t="103358" x="3022600" y="3575050"/>
          <p14:tracePt t="103376" x="3086100" y="3581400"/>
          <p14:tracePt t="103392" x="3244850" y="3600450"/>
          <p14:tracePt t="103408" x="3473450" y="3600450"/>
          <p14:tracePt t="103426" x="3759200" y="3492500"/>
          <p14:tracePt t="103442" x="3905250" y="3422650"/>
          <p14:tracePt t="103458" x="4013200" y="3346450"/>
          <p14:tracePt t="103475" x="4368800" y="2921000"/>
          <p14:tracePt t="103491" x="4464050" y="2724150"/>
          <p14:tracePt t="103508" x="4527550" y="2559050"/>
          <p14:tracePt t="103525" x="4597400" y="2266950"/>
          <p14:tracePt t="103541" x="4616450" y="1936750"/>
          <p14:tracePt t="103559" x="4616450" y="1701800"/>
          <p14:tracePt t="103574" x="4616450" y="1600200"/>
          <p14:tracePt t="103591" x="4603750" y="1384300"/>
          <p14:tracePt t="103608" x="4540250" y="1123950"/>
          <p14:tracePt t="103624" x="4483100" y="984250"/>
          <p14:tracePt t="103641" x="4400550" y="812800"/>
          <p14:tracePt t="103657" x="4229100" y="444500"/>
          <p14:tracePt t="103674" x="4203700" y="374650"/>
          <p14:tracePt t="103691" x="4178300" y="304800"/>
          <p14:tracePt t="103707" x="4171950" y="260350"/>
          <p14:tracePt t="103728" x="4171950" y="254000"/>
          <p14:tracePt t="103741" x="4178300" y="254000"/>
          <p14:tracePt t="103757" x="4184650" y="254000"/>
          <p14:tracePt t="103773" x="4203700" y="254000"/>
          <p14:tracePt t="103790" x="4248150" y="254000"/>
          <p14:tracePt t="103807" x="4305300" y="247650"/>
          <p14:tracePt t="103823" x="4349750" y="234950"/>
          <p14:tracePt t="103840" x="4438650" y="228600"/>
          <p14:tracePt t="103857" x="4572000" y="190500"/>
          <p14:tracePt t="103875" x="4756150" y="158750"/>
          <p14:tracePt t="103889" x="4870450" y="146050"/>
          <p14:tracePt t="103906" x="5086350" y="139700"/>
          <p14:tracePt t="103924" x="5302250" y="139700"/>
          <p14:tracePt t="103940" x="5416550" y="139700"/>
          <p14:tracePt t="103956" x="5524500" y="139700"/>
          <p14:tracePt t="103973" x="5797550" y="158750"/>
          <p14:tracePt t="103990" x="5861050" y="171450"/>
          <p14:tracePt t="104006" x="5911850" y="171450"/>
          <p14:tracePt t="104023" x="5975350" y="177800"/>
          <p14:tracePt t="104039" x="5988050" y="177800"/>
          <p14:tracePt t="104057" x="5994400" y="184150"/>
          <p14:tracePt t="104085" x="5994400" y="177800"/>
          <p14:tracePt t="104107" x="5981700" y="177800"/>
          <p14:tracePt t="104112" x="5962650" y="190500"/>
          <p14:tracePt t="104127" x="5930900" y="234950"/>
          <p14:tracePt t="104138" x="5867400" y="292100"/>
          <p14:tracePt t="104156" x="5715000" y="463550"/>
          <p14:tracePt t="104172" x="5600700" y="565150"/>
          <p14:tracePt t="104189" x="5283200" y="920750"/>
          <p14:tracePt t="104205" x="4889500" y="1447800"/>
          <p14:tracePt t="104222" x="4679950" y="1758950"/>
          <p14:tracePt t="104239" x="4260850" y="2425700"/>
          <p14:tracePt t="104255" x="4070350" y="2755900"/>
          <p14:tracePt t="104272" x="3702050" y="3435350"/>
          <p14:tracePt t="104289" x="3441700" y="4006850"/>
          <p14:tracePt t="104305" x="3289300" y="4432300"/>
          <p14:tracePt t="104322" x="3251200" y="4584700"/>
          <p14:tracePt t="104339" x="3187700" y="4819650"/>
          <p14:tracePt t="104355" x="3168650" y="4921250"/>
          <p14:tracePt t="104372" x="3117850" y="5105400"/>
          <p14:tracePt t="104388" x="3098800" y="5270500"/>
          <p14:tracePt t="104405" x="3098800" y="5340350"/>
          <p14:tracePt t="104422" x="3098800" y="5441950"/>
          <p14:tracePt t="104438" x="3117850" y="5480050"/>
          <p14:tracePt t="104455" x="3130550" y="5492750"/>
          <p14:tracePt t="104471" x="3155950" y="5492750"/>
          <p14:tracePt t="104488" x="3194050" y="5467350"/>
          <p14:tracePt t="104505" x="3206750" y="5454650"/>
          <p14:tracePt t="104521" x="3232150" y="5429250"/>
          <p14:tracePt t="104537" x="3276600" y="5403850"/>
          <p14:tracePt t="104555" x="3340100" y="5365750"/>
          <p14:tracePt t="104571" x="3397250" y="5340350"/>
          <p14:tracePt t="104587" x="3454400" y="5302250"/>
          <p14:tracePt t="104605" x="3676650" y="5137150"/>
          <p14:tracePt t="104620" x="3759200" y="5086350"/>
          <p14:tracePt t="104637" x="3829050" y="5029200"/>
          <p14:tracePt t="104654" x="3975100" y="4870450"/>
          <p14:tracePt t="104671" x="4159250" y="4629150"/>
          <p14:tracePt t="104688" x="4235450" y="4457700"/>
          <p14:tracePt t="104704" x="4432300" y="4064000"/>
          <p14:tracePt t="104720" x="4533900" y="3841750"/>
          <p14:tracePt t="104738" x="4692650" y="3416300"/>
          <p14:tracePt t="104754" x="4806950" y="2978150"/>
          <p14:tracePt t="104770" x="4857750" y="2819400"/>
          <p14:tracePt t="104787" x="4889500" y="2603500"/>
          <p14:tracePt t="104803" x="4908550" y="2387600"/>
          <p14:tracePt t="104820" x="4914900" y="2273300"/>
          <p14:tracePt t="104837" x="4972050" y="1962150"/>
          <p14:tracePt t="104853" x="4991100" y="1898650"/>
          <p14:tracePt t="104871" x="5048250" y="1771650"/>
          <p14:tracePt t="104887" x="5099050" y="1695450"/>
          <p14:tracePt t="104903" x="5130800" y="1651000"/>
          <p14:tracePt t="104920" x="5213350" y="1574800"/>
          <p14:tracePt t="104936" x="5257800" y="1549400"/>
          <p14:tracePt t="104953" x="5372100" y="1473200"/>
          <p14:tracePt t="104970" x="5524500" y="1403350"/>
          <p14:tracePt t="104986" x="5588000" y="1365250"/>
          <p14:tracePt t="105004" x="5727700" y="1308100"/>
          <p14:tracePt t="105019" x="5867400" y="1238250"/>
          <p14:tracePt t="105036" x="5930900" y="1219200"/>
          <p14:tracePt t="105053" x="6051550" y="1181100"/>
          <p14:tracePt t="105070" x="6108700" y="1162050"/>
          <p14:tracePt t="105086" x="6191250" y="1155700"/>
          <p14:tracePt t="105102" x="6229350" y="1149350"/>
          <p14:tracePt t="105119" x="6254750" y="1149350"/>
          <p14:tracePt t="105152" x="6254750" y="1155700"/>
          <p14:tracePt t="105180" x="6248400" y="1155700"/>
          <p14:tracePt t="105189" x="6235700" y="1162050"/>
          <p14:tracePt t="105202" x="6216650" y="1174750"/>
          <p14:tracePt t="105219" x="6165850" y="1219200"/>
          <p14:tracePt t="105236" x="5822950" y="1536700"/>
          <p14:tracePt t="105252" x="5632450" y="1701800"/>
          <p14:tracePt t="105269" x="5410200" y="1905000"/>
          <p14:tracePt t="105285" x="4838700" y="2425700"/>
          <p14:tracePt t="105302" x="4210050" y="3073400"/>
          <p14:tracePt t="105318" x="3854450" y="3429000"/>
          <p14:tracePt t="105335" x="3175000" y="4127500"/>
          <p14:tracePt t="105351" x="2520950" y="4895850"/>
          <p14:tracePt t="105369" x="2273300" y="5213350"/>
          <p14:tracePt t="105385" x="1936750" y="5727700"/>
          <p14:tracePt t="105401" x="1765300" y="6115050"/>
          <p14:tracePt t="105418" x="1695450" y="6407150"/>
          <p14:tracePt t="105435" x="1676400" y="6508750"/>
          <p14:tracePt t="105748" x="2070100" y="6394450"/>
          <p14:tracePt t="105762" x="2038350" y="6337300"/>
          <p14:tracePt t="105770" x="2012950" y="6292850"/>
          <p14:tracePt t="105786" x="1974850" y="6248400"/>
          <p14:tracePt t="105800" x="1917700" y="6191250"/>
          <p14:tracePt t="105817" x="1885950" y="6172200"/>
          <p14:tracePt t="105834" x="1854200" y="6153150"/>
          <p14:tracePt t="105850" x="1841500" y="6146800"/>
          <p14:tracePt t="105867" x="1809750" y="6140450"/>
          <p14:tracePt t="105900" x="1803400" y="6140450"/>
          <p14:tracePt t="105917" x="1803400" y="6146800"/>
          <p14:tracePt t="105933" x="1816100" y="6153150"/>
          <p14:tracePt t="105949" x="1828800" y="6153150"/>
          <p14:tracePt t="105966" x="1866900" y="6159500"/>
          <p14:tracePt t="105983" x="1943100" y="6159500"/>
          <p14:tracePt t="105999" x="2019300" y="6159500"/>
          <p14:tracePt t="106003" x="2101850" y="6153150"/>
          <p14:tracePt t="106016" x="2190750" y="6134100"/>
          <p14:tracePt t="106032" x="2413000" y="6070600"/>
          <p14:tracePt t="106050" x="2622550" y="5962650"/>
          <p14:tracePt t="106066" x="2705100" y="5880100"/>
          <p14:tracePt t="106082" x="2832100" y="5715000"/>
          <p14:tracePt t="106099" x="2889250" y="5556250"/>
          <p14:tracePt t="106116" x="2901950" y="5505450"/>
          <p14:tracePt t="106132" x="2901950" y="5448300"/>
          <p14:tracePt t="106149" x="2895600" y="5384800"/>
          <p14:tracePt t="106165" x="2876550" y="5359400"/>
          <p14:tracePt t="106183" x="2787650" y="5295900"/>
          <p14:tracePt t="106199" x="2717800" y="5257800"/>
          <p14:tracePt t="106215" x="2546350" y="5207000"/>
          <p14:tracePt t="106233" x="2374900" y="5181600"/>
          <p14:tracePt t="106248" x="2273300" y="5181600"/>
          <p14:tracePt t="106265" x="2184400" y="5181600"/>
          <p14:tracePt t="106282" x="2051050" y="5251450"/>
          <p14:tracePt t="106298" x="1943100" y="5359400"/>
          <p14:tracePt t="106315" x="1911350" y="5416550"/>
          <p14:tracePt t="106332" x="1885950" y="5549900"/>
          <p14:tracePt t="106348" x="1905000" y="5594350"/>
          <p14:tracePt t="106365" x="1968500" y="5670550"/>
          <p14:tracePt t="106381" x="2057400" y="5746750"/>
          <p14:tracePt t="106398" x="2114550" y="5772150"/>
          <p14:tracePt t="106415" x="2260600" y="5822950"/>
          <p14:tracePt t="106431" x="2470150" y="5861050"/>
          <p14:tracePt t="106448" x="2584450" y="5873750"/>
          <p14:tracePt t="106465" x="2813050" y="5886450"/>
          <p14:tracePt t="106481" x="2927350" y="5867400"/>
          <p14:tracePt t="106498" x="3117850" y="5829300"/>
          <p14:tracePt t="106514" x="3270250" y="5746750"/>
          <p14:tracePt t="106531" x="3327400" y="5721350"/>
          <p14:tracePt t="106548" x="3390900" y="5632450"/>
          <p14:tracePt t="106564" x="3422650" y="5543550"/>
          <p14:tracePt t="106580" x="3435350" y="5505450"/>
          <p14:tracePt t="106597" x="3448050" y="5454650"/>
          <p14:tracePt t="106614" x="3448050" y="5435600"/>
          <p14:tracePt t="106630" x="3448050" y="5416550"/>
          <p14:tracePt t="106647" x="3441700" y="5397500"/>
          <p14:tracePt t="106664" x="3403600" y="5334000"/>
          <p14:tracePt t="106682" x="3327400" y="5251450"/>
          <p14:tracePt t="107031" x="3308350" y="5257800"/>
          <p14:tracePt t="107038" x="3282950" y="5283200"/>
          <p14:tracePt t="107052" x="3263900" y="5295900"/>
          <p14:tracePt t="107062" x="3244850" y="5308600"/>
          <p14:tracePt t="107079" x="3219450" y="5334000"/>
          <p14:tracePt t="107095" x="3155950" y="5384800"/>
          <p14:tracePt t="107112" x="3111500" y="5435600"/>
          <p14:tracePt t="107129" x="3048000" y="5505450"/>
          <p14:tracePt t="107145" x="3028950" y="5549900"/>
          <p14:tracePt t="107162" x="2997200" y="5619750"/>
          <p14:tracePt t="107179" x="2984500" y="5695950"/>
          <p14:tracePt t="107195" x="2984500" y="5721350"/>
          <p14:tracePt t="107212" x="2997200" y="5765800"/>
          <p14:tracePt t="107229" x="3041650" y="5791200"/>
          <p14:tracePt t="107245" x="3067050" y="5797550"/>
          <p14:tracePt t="107263" x="3130550" y="5816600"/>
          <p14:tracePt t="107278" x="3206750" y="5816600"/>
          <p14:tracePt t="107295" x="3251200" y="5803900"/>
          <p14:tracePt t="107312" x="3352800" y="5759450"/>
          <p14:tracePt t="107328" x="3416300" y="5734050"/>
          <p14:tracePt t="107345" x="3556000" y="5651500"/>
          <p14:tracePt t="107361" x="3657600" y="5568950"/>
          <p14:tracePt t="107378" x="3689350" y="5524500"/>
          <p14:tracePt t="107395" x="3740150" y="5448300"/>
          <p14:tracePt t="107411" x="3752850" y="5384800"/>
          <p14:tracePt t="107428" x="3752850" y="5365750"/>
          <p14:tracePt t="107445" x="3746500" y="5314950"/>
          <p14:tracePt t="107461" x="3733800" y="5283200"/>
          <p14:tracePt t="107477" x="3714750" y="5264150"/>
          <p14:tracePt t="107495" x="3683000" y="5213350"/>
          <p14:tracePt t="107511" x="3638550" y="5175250"/>
          <p14:tracePt t="107527" x="3606800" y="5149850"/>
          <p14:tracePt t="107531" x="3575050" y="5130800"/>
          <p14:tracePt t="107544" x="3530600" y="5124450"/>
          <p14:tracePt t="107560" x="3460750" y="5118100"/>
          <p14:tracePt t="107577" x="3409950" y="5118100"/>
          <p14:tracePt t="107594" x="3333750" y="5137150"/>
          <p14:tracePt t="107610" x="3276600" y="5162550"/>
          <p14:tracePt t="107628" x="3105150" y="5251450"/>
          <p14:tracePt t="107643" x="3073400" y="5283200"/>
          <p14:tracePt t="107660" x="3048000" y="5308600"/>
          <p14:tracePt t="107677" x="3028950" y="5334000"/>
          <p14:tracePt t="107693" x="3022600" y="5359400"/>
          <p14:tracePt t="107710" x="3022600" y="5372100"/>
          <p14:tracePt t="107727" x="3048000" y="5416550"/>
          <p14:tracePt t="107743" x="3111500" y="5473700"/>
          <p14:tracePt t="107760" x="3155950" y="5499100"/>
          <p14:tracePt t="107777" x="3295650" y="5575300"/>
          <p14:tracePt t="107793" x="3467100" y="5638800"/>
          <p14:tracePt t="107810" x="3676650" y="5676900"/>
          <p14:tracePt t="107826" x="3778250" y="5676900"/>
          <p14:tracePt t="107843" x="3943350" y="5664200"/>
          <p14:tracePt t="107860" x="4064000" y="5626100"/>
          <p14:tracePt t="107876" x="4095750" y="5613400"/>
          <p14:tracePt t="107893" x="4102100" y="5594350"/>
          <p14:tracePt t="107909" x="4114800" y="5543550"/>
          <p14:tracePt t="107925" x="4114800" y="5530850"/>
          <p14:tracePt t="107943" x="4108450" y="5505450"/>
          <p14:tracePt t="107959" x="4108450" y="5499100"/>
          <p14:tracePt t="107976" x="4102100" y="5480050"/>
          <p14:tracePt t="107993" x="4095750" y="5467350"/>
          <p14:tracePt t="108009" x="4089400" y="5461000"/>
          <p14:tracePt t="108026" x="4057650" y="5441950"/>
          <p14:tracePt t="108043" x="4013200" y="5429250"/>
          <p14:tracePt t="108059" x="3994150" y="5422900"/>
          <p14:tracePt t="108075" x="3943350" y="5410200"/>
          <p14:tracePt t="108092" x="3873500" y="5410200"/>
          <p14:tracePt t="108109" x="3848100" y="5410200"/>
          <p14:tracePt t="108126" x="3765550" y="5435600"/>
          <p14:tracePt t="108142" x="3651250" y="5473700"/>
          <p14:tracePt t="108158" x="3606800" y="5505450"/>
          <p14:tracePt t="108175" x="3524250" y="5581650"/>
          <p14:tracePt t="108192" x="3429000" y="5683250"/>
          <p14:tracePt t="108208" x="3390900" y="5740400"/>
          <p14:tracePt t="108225" x="3327400" y="5867400"/>
          <p14:tracePt t="108241" x="3308350" y="5911850"/>
          <p14:tracePt t="108259" x="3276600" y="5994400"/>
          <p14:tracePt t="108275" x="3276600" y="6013450"/>
          <p14:tracePt t="108291" x="3276600" y="6032500"/>
          <p14:tracePt t="108308" x="3276600" y="6057900"/>
          <p14:tracePt t="108325" x="3276600" y="6083300"/>
          <p14:tracePt t="108341" x="3276600" y="6089650"/>
          <p14:tracePt t="108358" x="3276600" y="6096000"/>
          <p14:tracePt t="108392" x="3276600" y="6089650"/>
          <p14:tracePt t="108435" x="3263900" y="6089650"/>
          <p14:tracePt t="108442" x="3251200" y="6089650"/>
          <p14:tracePt t="108455" x="3238500" y="6089650"/>
          <p14:tracePt t="108463" x="3219450" y="6089650"/>
          <p14:tracePt t="108474" x="3194050" y="6089650"/>
          <p14:tracePt t="108491" x="3117850" y="6089650"/>
          <p14:tracePt t="108507" x="3073400" y="6076950"/>
          <p14:tracePt t="108524" x="3022600" y="6057900"/>
          <p14:tracePt t="108527" x="2978150" y="6032500"/>
          <p14:tracePt t="108540" x="2882900" y="5962650"/>
          <p14:tracePt t="108557" x="2838450" y="5899150"/>
          <p14:tracePt t="108575" x="2736850" y="5753100"/>
          <p14:tracePt t="108590" x="2686050" y="5657850"/>
          <p14:tracePt t="108606" x="2597150" y="5448300"/>
          <p14:tracePt t="108624" x="2559050" y="5302250"/>
          <p14:tracePt t="108640" x="2559050" y="5251450"/>
          <p14:tracePt t="108657" x="2571750" y="5175250"/>
          <p14:tracePt t="108674" x="2616200" y="5130800"/>
          <p14:tracePt t="108690" x="2635250" y="5111750"/>
          <p14:tracePt t="108707" x="2724150" y="5054600"/>
          <p14:tracePt t="108723" x="2876550" y="4991100"/>
          <p14:tracePt t="108740" x="2971800" y="4946650"/>
          <p14:tracePt t="108757" x="3200400" y="4870450"/>
          <p14:tracePt t="108773" x="3314700" y="4864100"/>
          <p14:tracePt t="108790" x="3486150" y="4857750"/>
          <p14:tracePt t="108806" x="3594100" y="4914900"/>
          <p14:tracePt t="108822" x="3644900" y="4946650"/>
          <p14:tracePt t="108839" x="3670300" y="4978400"/>
          <p14:tracePt t="108856" x="3740150" y="5124450"/>
          <p14:tracePt t="108873" x="3759200" y="5181600"/>
          <p14:tracePt t="108890" x="3752850" y="5391150"/>
          <p14:tracePt t="108906" x="3733800" y="5467350"/>
          <p14:tracePt t="108922" x="3714750" y="5549900"/>
          <p14:tracePt t="108940" x="3644900" y="5683250"/>
          <p14:tracePt t="108956" x="3524250" y="5803900"/>
          <p14:tracePt t="108972" x="3473450" y="5829300"/>
          <p14:tracePt t="108990" x="3359150" y="5867400"/>
          <p14:tracePt t="109006" x="3232150" y="5880100"/>
          <p14:tracePt t="109022" x="3168650" y="5873750"/>
          <p14:tracePt t="109039" x="3060700" y="5867400"/>
          <p14:tracePt t="109056" x="2971800" y="5829300"/>
          <p14:tracePt t="109072" x="2940050" y="5816600"/>
          <p14:tracePt t="109089" x="2889250" y="5765800"/>
          <p14:tracePt t="109105" x="2851150" y="5715000"/>
          <p14:tracePt t="109123" x="2806700" y="5651500"/>
          <p14:tracePt t="109138" x="2800350" y="5607050"/>
          <p14:tracePt t="109155" x="2787650" y="5575300"/>
          <p14:tracePt t="109172" x="2749550" y="5461000"/>
          <p14:tracePt t="109188" x="2743200" y="5435600"/>
          <p14:tracePt t="109206" x="2743200" y="5403850"/>
          <p14:tracePt t="109222" x="2743200" y="5340350"/>
          <p14:tracePt t="109238" x="2736850" y="5308600"/>
          <p14:tracePt t="109255" x="2736850" y="5283200"/>
          <p14:tracePt t="109271" x="2730500" y="5251450"/>
          <p14:tracePt t="109288" x="2730500" y="5232400"/>
          <p14:tracePt t="109305" x="2730500" y="5219700"/>
          <p14:tracePt t="109322" x="2730500" y="5207000"/>
          <p14:tracePt t="109337" x="2730500" y="5194300"/>
          <p14:tracePt t="109355" x="2730500" y="5181600"/>
          <p14:tracePt t="109371" x="2730500" y="5168900"/>
          <p14:tracePt t="109388" x="2730500" y="5156200"/>
          <p14:tracePt t="109404" x="2724150" y="5156200"/>
          <p14:tracePt t="109421" x="2724150" y="5149850"/>
          <p14:tracePt t="109438" x="2717800" y="5137150"/>
          <p14:tracePt t="109454" x="2711450" y="5137150"/>
          <p14:tracePt t="109487" x="2705100" y="5137150"/>
          <p14:tracePt t="109504" x="2698750" y="5137150"/>
          <p14:tracePt t="109521" x="2679700" y="5137150"/>
          <p14:tracePt t="109538" x="2660650" y="5137150"/>
          <p14:tracePt t="109554" x="2635250" y="5137150"/>
          <p14:tracePt t="109571" x="2578100" y="5143500"/>
          <p14:tracePt t="109587" x="2508250" y="5162550"/>
          <p14:tracePt t="109603" x="2463800" y="5175250"/>
          <p14:tracePt t="109621" x="2381250" y="5200650"/>
          <p14:tracePt t="109637" x="2298700" y="5226050"/>
          <p14:tracePt t="109653" x="2254250" y="5245100"/>
          <p14:tracePt t="109670" x="2203450" y="5257800"/>
          <p14:tracePt t="109686" x="2159000" y="5276850"/>
          <p14:tracePt t="109703" x="2146300" y="5276850"/>
          <p14:tracePt t="109720" x="2133600" y="5276850"/>
          <p14:tracePt t="109736" x="2120900" y="5276850"/>
          <p14:tracePt t="109769" x="2114550" y="5276850"/>
          <p14:tracePt t="109838" x="2120900" y="5276850"/>
          <p14:tracePt t="109845" x="2127250" y="5276850"/>
          <p14:tracePt t="109859" x="2139950" y="5276850"/>
          <p14:tracePt t="109873" x="2159000" y="5276850"/>
          <p14:tracePt t="109889" x="2184400" y="5276850"/>
          <p14:tracePt t="109902" x="2209800" y="5276850"/>
          <p14:tracePt t="109919" x="2286000" y="5276850"/>
          <p14:tracePt t="109936" x="2406650" y="5270500"/>
          <p14:tracePt t="109952" x="2444750" y="5270500"/>
          <p14:tracePt t="109969" x="2495550" y="5270500"/>
          <p14:tracePt t="109986" x="2546350" y="5270500"/>
          <p14:tracePt t="110002" x="2559050" y="5270500"/>
          <p14:tracePt t="110019" x="2565400" y="5270500"/>
          <p14:tracePt t="110036" x="2565400" y="5276850"/>
          <p14:tracePt t="110069" x="2552700" y="5283200"/>
          <p14:tracePt t="110085" x="2527300" y="5295900"/>
          <p14:tracePt t="110102" x="2514600" y="5314950"/>
          <p14:tracePt t="110119" x="2457450" y="5359400"/>
          <p14:tracePt t="110135" x="2438400" y="5372100"/>
          <p14:tracePt t="110152" x="2400300" y="5422900"/>
          <p14:tracePt t="110168" x="2368550" y="5461000"/>
          <p14:tracePt t="110185" x="2355850" y="5473700"/>
          <p14:tracePt t="110201" x="2343150" y="5492750"/>
          <p14:tracePt t="110218" x="2343150" y="5499100"/>
          <p14:tracePt t="110251" x="2343150" y="5505450"/>
          <p14:tracePt t="110268" x="2349500" y="5511800"/>
          <p14:tracePt t="110294" x="2362200" y="5511800"/>
          <p14:tracePt t="110315" x="2374900" y="5511800"/>
          <p14:tracePt t="110330" x="2381250" y="5511800"/>
          <p14:tracePt t="110338" x="2387600" y="5511800"/>
          <p14:tracePt t="110353" x="2393950" y="5505450"/>
          <p14:tracePt t="110367" x="2406650" y="5505450"/>
          <p14:tracePt t="110385" x="2413000" y="5505450"/>
          <p14:tracePt t="110401" x="2425700" y="5505450"/>
          <p14:tracePt t="110417" x="2432050" y="5511800"/>
          <p14:tracePt t="110435" x="2444750" y="5518150"/>
          <p14:tracePt t="110497" x="2444750" y="5530850"/>
          <p14:tracePt t="110504" x="2444750" y="5537200"/>
          <p14:tracePt t="110520" x="2444750" y="5543550"/>
          <p14:tracePt t="110540" x="2444750" y="5556250"/>
          <p14:tracePt t="110550" x="2444750" y="5568950"/>
          <p14:tracePt t="110568" x="2444750" y="5588000"/>
          <p14:tracePt t="110583" x="2425700" y="5651500"/>
          <p14:tracePt t="110600" x="2425700" y="5708650"/>
          <p14:tracePt t="110617" x="2425700" y="5772150"/>
          <p14:tracePt t="110633" x="2425700" y="5791200"/>
          <p14:tracePt t="110650" x="2451100" y="5835650"/>
          <p14:tracePt t="110667" x="2482850" y="5861050"/>
          <p14:tracePt t="110683" x="2514600" y="5886450"/>
          <p14:tracePt t="110700" x="2546350" y="5892800"/>
          <p14:tracePt t="110716" x="2730500" y="5924550"/>
          <p14:tracePt t="110732" x="2794000" y="5930900"/>
          <p14:tracePt t="110750" x="2940050" y="5949950"/>
          <p14:tracePt t="110766" x="3016250" y="5949950"/>
          <p14:tracePt t="110783" x="3143250" y="5949950"/>
          <p14:tracePt t="110800" x="3276600" y="5937250"/>
          <p14:tracePt t="110816" x="3327400" y="5937250"/>
          <p14:tracePt t="110832" x="3397250" y="5930900"/>
          <p14:tracePt t="110849" x="3429000" y="5924550"/>
          <p14:tracePt t="110866" x="3435350" y="5924550"/>
          <p14:tracePt t="110883" x="3448050" y="5924550"/>
          <p14:tracePt t="110899" x="3460750" y="5924550"/>
          <p14:tracePt t="110916" x="3473450" y="5924550"/>
          <p14:tracePt t="110933" x="3486150" y="5918200"/>
          <p14:tracePt t="110949" x="3511550" y="5911850"/>
          <p14:tracePt t="110966" x="3524250" y="5905500"/>
          <p14:tracePt t="110982" x="3549650" y="5899150"/>
          <p14:tracePt t="110998" x="3594100" y="5886450"/>
          <p14:tracePt t="111015" x="3613150" y="5873750"/>
          <p14:tracePt t="111032" x="3695700" y="5842000"/>
          <p14:tracePt t="111048" x="3752850" y="5822950"/>
          <p14:tracePt t="111067" x="3917950" y="5753100"/>
          <p14:tracePt t="111082" x="3975100" y="5721350"/>
          <p14:tracePt t="111098" x="4006850" y="5708650"/>
          <p14:tracePt t="111116" x="4057650" y="5676900"/>
          <p14:tracePt t="111131" x="4089400" y="5657850"/>
          <p14:tracePt t="111148" x="4095750" y="5657850"/>
          <p14:tracePt t="111165" x="4108450" y="5645150"/>
          <p14:tracePt t="111221" x="4114800" y="5645150"/>
          <p14:tracePt t="111228" x="4121150" y="5651500"/>
          <p14:tracePt t="111234" x="4127500" y="56515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Controlling Attribute Access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Instead of </a:t>
            </a:r>
            <a:r>
              <a:rPr lang="en-US" altLang="en-US" sz="3200" dirty="0">
                <a:solidFill>
                  <a:srgbClr val="FF0000"/>
                </a:solidFill>
              </a:rPr>
              <a:t>denying access</a:t>
            </a:r>
            <a:r>
              <a:rPr lang="en-US" altLang="en-US" sz="3200" dirty="0"/>
              <a:t> to an attribute, </a:t>
            </a:r>
            <a:r>
              <a:rPr lang="en-US" altLang="en-US" sz="3200" dirty="0" smtClean="0"/>
              <a:t>you can chose to </a:t>
            </a:r>
            <a:r>
              <a:rPr lang="en-US" altLang="en-US" sz="3200" dirty="0" smtClean="0">
                <a:solidFill>
                  <a:srgbClr val="00B0F0"/>
                </a:solidFill>
              </a:rPr>
              <a:t>limit </a:t>
            </a:r>
            <a:r>
              <a:rPr lang="en-US" altLang="en-US" sz="3200" dirty="0">
                <a:solidFill>
                  <a:srgbClr val="00B0F0"/>
                </a:solidFill>
              </a:rPr>
              <a:t>access</a:t>
            </a:r>
            <a:r>
              <a:rPr lang="en-US" altLang="en-US" sz="3200" dirty="0"/>
              <a:t> to </a:t>
            </a:r>
            <a:r>
              <a:rPr lang="en-US" altLang="en-US" sz="3200" dirty="0" smtClean="0"/>
              <a:t>it.</a:t>
            </a:r>
            <a:endParaRPr lang="en-US" altLang="en-US" sz="3200" dirty="0"/>
          </a:p>
          <a:p>
            <a:pPr lvl="1" eaLnBrk="1" hangingPunct="1"/>
            <a:r>
              <a:rPr lang="en-US" altLang="en-US" sz="3000" dirty="0" smtClean="0"/>
              <a:t>For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example,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you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might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allow</a:t>
            </a:r>
            <a:r>
              <a:rPr lang="en-US" altLang="en-US" sz="2800" dirty="0" smtClean="0"/>
              <a:t> </a:t>
            </a:r>
            <a:r>
              <a:rPr lang="en-US" altLang="en-US" sz="3000" dirty="0"/>
              <a:t>client</a:t>
            </a:r>
            <a:r>
              <a:rPr lang="en-US" altLang="en-US" sz="2800" dirty="0"/>
              <a:t> </a:t>
            </a:r>
            <a:r>
              <a:rPr lang="en-US" altLang="en-US" sz="3000" dirty="0"/>
              <a:t>code</a:t>
            </a:r>
            <a:r>
              <a:rPr lang="en-US" altLang="en-US" sz="2800" dirty="0"/>
              <a:t> </a:t>
            </a:r>
            <a:r>
              <a:rPr lang="en-US" altLang="en-US" sz="3000" dirty="0" smtClean="0"/>
              <a:t>to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be able to </a:t>
            </a:r>
            <a:r>
              <a:rPr lang="en-US" altLang="en-US" sz="3000" dirty="0"/>
              <a:t>read, but not </a:t>
            </a:r>
            <a:r>
              <a:rPr lang="en-US" altLang="en-US" sz="3000" dirty="0" smtClean="0"/>
              <a:t>to change, an attribute.</a:t>
            </a:r>
            <a:endParaRPr lang="en-US" altLang="en-US" sz="3000" dirty="0"/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Python lets you define specific programmable rules for any attribute.</a:t>
            </a:r>
          </a:p>
          <a:p>
            <a:pPr lvl="1" eaLnBrk="1" hangingPunct="1"/>
            <a:r>
              <a:rPr lang="en-US" altLang="en-US" sz="3000" dirty="0" smtClean="0">
                <a:solidFill>
                  <a:schemeClr val="accent2"/>
                </a:solidFill>
              </a:rPr>
              <a:t>This is done by programming methods for:</a:t>
            </a:r>
          </a:p>
          <a:p>
            <a:pPr lvl="2" eaLnBrk="1" hangingPunct="1"/>
            <a:r>
              <a:rPr lang="en-US" altLang="en-US" sz="2800" dirty="0">
                <a:solidFill>
                  <a:schemeClr val="accent2"/>
                </a:solidFill>
              </a:rPr>
              <a:t>Getting 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Setting </a:t>
            </a:r>
            <a:r>
              <a:rPr lang="en-US" altLang="en-US" sz="2800" dirty="0">
                <a:solidFill>
                  <a:schemeClr val="accent2"/>
                </a:solidFill>
              </a:rPr>
              <a:t>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Deleting an attribute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990600"/>
            <a:ext cx="8686800" cy="2133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2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56"/>
    </mc:Choice>
    <mc:Fallback>
      <p:transition spd="slow" advTm="37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Get Methods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 smtClean="0">
                <a:latin typeface="Lucida Console" panose="020B0609040504020204" pitchFamily="49" charset="0"/>
              </a:rPr>
              <a:t>crit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</a:t>
            </a: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4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Programming a get method:</a:t>
            </a:r>
          </a:p>
          <a:p>
            <a:pPr lvl="1" indent="-396875" eaLnBrk="1" hangingPunct="1"/>
            <a:r>
              <a:rPr lang="en-US" altLang="en-US" sz="2600" dirty="0" smtClean="0"/>
              <a:t>This is a method to get </a:t>
            </a:r>
            <a:r>
              <a:rPr lang="en-US" altLang="en-US" sz="2600" dirty="0"/>
              <a:t>the value of </a:t>
            </a:r>
            <a:r>
              <a:rPr lang="en-US" altLang="en-US" sz="2600" dirty="0" smtClean="0"/>
              <a:t>a (typically private) attribute.</a:t>
            </a:r>
          </a:p>
          <a:p>
            <a:pPr lvl="1" indent="-396875" eaLnBrk="1" hangingPunct="1"/>
            <a:r>
              <a:rPr lang="en-US" altLang="en-US" sz="2600" dirty="0"/>
              <a:t>B</a:t>
            </a:r>
            <a:r>
              <a:rPr lang="en-US" altLang="en-US" sz="2600" dirty="0" smtClean="0"/>
              <a:t>y </a:t>
            </a:r>
            <a:r>
              <a:rPr lang="en-US" altLang="en-US" sz="2600" dirty="0"/>
              <a:t>convention, name starts with </a:t>
            </a:r>
            <a:r>
              <a:rPr lang="ja-JP" altLang="en-US" sz="2600" dirty="0"/>
              <a:t>“</a:t>
            </a:r>
            <a:r>
              <a:rPr lang="en-US" altLang="ja-JP" sz="2600" dirty="0">
                <a:solidFill>
                  <a:srgbClr val="00B0F0"/>
                </a:solidFill>
              </a:rPr>
              <a:t>get</a:t>
            </a:r>
            <a:r>
              <a:rPr lang="ja-JP" altLang="en-US" sz="2600" dirty="0" smtClean="0"/>
              <a:t>”</a:t>
            </a:r>
            <a:endParaRPr lang="en-US" altLang="ja-JP" sz="2600" dirty="0"/>
          </a:p>
          <a:p>
            <a:pPr lvl="1" indent="-396875" eaLnBrk="1" hangingPunct="1">
              <a:buClr>
                <a:schemeClr val="tx1"/>
              </a:buClr>
            </a:pPr>
            <a:r>
              <a:rPr lang="en-US" altLang="en-US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/>
              <a:t> provides indirect access to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600" dirty="0"/>
              <a:t> 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5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764"/>
    </mc:Choice>
    <mc:Fallback>
      <p:transition spd="slow" advTm="1207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813" x="4121150" y="5651500"/>
          <p14:tracePt t="5820" x="4114800" y="5645150"/>
          <p14:tracePt t="5830" x="4102100" y="5632450"/>
          <p14:tracePt t="5844" x="4076700" y="5607050"/>
          <p14:tracePt t="5860" x="4013200" y="5556250"/>
          <p14:tracePt t="5877" x="3879850" y="5461000"/>
          <p14:tracePt t="5893" x="3746500" y="5359400"/>
          <p14:tracePt t="5897" x="3676650" y="5289550"/>
          <p14:tracePt t="5911" x="3536950" y="5168900"/>
          <p14:tracePt t="5927" x="3371850" y="5022850"/>
          <p14:tracePt t="5943" x="3225800" y="4902200"/>
          <p14:tracePt t="5961" x="3041650" y="4730750"/>
          <p14:tracePt t="5976" x="2895600" y="4622800"/>
          <p14:tracePt t="5993" x="2794000" y="4533900"/>
          <p14:tracePt t="6010" x="2641600" y="4425950"/>
          <p14:tracePt t="6026" x="2552700" y="4349750"/>
          <p14:tracePt t="6043" x="2451100" y="4267200"/>
          <p14:tracePt t="6060" x="2305050" y="4121150"/>
          <p14:tracePt t="6076" x="2209800" y="4025900"/>
          <p14:tracePt t="6093" x="2127250" y="3898900"/>
          <p14:tracePt t="6109" x="1987550" y="3714750"/>
          <p14:tracePt t="6126" x="1905000" y="3613150"/>
          <p14:tracePt t="6143" x="1765300" y="3416300"/>
          <p14:tracePt t="6159" x="1676400" y="3289300"/>
          <p14:tracePt t="6177" x="1600200" y="3181350"/>
          <p14:tracePt t="6193" x="1504950" y="2990850"/>
          <p14:tracePt t="6209" x="1460500" y="2946400"/>
          <p14:tracePt t="6226" x="1422400" y="2832100"/>
          <p14:tracePt t="6242" x="1397000" y="2711450"/>
          <p14:tracePt t="6259" x="1377950" y="2647950"/>
          <p14:tracePt t="6276" x="1365250" y="2527300"/>
          <p14:tracePt t="6293" x="1371600" y="2438400"/>
          <p14:tracePt t="6309" x="1371600" y="2393950"/>
          <p14:tracePt t="6326" x="1377950" y="2362200"/>
          <p14:tracePt t="6342" x="1384300" y="2343150"/>
          <p14:tracePt t="6359" x="1384300" y="2330450"/>
          <p14:tracePt t="6376" x="1390650" y="2324100"/>
          <p14:tracePt t="6392" x="1390650" y="2317750"/>
          <p14:tracePt t="6409" x="1397000" y="2298700"/>
          <p14:tracePt t="6412" x="1397000" y="2292350"/>
          <p14:tracePt t="6425" x="1397000" y="2286000"/>
          <p14:tracePt t="6441" x="1397000" y="2279650"/>
          <p14:tracePt t="6459" x="1409700" y="2254250"/>
          <p14:tracePt t="6475" x="1416050" y="2235200"/>
          <p14:tracePt t="6491" x="1416050" y="2228850"/>
          <p14:tracePt t="6508" x="1428750" y="2203450"/>
          <p14:tracePt t="6525" x="1441450" y="2184400"/>
          <p14:tracePt t="6541" x="1447800" y="2171700"/>
          <p14:tracePt t="6558" x="1460500" y="2146300"/>
          <p14:tracePt t="6575" x="1473200" y="2127250"/>
          <p14:tracePt t="6592" x="1479550" y="2127250"/>
          <p14:tracePt t="6608" x="1485900" y="2120900"/>
          <p14:tracePt t="6624" x="1485900" y="2114550"/>
          <p14:tracePt t="6641" x="1492250" y="2108200"/>
          <p14:tracePt t="6674" x="1498600" y="2108200"/>
          <p14:tracePt t="6711" x="1504950" y="2108200"/>
          <p14:tracePt t="6746" x="1511300" y="2108200"/>
          <p14:tracePt t="6753" x="1517650" y="2108200"/>
          <p14:tracePt t="6782" x="1524000" y="2108200"/>
          <p14:tracePt t="6831" x="1524000" y="2114550"/>
          <p14:tracePt t="6852" x="1530350" y="2114550"/>
          <p14:tracePt t="6873" x="1543050" y="2120900"/>
          <p14:tracePt t="6894" x="1543050" y="2127250"/>
          <p14:tracePt t="6901" x="1549400" y="2127250"/>
          <p14:tracePt t="6915" x="1555750" y="2127250"/>
          <p14:tracePt t="6924" x="1562100" y="2127250"/>
          <p14:tracePt t="6939" x="1568450" y="2127250"/>
          <p14:tracePt t="6957" x="1574800" y="2133600"/>
          <p14:tracePt t="6973" x="1600200" y="2139950"/>
          <p14:tracePt t="6990" x="1619250" y="2146300"/>
          <p14:tracePt t="7007" x="1663700" y="2165350"/>
          <p14:tracePt t="7024" x="1682750" y="2171700"/>
          <p14:tracePt t="7040" x="1733550" y="2184400"/>
          <p14:tracePt t="7056" x="1790700" y="2197100"/>
          <p14:tracePt t="7073" x="1822450" y="2203450"/>
          <p14:tracePt t="7090" x="1892300" y="2222500"/>
          <p14:tracePt t="7106" x="1974850" y="2228850"/>
          <p14:tracePt t="7123" x="2012950" y="2235200"/>
          <p14:tracePt t="7139" x="2108200" y="2247900"/>
          <p14:tracePt t="7156" x="2190750" y="2254250"/>
          <p14:tracePt t="7173" x="2216150" y="2254250"/>
          <p14:tracePt t="7189" x="2266950" y="2260600"/>
          <p14:tracePt t="7206" x="2311400" y="2266950"/>
          <p14:tracePt t="7223" x="2330450" y="2266950"/>
          <p14:tracePt t="7239" x="2368550" y="2266950"/>
          <p14:tracePt t="7256" x="2393950" y="2273300"/>
          <p14:tracePt t="7273" x="2406650" y="2279650"/>
          <p14:tracePt t="7289" x="2413000" y="2279650"/>
          <p14:tracePt t="7322" x="2419350" y="2279650"/>
          <p14:tracePt t="7364" x="2419350" y="2273300"/>
          <p14:tracePt t="7455" x="2413000" y="2273300"/>
          <p14:tracePt t="7462" x="2406650" y="2273300"/>
          <p14:tracePt t="7848" x="2393950" y="2279650"/>
          <p14:tracePt t="7855" x="2374900" y="2305050"/>
          <p14:tracePt t="7869" x="2362200" y="2311400"/>
          <p14:tracePt t="7876" x="2343150" y="2330450"/>
          <p14:tracePt t="7886" x="2336800" y="2349500"/>
          <p14:tracePt t="7903" x="2324100" y="2368550"/>
          <p14:tracePt t="7920" x="2305050" y="2393950"/>
          <p14:tracePt t="7937" x="2298700" y="2406650"/>
          <p14:tracePt t="7954" x="2279650" y="2444750"/>
          <p14:tracePt t="7970" x="2273300" y="2457450"/>
          <p14:tracePt t="7986" x="2260600" y="2470150"/>
          <p14:tracePt t="8003" x="2254250" y="2489200"/>
          <p14:tracePt t="8020" x="2247900" y="2508250"/>
          <p14:tracePt t="8053" x="2241550" y="2514600"/>
          <p14:tracePt t="8069" x="2241550" y="2527300"/>
          <p14:tracePt t="8087" x="2241550" y="2533650"/>
          <p14:tracePt t="8119" x="2247900" y="2546350"/>
          <p14:tracePt t="8136" x="2254250" y="2546350"/>
          <p14:tracePt t="8186" x="2266950" y="2546350"/>
          <p14:tracePt t="8206" x="2273300" y="2546350"/>
          <p14:tracePt t="8220" x="2279650" y="2546350"/>
          <p14:tracePt t="8227" x="2292350" y="2552700"/>
          <p14:tracePt t="8235" x="2305050" y="2552700"/>
          <p14:tracePt t="8251" x="2317750" y="2552700"/>
          <p14:tracePt t="8269" x="2362200" y="2565400"/>
          <p14:tracePt t="8285" x="2393950" y="2565400"/>
          <p14:tracePt t="8302" x="2451100" y="2571750"/>
          <p14:tracePt t="8319" x="2546350" y="2571750"/>
          <p14:tracePt t="8335" x="2584450" y="2571750"/>
          <p14:tracePt t="8352" x="2660650" y="2565400"/>
          <p14:tracePt t="8369" x="2743200" y="2559050"/>
          <p14:tracePt t="8385" x="2774950" y="2559050"/>
          <p14:tracePt t="8402" x="2819400" y="2552700"/>
          <p14:tracePt t="8418" x="2863850" y="2546350"/>
          <p14:tracePt t="8434" x="2882900" y="2540000"/>
          <p14:tracePt t="8452" x="2908300" y="2533650"/>
          <p14:tracePt t="8468" x="2927350" y="2527300"/>
          <p14:tracePt t="8485" x="2933700" y="2527300"/>
          <p14:tracePt t="8501" x="2940050" y="2520950"/>
          <p14:tracePt t="8517" x="2946400" y="2520950"/>
          <p14:tracePt t="8534" x="2952750" y="2520950"/>
          <p14:tracePt t="8551" x="2959100" y="2520950"/>
          <p14:tracePt t="8568" x="2965450" y="2520950"/>
          <p14:tracePt t="8585" x="2971800" y="2520950"/>
          <p14:tracePt t="8620" x="2978150" y="2520950"/>
          <p14:tracePt t="8697" x="2984500" y="2520950"/>
          <p14:tracePt t="8718" x="2984500" y="2527300"/>
          <p14:tracePt t="8740" x="2990850" y="2533650"/>
          <p14:tracePt t="8746" x="2997200" y="2533650"/>
          <p14:tracePt t="8768" x="3009900" y="2540000"/>
          <p14:tracePt t="8789" x="3016250" y="2540000"/>
          <p14:tracePt t="8795" x="3022600" y="2546350"/>
          <p14:tracePt t="8830" x="3028950" y="2552700"/>
          <p14:tracePt t="8838" x="3041650" y="2552700"/>
          <p14:tracePt t="8853" x="3054350" y="2559050"/>
          <p14:tracePt t="8867" x="3067050" y="2565400"/>
          <p14:tracePt t="8883" x="3086100" y="2571750"/>
          <p14:tracePt t="8900" x="3162300" y="2597150"/>
          <p14:tracePt t="8916" x="3200400" y="2603500"/>
          <p14:tracePt t="8933" x="3244850" y="2622550"/>
          <p14:tracePt t="8937" x="3295650" y="2628900"/>
          <p14:tracePt t="8952" x="3352800" y="2647950"/>
          <p14:tracePt t="8966" x="3397250" y="2667000"/>
          <p14:tracePt t="8983" x="3511550" y="2686050"/>
          <p14:tracePt t="9000" x="3594100" y="2698750"/>
          <p14:tracePt t="9016" x="3638550" y="2705100"/>
          <p14:tracePt t="9033" x="3663950" y="2705100"/>
          <p14:tracePt t="9049" x="3714750" y="2717800"/>
          <p14:tracePt t="9066" x="3746500" y="2717800"/>
          <p14:tracePt t="9083" x="3759200" y="2724150"/>
          <p14:tracePt t="9099" x="3778250" y="2724150"/>
          <p14:tracePt t="9116" x="3784600" y="2724150"/>
          <p14:tracePt t="9133" x="3797300" y="2724150"/>
          <p14:tracePt t="9266" x="3790950" y="2724150"/>
          <p14:tracePt t="9308" x="3784600" y="2724150"/>
          <p14:tracePt t="9483" x="3784600" y="2717800"/>
          <p14:tracePt t="9525" x="3790950" y="2717800"/>
          <p14:tracePt t="9652" x="3784600" y="2717800"/>
          <p14:tracePt t="9659" x="3778250" y="2717800"/>
          <p14:tracePt t="9666" x="3771900" y="2717800"/>
          <p14:tracePt t="9687" x="3759200" y="2717800"/>
          <p14:tracePt t="9697" x="3746500" y="2717800"/>
          <p14:tracePt t="9713" x="3727450" y="2717800"/>
          <p14:tracePt t="9730" x="3683000" y="2717800"/>
          <p14:tracePt t="9747" x="3663950" y="2717800"/>
          <p14:tracePt t="9764" x="3613150" y="2711450"/>
          <p14:tracePt t="9781" x="3600450" y="2705100"/>
          <p14:tracePt t="9797" x="3581400" y="2705100"/>
          <p14:tracePt t="9814" x="3556000" y="2698750"/>
          <p14:tracePt t="9830" x="3549650" y="2698750"/>
          <p14:tracePt t="9847" x="3543300" y="2692400"/>
          <p14:tracePt t="9863" x="3536950" y="2692400"/>
          <p14:tracePt t="9897" x="3536950" y="2686050"/>
          <p14:tracePt t="9981" x="3543300" y="2686050"/>
          <p14:tracePt t="9996" x="3549650" y="2686050"/>
          <p14:tracePt t="10010" x="3556000" y="2686050"/>
          <p14:tracePt t="10024" x="3562350" y="2686050"/>
          <p14:tracePt t="10032" x="3568700" y="2686050"/>
          <p14:tracePt t="10046" x="3568700" y="2692400"/>
          <p14:tracePt t="10062" x="3581400" y="2692400"/>
          <p14:tracePt t="10080" x="3613150" y="2692400"/>
          <p14:tracePt t="10096" x="3644900" y="2692400"/>
          <p14:tracePt t="10112" x="3670300" y="2692400"/>
          <p14:tracePt t="10129" x="3740150" y="2692400"/>
          <p14:tracePt t="10145" x="3778250" y="2692400"/>
          <p14:tracePt t="10162" x="3816350" y="2686050"/>
          <p14:tracePt t="10179" x="3886200" y="2686050"/>
          <p14:tracePt t="10195" x="3905250" y="2686050"/>
          <p14:tracePt t="10213" x="3937000" y="2686050"/>
          <p14:tracePt t="10229" x="3956050" y="2686050"/>
          <p14:tracePt t="10245" x="3962400" y="2686050"/>
          <p14:tracePt t="10262" x="3975100" y="2686050"/>
          <p14:tracePt t="10278" x="3981450" y="2686050"/>
          <p14:tracePt t="10298" x="3987800" y="2686050"/>
          <p14:tracePt t="10347" x="3994150" y="2686050"/>
          <p14:tracePt t="10466" x="4000500" y="2686050"/>
          <p14:tracePt t="10543" x="4006850" y="2686050"/>
          <p14:tracePt t="10578" x="4013200" y="2686050"/>
          <p14:tracePt t="10620" x="4019550" y="2686050"/>
          <p14:tracePt t="11095" x="4006850" y="2686050"/>
          <p14:tracePt t="11102" x="3981450" y="2686050"/>
          <p14:tracePt t="11116" x="3956050" y="2686050"/>
          <p14:tracePt t="11125" x="3917950" y="2686050"/>
          <p14:tracePt t="11141" x="3892550" y="2686050"/>
          <p14:tracePt t="11159" x="3816350" y="2686050"/>
          <p14:tracePt t="11175" x="3759200" y="2686050"/>
          <p14:tracePt t="11192" x="3727450" y="2692400"/>
          <p14:tracePt t="11208" x="3676650" y="2686050"/>
          <p14:tracePt t="11225" x="3638550" y="2686050"/>
          <p14:tracePt t="11242" x="3613150" y="2686050"/>
          <p14:tracePt t="11258" x="3606800" y="2686050"/>
          <p14:tracePt t="11275" x="3600450" y="2686050"/>
          <p14:tracePt t="11292" x="3594100" y="2686050"/>
          <p14:tracePt t="11334" x="3587750" y="2686050"/>
          <p14:tracePt t="11424" x="3587750" y="2679700"/>
          <p14:tracePt t="11453" x="3594100" y="2679700"/>
          <p14:tracePt t="11502" x="3600450" y="2679700"/>
          <p14:tracePt t="11516" x="3606800" y="2679700"/>
          <p14:tracePt t="11523" x="3613150" y="2679700"/>
          <p14:tracePt t="11537" x="3619500" y="2679700"/>
          <p14:tracePt t="11544" x="3625850" y="2679700"/>
          <p14:tracePt t="11560" x="3632200" y="2679700"/>
          <p14:tracePt t="11574" x="3663950" y="2673350"/>
          <p14:tracePt t="11590" x="3683000" y="2667000"/>
          <p14:tracePt t="11608" x="3733800" y="2660650"/>
          <p14:tracePt t="11624" x="3752850" y="2660650"/>
          <p14:tracePt t="11641" x="3803650" y="2660650"/>
          <p14:tracePt t="11657" x="3841750" y="2660650"/>
          <p14:tracePt t="11673" x="3854450" y="2660650"/>
          <p14:tracePt t="11690" x="3879850" y="2673350"/>
          <p14:tracePt t="11707" x="3905250" y="2679700"/>
          <p14:tracePt t="15186" x="3860800" y="2673350"/>
          <p14:tracePt t="15194" x="3803650" y="2654300"/>
          <p14:tracePt t="15200" x="3740150" y="2628900"/>
          <p14:tracePt t="15215" x="3670300" y="2597150"/>
          <p14:tracePt t="15228" x="3600450" y="2559050"/>
          <p14:tracePt t="15244" x="3467100" y="2489200"/>
          <p14:tracePt t="15261" x="3384550" y="2457450"/>
          <p14:tracePt t="15278" x="3251200" y="2413000"/>
          <p14:tracePt t="15294" x="3117850" y="2374900"/>
          <p14:tracePt t="15311" x="3035300" y="2355850"/>
          <p14:tracePt t="15328" x="2914650" y="2317750"/>
          <p14:tracePt t="15344" x="2806700" y="2279650"/>
          <p14:tracePt t="15361" x="2698750" y="2254250"/>
          <p14:tracePt t="15377" x="2654300" y="2247900"/>
          <p14:tracePt t="15394" x="2609850" y="2228850"/>
          <p14:tracePt t="15411" x="2540000" y="2203450"/>
          <p14:tracePt t="15427" x="2476500" y="2178050"/>
          <p14:tracePt t="15444" x="2457450" y="2171700"/>
          <p14:tracePt t="15461" x="2419350" y="2152650"/>
          <p14:tracePt t="15477" x="2400300" y="2146300"/>
          <p14:tracePt t="15494" x="2400300" y="2139950"/>
          <p14:tracePt t="15497" x="2400300" y="2133600"/>
          <p14:tracePt t="15537" x="2400300" y="2127250"/>
          <p14:tracePt t="15586" x="2393950" y="2127250"/>
          <p14:tracePt t="15607" x="2387600" y="2127250"/>
          <p14:tracePt t="15614" x="2374900" y="2127250"/>
          <p14:tracePt t="15626" x="2368550" y="2127250"/>
          <p14:tracePt t="15643" x="2343150" y="2127250"/>
          <p14:tracePt t="15660" x="2330450" y="2127250"/>
          <p14:tracePt t="15677" x="2298700" y="2133600"/>
          <p14:tracePt t="15693" x="2247900" y="2152650"/>
          <p14:tracePt t="15710" x="2209800" y="2171700"/>
          <p14:tracePt t="15727" x="2133600" y="2203450"/>
          <p14:tracePt t="15743" x="2044700" y="2247900"/>
          <p14:tracePt t="15759" x="2000250" y="2273300"/>
          <p14:tracePt t="15776" x="1930400" y="2305050"/>
          <p14:tracePt t="15792" x="1898650" y="2324100"/>
          <p14:tracePt t="15809" x="1854200" y="2355850"/>
          <p14:tracePt t="15826" x="1828800" y="2368550"/>
          <p14:tracePt t="15842" x="1816100" y="2374900"/>
          <p14:tracePt t="15859" x="1797050" y="2393950"/>
          <p14:tracePt t="15876" x="1784350" y="2393950"/>
          <p14:tracePt t="15916" x="1778000" y="2393950"/>
          <p14:tracePt t="16176" x="1790700" y="2393950"/>
          <p14:tracePt t="16182" x="1797050" y="2393950"/>
          <p14:tracePt t="16204" x="1809750" y="2393950"/>
          <p14:tracePt t="16218" x="1835150" y="2381250"/>
          <p14:tracePt t="16227" x="1854200" y="2381250"/>
          <p14:tracePt t="16241" x="1879600" y="2374900"/>
          <p14:tracePt t="16258" x="1949450" y="2368550"/>
          <p14:tracePt t="16275" x="2019300" y="2362200"/>
          <p14:tracePt t="16291" x="2057400" y="2362200"/>
          <p14:tracePt t="16307" x="2089150" y="2362200"/>
          <p14:tracePt t="16324" x="2165350" y="2362200"/>
          <p14:tracePt t="16340" x="2184400" y="2362200"/>
          <p14:tracePt t="16358" x="2209800" y="2362200"/>
          <p14:tracePt t="16374" x="2222500" y="2362200"/>
          <p14:tracePt t="16391" x="2241550" y="2368550"/>
          <p14:tracePt t="16408" x="2254250" y="2368550"/>
          <p14:tracePt t="16424" x="2266950" y="2368550"/>
          <p14:tracePt t="16441" x="2273300" y="2368550"/>
          <p14:tracePt t="16457" x="2286000" y="2368550"/>
          <p14:tracePt t="16490" x="2292350" y="2368550"/>
          <p14:tracePt t="16520" x="2298700" y="2368550"/>
          <p14:tracePt t="16604" x="2298700" y="2374900"/>
          <p14:tracePt t="22380" x="2305050" y="2355850"/>
          <p14:tracePt t="22388" x="2305050" y="2336800"/>
          <p14:tracePt t="22393" x="2317750" y="2305050"/>
          <p14:tracePt t="22403" x="2330450" y="2260600"/>
          <p14:tracePt t="22420" x="2343150" y="2184400"/>
          <p14:tracePt t="22436" x="2343150" y="2038350"/>
          <p14:tracePt t="22453" x="2343150" y="1936750"/>
          <p14:tracePt t="22471" x="2330450" y="1866900"/>
          <p14:tracePt t="22486" x="2298700" y="1765300"/>
          <p14:tracePt t="22503" x="2286000" y="1695450"/>
          <p14:tracePt t="22520" x="2216150" y="1581150"/>
          <p14:tracePt t="22536" x="2165350" y="1504950"/>
          <p14:tracePt t="22552" x="2133600" y="1441450"/>
          <p14:tracePt t="22569" x="2057400" y="1333500"/>
          <p14:tracePt t="22586" x="2012950" y="1257300"/>
          <p14:tracePt t="22602" x="1974850" y="1219200"/>
          <p14:tracePt t="22619" x="1930400" y="1168400"/>
          <p14:tracePt t="22635" x="1917700" y="1155700"/>
          <p14:tracePt t="22652" x="1911350" y="1143000"/>
          <p14:tracePt t="22668" x="1905000" y="1117600"/>
          <p14:tracePt t="22685" x="1892300" y="1111250"/>
          <p14:tracePt t="22703" x="1879600" y="1104900"/>
          <p14:tracePt t="22735" x="1873250" y="1104900"/>
          <p14:tracePt t="22752" x="1873250" y="1111250"/>
          <p14:tracePt t="22768" x="1866900" y="1117600"/>
          <p14:tracePt t="22786" x="1860550" y="1136650"/>
          <p14:tracePt t="22802" x="1854200" y="1149350"/>
          <p14:tracePt t="22818" x="1854200" y="1155700"/>
          <p14:tracePt t="22836" x="1847850" y="1168400"/>
          <p14:tracePt t="22851" x="1841500" y="1181100"/>
          <p14:tracePt t="22868" x="1835150" y="1181100"/>
          <p14:tracePt t="22885" x="1835150" y="1193800"/>
          <p14:tracePt t="22901" x="1822450" y="1193800"/>
          <p14:tracePt t="22918" x="1822450" y="1200150"/>
          <p14:tracePt t="22935" x="1816100" y="1212850"/>
          <p14:tracePt t="22951" x="1803400" y="1231900"/>
          <p14:tracePt t="22968" x="1790700" y="1231900"/>
          <p14:tracePt t="22984" x="1765300" y="1257300"/>
          <p14:tracePt t="23001" x="1746250" y="1270000"/>
          <p14:tracePt t="23019" x="1714500" y="1289050"/>
          <p14:tracePt t="23034" x="1689100" y="1301750"/>
          <p14:tracePt t="23051" x="1676400" y="1308100"/>
          <p14:tracePt t="23068" x="1657350" y="1314450"/>
          <p14:tracePt t="23084" x="1644650" y="1314450"/>
          <p14:tracePt t="23100" x="1638300" y="1314450"/>
          <p14:tracePt t="23117" x="1631950" y="1320800"/>
          <p14:tracePt t="23134" x="1625600" y="1320800"/>
          <p14:tracePt t="23158" x="1619250" y="1320800"/>
          <p14:tracePt t="23194" x="1612900" y="1320800"/>
          <p14:tracePt t="23341" x="1606550" y="1320800"/>
          <p14:tracePt t="23404" x="1606550" y="1314450"/>
          <p14:tracePt t="23411" x="1612900" y="1314450"/>
          <p14:tracePt t="23425" x="1619250" y="1314450"/>
          <p14:tracePt t="23434" x="1625600" y="1314450"/>
          <p14:tracePt t="23449" x="1644650" y="1308100"/>
          <p14:tracePt t="23467" x="1676400" y="1308100"/>
          <p14:tracePt t="23482" x="1733550" y="1314450"/>
          <p14:tracePt t="23499" x="1778000" y="1314450"/>
          <p14:tracePt t="23516" x="1847850" y="1314450"/>
          <p14:tracePt t="23532" x="1898650" y="1314450"/>
          <p14:tracePt t="23549" x="1949450" y="1320800"/>
          <p14:tracePt t="23566" x="2006600" y="1320800"/>
          <p14:tracePt t="23582" x="2032000" y="1327150"/>
          <p14:tracePt t="23599" x="2070100" y="1327150"/>
          <p14:tracePt t="23616" x="2095500" y="1327150"/>
          <p14:tracePt t="23632" x="2114550" y="1327150"/>
          <p14:tracePt t="23649" x="2133600" y="1327150"/>
          <p14:tracePt t="23665" x="2152650" y="1327150"/>
          <p14:tracePt t="23682" x="2178050" y="1333500"/>
          <p14:tracePt t="23699" x="2203450" y="1333500"/>
          <p14:tracePt t="23715" x="2260600" y="1333500"/>
          <p14:tracePt t="23732" x="2305050" y="1333500"/>
          <p14:tracePt t="23748" x="2374900" y="1333500"/>
          <p14:tracePt t="23765" x="2419350" y="1333500"/>
          <p14:tracePt t="23782" x="2463800" y="1327150"/>
          <p14:tracePt t="23798" x="2508250" y="1320800"/>
          <p14:tracePt t="23815" x="2527300" y="1314450"/>
          <p14:tracePt t="23833" x="2552700" y="1308100"/>
          <p14:tracePt t="23848" x="2559050" y="1308100"/>
          <p14:tracePt t="23865" x="2565400" y="1308100"/>
          <p14:tracePt t="23882" x="2571750" y="1308100"/>
          <p14:tracePt t="23924" x="2578100" y="1308100"/>
          <p14:tracePt t="24022" x="2584450" y="1314450"/>
          <p14:tracePt t="24064" x="2584450" y="1320800"/>
          <p14:tracePt t="24070" x="2590800" y="1320800"/>
          <p14:tracePt t="24092" x="2590800" y="1327150"/>
          <p14:tracePt t="24106" x="2590800" y="1333500"/>
          <p14:tracePt t="24114" x="2597150" y="1339850"/>
          <p14:tracePt t="24130" x="2597150" y="1346200"/>
          <p14:tracePt t="24148" x="2609850" y="1371600"/>
          <p14:tracePt t="24163" x="2635250" y="1422400"/>
          <p14:tracePt t="24180" x="2647950" y="1492250"/>
          <p14:tracePt t="24198" x="2705100" y="1670050"/>
          <p14:tracePt t="24213" x="2743200" y="1841500"/>
          <p14:tracePt t="24230" x="2794000" y="2012950"/>
          <p14:tracePt t="24247" x="2838450" y="2203450"/>
          <p14:tracePt t="24263" x="2863850" y="2286000"/>
          <p14:tracePt t="24280" x="2889250" y="2324100"/>
          <p14:tracePt t="24297" x="2914650" y="2381250"/>
          <p14:tracePt t="24314" x="2933700" y="2400300"/>
          <p14:tracePt t="24331" x="2952750" y="2425700"/>
          <p14:tracePt t="24346" x="2965450" y="2432050"/>
          <p14:tracePt t="24363" x="2978150" y="2438400"/>
          <p14:tracePt t="24380" x="3009900" y="2457450"/>
          <p14:tracePt t="24396" x="3016250" y="2463800"/>
          <p14:tracePt t="24413" x="3035300" y="2463800"/>
          <p14:tracePt t="24430" x="3054350" y="2470150"/>
          <p14:tracePt t="24445" x="3060700" y="2476500"/>
          <p14:tracePt t="24464" x="3079750" y="2482850"/>
          <p14:tracePt t="24479" x="3086100" y="2482850"/>
          <p14:tracePt t="24496" x="3098800" y="2495550"/>
          <p14:tracePt t="24513" x="3098800" y="2501900"/>
          <p14:tracePt t="24529" x="3105150" y="2508250"/>
          <p14:tracePt t="24546" x="3111500" y="2508250"/>
          <p14:tracePt t="24563" x="3130550" y="2520950"/>
          <p14:tracePt t="24579" x="3136900" y="2520950"/>
          <p14:tracePt t="24596" x="3149600" y="2527300"/>
          <p14:tracePt t="24613" x="3200400" y="2559050"/>
          <p14:tracePt t="24629" x="3225800" y="2571750"/>
          <p14:tracePt t="24632" x="3244850" y="2578100"/>
          <p14:tracePt t="24646" x="3270250" y="2590800"/>
          <p14:tracePt t="24662" x="3302000" y="2597150"/>
          <p14:tracePt t="24679" x="3340100" y="2603500"/>
          <p14:tracePt t="24695" x="3378200" y="2616200"/>
          <p14:tracePt t="24712" x="3403600" y="2622550"/>
          <p14:tracePt t="24729" x="3422650" y="2628900"/>
          <p14:tracePt t="24746" x="3435350" y="2628900"/>
          <p14:tracePt t="24761" x="3448050" y="2628900"/>
          <p14:tracePt t="24779" x="3460750" y="2628900"/>
          <p14:tracePt t="24795" x="3473450" y="2628900"/>
          <p14:tracePt t="24811" x="3486150" y="2628900"/>
          <p14:tracePt t="24829" x="3505200" y="2628900"/>
          <p14:tracePt t="24845" x="3517900" y="2635250"/>
          <p14:tracePt t="24862" x="3530600" y="2635250"/>
          <p14:tracePt t="24878" x="3556000" y="2635250"/>
          <p14:tracePt t="24894" x="3556000" y="2641600"/>
          <p14:tracePt t="24911" x="3568700" y="2641600"/>
          <p14:tracePt t="24928" x="3587750" y="2641600"/>
          <p14:tracePt t="24962" x="3600450" y="2641600"/>
          <p14:tracePt t="24977" x="3606800" y="2641600"/>
          <p14:tracePt t="24994" x="3613150" y="2641600"/>
          <p14:tracePt t="25011" x="3632200" y="2641600"/>
          <p14:tracePt t="25044" x="3644900" y="2641600"/>
          <p14:tracePt t="25061" x="3670300" y="2641600"/>
          <p14:tracePt t="25078" x="3689350" y="2641600"/>
          <p14:tracePt t="25094" x="3727450" y="2647950"/>
          <p14:tracePt t="25110" x="3784600" y="2647950"/>
          <p14:tracePt t="25127" x="3816350" y="2647950"/>
          <p14:tracePt t="25145" x="3873500" y="2654300"/>
          <p14:tracePt t="25161" x="3905250" y="2654300"/>
          <p14:tracePt t="25177" x="3924300" y="2654300"/>
          <p14:tracePt t="25194" x="3943350" y="2654300"/>
          <p14:tracePt t="25210" x="3949700" y="2654300"/>
          <p14:tracePt t="25227" x="3956050" y="2654300"/>
          <p14:tracePt t="25243" x="3962400" y="2654300"/>
          <p14:tracePt t="25369" x="3962400" y="2647950"/>
          <p14:tracePt t="25397" x="3968750" y="2647950"/>
          <p14:tracePt t="25403" x="3968750" y="2641600"/>
          <p14:tracePt t="25425" x="3975100" y="2641600"/>
          <p14:tracePt t="25446" x="3975100" y="2635250"/>
          <p14:tracePt t="25461" x="3981450" y="2635250"/>
          <p14:tracePt t="25467" x="3987800" y="2635250"/>
          <p14:tracePt t="25476" x="3994150" y="2635250"/>
          <p14:tracePt t="25492" x="4000500" y="2635250"/>
          <p14:tracePt t="25509" x="4006850" y="2635250"/>
          <p14:tracePt t="25526" x="4006850" y="2628900"/>
          <p14:tracePt t="25542" x="4019550" y="2628900"/>
          <p14:tracePt t="25559" x="4019550" y="2622550"/>
          <p14:tracePt t="25575" x="4025900" y="2622550"/>
          <p14:tracePt t="25600" x="4032250" y="2622550"/>
          <p14:tracePt t="25609" x="4038600" y="2622550"/>
          <p14:tracePt t="25636" x="4038600" y="2616200"/>
          <p14:tracePt t="25671" x="4038600" y="2609850"/>
          <p14:tracePt t="25677" x="4025900" y="2609850"/>
          <p14:tracePt t="25694" x="4013200" y="2609850"/>
          <p14:tracePt t="25708" x="4000500" y="2609850"/>
          <p14:tracePt t="25725" x="3962400" y="2603500"/>
          <p14:tracePt t="25741" x="3892550" y="2597150"/>
          <p14:tracePt t="25758" x="3835400" y="2590800"/>
          <p14:tracePt t="25775" x="3765550" y="2590800"/>
          <p14:tracePt t="25791" x="3721100" y="2590800"/>
          <p14:tracePt t="25808" x="3676650" y="2590800"/>
          <p14:tracePt t="25825" x="3625850" y="2603500"/>
          <p14:tracePt t="25841" x="3587750" y="2609850"/>
          <p14:tracePt t="25858" x="3556000" y="2622550"/>
          <p14:tracePt t="25874" x="3498850" y="2635250"/>
          <p14:tracePt t="25891" x="3473450" y="2647950"/>
          <p14:tracePt t="25908" x="3448050" y="2654300"/>
          <p14:tracePt t="25924" x="3397250" y="2679700"/>
          <p14:tracePt t="25941" x="3352800" y="2692400"/>
          <p14:tracePt t="25958" x="3308350" y="2711450"/>
          <p14:tracePt t="25974" x="3289300" y="2724150"/>
          <p14:tracePt t="25991" x="3270250" y="2730500"/>
          <p14:tracePt t="27865" x="3219450" y="2686050"/>
          <p14:tracePt t="27871" x="3181350" y="2635250"/>
          <p14:tracePt t="27884" x="3143250" y="2590800"/>
          <p14:tracePt t="27901" x="2984500" y="2393950"/>
          <p14:tracePt t="27917" x="2863850" y="2241550"/>
          <p14:tracePt t="27935" x="2705100" y="2038350"/>
          <p14:tracePt t="27951" x="2578100" y="1930400"/>
          <p14:tracePt t="27967" x="2482850" y="1835150"/>
          <p14:tracePt t="27985" x="2324100" y="1670050"/>
          <p14:tracePt t="28001" x="2260600" y="1581150"/>
          <p14:tracePt t="28017" x="2216150" y="1524000"/>
          <p14:tracePt t="28034" x="2171700" y="1466850"/>
          <p14:tracePt t="28050" x="2159000" y="1447800"/>
          <p14:tracePt t="28117" x="2165350" y="1447800"/>
          <p14:tracePt t="28131" x="2171700" y="1460500"/>
          <p14:tracePt t="28138" x="2178050" y="1466850"/>
          <p14:tracePt t="28150" x="2190750" y="1473200"/>
          <p14:tracePt t="28167" x="2235200" y="1504950"/>
          <p14:tracePt t="28183" x="2260600" y="1511300"/>
          <p14:tracePt t="28200" x="2317750" y="1530350"/>
          <p14:tracePt t="28216" x="2501900" y="1543050"/>
          <p14:tracePt t="28233" x="2552700" y="1555750"/>
          <p14:tracePt t="28250" x="2635250" y="1568450"/>
          <p14:tracePt t="28266" x="2654300" y="1581150"/>
          <p14:tracePt t="28283" x="2686050" y="1581150"/>
          <p14:tracePt t="28300" x="2705100" y="1587500"/>
          <p14:tracePt t="28342" x="2711450" y="1587500"/>
          <p14:tracePt t="28349" x="2711450" y="1593850"/>
          <p14:tracePt t="28370" x="2711450" y="1600200"/>
          <p14:tracePt t="28377" x="2711450" y="1606550"/>
          <p14:tracePt t="28391" x="2705100" y="1612900"/>
          <p14:tracePt t="28399" x="2698750" y="1631950"/>
          <p14:tracePt t="28415" x="2698750" y="1651000"/>
          <p14:tracePt t="28433" x="2679700" y="1752600"/>
          <p14:tracePt t="28449" x="2679700" y="1924050"/>
          <p14:tracePt t="28465" x="2686050" y="2044700"/>
          <p14:tracePt t="28483" x="2705100" y="2279650"/>
          <p14:tracePt t="28499" x="2743200" y="2495550"/>
          <p14:tracePt t="28515" x="2768600" y="2584450"/>
          <p14:tracePt t="28532" x="2813050" y="2698750"/>
          <p14:tracePt t="28548" x="2838450" y="2730500"/>
          <p14:tracePt t="28566" x="2914650" y="2806700"/>
          <p14:tracePt t="28582" x="2940050" y="2825750"/>
          <p14:tracePt t="28598" x="2965450" y="2838450"/>
          <p14:tracePt t="28615" x="3022600" y="2863850"/>
          <p14:tracePt t="28631" x="3073400" y="2876550"/>
          <p14:tracePt t="28648" x="3098800" y="2876550"/>
          <p14:tracePt t="28665" x="3143250" y="2882900"/>
          <p14:tracePt t="28681" x="3200400" y="2882900"/>
          <p14:tracePt t="28698" x="3238500" y="2901950"/>
          <p14:tracePt t="28714" x="3308350" y="2921000"/>
          <p14:tracePt t="28731" x="3371850" y="2940050"/>
          <p14:tracePt t="28748" x="3416300" y="2946400"/>
          <p14:tracePt t="28764" x="3429000" y="2946400"/>
          <p14:tracePt t="28781" x="3448050" y="2952750"/>
          <p14:tracePt t="28798" x="3454400" y="2952750"/>
          <p14:tracePt t="28814" x="3460750" y="2952750"/>
          <p14:tracePt t="28831" x="3467100" y="2952750"/>
          <p14:tracePt t="28848" x="3473450" y="2952750"/>
          <p14:tracePt t="28864" x="3479800" y="2952750"/>
          <p14:tracePt t="28881" x="3498850" y="2940050"/>
          <p14:tracePt t="28897" x="3511550" y="2933700"/>
          <p14:tracePt t="28913" x="3524250" y="2921000"/>
          <p14:tracePt t="28931" x="3562350" y="2901950"/>
          <p14:tracePt t="28947" x="3581400" y="2889250"/>
          <p14:tracePt t="28964" x="3625850" y="2857500"/>
          <p14:tracePt t="28981" x="3670300" y="2825750"/>
          <p14:tracePt t="28997" x="3683000" y="2813050"/>
          <p14:tracePt t="29014" x="3727450" y="2768600"/>
          <p14:tracePt t="29031" x="3778250" y="2730500"/>
          <p14:tracePt t="29047" x="3810000" y="2711450"/>
          <p14:tracePt t="29064" x="3854450" y="2692400"/>
          <p14:tracePt t="29080" x="3886200" y="2686050"/>
          <p14:tracePt t="29097" x="3898900" y="2679700"/>
          <p14:tracePt t="29114" x="3924300" y="2679700"/>
          <p14:tracePt t="29130" x="3943350" y="2679700"/>
          <p14:tracePt t="29146" x="3956050" y="2679700"/>
          <p14:tracePt t="29163" x="3962400" y="2679700"/>
          <p14:tracePt t="29183" x="3968750" y="2679700"/>
          <p14:tracePt t="29196" x="3975100" y="2679700"/>
          <p14:tracePt t="29212" x="3981450" y="2679700"/>
          <p14:tracePt t="29230" x="3987800" y="2679700"/>
          <p14:tracePt t="29246" x="3994150" y="2679700"/>
          <p14:tracePt t="29263" x="4000500" y="2679700"/>
          <p14:tracePt t="29323" x="4006850" y="2679700"/>
          <p14:tracePt t="29331" x="4013200" y="2679700"/>
          <p14:tracePt t="29338" x="4013200" y="2686050"/>
          <p14:tracePt t="29359" x="4019550" y="2686050"/>
          <p14:tracePt t="29380" x="4025900" y="2686050"/>
          <p14:tracePt t="29401" x="4038600" y="2686050"/>
          <p14:tracePt t="29407" x="4038600" y="2692400"/>
          <p14:tracePt t="29430" x="4044950" y="2692400"/>
          <p14:tracePt t="29450" x="4051300" y="2692400"/>
          <p14:tracePt t="29464" x="4057650" y="2692400"/>
          <p14:tracePt t="29479" x="4070350" y="2698750"/>
          <p14:tracePt t="29492" x="4083050" y="2698750"/>
          <p14:tracePt t="29499" x="4102100" y="2698750"/>
          <p14:tracePt t="29515" x="4121150" y="2698750"/>
          <p14:tracePt t="29528" x="4152900" y="2705100"/>
          <p14:tracePt t="29545" x="4203700" y="2705100"/>
          <p14:tracePt t="29562" x="4248150" y="2711450"/>
          <p14:tracePt t="29578" x="4273550" y="2711450"/>
          <p14:tracePt t="29595" x="4305300" y="2711450"/>
          <p14:tracePt t="29612" x="4311650" y="2711450"/>
          <p14:tracePt t="29628" x="4318000" y="2711450"/>
          <p14:tracePt t="29752" x="4318000" y="2717800"/>
          <p14:tracePt t="29780" x="4330700" y="2717800"/>
          <p14:tracePt t="29795" x="4337050" y="2717800"/>
          <p14:tracePt t="29801" x="4343400" y="2717800"/>
          <p14:tracePt t="29815" x="4349750" y="2717800"/>
          <p14:tracePt t="29827" x="4356100" y="2717800"/>
          <p14:tracePt t="29844" x="4375150" y="2717800"/>
          <p14:tracePt t="29860" x="4387850" y="2711450"/>
          <p14:tracePt t="29878" x="4419600" y="2711450"/>
          <p14:tracePt t="29894" x="4464050" y="2698750"/>
          <p14:tracePt t="29910" x="4476750" y="2698750"/>
          <p14:tracePt t="29927" x="4502150" y="2692400"/>
          <p14:tracePt t="29944" x="4521200" y="2679700"/>
          <p14:tracePt t="29977" x="4527550" y="2679700"/>
          <p14:tracePt t="29993" x="4533900" y="2673350"/>
          <p14:tracePt t="30032" x="4540250" y="2673350"/>
          <p14:tracePt t="30039" x="4546600" y="2673350"/>
          <p14:tracePt t="30061" x="4552950" y="2673350"/>
          <p14:tracePt t="30074" x="4559300" y="2673350"/>
          <p14:tracePt t="30081" x="4565650" y="2673350"/>
          <p14:tracePt t="30096" x="4572000" y="2667000"/>
          <p14:tracePt t="30110" x="4584700" y="2667000"/>
          <p14:tracePt t="30126" x="4610100" y="2667000"/>
          <p14:tracePt t="30143" x="4635500" y="2660650"/>
          <p14:tracePt t="30160" x="4705350" y="2647950"/>
          <p14:tracePt t="30176" x="4756150" y="2641600"/>
          <p14:tracePt t="30194" x="4851400" y="2622550"/>
          <p14:tracePt t="30210" x="4889500" y="2622550"/>
          <p14:tracePt t="30226" x="4933950" y="2622550"/>
          <p14:tracePt t="30243" x="4997450" y="2616200"/>
          <p14:tracePt t="30276" x="5054600" y="2616200"/>
          <p14:tracePt t="30293" x="5073650" y="2616200"/>
          <p14:tracePt t="30310" x="5137150" y="2616200"/>
          <p14:tracePt t="30327" x="5181600" y="2622550"/>
          <p14:tracePt t="30342" x="5232400" y="2628900"/>
          <p14:tracePt t="30359" x="5251450" y="2628900"/>
          <p14:tracePt t="30376" x="5295900" y="2635250"/>
          <p14:tracePt t="30392" x="5340350" y="2635250"/>
          <p14:tracePt t="30409" x="5365750" y="2635250"/>
          <p14:tracePt t="30426" x="5403850" y="2635250"/>
          <p14:tracePt t="30442" x="5422900" y="2641600"/>
          <p14:tracePt t="30459" x="5461000" y="2641600"/>
          <p14:tracePt t="30475" x="5473700" y="2641600"/>
          <p14:tracePt t="30492" x="5486400" y="2641600"/>
          <p14:tracePt t="30509" x="5511800" y="2654300"/>
          <p14:tracePt t="30524" x="5524500" y="2654300"/>
          <p14:tracePt t="30541" x="5537200" y="2654300"/>
          <p14:tracePt t="30559" x="5549900" y="2654300"/>
          <p14:tracePt t="30575" x="5562600" y="2654300"/>
          <p14:tracePt t="30591" x="5568950" y="2654300"/>
          <p14:tracePt t="30608" x="5575300" y="2654300"/>
          <p14:tracePt t="30727" x="5568950" y="2654300"/>
          <p14:tracePt t="30762" x="5562600" y="2660650"/>
          <p14:tracePt t="30783" x="5556250" y="2660650"/>
          <p14:tracePt t="30804" x="5543550" y="2667000"/>
          <p14:tracePt t="30846" x="5537200" y="2667000"/>
          <p14:tracePt t="30853" x="5530850" y="2667000"/>
          <p14:tracePt t="30867" x="5518150" y="2667000"/>
          <p14:tracePt t="30877" x="5505450" y="2667000"/>
          <p14:tracePt t="30890" x="5486400" y="2667000"/>
          <p14:tracePt t="30907" x="5422900" y="2673350"/>
          <p14:tracePt t="30924" x="5346700" y="2686050"/>
          <p14:tracePt t="30941" x="5295900" y="2686050"/>
          <p14:tracePt t="30959" x="5181600" y="2686050"/>
          <p14:tracePt t="30973" x="5060950" y="2692400"/>
          <p14:tracePt t="30990" x="4997450" y="2692400"/>
          <p14:tracePt t="31007" x="4870450" y="2705100"/>
          <p14:tracePt t="31023" x="4730750" y="2711450"/>
          <p14:tracePt t="31040" x="4648200" y="2724150"/>
          <p14:tracePt t="31058" x="4508500" y="2743200"/>
          <p14:tracePt t="31073" x="4451350" y="2749550"/>
          <p14:tracePt t="31090" x="4349750" y="2755900"/>
          <p14:tracePt t="31106" x="4229100" y="2787650"/>
          <p14:tracePt t="31123" x="4171950" y="2806700"/>
          <p14:tracePt t="31141" x="4051300" y="2851150"/>
          <p14:tracePt t="31157" x="3892550" y="2889250"/>
          <p14:tracePt t="31173" x="3822700" y="2908300"/>
          <p14:tracePt t="31190" x="3727450" y="2946400"/>
          <p14:tracePt t="31206" x="3657600" y="2971800"/>
          <p14:tracePt t="31223" x="3613150" y="2978150"/>
          <p14:tracePt t="31239" x="3543300" y="3003550"/>
          <p14:tracePt t="31256" x="3479800" y="3009900"/>
          <p14:tracePt t="31273" x="3454400" y="3016250"/>
          <p14:tracePt t="31289" x="3359150" y="3028950"/>
          <p14:tracePt t="31306" x="3232150" y="3035300"/>
          <p14:tracePt t="31323" x="3168650" y="3035300"/>
          <p14:tracePt t="31339" x="2978150" y="3048000"/>
          <p14:tracePt t="31355" x="2749550" y="3041650"/>
          <p14:tracePt t="31373" x="2616200" y="3016250"/>
          <p14:tracePt t="31798" x="2603500" y="3009900"/>
          <p14:tracePt t="31805" x="2590800" y="2990850"/>
          <p14:tracePt t="31819" x="2565400" y="2978150"/>
          <p14:tracePt t="31825" x="2546350" y="2965450"/>
          <p14:tracePt t="31841" x="2514600" y="2940050"/>
          <p14:tracePt t="31854" x="2482850" y="2927350"/>
          <p14:tracePt t="31870" x="2438400" y="2895600"/>
          <p14:tracePt t="31887" x="2413000" y="2882900"/>
          <p14:tracePt t="31903" x="2368550" y="2851150"/>
          <p14:tracePt t="31920" x="2330450" y="2832100"/>
          <p14:tracePt t="31937" x="2317750" y="2825750"/>
          <p14:tracePt t="31953" x="2292350" y="2806700"/>
          <p14:tracePt t="31970" x="2266950" y="2794000"/>
          <p14:tracePt t="31987" x="2254250" y="2781300"/>
          <p14:tracePt t="32003" x="2235200" y="2774950"/>
          <p14:tracePt t="32020" x="2228850" y="2762250"/>
          <p14:tracePt t="32037" x="2228850" y="2755900"/>
          <p14:tracePt t="32072" x="2228850" y="2749550"/>
          <p14:tracePt t="32155" x="2235200" y="2749550"/>
          <p14:tracePt t="32176" x="2241550" y="2749550"/>
          <p14:tracePt t="32219" x="2247900" y="2749550"/>
          <p14:tracePt t="32226" x="2254250" y="2749550"/>
          <p14:tracePt t="32240" x="2254250" y="2755900"/>
          <p14:tracePt t="32260" x="2260600" y="2755900"/>
          <p14:tracePt t="32269" x="2266950" y="2755900"/>
          <p14:tracePt t="32285" x="2279650" y="2762250"/>
          <p14:tracePt t="32303" x="2305050" y="2774950"/>
          <p14:tracePt t="32319" x="2349500" y="2794000"/>
          <p14:tracePt t="32335" x="2387600" y="2813050"/>
          <p14:tracePt t="32352" x="2457450" y="2825750"/>
          <p14:tracePt t="32369" x="2540000" y="2851150"/>
          <p14:tracePt t="32385" x="2597150" y="2863850"/>
          <p14:tracePt t="32402" x="2660650" y="2863850"/>
          <p14:tracePt t="32418" x="2711450" y="2870200"/>
          <p14:tracePt t="32437" x="2806700" y="2870200"/>
          <p14:tracePt t="32451" x="2844800" y="2870200"/>
          <p14:tracePt t="32468" x="2876550" y="2863850"/>
          <p14:tracePt t="32485" x="2933700" y="2844800"/>
          <p14:tracePt t="32501" x="2978150" y="2832100"/>
          <p14:tracePt t="32518" x="3003550" y="2825750"/>
          <p14:tracePt t="32535" x="3022600" y="2819400"/>
          <p14:tracePt t="32551" x="3041650" y="2813050"/>
          <p14:tracePt t="32568" x="3048000" y="2813050"/>
          <p14:tracePt t="32584" x="3054350" y="2806700"/>
          <p14:tracePt t="32601" x="3054350" y="2800350"/>
          <p14:tracePt t="32633" x="3060700" y="2800350"/>
          <p14:tracePt t="32717" x="3054350" y="2800350"/>
          <p14:tracePt t="32731" x="3048000" y="2800350"/>
          <p14:tracePt t="32759" x="3041650" y="2800350"/>
          <p14:tracePt t="32773" x="3035300" y="2800350"/>
          <p14:tracePt t="32787" x="3028950" y="2794000"/>
          <p14:tracePt t="32850" x="3022600" y="2794000"/>
          <p14:tracePt t="32857" x="3016250" y="2787650"/>
          <p14:tracePt t="32871" x="3009900" y="2787650"/>
          <p14:tracePt t="32883" x="3003550" y="2781300"/>
          <p14:tracePt t="32900" x="2984500" y="2774950"/>
          <p14:tracePt t="32917" x="2971800" y="2768600"/>
          <p14:tracePt t="32934" x="2921000" y="2755900"/>
          <p14:tracePt t="32950" x="2863850" y="2736850"/>
          <p14:tracePt t="32966" x="2832100" y="2730500"/>
          <p14:tracePt t="32984" x="2774950" y="2717800"/>
          <p14:tracePt t="33000" x="2743200" y="2711450"/>
          <p14:tracePt t="33016" x="2730500" y="2711450"/>
          <p14:tracePt t="33033" x="2711450" y="2711450"/>
          <p14:tracePt t="33066" x="2717800" y="2711450"/>
          <p14:tracePt t="33083" x="2736850" y="2705100"/>
          <p14:tracePt t="33099" x="2743200" y="2705100"/>
          <p14:tracePt t="33117" x="2781300" y="2705100"/>
          <p14:tracePt t="33133" x="2838450" y="2705100"/>
          <p14:tracePt t="33149" x="2876550" y="2705100"/>
          <p14:tracePt t="33166" x="2990850" y="2705100"/>
          <p14:tracePt t="33183" x="3143250" y="2692400"/>
          <p14:tracePt t="33200" x="3219450" y="2673350"/>
          <p14:tracePt t="33217" x="3365500" y="2654300"/>
          <p14:tracePt t="33232" x="3486150" y="2628900"/>
          <p14:tracePt t="33249" x="3517900" y="2622550"/>
          <p14:tracePt t="33266" x="3587750" y="2590800"/>
          <p14:tracePt t="33282" x="3632200" y="2578100"/>
          <p14:tracePt t="33299" x="3651250" y="2571750"/>
          <p14:tracePt t="33316" x="3683000" y="2565400"/>
          <p14:tracePt t="33332" x="3695700" y="2559050"/>
          <p14:tracePt t="33349" x="3727450" y="2546350"/>
          <p14:tracePt t="33365" x="3733800" y="2546350"/>
          <p14:tracePt t="33382" x="3740150" y="2540000"/>
          <p14:tracePt t="33399" x="3752850" y="2540000"/>
          <p14:tracePt t="33433" x="3759200" y="2540000"/>
          <p14:tracePt t="33517" x="3759200" y="2533650"/>
          <p14:tracePt t="33950" x="3765550" y="2533650"/>
          <p14:tracePt t="33965" x="3784600" y="2533650"/>
          <p14:tracePt t="33971" x="3822700" y="2540000"/>
          <p14:tracePt t="33985" x="3854450" y="2552700"/>
          <p14:tracePt t="33996" x="3911600" y="2565400"/>
          <p14:tracePt t="34013" x="4032250" y="2590800"/>
          <p14:tracePt t="34030" x="4108450" y="2603500"/>
          <p14:tracePt t="34046" x="4273550" y="2609850"/>
          <p14:tracePt t="34063" x="4425950" y="2622550"/>
          <p14:tracePt t="34080" x="4483100" y="2628900"/>
          <p14:tracePt t="34096" x="4552950" y="2641600"/>
          <p14:tracePt t="34113" x="4591050" y="2641600"/>
          <p14:tracePt t="34129" x="4603750" y="2641600"/>
          <p14:tracePt t="34146" x="4629150" y="2641600"/>
          <p14:tracePt t="34163" x="4635500" y="2641600"/>
          <p14:tracePt t="34180" x="4641850" y="2641600"/>
          <p14:tracePt t="34216" x="4648200" y="2641600"/>
          <p14:tracePt t="34232" x="4654550" y="2641600"/>
          <p14:tracePt t="34246" x="4660900" y="2641600"/>
          <p14:tracePt t="34263" x="4667250" y="2641600"/>
          <p14:tracePt t="34279" x="4679950" y="2641600"/>
          <p14:tracePt t="34295" x="4686300" y="2641600"/>
          <p14:tracePt t="34312" x="4692650" y="2641600"/>
          <p14:tracePt t="34329" x="4711700" y="2635250"/>
          <p14:tracePt t="34533" x="4667250" y="2628900"/>
          <p14:tracePt t="34547" x="4616450" y="2616200"/>
          <p14:tracePt t="34554" x="4533900" y="2609850"/>
          <p14:tracePt t="34568" x="4457700" y="2597150"/>
          <p14:tracePt t="34577" x="4368800" y="2584450"/>
          <p14:tracePt t="34595" x="4292600" y="2578100"/>
          <p14:tracePt t="34611" x="4140200" y="2565400"/>
          <p14:tracePt t="34627" x="4032250" y="2559050"/>
          <p14:tracePt t="34645" x="3956050" y="2559050"/>
          <p14:tracePt t="34661" x="3924300" y="2559050"/>
          <p14:tracePt t="34677" x="3886200" y="2559050"/>
          <p14:tracePt t="34695" x="3860800" y="2559050"/>
          <p14:tracePt t="34711" x="3854450" y="2565400"/>
          <p14:tracePt t="34727" x="3835400" y="2565400"/>
          <p14:tracePt t="34744" x="3803650" y="2571750"/>
          <p14:tracePt t="34760" x="3784600" y="2571750"/>
          <p14:tracePt t="34779" x="3733800" y="2571750"/>
          <p14:tracePt t="34793" x="3657600" y="2571750"/>
          <p14:tracePt t="34810" x="3619500" y="2571750"/>
          <p14:tracePt t="34827" x="3511550" y="2571750"/>
          <p14:tracePt t="34843" x="3409950" y="2552700"/>
          <p14:tracePt t="34860" x="3327400" y="2552700"/>
          <p14:tracePt t="34877" x="3200400" y="2552700"/>
          <p14:tracePt t="34893" x="3136900" y="2552700"/>
          <p14:tracePt t="34910" x="3035300" y="2552700"/>
          <p14:tracePt t="34927" x="2914650" y="2565400"/>
          <p14:tracePt t="34943" x="2863850" y="2571750"/>
          <p14:tracePt t="34960" x="2743200" y="2590800"/>
          <p14:tracePt t="34976" x="2743200" y="2584450"/>
          <p14:tracePt t="35384" x="2736850" y="2584450"/>
          <p14:tracePt t="35398" x="2730500" y="2584450"/>
          <p14:tracePt t="35580" x="2730500" y="2578100"/>
          <p14:tracePt t="35608" x="2724150" y="2578100"/>
          <p14:tracePt t="35615" x="2717800" y="2571750"/>
          <p14:tracePt t="35630" x="2711450" y="2571750"/>
          <p14:tracePt t="35640" x="2705100" y="2571750"/>
          <p14:tracePt t="35658" x="2686050" y="2565400"/>
          <p14:tracePt t="35674" x="2673350" y="2565400"/>
          <p14:tracePt t="35690" x="2635250" y="2565400"/>
          <p14:tracePt t="35707" x="2590800" y="2565400"/>
          <p14:tracePt t="35724" x="2559050" y="2565400"/>
          <p14:tracePt t="35727" x="2540000" y="2578100"/>
          <p14:tracePt t="35741" x="2508250" y="2578100"/>
          <p14:tracePt t="35756" x="2463800" y="2584450"/>
          <p14:tracePt t="35773" x="2438400" y="2584450"/>
          <p14:tracePt t="35791" x="2406650" y="2584450"/>
          <p14:tracePt t="35807" x="2393950" y="2590800"/>
          <p14:tracePt t="35861" x="2387600" y="2590800"/>
          <p14:tracePt t="35896" x="2387600" y="2597150"/>
          <p14:tracePt t="35931" x="2381250" y="2603500"/>
          <p14:tracePt t="35945" x="2381250" y="2609850"/>
          <p14:tracePt t="35966" x="2374900" y="2616200"/>
          <p14:tracePt t="35987" x="2374900" y="2622550"/>
          <p14:tracePt t="36008" x="2374900" y="2628900"/>
          <p14:tracePt t="36037" x="2368550" y="2628900"/>
          <p14:tracePt t="36079" x="2368550" y="2635250"/>
          <p14:tracePt t="36107" x="2368550" y="2641600"/>
          <p14:tracePt t="36149" x="2368550" y="2647950"/>
          <p14:tracePt t="36212" x="2368550" y="2654300"/>
          <p14:tracePt t="36288" x="2368550" y="2660650"/>
          <p14:tracePt t="36331" x="2368550" y="2667000"/>
          <p14:tracePt t="36401" x="2374900" y="2667000"/>
          <p14:tracePt t="36409" x="2381250" y="2667000"/>
          <p14:tracePt t="36430" x="2387600" y="2667000"/>
          <p14:tracePt t="36458" x="2387600" y="2673350"/>
          <p14:tracePt t="36479" x="2393950" y="2679700"/>
          <p14:tracePt t="36486" x="2393950" y="2686050"/>
          <p14:tracePt t="36500" x="2400300" y="2686050"/>
          <p14:tracePt t="36522" x="2406650" y="2686050"/>
          <p14:tracePt t="36528" x="2413000" y="2692400"/>
          <p14:tracePt t="36542" x="2419350" y="2692400"/>
          <p14:tracePt t="36554" x="2432050" y="2698750"/>
          <p14:tracePt t="36570" x="2463800" y="2705100"/>
          <p14:tracePt t="36587" x="2482850" y="2717800"/>
          <p14:tracePt t="36604" x="2540000" y="2724150"/>
          <p14:tracePt t="36620" x="2647950" y="2743200"/>
          <p14:tracePt t="36637" x="2698750" y="2743200"/>
          <p14:tracePt t="36655" x="2819400" y="2749550"/>
          <p14:tracePt t="36671" x="2959100" y="2749550"/>
          <p14:tracePt t="36687" x="3022600" y="2749550"/>
          <p14:tracePt t="36704" x="3136900" y="2749550"/>
          <p14:tracePt t="36720" x="3219450" y="2743200"/>
          <p14:tracePt t="36738" x="3276600" y="2736850"/>
          <p14:tracePt t="36754" x="3302000" y="2724150"/>
          <p14:tracePt t="36770" x="3308350" y="2724150"/>
          <p14:tracePt t="36787" x="3340100" y="2717800"/>
          <p14:tracePt t="36803" x="3346450" y="2717800"/>
          <p14:tracePt t="36820" x="3352800" y="2717800"/>
          <p14:tracePt t="36837" x="3359150" y="2711450"/>
          <p14:tracePt t="36853" x="3365500" y="2705100"/>
          <p14:tracePt t="36886" x="3371850" y="2698750"/>
          <p14:tracePt t="36921" x="3378200" y="2698750"/>
          <p14:tracePt t="36949" x="3384550" y="2698750"/>
          <p14:tracePt t="36971" x="3390900" y="2698750"/>
          <p14:tracePt t="36998" x="3397250" y="2698750"/>
          <p14:tracePt t="37054" x="3403600" y="2692400"/>
          <p14:tracePt t="37061" x="3409950" y="2692400"/>
          <p14:tracePt t="37089" x="3409950" y="2686050"/>
          <p14:tracePt t="37124" x="3409950" y="2679700"/>
          <p14:tracePt t="37251" x="3416300" y="2673350"/>
          <p14:tracePt t="37293" x="3422650" y="2667000"/>
          <p14:tracePt t="37299" x="3429000" y="2667000"/>
          <p14:tracePt t="37348" x="3435350" y="2660650"/>
          <p14:tracePt t="37391" x="3435350" y="2654300"/>
          <p14:tracePt t="37419" x="3441700" y="2654300"/>
          <p14:tracePt t="37489" x="3448050" y="2647950"/>
          <p14:tracePt t="37581" x="3454400" y="2647950"/>
          <p14:tracePt t="37602" x="3460750" y="2647950"/>
          <p14:tracePt t="37623" x="3460750" y="2641600"/>
          <p14:tracePt t="37630" x="3467100" y="2641600"/>
          <p14:tracePt t="37652" x="3473450" y="2641600"/>
          <p14:tracePt t="37671" x="3479800" y="2641600"/>
          <p14:tracePt t="37700" x="3486150" y="2641600"/>
          <p14:tracePt t="37714" x="3492500" y="2641600"/>
          <p14:tracePt t="37721" x="3498850" y="2641600"/>
          <p14:tracePt t="37737" x="3505200" y="2641600"/>
          <p14:tracePt t="37757" x="3511550" y="2641600"/>
          <p14:tracePt t="37766" x="3517900" y="2641600"/>
          <p14:tracePt t="37791" x="3524250" y="2641600"/>
          <p14:tracePt t="37805" x="3530600" y="2641600"/>
          <p14:tracePt t="37816" x="3536950" y="2641600"/>
          <p14:tracePt t="37833" x="3549650" y="2641600"/>
          <p14:tracePt t="37849" x="3562350" y="2641600"/>
          <p14:tracePt t="37866" x="3581400" y="2641600"/>
          <p14:tracePt t="37883" x="3613150" y="2641600"/>
          <p14:tracePt t="37899" x="3638550" y="2641600"/>
          <p14:tracePt t="37916" x="3676650" y="2641600"/>
          <p14:tracePt t="37932" x="3733800" y="2641600"/>
          <p14:tracePt t="37949" x="3765550" y="2641600"/>
          <p14:tracePt t="37967" x="3822700" y="2647950"/>
          <p14:tracePt t="37982" x="3886200" y="2647950"/>
          <p14:tracePt t="37999" x="3905250" y="2647950"/>
          <p14:tracePt t="38016" x="3962400" y="2647950"/>
          <p14:tracePt t="38032" x="3994150" y="2647950"/>
          <p14:tracePt t="38049" x="4038600" y="2647950"/>
          <p14:tracePt t="38066" x="4064000" y="2647950"/>
          <p14:tracePt t="38082" x="4076700" y="2647950"/>
          <p14:tracePt t="38099" x="4102100" y="2654300"/>
          <p14:tracePt t="38115" x="4114800" y="2654300"/>
          <p14:tracePt t="38132" x="4121150" y="2654300"/>
          <p14:tracePt t="38149" x="4127500" y="2654300"/>
          <p14:tracePt t="38165" x="4133850" y="2654300"/>
          <p14:tracePt t="38233" x="4133850" y="2647950"/>
          <p14:tracePt t="38254" x="4133850" y="2641600"/>
          <p14:tracePt t="38297" x="4127500" y="2641600"/>
          <p14:tracePt t="38303" x="4121150" y="2635250"/>
          <p14:tracePt t="38318" x="4114800" y="2628900"/>
          <p14:tracePt t="38332" x="4102100" y="2628900"/>
          <p14:tracePt t="38348" x="4070350" y="2622550"/>
          <p14:tracePt t="38365" x="4051300" y="2616200"/>
          <p14:tracePt t="38381" x="3968750" y="2597150"/>
          <p14:tracePt t="38398" x="3886200" y="2590800"/>
          <p14:tracePt t="38415" x="3835400" y="2590800"/>
          <p14:tracePt t="38431" x="3746500" y="2578100"/>
          <p14:tracePt t="38447" x="3663950" y="2578100"/>
          <p14:tracePt t="38465" x="3600450" y="2578100"/>
          <p14:tracePt t="38481" x="3568700" y="2578100"/>
          <p14:tracePt t="38497" x="3530600" y="2584450"/>
          <p14:tracePt t="38515" x="3505200" y="2584450"/>
          <p14:tracePt t="38531" x="3492500" y="2584450"/>
          <p14:tracePt t="38547" x="3473450" y="2584450"/>
          <p14:tracePt t="38564" x="3467100" y="2584450"/>
          <p14:tracePt t="38669" x="3460750" y="2584450"/>
          <p14:tracePt t="38795" x="3454400" y="2584450"/>
          <p14:tracePt t="38823" x="3448050" y="2584450"/>
          <p14:tracePt t="38837" x="3435350" y="2584450"/>
          <p14:tracePt t="38844" x="3422650" y="2584450"/>
          <p14:tracePt t="38858" x="3409950" y="2584450"/>
          <p14:tracePt t="38866" x="3378200" y="2571750"/>
          <p14:tracePt t="38882" x="3340100" y="2565400"/>
          <p14:tracePt t="38896" x="3232150" y="2527300"/>
          <p14:tracePt t="38913" x="3162300" y="2508250"/>
          <p14:tracePt t="38929" x="3016250" y="2463800"/>
          <p14:tracePt t="38946" x="2946400" y="2444750"/>
          <p14:tracePt t="38963" x="2736850" y="2387600"/>
          <p14:tracePt t="38979" x="2673350" y="2374900"/>
          <p14:tracePt t="38996" x="2603500" y="2355850"/>
          <p14:tracePt t="39013" x="2438400" y="2311400"/>
          <p14:tracePt t="39029" x="2387600" y="2311400"/>
          <p14:tracePt t="39046" x="2324100" y="2298700"/>
          <p14:tracePt t="39062" x="2216150" y="2286000"/>
          <p14:tracePt t="39079" x="2108200" y="2273300"/>
          <p14:tracePt t="39095" x="2057400" y="2266950"/>
          <p14:tracePt t="39112" x="1962150" y="2260600"/>
          <p14:tracePt t="39129" x="1898650" y="2260600"/>
          <p14:tracePt t="39146" x="1866900" y="2260600"/>
          <p14:tracePt t="39162" x="1854200" y="2260600"/>
          <p14:tracePt t="39178" x="1828800" y="2260600"/>
          <p14:tracePt t="39195" x="1809750" y="2260600"/>
          <p14:tracePt t="39212" x="1803400" y="2260600"/>
          <p14:tracePt t="39229" x="1797050" y="2260600"/>
          <p14:tracePt t="39245" x="1771650" y="2254250"/>
          <p14:tracePt t="39261" x="1758950" y="2247900"/>
          <p14:tracePt t="39279" x="1746250" y="2241550"/>
          <p14:tracePt t="39294" x="1727200" y="2235200"/>
          <p14:tracePt t="39311" x="1708150" y="2222500"/>
          <p14:tracePt t="39329" x="1701800" y="2216150"/>
          <p14:tracePt t="39361" x="1682750" y="2216150"/>
          <p14:tracePt t="39378" x="1676400" y="2216150"/>
          <p14:tracePt t="39394" x="1670050" y="2216150"/>
          <p14:tracePt t="39412" x="1663700" y="2216150"/>
          <p14:tracePt t="39455" x="1657350" y="2216150"/>
          <p14:tracePt t="39490" x="1651000" y="2216150"/>
          <p14:tracePt t="39525" x="1644650" y="2216150"/>
          <p14:tracePt t="39588" x="1644650" y="2222500"/>
          <p14:tracePt t="39595" x="1644650" y="2228850"/>
          <p14:tracePt t="39616" x="1651000" y="2228850"/>
          <p14:tracePt t="39630" x="1657350" y="2228850"/>
          <p14:tracePt t="39651" x="1663700" y="2228850"/>
          <p14:tracePt t="39658" x="1670050" y="2228850"/>
          <p14:tracePt t="39679" x="1682750" y="2228850"/>
          <p14:tracePt t="39686" x="1701800" y="2228850"/>
          <p14:tracePt t="39700" x="1733550" y="2235200"/>
          <p14:tracePt t="39709" x="1771650" y="2235200"/>
          <p14:tracePt t="39726" x="1822450" y="2235200"/>
          <p14:tracePt t="39743" x="1987550" y="2235200"/>
          <p14:tracePt t="39760" x="2203450" y="2235200"/>
          <p14:tracePt t="39777" x="2432050" y="2235200"/>
          <p14:tracePt t="39793" x="2546350" y="2235200"/>
          <p14:tracePt t="39810" x="2711450" y="2228850"/>
          <p14:tracePt t="39827" x="2800350" y="2228850"/>
          <p14:tracePt t="39843" x="2832100" y="2228850"/>
          <p14:tracePt t="39860" x="2851150" y="2228850"/>
          <p14:tracePt t="39877" x="2870200" y="2228850"/>
          <p14:tracePt t="39918" x="2863850" y="2228850"/>
          <p14:tracePt t="39932" x="2863850" y="2241550"/>
          <p14:tracePt t="39942" x="2857500" y="2247900"/>
          <p14:tracePt t="41074" x="2844800" y="2266950"/>
          <p14:tracePt t="41081" x="2813050" y="2305050"/>
          <p14:tracePt t="41095" x="2787650" y="2349500"/>
          <p14:tracePt t="41105" x="2755900" y="2393950"/>
          <p14:tracePt t="41123" x="2692400" y="2508250"/>
          <p14:tracePt t="41138" x="2660650" y="2603500"/>
          <p14:tracePt t="41155" x="2578100" y="2813050"/>
          <p14:tracePt t="41172" x="2559050" y="2914650"/>
          <p14:tracePt t="41188" x="2495550" y="3098800"/>
          <p14:tracePt t="41205" x="2457450" y="3257550"/>
          <p14:tracePt t="41221" x="2419350" y="3390900"/>
          <p14:tracePt t="41238" x="2419350" y="3454400"/>
          <p14:tracePt t="41255" x="2387600" y="3562350"/>
          <p14:tracePt t="41271" x="2355850" y="3657600"/>
          <p14:tracePt t="41288" x="2336800" y="3714750"/>
          <p14:tracePt t="41305" x="2292350" y="3803650"/>
          <p14:tracePt t="41321" x="2247900" y="3879850"/>
          <p14:tracePt t="41337" x="2235200" y="3911600"/>
          <p14:tracePt t="41355" x="2203450" y="3962400"/>
          <p14:tracePt t="41371" x="2197100" y="3975100"/>
          <p14:tracePt t="41387" x="2178050" y="3994150"/>
          <p14:tracePt t="41404" x="2171700" y="3994150"/>
          <p14:tracePt t="41421" x="2165350" y="3994150"/>
          <p14:tracePt t="41438" x="2152650" y="4000500"/>
          <p14:tracePt t="41470" x="2146300" y="4006850"/>
          <p14:tracePt t="41488" x="2127250" y="4006850"/>
          <p14:tracePt t="41504" x="2101850" y="4006850"/>
          <p14:tracePt t="41520" x="2089150" y="4006850"/>
          <p14:tracePt t="41537" x="2076450" y="3994150"/>
          <p14:tracePt t="41553" x="2057400" y="3981450"/>
          <p14:tracePt t="41571" x="2044700" y="3975100"/>
          <p14:tracePt t="41587" x="2025650" y="3949700"/>
          <p14:tracePt t="41603" x="2006600" y="3924300"/>
          <p14:tracePt t="41621" x="1974850" y="3879850"/>
          <p14:tracePt t="41636" x="1962150" y="3848100"/>
          <p14:tracePt t="41653" x="1943100" y="3816350"/>
          <p14:tracePt t="41670" x="1917700" y="3727450"/>
          <p14:tracePt t="41686" x="1911350" y="3695700"/>
          <p14:tracePt t="41703" x="1911350" y="3676650"/>
          <p14:tracePt t="41720" x="1911350" y="3657600"/>
          <p14:tracePt t="41736" x="1905000" y="3644900"/>
          <p14:tracePt t="41769" x="1898650" y="3638550"/>
          <p14:tracePt t="41965" x="1898650" y="3644900"/>
          <p14:tracePt t="42014" x="1898650" y="3651250"/>
          <p14:tracePt t="42084" x="1905000" y="3651250"/>
          <p14:tracePt t="42126" x="1911350" y="3651250"/>
          <p14:tracePt t="42154" x="1924050" y="3651250"/>
          <p14:tracePt t="42161" x="1930400" y="3651250"/>
          <p14:tracePt t="42181" x="1936750" y="3651250"/>
          <p14:tracePt t="42196" x="1936750" y="3644900"/>
          <p14:tracePt t="42218" x="1949450" y="3644900"/>
          <p14:tracePt t="42224" x="1955800" y="3644900"/>
          <p14:tracePt t="42234" x="1968500" y="3644900"/>
          <p14:tracePt t="42252" x="1993900" y="3632200"/>
          <p14:tracePt t="42267" x="2012950" y="3632200"/>
          <p14:tracePt t="42284" x="2044700" y="3619500"/>
          <p14:tracePt t="42302" x="2133600" y="3594100"/>
          <p14:tracePt t="42318" x="2178050" y="3581400"/>
          <p14:tracePt t="42335" x="2216150" y="3562350"/>
          <p14:tracePt t="42351" x="2292350" y="3536950"/>
          <p14:tracePt t="42367" x="2387600" y="3492500"/>
          <p14:tracePt t="42384" x="2444750" y="3473450"/>
          <p14:tracePt t="42401" x="2565400" y="3454400"/>
          <p14:tracePt t="42417" x="2660650" y="3441700"/>
          <p14:tracePt t="42435" x="2736850" y="3429000"/>
          <p14:tracePt t="42451" x="2768600" y="3429000"/>
          <p14:tracePt t="42467" x="2832100" y="3429000"/>
          <p14:tracePt t="42484" x="2857500" y="3429000"/>
          <p14:tracePt t="42500" x="2908300" y="3441700"/>
          <p14:tracePt t="42517" x="2940050" y="3435350"/>
          <p14:tracePt t="42534" x="2971800" y="3435350"/>
          <p14:tracePt t="42550" x="2978150" y="3435350"/>
          <p14:tracePt t="42567" x="2984500" y="3435350"/>
          <p14:tracePt t="42583" x="2997200" y="3429000"/>
          <p14:tracePt t="42638" x="2997200" y="3422650"/>
          <p14:tracePt t="42645" x="2990850" y="3422650"/>
          <p14:tracePt t="42653" x="2984500" y="3422650"/>
          <p14:tracePt t="42669" x="2978150" y="3422650"/>
          <p14:tracePt t="42683" x="2971800" y="3429000"/>
          <p14:tracePt t="42700" x="2965450" y="3429000"/>
          <p14:tracePt t="42716" x="2952750" y="3435350"/>
          <p14:tracePt t="42733" x="2940050" y="3435350"/>
          <p14:tracePt t="42751" x="2895600" y="3435350"/>
          <p14:tracePt t="42765" x="2806700" y="3435350"/>
          <p14:tracePt t="42782" x="2730500" y="3429000"/>
          <p14:tracePt t="42800" x="2552700" y="3416300"/>
          <p14:tracePt t="42816" x="2362200" y="3409950"/>
          <p14:tracePt t="42832" x="2279650" y="3397250"/>
          <p14:tracePt t="42849" x="2152650" y="3397250"/>
          <p14:tracePt t="42866" x="2076450" y="3397250"/>
          <p14:tracePt t="42882" x="2051050" y="3397250"/>
          <p14:tracePt t="42899" x="2032000" y="3397250"/>
          <p14:tracePt t="42947" x="2044700" y="3397250"/>
          <p14:tracePt t="42953" x="2070100" y="3397250"/>
          <p14:tracePt t="42968" x="2089150" y="3397250"/>
          <p14:tracePt t="42982" x="2108200" y="3403600"/>
          <p14:tracePt t="42998" x="2209800" y="3403600"/>
          <p14:tracePt t="43015" x="2298700" y="3403600"/>
          <p14:tracePt t="43032" x="2514600" y="3416300"/>
          <p14:tracePt t="43048" x="2781300" y="3429000"/>
          <p14:tracePt t="43066" x="3073400" y="3448050"/>
          <p14:tracePt t="43082" x="3213100" y="3460750"/>
          <p14:tracePt t="43099" x="3454400" y="3460750"/>
          <p14:tracePt t="43115" x="3657600" y="3448050"/>
          <p14:tracePt t="43131" x="3733800" y="3435350"/>
          <p14:tracePt t="43148" x="3841750" y="3416300"/>
          <p14:tracePt t="43165" x="3949700" y="3416300"/>
          <p14:tracePt t="43182" x="3975100" y="3416300"/>
          <p14:tracePt t="43200" x="4032250" y="3416300"/>
          <p14:tracePt t="43215" x="4070350" y="3416300"/>
          <p14:tracePt t="43231" x="4095750" y="3416300"/>
          <p14:tracePt t="43249" x="4133850" y="3416300"/>
          <p14:tracePt t="43264" x="4152900" y="3416300"/>
          <p14:tracePt t="43281" x="4197350" y="3403600"/>
          <p14:tracePt t="43298" x="4235450" y="3397250"/>
          <p14:tracePt t="43314" x="4260850" y="3397250"/>
          <p14:tracePt t="43331" x="4292600" y="3390900"/>
          <p14:tracePt t="43347" x="4318000" y="3390900"/>
          <p14:tracePt t="43364" x="4330700" y="3390900"/>
          <p14:tracePt t="43367" x="4343400" y="3390900"/>
          <p14:tracePt t="43397" x="4362450" y="3390900"/>
          <p14:tracePt t="43431" x="4368800" y="3390900"/>
          <p14:tracePt t="43494" x="4362450" y="3390900"/>
          <p14:tracePt t="43508" x="4349750" y="3384550"/>
          <p14:tracePt t="43517" x="4337050" y="3384550"/>
          <p14:tracePt t="43531" x="4311650" y="3384550"/>
          <p14:tracePt t="43547" x="4279900" y="3384550"/>
          <p14:tracePt t="43564" x="4184650" y="3378200"/>
          <p14:tracePt t="43580" x="4038600" y="3365500"/>
          <p14:tracePt t="43597" x="3975100" y="3365500"/>
          <p14:tracePt t="43614" x="3860800" y="3365500"/>
          <p14:tracePt t="43630" x="3790950" y="3365500"/>
          <p14:tracePt t="43646" x="3771900" y="3365500"/>
          <p14:tracePt t="43663" x="3740150" y="3365500"/>
          <p14:tracePt t="43680" x="3727450" y="3371850"/>
          <p14:tracePt t="43713" x="3740150" y="3378200"/>
          <p14:tracePt t="43729" x="3752850" y="3378200"/>
          <p14:tracePt t="43747" x="3790950" y="3378200"/>
          <p14:tracePt t="43762" x="3816350" y="3378200"/>
          <p14:tracePt t="43779" x="3873500" y="3378200"/>
          <p14:tracePt t="43796" x="3956050" y="3384550"/>
          <p14:tracePt t="43813" x="4006850" y="3384550"/>
          <p14:tracePt t="43829" x="4064000" y="3397250"/>
          <p14:tracePt t="43846" x="4216400" y="3397250"/>
          <p14:tracePt t="43862" x="4241800" y="3397250"/>
          <p14:tracePt t="43879" x="4273550" y="3397250"/>
          <p14:tracePt t="43882" x="4286250" y="3397250"/>
          <p14:tracePt t="43895" x="4298950" y="3397250"/>
          <p14:tracePt t="43912" x="4311650" y="3397250"/>
          <p14:tracePt t="43929" x="4318000" y="3397250"/>
          <p14:tracePt t="44042" x="4311650" y="3397250"/>
          <p14:tracePt t="44070" x="4305300" y="3397250"/>
          <p14:tracePt t="44091" x="4298950" y="3403600"/>
          <p14:tracePt t="44098" x="4292600" y="3403600"/>
          <p14:tracePt t="44114" x="4279900" y="3403600"/>
          <p14:tracePt t="44128" x="4248150" y="3409950"/>
          <p14:tracePt t="44144" x="4222750" y="3416300"/>
          <p14:tracePt t="44161" x="4076700" y="3454400"/>
          <p14:tracePt t="44178" x="3981450" y="3486150"/>
          <p14:tracePt t="44194" x="3740150" y="3549650"/>
          <p14:tracePt t="44211" x="3441700" y="3619500"/>
          <p14:tracePt t="44228" x="3289300" y="3651250"/>
          <p14:tracePt t="44245" x="3028950" y="3714750"/>
          <p14:tracePt t="44261" x="2787650" y="3759200"/>
          <p14:tracePt t="44277" x="2686050" y="3778250"/>
          <p14:tracePt t="44295" x="2489200" y="3822700"/>
          <p14:tracePt t="44311" x="2311400" y="3829050"/>
          <p14:tracePt t="44327" x="2222500" y="3841750"/>
          <p14:tracePt t="44344" x="2063750" y="3835400"/>
          <p14:tracePt t="44360" x="1924050" y="3829050"/>
          <p14:tracePt t="44377" x="1847850" y="3829050"/>
          <p14:tracePt t="44394" x="1714500" y="3816350"/>
          <p14:tracePt t="44410" x="1600200" y="3816350"/>
          <p14:tracePt t="44428" x="1460500" y="3810000"/>
          <p14:tracePt t="44443" x="1397000" y="3810000"/>
          <p14:tracePt t="44460" x="1320800" y="3797300"/>
          <p14:tracePt t="44477" x="1136650" y="3790950"/>
          <p14:tracePt t="44493" x="1060450" y="3790950"/>
          <p14:tracePt t="44510" x="984250" y="3797300"/>
          <p14:tracePt t="44527" x="850900" y="3803650"/>
          <p14:tracePt t="44543" x="723900" y="3822700"/>
          <p14:tracePt t="44560" x="654050" y="3829050"/>
          <p14:tracePt t="44576" x="533400" y="3860800"/>
          <p14:tracePt t="44593" x="412750" y="3886200"/>
          <p14:tracePt t="44610" x="349250" y="3898900"/>
          <p14:tracePt t="44626" x="241300" y="3930650"/>
          <p14:tracePt t="44643" x="190500" y="3943350"/>
          <p14:tracePt t="44660" x="184150" y="3943350"/>
          <p14:tracePt t="45053" x="209550" y="3943350"/>
          <p14:tracePt t="45060" x="285750" y="3943350"/>
          <p14:tracePt t="45074" x="381000" y="3956050"/>
          <p14:tracePt t="45081" x="520700" y="3968750"/>
          <p14:tracePt t="45091" x="673100" y="3975100"/>
          <p14:tracePt t="45108" x="838200" y="3987800"/>
          <p14:tracePt t="45124" x="1143000" y="4013200"/>
          <p14:tracePt t="45141" x="1270000" y="4032250"/>
          <p14:tracePt t="45158" x="1574800" y="4051300"/>
          <p14:tracePt t="45174" x="1631950" y="4051300"/>
          <p14:tracePt t="45191" x="1670050" y="4051300"/>
          <p14:tracePt t="45208" x="1695450" y="4051300"/>
          <p14:tracePt t="45224" x="1701800" y="4044950"/>
          <p14:tracePt t="45432" x="1771650" y="4044950"/>
          <p14:tracePt t="45439" x="1873250" y="4044950"/>
          <p14:tracePt t="45454" x="1968500" y="4044950"/>
          <p14:tracePt t="45460" x="2095500" y="4032250"/>
          <p14:tracePt t="45476" x="2197100" y="4032250"/>
          <p14:tracePt t="45490" x="2286000" y="4032250"/>
          <p14:tracePt t="45506" x="2444750" y="4025900"/>
          <p14:tracePt t="45524" x="2514600" y="4000500"/>
          <p14:tracePt t="45539" x="2533650" y="4000500"/>
          <p14:tracePt t="45556" x="2559050" y="3987800"/>
          <p14:tracePt t="45573" x="2565400" y="3987800"/>
          <p14:tracePt t="45706" x="2578100" y="3987800"/>
          <p14:tracePt t="45713" x="2584450" y="3987800"/>
          <p14:tracePt t="45722" x="2603500" y="3987800"/>
          <p14:tracePt t="45739" x="2616200" y="3987800"/>
          <p14:tracePt t="45756" x="2654300" y="3987800"/>
          <p14:tracePt t="45772" x="2692400" y="3987800"/>
          <p14:tracePt t="45789" x="2774950" y="3987800"/>
          <p14:tracePt t="45806" x="2882900" y="4006850"/>
          <p14:tracePt t="45822" x="2946400" y="4019550"/>
          <p14:tracePt t="45840" x="3054350" y="4025900"/>
          <p14:tracePt t="45855" x="3143250" y="4032250"/>
          <p14:tracePt t="45872" x="3194050" y="4032250"/>
          <p14:tracePt t="45889" x="3289300" y="4032250"/>
          <p14:tracePt t="45905" x="3390900" y="4032250"/>
          <p14:tracePt t="45922" x="3441700" y="4032250"/>
          <p14:tracePt t="45939" x="3511550" y="4032250"/>
          <p14:tracePt t="45955" x="3568700" y="4032250"/>
          <p14:tracePt t="45972" x="3594100" y="4032250"/>
          <p14:tracePt t="45988" x="3638550" y="4032250"/>
          <p14:tracePt t="46005" x="3663950" y="4032250"/>
          <p14:tracePt t="46022" x="3721100" y="4044950"/>
          <p14:tracePt t="46038" x="3752850" y="4044950"/>
          <p14:tracePt t="46055" x="3790950" y="4044950"/>
          <p14:tracePt t="46071" x="3898900" y="4051300"/>
          <p14:tracePt t="46088" x="3937000" y="4051300"/>
          <p14:tracePt t="46104" x="3981450" y="4032250"/>
          <p14:tracePt t="48056" x="3968750" y="4057650"/>
          <p14:tracePt t="48070" x="3956050" y="4089400"/>
          <p14:tracePt t="48077" x="3937000" y="4121150"/>
          <p14:tracePt t="48091" x="3917950" y="4152900"/>
          <p14:tracePt t="48101" x="3905250" y="4184650"/>
          <p14:tracePt t="48114" x="3886200" y="4216400"/>
          <p14:tracePt t="48131" x="3860800" y="4279900"/>
          <p14:tracePt t="48148" x="3822700" y="4330700"/>
          <p14:tracePt t="48164" x="3810000" y="4356100"/>
          <p14:tracePt t="48181" x="3778250" y="4413250"/>
          <p14:tracePt t="48197" x="3740150" y="4489450"/>
          <p14:tracePt t="48214" x="3727450" y="4521200"/>
          <p14:tracePt t="48231" x="3695700" y="4572000"/>
          <p14:tracePt t="48247" x="3689350" y="4603750"/>
          <p14:tracePt t="48264" x="3663950" y="4667250"/>
          <p14:tracePt t="48281" x="3644900" y="4692650"/>
          <p14:tracePt t="48297" x="3638550" y="4705350"/>
          <p14:tracePt t="48313" x="3632200" y="4724400"/>
          <p14:tracePt t="48330" x="3625850" y="4730750"/>
          <p14:tracePt t="48463" x="3625850" y="4737100"/>
          <p14:tracePt t="48519" x="3619500" y="4743450"/>
          <p14:tracePt t="48540" x="3619500" y="4749800"/>
          <p14:tracePt t="48547" x="3619500" y="4756150"/>
          <p14:tracePt t="48568" x="3613150" y="4762500"/>
          <p14:tracePt t="48582" x="3606800" y="4762500"/>
          <p14:tracePt t="48603" x="3600450" y="4768850"/>
          <p14:tracePt t="48617" x="3600450" y="4775200"/>
          <p14:tracePt t="48631" x="3594100" y="4781550"/>
          <p14:tracePt t="48638" x="3587750" y="4781550"/>
          <p14:tracePt t="48652" x="3587750" y="4787900"/>
          <p14:tracePt t="48662" x="3587750" y="4794250"/>
          <p14:tracePt t="48679" x="3581400" y="4800600"/>
          <p14:tracePt t="48695" x="3562350" y="4819650"/>
          <p14:tracePt t="48712" x="3524250" y="4832350"/>
          <p14:tracePt t="48729" x="3486150" y="4851400"/>
          <p14:tracePt t="48745" x="3460750" y="4857750"/>
          <p14:tracePt t="48762" x="3390900" y="4883150"/>
          <p14:tracePt t="48779" x="3333750" y="4895850"/>
          <p14:tracePt t="48795" x="3282950" y="4895850"/>
          <p14:tracePt t="48811" x="3238500" y="4902200"/>
          <p14:tracePt t="48829" x="3149600" y="4921250"/>
          <p14:tracePt t="48845" x="3124200" y="4921250"/>
          <p14:tracePt t="48862" x="3098800" y="4921250"/>
          <p14:tracePt t="48878" x="3067050" y="4921250"/>
          <p14:tracePt t="48895" x="3035300" y="4921250"/>
          <p14:tracePt t="48912" x="3009900" y="4921250"/>
          <p14:tracePt t="48928" x="2997200" y="4921250"/>
          <p14:tracePt t="48945" x="2990850" y="4921250"/>
          <p14:tracePt t="48961" x="2978150" y="4921250"/>
          <p14:tracePt t="48978" x="2965450" y="4921250"/>
          <p14:tracePt t="48994" x="2959100" y="4914900"/>
          <p14:tracePt t="49011" x="2946400" y="4914900"/>
          <p14:tracePt t="49031" x="2940050" y="4908550"/>
          <p14:tracePt t="49081" x="2933700" y="4908550"/>
          <p14:tracePt t="49179" x="2940050" y="4908550"/>
          <p14:tracePt t="49193" x="2946400" y="4908550"/>
          <p14:tracePt t="49200" x="2952750" y="4908550"/>
          <p14:tracePt t="49214" x="2959100" y="4902200"/>
          <p14:tracePt t="49227" x="2971800" y="4902200"/>
          <p14:tracePt t="49244" x="3003550" y="4902200"/>
          <p14:tracePt t="49260" x="3041650" y="4902200"/>
          <p14:tracePt t="49277" x="3143250" y="4902200"/>
          <p14:tracePt t="49293" x="3295650" y="4908550"/>
          <p14:tracePt t="49310" x="3384550" y="4914900"/>
          <p14:tracePt t="49327" x="3556000" y="4927600"/>
          <p14:tracePt t="49344" x="3708400" y="4933950"/>
          <p14:tracePt t="49360" x="3759200" y="4946650"/>
          <p14:tracePt t="49377" x="3829050" y="4946650"/>
          <p14:tracePt t="49393" x="3860800" y="4946650"/>
          <p14:tracePt t="49410" x="3879850" y="4953000"/>
          <p14:tracePt t="49502" x="3873500" y="4959350"/>
          <p14:tracePt t="49522" x="3867150" y="4959350"/>
          <p14:tracePt t="49565" x="3860800" y="4959350"/>
          <p14:tracePt t="49614" x="3854450" y="4965700"/>
          <p14:tracePt t="49621" x="3848100" y="4965700"/>
          <p14:tracePt t="49656" x="3848100" y="4972050"/>
          <p14:tracePt t="49684" x="3841750" y="4972050"/>
          <p14:tracePt t="49705" x="3835400" y="4972050"/>
          <p14:tracePt t="49712" x="3835400" y="4978400"/>
          <p14:tracePt t="49733" x="3822700" y="4984750"/>
          <p14:tracePt t="49754" x="3822700" y="4991100"/>
          <p14:tracePt t="49762" x="3816350" y="4997450"/>
          <p14:tracePt t="49782" x="3810000" y="4997450"/>
          <p14:tracePt t="49796" x="3803650" y="5003800"/>
          <p14:tracePt t="49808" x="3797300" y="5010150"/>
          <p14:tracePt t="49825" x="3771900" y="5029200"/>
          <p14:tracePt t="49841" x="3759200" y="5035550"/>
          <p14:tracePt t="49858" x="3721100" y="5073650"/>
          <p14:tracePt t="49875" x="3670300" y="5099050"/>
          <p14:tracePt t="49892" x="3651250" y="5124450"/>
          <p14:tracePt t="49909" x="3594100" y="5162550"/>
          <p14:tracePt t="49925" x="3556000" y="5187950"/>
          <p14:tracePt t="49941" x="3530600" y="5213350"/>
          <p14:tracePt t="49958" x="3511550" y="5232400"/>
          <p14:tracePt t="49974" x="3492500" y="5245100"/>
          <p14:tracePt t="50008" x="3486150" y="5251450"/>
          <p14:tracePt t="50056" x="3486150" y="5257800"/>
          <p14:tracePt t="50091" x="3486150" y="5264150"/>
          <p14:tracePt t="50161" x="3492500" y="5264150"/>
          <p14:tracePt t="50182" x="3498850" y="5270500"/>
          <p14:tracePt t="50204" x="3505200" y="5270500"/>
          <p14:tracePt t="50225" x="3511550" y="5270500"/>
          <p14:tracePt t="50246" x="3517900" y="5270500"/>
          <p14:tracePt t="50294" x="3524250" y="5276850"/>
          <p14:tracePt t="50302" x="3530600" y="5276850"/>
          <p14:tracePt t="50344" x="3536950" y="5283200"/>
          <p14:tracePt t="50358" x="3543300" y="5283200"/>
          <p14:tracePt t="50365" x="3549650" y="5283200"/>
          <p14:tracePt t="50407" x="3556000" y="5289550"/>
          <p14:tracePt t="50414" x="3562350" y="5289550"/>
          <p14:tracePt t="50435" x="3568700" y="5289550"/>
          <p14:tracePt t="50443" x="3575050" y="5289550"/>
          <p14:tracePt t="50459" x="3587750" y="5289550"/>
          <p14:tracePt t="50472" x="3600450" y="5289550"/>
          <p14:tracePt t="50489" x="3632200" y="5308600"/>
          <p14:tracePt t="50506" x="3676650" y="5321300"/>
          <p14:tracePt t="50522" x="3702050" y="5334000"/>
          <p14:tracePt t="50539" x="3759200" y="5340350"/>
          <p14:tracePt t="50555" x="3810000" y="5359400"/>
          <p14:tracePt t="50572" x="3854450" y="5365750"/>
          <p14:tracePt t="50589" x="3892550" y="5372100"/>
          <p14:tracePt t="50605" x="3930650" y="5372100"/>
          <p14:tracePt t="50622" x="3943350" y="5372100"/>
          <p14:tracePt t="50639" x="3975100" y="5372100"/>
          <p14:tracePt t="50655" x="3987800" y="5372100"/>
          <p14:tracePt t="50672" x="3994150" y="5372100"/>
          <p14:tracePt t="50689" x="4000500" y="5372100"/>
          <p14:tracePt t="50705" x="4006850" y="5372100"/>
          <p14:tracePt t="50721" x="4013200" y="5372100"/>
          <p14:tracePt t="50786" x="4019550" y="5372100"/>
          <p14:tracePt t="50793" x="4025900" y="5372100"/>
          <p14:tracePt t="50877" x="4032250" y="5365750"/>
          <p14:tracePt t="50969" x="4038600" y="5365750"/>
          <p14:tracePt t="51003" x="4044950" y="5365750"/>
          <p14:tracePt t="51039" x="4051300" y="5359400"/>
          <p14:tracePt t="51109" x="4057650" y="5353050"/>
          <p14:tracePt t="51116" x="4064000" y="5353050"/>
          <p14:tracePt t="51138" x="4070350" y="5353050"/>
          <p14:tracePt t="51172" x="4083050" y="5353050"/>
          <p14:tracePt t="51200" x="4089400" y="5353050"/>
          <p14:tracePt t="51207" x="4095750" y="5353050"/>
          <p14:tracePt t="51235" x="4095750" y="5346700"/>
          <p14:tracePt t="51249" x="4102100" y="5346700"/>
          <p14:tracePt t="51257" x="4114800" y="5340350"/>
          <p14:tracePt t="51273" x="4127500" y="5334000"/>
          <p14:tracePt t="51286" x="4146550" y="5334000"/>
          <p14:tracePt t="51303" x="4159250" y="5327650"/>
          <p14:tracePt t="51320" x="4203700" y="5314950"/>
          <p14:tracePt t="51336" x="4235450" y="5314950"/>
          <p14:tracePt t="51353" x="4254500" y="5302250"/>
          <p14:tracePt t="51370" x="4292600" y="5289550"/>
          <p14:tracePt t="51386" x="4318000" y="5289550"/>
          <p14:tracePt t="51403" x="4330700" y="5283200"/>
          <p14:tracePt t="51420" x="4356100" y="5276850"/>
          <p14:tracePt t="51436" x="4368800" y="5276850"/>
          <p14:tracePt t="51453" x="4375150" y="5276850"/>
          <p14:tracePt t="51469" x="4381500" y="5276850"/>
          <p14:tracePt t="51485" x="4387850" y="5276850"/>
          <p14:tracePt t="51503" x="4400550" y="5276850"/>
          <p14:tracePt t="51519" x="4406900" y="5276850"/>
          <p14:tracePt t="51552" x="4413250" y="5276850"/>
          <p14:tracePt t="51569" x="4419600" y="5276850"/>
          <p14:tracePt t="51586" x="4432300" y="5276850"/>
          <p14:tracePt t="51602" x="4438650" y="5276850"/>
          <p14:tracePt t="51619" x="4445000" y="5276850"/>
          <p14:tracePt t="51636" x="4457700" y="5276850"/>
          <p14:tracePt t="51652" x="4470400" y="5276850"/>
          <p14:tracePt t="51668" x="4483100" y="5270500"/>
          <p14:tracePt t="51685" x="4508500" y="5270500"/>
          <p14:tracePt t="51702" x="4521200" y="5270500"/>
          <p14:tracePt t="51719" x="4533900" y="5270500"/>
          <p14:tracePt t="51735" x="4540250" y="5270500"/>
          <p14:tracePt t="52140" x="4527550" y="5270500"/>
          <p14:tracePt t="52146" x="4489450" y="5270500"/>
          <p14:tracePt t="52161" x="4451350" y="5270500"/>
          <p14:tracePt t="52170" x="4400550" y="5276850"/>
          <p14:tracePt t="52183" x="4337050" y="5283200"/>
          <p14:tracePt t="52200" x="4279900" y="5283200"/>
          <p14:tracePt t="52217" x="4108450" y="5308600"/>
          <p14:tracePt t="52233" x="4044950" y="5321300"/>
          <p14:tracePt t="52250" x="3987800" y="5340350"/>
          <p14:tracePt t="52267" x="3803650" y="5378450"/>
          <p14:tracePt t="52283" x="3746500" y="5391150"/>
          <p14:tracePt t="52300" x="3695700" y="5410200"/>
          <p14:tracePt t="52316" x="3632200" y="5435600"/>
          <p14:tracePt t="52333" x="3594100" y="5448300"/>
          <p14:tracePt t="52352" x="3556000" y="5467350"/>
          <p14:tracePt t="52367" x="3543300" y="5473700"/>
          <p14:tracePt t="52383" x="3524250" y="5486400"/>
          <p14:tracePt t="52400" x="3498850" y="5492750"/>
          <p14:tracePt t="52433" x="3479800" y="5499100"/>
          <p14:tracePt t="52450" x="3460750" y="5511800"/>
          <p14:tracePt t="52466" x="3454400" y="5518150"/>
          <p14:tracePt t="52470" x="3441700" y="5524500"/>
          <p14:tracePt t="52491" x="3435350" y="5530850"/>
          <p14:tracePt t="52499" x="3429000" y="5537200"/>
          <p14:tracePt t="52515" x="3422650" y="5537200"/>
          <p14:tracePt t="52533" x="3409950" y="5549900"/>
          <p14:tracePt t="52549" x="3403600" y="5549900"/>
          <p14:tracePt t="52566" x="3397250" y="5556250"/>
          <p14:tracePt t="52624" x="3397250" y="5562600"/>
          <p14:tracePt t="52743" x="3403600" y="5562600"/>
          <p14:tracePt t="52750" x="3409950" y="5562600"/>
          <p14:tracePt t="52765" x="3416300" y="5562600"/>
          <p14:tracePt t="52771" x="3422650" y="5556250"/>
          <p14:tracePt t="52781" x="3429000" y="5556250"/>
          <p14:tracePt t="52800" x="3448050" y="5543550"/>
          <p14:tracePt t="52814" x="3473450" y="5537200"/>
          <p14:tracePt t="52831" x="3492500" y="5524500"/>
          <p14:tracePt t="52848" x="3556000" y="5486400"/>
          <p14:tracePt t="52864" x="3575050" y="5480050"/>
          <p14:tracePt t="52881" x="3600450" y="5467350"/>
          <p14:tracePt t="52898" x="3638550" y="5441950"/>
          <p14:tracePt t="52915" x="3676650" y="5429250"/>
          <p14:tracePt t="52931" x="3689350" y="5422900"/>
          <p14:tracePt t="52947" x="3721100" y="5403850"/>
          <p14:tracePt t="52964" x="3740150" y="5397500"/>
          <p14:tracePt t="52982" x="3752850" y="5384800"/>
          <p14:tracePt t="53003" x="3759200" y="5384800"/>
          <p14:tracePt t="53032" x="3765550" y="5384800"/>
          <p14:tracePt t="53059" x="3765550" y="5378450"/>
          <p14:tracePt t="53094" x="3771900" y="5378450"/>
          <p14:tracePt t="53100" x="3778250" y="5378450"/>
          <p14:tracePt t="53122" x="3784600" y="5378450"/>
          <p14:tracePt t="53143" x="3790950" y="5378450"/>
          <p14:tracePt t="53150" x="3797300" y="5372100"/>
          <p14:tracePt t="53185" x="3803650" y="5372100"/>
          <p14:tracePt t="53192" x="3810000" y="5372100"/>
          <p14:tracePt t="53214" x="3816350" y="5372100"/>
          <p14:tracePt t="53234" x="3822700" y="5365750"/>
          <p14:tracePt t="53242" x="3829050" y="5365750"/>
          <p14:tracePt t="53264" x="3835400" y="5365750"/>
          <p14:tracePt t="53291" x="3841750" y="5365750"/>
          <p14:tracePt t="53312" x="3848100" y="5365750"/>
          <p14:tracePt t="53333" x="3854450" y="5359400"/>
          <p14:tracePt t="53361" x="3860800" y="5359400"/>
          <p14:tracePt t="53396" x="3867150" y="5359400"/>
          <p14:tracePt t="57656" x="3860800" y="5276850"/>
          <p14:tracePt t="57664" x="3829050" y="5149850"/>
          <p14:tracePt t="57671" x="3797300" y="5022850"/>
          <p14:tracePt t="57685" x="3778250" y="4895850"/>
          <p14:tracePt t="57698" x="3733800" y="4762500"/>
          <p14:tracePt t="57714" x="3683000" y="4578350"/>
          <p14:tracePt t="57731" x="3657600" y="4502150"/>
          <p14:tracePt t="57748" x="3619500" y="4292600"/>
          <p14:tracePt t="57764" x="3581400" y="4127500"/>
          <p14:tracePt t="57780" x="3498850" y="3651250"/>
          <p14:tracePt t="57798" x="3416300" y="3276600"/>
          <p14:tracePt t="57814" x="3365500" y="3079750"/>
          <p14:tracePt t="57831" x="3352800" y="3003550"/>
          <p14:tracePt t="57847" x="3327400" y="2908300"/>
          <p14:tracePt t="57864" x="3314700" y="2863850"/>
          <p14:tracePt t="57881" x="3308350" y="2794000"/>
          <p14:tracePt t="57897" x="3302000" y="2755900"/>
          <p14:tracePt t="57913" x="3295650" y="2686050"/>
          <p14:tracePt t="57931" x="3282950" y="2641600"/>
          <p14:tracePt t="57947" x="3282950" y="2622550"/>
          <p14:tracePt t="57964" x="3276600" y="2590800"/>
          <p14:tracePt t="57980" x="3270250" y="2565400"/>
          <p14:tracePt t="57997" x="3270250" y="2546350"/>
          <p14:tracePt t="58013" x="3270250" y="2514600"/>
          <p14:tracePt t="58030" x="3282950" y="2470150"/>
          <p14:tracePt t="58047" x="3302000" y="2457450"/>
          <p14:tracePt t="58064" x="3314700" y="2438400"/>
          <p14:tracePt t="58080" x="3333750" y="2419350"/>
          <p14:tracePt t="58097" x="3340100" y="2413000"/>
          <p14:tracePt t="58113" x="3365500" y="2406650"/>
          <p14:tracePt t="58129" x="3371850" y="2406650"/>
          <p14:tracePt t="58146" x="3390900" y="2406650"/>
          <p14:tracePt t="58163" x="3403600" y="2406650"/>
          <p14:tracePt t="58179" x="3409950" y="2406650"/>
          <p14:tracePt t="58196" x="3416300" y="2413000"/>
          <p14:tracePt t="58212" x="3422650" y="2413000"/>
          <p14:tracePt t="58229" x="3429000" y="2413000"/>
          <p14:tracePt t="58246" x="3429000" y="2419350"/>
          <p14:tracePt t="58303" x="3429000" y="2425700"/>
          <p14:tracePt t="58310" x="3422650" y="2425700"/>
          <p14:tracePt t="58331" x="3409950" y="2432050"/>
          <p14:tracePt t="58345" x="3403600" y="2438400"/>
          <p14:tracePt t="58352" x="3390900" y="2438400"/>
          <p14:tracePt t="58362" x="3384550" y="2438400"/>
          <p14:tracePt t="58379" x="3333750" y="2444750"/>
          <p14:tracePt t="58395" x="3302000" y="2444750"/>
          <p14:tracePt t="58412" x="3257550" y="2457450"/>
          <p14:tracePt t="58429" x="3073400" y="2470150"/>
          <p14:tracePt t="58445" x="3016250" y="2482850"/>
          <p14:tracePt t="58462" x="2952750" y="2489200"/>
          <p14:tracePt t="58478" x="2844800" y="2508250"/>
          <p14:tracePt t="58495" x="2774950" y="2514600"/>
          <p14:tracePt t="58512" x="2755900" y="2520950"/>
          <p14:tracePt t="58528" x="2724150" y="2533650"/>
          <p14:tracePt t="58545" x="2705100" y="2533650"/>
          <p14:tracePt t="58564" x="2698750" y="2540000"/>
          <p14:tracePt t="58578" x="2692400" y="2540000"/>
          <p14:tracePt t="58594" x="2686050" y="2540000"/>
          <p14:tracePt t="58653" x="2686050" y="2546350"/>
          <p14:tracePt t="58703" x="2686050" y="2552700"/>
          <p14:tracePt t="58709" x="2692400" y="2552700"/>
          <p14:tracePt t="58723" x="2698750" y="2552700"/>
          <p14:tracePt t="58815" x="2698750" y="2546350"/>
          <p14:tracePt t="58821" x="2686050" y="2546350"/>
          <p14:tracePt t="58836" x="2679700" y="2540000"/>
          <p14:tracePt t="58844" x="2667000" y="2540000"/>
          <p14:tracePt t="58861" x="2641600" y="2533650"/>
          <p14:tracePt t="58877" x="2552700" y="2508250"/>
          <p14:tracePt t="58893" x="2438400" y="2463800"/>
          <p14:tracePt t="58910" x="2374900" y="2457450"/>
          <p14:tracePt t="58927" x="2254250" y="2425700"/>
          <p14:tracePt t="58943" x="2171700" y="2413000"/>
          <p14:tracePt t="58961" x="2139950" y="2400300"/>
          <p14:tracePt t="58977" x="2089150" y="2393950"/>
          <p14:tracePt t="58993" x="2057400" y="2393950"/>
          <p14:tracePt t="59011" x="2032000" y="2393950"/>
          <p14:tracePt t="59026" x="2019300" y="2400300"/>
          <p14:tracePt t="59043" x="2006600" y="2406650"/>
          <p14:tracePt t="59047" x="2000250" y="2413000"/>
          <p14:tracePt t="59061" x="1974850" y="2425700"/>
          <p14:tracePt t="59076" x="1974850" y="2432050"/>
          <p14:tracePt t="59093" x="1962150" y="2438400"/>
          <p14:tracePt t="59110" x="1943100" y="2457450"/>
          <p14:tracePt t="59126" x="1917700" y="2476500"/>
          <p14:tracePt t="59143" x="1905000" y="2482850"/>
          <p14:tracePt t="59160" x="1866900" y="2514600"/>
          <p14:tracePt t="59176" x="1822450" y="2533650"/>
          <p14:tracePt t="59193" x="1797050" y="2540000"/>
          <p14:tracePt t="59209" x="1733550" y="2565400"/>
          <p14:tracePt t="59226" x="1682750" y="2571750"/>
          <p14:tracePt t="59243" x="1638300" y="2571750"/>
          <p14:tracePt t="59260" x="1619250" y="2571750"/>
          <p14:tracePt t="59275" x="1568450" y="2552700"/>
          <p14:tracePt t="59293" x="1524000" y="2540000"/>
          <p14:tracePt t="59309" x="1504950" y="2540000"/>
          <p14:tracePt t="59325" x="1492250" y="2540000"/>
          <p14:tracePt t="59342" x="1441450" y="2540000"/>
          <p14:tracePt t="59360" x="1416050" y="2540000"/>
          <p14:tracePt t="59376" x="1384300" y="2533650"/>
          <p14:tracePt t="59392" x="1365250" y="2527300"/>
          <p14:tracePt t="59408" x="1339850" y="2527300"/>
          <p14:tracePt t="59426" x="1327150" y="2527300"/>
          <p14:tracePt t="59442" x="1314450" y="2520950"/>
          <p14:tracePt t="59482" x="1308100" y="2520950"/>
          <p14:tracePt t="59566" x="1301750" y="2514600"/>
          <p14:tracePt t="59572" x="1295400" y="2508250"/>
          <p14:tracePt t="59587" x="1289050" y="2508250"/>
          <p14:tracePt t="59609" x="1282700" y="2508250"/>
          <p14:tracePt t="59615" x="1276350" y="2501900"/>
          <p14:tracePt t="59636" x="1270000" y="2495550"/>
          <p14:tracePt t="59644" x="1263650" y="2489200"/>
          <p14:tracePt t="59658" x="1250950" y="2482850"/>
          <p14:tracePt t="59674" x="1238250" y="2482850"/>
          <p14:tracePt t="59692" x="1206500" y="2457450"/>
          <p14:tracePt t="59707" x="1193800" y="2451100"/>
          <p14:tracePt t="59724" x="1187450" y="2444750"/>
          <p14:tracePt t="59741" x="1181100" y="2444750"/>
          <p14:tracePt t="59757" x="1174750" y="2438400"/>
          <p14:tracePt t="59875" x="1181100" y="2438400"/>
          <p14:tracePt t="59889" x="1187450" y="2438400"/>
          <p14:tracePt t="59896" x="1193800" y="2438400"/>
          <p14:tracePt t="59907" x="1200150" y="2438400"/>
          <p14:tracePt t="59924" x="1238250" y="2425700"/>
          <p14:tracePt t="59940" x="1257300" y="2425700"/>
          <p14:tracePt t="59956" x="1289050" y="2425700"/>
          <p14:tracePt t="59973" x="1365250" y="2425700"/>
          <p14:tracePt t="59990" x="1384300" y="2425700"/>
          <p14:tracePt t="60008" x="1409700" y="2419350"/>
          <p14:tracePt t="60023" x="1416050" y="2419350"/>
          <p14:tracePt t="60040" x="1422400" y="2419350"/>
          <p14:tracePt t="60085" x="1416050" y="2419350"/>
          <p14:tracePt t="60099" x="1409700" y="2419350"/>
          <p14:tracePt t="60113" x="1397000" y="2419350"/>
          <p14:tracePt t="60127" x="1390650" y="2419350"/>
          <p14:tracePt t="60139" x="1377950" y="2419350"/>
          <p14:tracePt t="60156" x="1358900" y="2419350"/>
          <p14:tracePt t="60172" x="1346200" y="2419350"/>
          <p14:tracePt t="60189" x="1333500" y="2419350"/>
          <p14:tracePt t="60206" x="1320800" y="2425700"/>
          <p14:tracePt t="60239" x="1314450" y="2425700"/>
          <p14:tracePt t="60268" x="1314450" y="2432050"/>
          <p14:tracePt t="60275" x="1320800" y="2432050"/>
          <p14:tracePt t="60296" x="1327150" y="2432050"/>
          <p14:tracePt t="60317" x="1333500" y="2432050"/>
          <p14:tracePt t="60325" x="1346200" y="2432050"/>
          <p14:tracePt t="60339" x="1365250" y="2432050"/>
          <p14:tracePt t="60355" x="1390650" y="2432050"/>
          <p14:tracePt t="60372" x="1422400" y="2425700"/>
          <p14:tracePt t="60388" x="1460500" y="2419350"/>
          <p14:tracePt t="60405" x="1485900" y="2419350"/>
          <p14:tracePt t="60422" x="1498600" y="2413000"/>
          <p14:tracePt t="60438" x="1504950" y="2406650"/>
          <p14:tracePt t="60506" x="1498600" y="2406650"/>
          <p14:tracePt t="60534" x="1492250" y="2406650"/>
          <p14:tracePt t="60590" x="1485900" y="2406650"/>
          <p14:tracePt t="60619" x="1479550" y="2406650"/>
          <p14:tracePt t="60625" x="1479550" y="2413000"/>
          <p14:tracePt t="60641" x="1479550" y="2419350"/>
          <p14:tracePt t="60668" x="1485900" y="2419350"/>
          <p14:tracePt t="60674" x="1492250" y="2419350"/>
          <p14:tracePt t="60717" x="1498600" y="2419350"/>
          <p14:tracePt t="60739" x="1504950" y="2419350"/>
          <p14:tracePt t="60766" x="1511300" y="2413000"/>
          <p14:tracePt t="60788" x="1511300" y="2406650"/>
          <p14:tracePt t="60801" x="1511300" y="2400300"/>
          <p14:tracePt t="60815" x="1511300" y="2393950"/>
          <p14:tracePt t="60829" x="1504950" y="2393950"/>
          <p14:tracePt t="60850" x="1498600" y="2387600"/>
          <p14:tracePt t="60857" x="1492250" y="2387600"/>
          <p14:tracePt t="60873" x="1479550" y="2381250"/>
          <p14:tracePt t="60887" x="1447800" y="2368550"/>
          <p14:tracePt t="60903" x="1428750" y="2362200"/>
          <p14:tracePt t="60921" x="1390650" y="2355850"/>
          <p14:tracePt t="60936" x="1377950" y="2343150"/>
          <p14:tracePt t="60953" x="1339850" y="2336800"/>
          <p14:tracePt t="60970" x="1333500" y="2336800"/>
          <p14:tracePt t="60986" x="1327150" y="2336800"/>
          <p14:tracePt t="61011" x="1327150" y="2343150"/>
          <p14:tracePt t="61026" x="1333500" y="2343150"/>
          <p14:tracePt t="61040" x="1339850" y="2343150"/>
          <p14:tracePt t="61053" x="1346200" y="2343150"/>
          <p14:tracePt t="61069" x="1352550" y="2343150"/>
          <p14:tracePt t="61096" x="1358900" y="2336800"/>
          <p14:tracePt t="61151" x="1358900" y="2330450"/>
          <p14:tracePt t="61159" x="1352550" y="2330450"/>
          <p14:tracePt t="61169" x="1346200" y="2330450"/>
          <p14:tracePt t="61186" x="1339850" y="2330450"/>
          <p14:tracePt t="61202" x="1308100" y="2330450"/>
          <p14:tracePt t="61219" x="1289050" y="2330450"/>
          <p14:tracePt t="61236" x="1238250" y="2330450"/>
          <p14:tracePt t="61252" x="1193800" y="2330450"/>
          <p14:tracePt t="61268" x="1168400" y="2330450"/>
          <p14:tracePt t="61285" x="1130300" y="2336800"/>
          <p14:tracePt t="61302" x="1117600" y="2336800"/>
          <p14:tracePt t="61335" x="1123950" y="2349500"/>
          <p14:tracePt t="61352" x="1136650" y="2349500"/>
          <p14:tracePt t="61369" x="1149350" y="2349500"/>
          <p14:tracePt t="61385" x="1155700" y="2343150"/>
          <p14:tracePt t="61401" x="1174750" y="2343150"/>
          <p14:tracePt t="61419" x="1181100" y="2330450"/>
          <p14:tracePt t="61451" x="1187450" y="2330450"/>
          <p14:tracePt t="61488" x="1187450" y="2324100"/>
          <p14:tracePt t="61621" x="1193800" y="2324100"/>
          <p14:tracePt t="61642" x="1206500" y="2324100"/>
          <p14:tracePt t="61663" x="1219200" y="2324100"/>
          <p14:tracePt t="61692" x="1225550" y="2317750"/>
          <p14:tracePt t="61706" x="1231900" y="2317750"/>
          <p14:tracePt t="61713" x="1238250" y="2311400"/>
          <p14:tracePt t="61741" x="1244600" y="2311400"/>
          <p14:tracePt t="61902" x="1250950" y="2311400"/>
          <p14:tracePt t="61923" x="1263650" y="2311400"/>
          <p14:tracePt t="61944" x="1276350" y="2311400"/>
          <p14:tracePt t="61951" x="1282700" y="2311400"/>
          <p14:tracePt t="61958" x="1295400" y="2311400"/>
          <p14:tracePt t="61972" x="1308100" y="2311400"/>
          <p14:tracePt t="61982" x="1320800" y="2311400"/>
          <p14:tracePt t="62000" x="1333500" y="2317750"/>
          <p14:tracePt t="62016" x="1358900" y="2317750"/>
          <p14:tracePt t="62050" x="1365250" y="2317750"/>
          <p14:tracePt t="62148" x="1358900" y="2317750"/>
          <p14:tracePt t="62169" x="1358900" y="2324100"/>
          <p14:tracePt t="62190" x="1352550" y="2330450"/>
          <p14:tracePt t="62197" x="1352550" y="2336800"/>
          <p14:tracePt t="62239" x="1358900" y="2343150"/>
          <p14:tracePt t="62253" x="1358900" y="2349500"/>
          <p14:tracePt t="62260" x="1371600" y="2355850"/>
          <p14:tracePt t="62273" x="1384300" y="2355850"/>
          <p14:tracePt t="62283" x="1403350" y="2355850"/>
          <p14:tracePt t="62298" x="1428750" y="2362200"/>
          <p14:tracePt t="62316" x="1485900" y="2362200"/>
          <p14:tracePt t="62331" x="1524000" y="2355850"/>
          <p14:tracePt t="62349" x="1581150" y="2349500"/>
          <p14:tracePt t="62365" x="1612900" y="2336800"/>
          <p14:tracePt t="62381" x="1625600" y="2336800"/>
          <p14:tracePt t="62398" x="1631950" y="2336800"/>
          <p14:tracePt t="62415" x="1638300" y="2336800"/>
          <p14:tracePt t="62457" x="1638300" y="2343150"/>
          <p14:tracePt t="62478" x="1631950" y="2349500"/>
          <p14:tracePt t="62499" x="1625600" y="2349500"/>
          <p14:tracePt t="62520" x="1625600" y="2355850"/>
          <p14:tracePt t="62562" x="1631950" y="2362200"/>
          <p14:tracePt t="62576" x="1638300" y="2362200"/>
          <p14:tracePt t="62584" x="1651000" y="2362200"/>
          <p14:tracePt t="62600" x="1657350" y="2362200"/>
          <p14:tracePt t="62615" x="1670050" y="2362200"/>
          <p14:tracePt t="62631" x="1720850" y="2374900"/>
          <p14:tracePt t="62647" x="1790700" y="2387600"/>
          <p14:tracePt t="62664" x="1822450" y="2387600"/>
          <p14:tracePt t="62681" x="1873250" y="2393950"/>
          <p14:tracePt t="62697" x="1885950" y="2393950"/>
          <p14:tracePt t="62713" x="1905000" y="2393950"/>
          <p14:tracePt t="62731" x="1905000" y="2387600"/>
          <p14:tracePt t="62764" x="1917700" y="2381250"/>
          <p14:tracePt t="62780" x="1924050" y="2381250"/>
          <p14:tracePt t="62797" x="1930400" y="2381250"/>
          <p14:tracePt t="62814" x="1943100" y="2381250"/>
          <p14:tracePt t="62831" x="1962150" y="2381250"/>
          <p14:tracePt t="62846" x="2006600" y="2381250"/>
          <p14:tracePt t="62864" x="2070100" y="2381250"/>
          <p14:tracePt t="62880" x="2108200" y="2381250"/>
          <p14:tracePt t="62897" x="2139950" y="2381250"/>
          <p14:tracePt t="62913" x="2216150" y="2381250"/>
          <p14:tracePt t="62930" x="2228850" y="2381250"/>
          <p14:tracePt t="62946" x="2247900" y="2374900"/>
          <p14:tracePt t="62963" x="2266950" y="2368550"/>
          <p14:tracePt t="62980" x="2273300" y="2355850"/>
          <p14:tracePt t="62998" x="2279650" y="2355850"/>
          <p14:tracePt t="63029" x="2286000" y="2355850"/>
          <p14:tracePt t="63046" x="2292350" y="2355850"/>
          <p14:tracePt t="63062" x="2298700" y="2355850"/>
          <p14:tracePt t="63079" x="2305050" y="2355850"/>
          <p14:tracePt t="63096" x="2317750" y="2355850"/>
          <p14:tracePt t="63113" x="2324100" y="2355850"/>
          <p14:tracePt t="63129" x="2343150" y="2355850"/>
          <p14:tracePt t="63145" x="2387600" y="2362200"/>
          <p14:tracePt t="63162" x="2406650" y="2362200"/>
          <p14:tracePt t="63179" x="2463800" y="2362200"/>
          <p14:tracePt t="63196" x="2533650" y="2362200"/>
          <p14:tracePt t="63212" x="2571750" y="2362200"/>
          <p14:tracePt t="63229" x="2660650" y="2362200"/>
          <p14:tracePt t="63245" x="2698750" y="2374900"/>
          <p14:tracePt t="63262" x="2794000" y="2381250"/>
          <p14:tracePt t="63279" x="2863850" y="2400300"/>
          <p14:tracePt t="63295" x="2895600" y="2400300"/>
          <p14:tracePt t="63313" x="2921000" y="2400300"/>
          <p14:tracePt t="63328" x="2965450" y="2406650"/>
          <p14:tracePt t="63345" x="2990850" y="2413000"/>
          <p14:tracePt t="63362" x="3003550" y="2413000"/>
          <p14:tracePt t="63378" x="3009900" y="2413000"/>
          <p14:tracePt t="63418" x="3009900" y="2406650"/>
          <p14:tracePt t="63510" x="3003550" y="2406650"/>
          <p14:tracePt t="63552" x="2997200" y="2406650"/>
          <p14:tracePt t="63558" x="2990850" y="2406650"/>
          <p14:tracePt t="63622" x="2984500" y="2406650"/>
          <p14:tracePt t="63734" x="2984500" y="2400300"/>
          <p14:tracePt t="63755" x="2990850" y="2400300"/>
          <p14:tracePt t="63769" x="3003550" y="2400300"/>
          <p14:tracePt t="63790" x="3016250" y="2400300"/>
          <p14:tracePt t="63797" x="3028950" y="2400300"/>
          <p14:tracePt t="63813" x="3035300" y="2400300"/>
          <p14:tracePt t="63826" x="3067050" y="2393950"/>
          <p14:tracePt t="63843" x="3136900" y="2387600"/>
          <p14:tracePt t="63861" x="3225800" y="2374900"/>
          <p14:tracePt t="63876" x="3257550" y="2374900"/>
          <p14:tracePt t="63893" x="3295650" y="2368550"/>
          <p14:tracePt t="63910" x="3346450" y="2355850"/>
          <p14:tracePt t="63926" x="3371850" y="2343150"/>
          <p14:tracePt t="63943" x="3384550" y="2343150"/>
          <p14:tracePt t="63960" x="3390900" y="2336800"/>
          <p14:tracePt t="63976" x="3390900" y="2330450"/>
          <p14:tracePt t="64205" x="3397250" y="2330450"/>
          <p14:tracePt t="64254" x="3403600" y="2330450"/>
          <p14:tracePt t="64289" x="3409950" y="2330450"/>
          <p14:tracePt t="64331" x="3416300" y="2330450"/>
          <p14:tracePt t="64338" x="3422650" y="2330450"/>
          <p14:tracePt t="64464" x="3422650" y="2336800"/>
          <p14:tracePt t="64485" x="3416300" y="2343150"/>
          <p14:tracePt t="64492" x="3416300" y="2349500"/>
          <p14:tracePt t="64506" x="3409950" y="2349500"/>
          <p14:tracePt t="64513" x="3397250" y="2349500"/>
          <p14:tracePt t="64527" x="3390900" y="2362200"/>
          <p14:tracePt t="64541" x="3371850" y="2368550"/>
          <p14:tracePt t="64557" x="3321050" y="2387600"/>
          <p14:tracePt t="64574" x="3302000" y="2413000"/>
          <p14:tracePt t="64591" x="3232150" y="2444750"/>
          <p14:tracePt t="64607" x="3206750" y="2457450"/>
          <p14:tracePt t="64624" x="3149600" y="2489200"/>
          <p14:tracePt t="64641" x="3117850" y="2501900"/>
          <p14:tracePt t="64657" x="3111500" y="2508250"/>
          <p14:tracePt t="64674" x="3098800" y="2514600"/>
          <p14:tracePt t="64690" x="3092450" y="2514600"/>
          <p14:tracePt t="64707" x="3086100" y="2514600"/>
          <p14:tracePt t="64726" x="3086100" y="2520950"/>
          <p14:tracePt t="64745" x="3086100" y="2527300"/>
          <p14:tracePt t="64775" x="3086100" y="2533650"/>
          <p14:tracePt t="64808" x="3092450" y="2533650"/>
          <p14:tracePt t="64815" x="3098800" y="2533650"/>
          <p14:tracePt t="64829" x="3105150" y="2533650"/>
          <p14:tracePt t="64839" x="3111500" y="2533650"/>
          <p14:tracePt t="64859" x="3124200" y="2527300"/>
          <p14:tracePt t="64873" x="3136900" y="2527300"/>
          <p14:tracePt t="64889" x="3155950" y="2520950"/>
          <p14:tracePt t="64906" x="3206750" y="2514600"/>
          <p14:tracePt t="64923" x="3263900" y="2501900"/>
          <p14:tracePt t="64939" x="3302000" y="2489200"/>
          <p14:tracePt t="64956" x="3352800" y="2482850"/>
          <p14:tracePt t="64972" x="3378200" y="2476500"/>
          <p14:tracePt t="64990" x="3390900" y="2476500"/>
          <p14:tracePt t="65006" x="3403600" y="2476500"/>
          <p14:tracePt t="65075" x="3403600" y="2470150"/>
          <p14:tracePt t="65131" x="3397250" y="2470150"/>
          <p14:tracePt t="65180" x="3390900" y="2470150"/>
          <p14:tracePt t="65215" x="3384550" y="2470150"/>
          <p14:tracePt t="65223" x="3378200" y="2470150"/>
          <p14:tracePt t="65243" x="3371850" y="2470150"/>
          <p14:tracePt t="65264" x="3359150" y="2470150"/>
          <p14:tracePt t="65278" x="3352800" y="2470150"/>
          <p14:tracePt t="65285" x="3346450" y="2476500"/>
          <p14:tracePt t="65306" x="3333750" y="2482850"/>
          <p14:tracePt t="65320" x="3321050" y="2489200"/>
          <p14:tracePt t="65328" x="3308350" y="2495550"/>
          <p14:tracePt t="65338" x="3295650" y="2501900"/>
          <p14:tracePt t="65356" x="3251200" y="2520950"/>
          <p14:tracePt t="65371" x="3238500" y="2540000"/>
          <p14:tracePt t="65388" x="3213100" y="2552700"/>
          <p14:tracePt t="65405" x="3194050" y="2571750"/>
          <p14:tracePt t="65421" x="3175000" y="2584450"/>
          <p14:tracePt t="65438" x="3175000" y="2590800"/>
          <p14:tracePt t="65471" x="3181350" y="2590800"/>
          <p14:tracePt t="65488" x="3200400" y="2590800"/>
          <p14:tracePt t="65504" x="3232150" y="2578100"/>
          <p14:tracePt t="65521" x="3263900" y="2571750"/>
          <p14:tracePt t="65538" x="3346450" y="2552700"/>
          <p14:tracePt t="65554" x="3397250" y="2533650"/>
          <p14:tracePt t="65570" x="3498850" y="2508250"/>
          <p14:tracePt t="65588" x="3594100" y="2489200"/>
          <p14:tracePt t="65604" x="3613150" y="2482850"/>
          <p14:tracePt t="65620" x="3632200" y="2482850"/>
          <p14:tracePt t="65637" x="3657600" y="2476500"/>
          <p14:tracePt t="65653" x="3663950" y="2476500"/>
          <p14:tracePt t="65707" x="3657600" y="2482850"/>
          <p14:tracePt t="65713" x="3651250" y="2482850"/>
          <p14:tracePt t="65734" x="3644900" y="2482850"/>
          <p14:tracePt t="65749" x="3644900" y="2489200"/>
          <p14:tracePt t="65756" x="3638550" y="2495550"/>
          <p14:tracePt t="65771" x="3625850" y="2501900"/>
          <p14:tracePt t="65786" x="3613150" y="2508250"/>
          <p14:tracePt t="65803" x="3575050" y="2540000"/>
          <p14:tracePt t="65820" x="3517900" y="2597150"/>
          <p14:tracePt t="65836" x="3486150" y="2635250"/>
          <p14:tracePt t="65854" x="3416300" y="2692400"/>
          <p14:tracePt t="65870" x="3397250" y="2705100"/>
          <p14:tracePt t="65886" x="3365500" y="2736850"/>
          <p14:tracePt t="65903" x="3352800" y="2749550"/>
          <p14:tracePt t="65919" x="3346450" y="2755900"/>
          <p14:tracePt t="65936" x="3346450" y="2762250"/>
          <p14:tracePt t="65955" x="3346450" y="2768600"/>
          <p14:tracePt t="65987" x="3359150" y="2768600"/>
          <p14:tracePt t="65994" x="3365500" y="2768600"/>
          <p14:tracePt t="66008" x="3378200" y="2768600"/>
          <p14:tracePt t="66019" x="3390900" y="2762250"/>
          <p14:tracePt t="66036" x="3429000" y="2749550"/>
          <p14:tracePt t="66052" x="3460750" y="2743200"/>
          <p14:tracePt t="66069" x="3492500" y="2724150"/>
          <p14:tracePt t="66085" x="3587750" y="2698750"/>
          <p14:tracePt t="66102" x="3670300" y="2686050"/>
          <p14:tracePt t="66119" x="3714750" y="2667000"/>
          <p14:tracePt t="66135" x="3765550" y="2660650"/>
          <p14:tracePt t="66152" x="3778250" y="2660650"/>
          <p14:tracePt t="66170" x="3790950" y="2654300"/>
          <p14:tracePt t="66185" x="3803650" y="2654300"/>
          <p14:tracePt t="66202" x="3810000" y="2654300"/>
          <p14:tracePt t="66234" x="3822700" y="2654300"/>
          <p14:tracePt t="66251" x="3829050" y="2654300"/>
          <p14:tracePt t="66285" x="3835400" y="2654300"/>
          <p14:tracePt t="66301" x="3848100" y="2654300"/>
          <p14:tracePt t="66318" x="3860800" y="2654300"/>
          <p14:tracePt t="66334" x="3873500" y="2654300"/>
          <p14:tracePt t="66353" x="3886200" y="2654300"/>
          <p14:tracePt t="66368" x="3898900" y="2654300"/>
          <p14:tracePt t="66385" x="3917950" y="2654300"/>
          <p14:tracePt t="66402" x="3962400" y="2654300"/>
          <p14:tracePt t="66417" x="4000500" y="2654300"/>
          <p14:tracePt t="66434" x="4025900" y="2660650"/>
          <p14:tracePt t="66451" x="4121150" y="2667000"/>
          <p14:tracePt t="66468" x="4191000" y="2679700"/>
          <p14:tracePt t="66486" x="4235450" y="2686050"/>
          <p14:tracePt t="66501" x="4241800" y="2686050"/>
          <p14:tracePt t="66518" x="4260850" y="2686050"/>
          <p14:tracePt t="66534" x="4267200" y="2686050"/>
          <p14:tracePt t="66567" x="4267200" y="2679700"/>
          <p14:tracePt t="66584" x="4260850" y="2667000"/>
          <p14:tracePt t="66601" x="4254500" y="2667000"/>
          <p14:tracePt t="66618" x="4241800" y="2660650"/>
          <p14:tracePt t="66634" x="4197350" y="2635250"/>
          <p14:tracePt t="66650" x="4152900" y="2622550"/>
          <p14:tracePt t="66667" x="4102100" y="2603500"/>
          <p14:tracePt t="66683" x="3956050" y="2565400"/>
          <p14:tracePt t="66700" x="3784600" y="2520950"/>
          <p14:tracePt t="66718" x="3625850" y="2501900"/>
          <p14:tracePt t="66733" x="3549650" y="2501900"/>
          <p14:tracePt t="66750" x="3397250" y="2482850"/>
          <p14:tracePt t="66767" x="3232150" y="2476500"/>
          <p14:tracePt t="66783" x="3124200" y="2463800"/>
          <p14:tracePt t="66800" x="3035300" y="2451100"/>
          <p14:tracePt t="66817" x="2844800" y="2444750"/>
          <p14:tracePt t="66834" x="2679700" y="2425700"/>
          <p14:tracePt t="66849" x="2590800" y="2413000"/>
          <p14:tracePt t="66866" x="2393950" y="2393950"/>
          <p14:tracePt t="66882" x="2305050" y="2374900"/>
          <p14:tracePt t="66900" x="2146300" y="2343150"/>
          <p14:tracePt t="66916" x="2038350" y="2317750"/>
          <p14:tracePt t="66933" x="2000250" y="2311400"/>
          <p14:tracePt t="66949" x="1911350" y="2273300"/>
          <p14:tracePt t="66965" x="1866900" y="2254250"/>
          <p14:tracePt t="66983" x="1784350" y="2216150"/>
          <p14:tracePt t="66999" x="1695450" y="2178050"/>
          <p14:tracePt t="67016" x="1631950" y="2152650"/>
          <p14:tracePt t="67033" x="1581150" y="2139950"/>
          <p14:tracePt t="67048" x="1562100" y="2139950"/>
          <p14:tracePt t="67065" x="1549400" y="2139950"/>
          <p14:tracePt t="67082" x="1517650" y="2139950"/>
          <p14:tracePt t="67098" x="1492250" y="2139950"/>
          <p14:tracePt t="67115" x="1479550" y="2139950"/>
          <p14:tracePt t="67132" x="1473200" y="2152650"/>
          <p14:tracePt t="67149" x="1460500" y="2159000"/>
          <p14:tracePt t="67165" x="1454150" y="2159000"/>
          <p14:tracePt t="67198" x="1454150" y="2165350"/>
          <p14:tracePt t="67215" x="1479550" y="2165350"/>
          <p14:tracePt t="67231" x="1543050" y="2165350"/>
          <p14:tracePt t="67248" x="1593850" y="2171700"/>
          <p14:tracePt t="67265" x="1784350" y="2171700"/>
          <p14:tracePt t="67281" x="1924050" y="2171700"/>
          <p14:tracePt t="67298" x="2203450" y="2159000"/>
          <p14:tracePt t="67314" x="2470150" y="2133600"/>
          <p14:tracePt t="67331" x="2584450" y="2114550"/>
          <p14:tracePt t="67348" x="2743200" y="2095500"/>
          <p14:tracePt t="67364" x="2800350" y="2082800"/>
          <p14:tracePt t="67381" x="2813050" y="2076450"/>
          <p14:tracePt t="67398" x="2819400" y="2076450"/>
          <p14:tracePt t="67426" x="2813050" y="2076450"/>
          <p14:tracePt t="67448" x="2806700" y="2076450"/>
          <p14:tracePt t="67461" x="2794000" y="2082800"/>
          <p14:tracePt t="67468" x="2787650" y="2089150"/>
          <p14:tracePt t="67484" x="2762250" y="2089150"/>
          <p14:tracePt t="67497" x="2743200" y="2101850"/>
          <p14:tracePt t="67514" x="2647950" y="2127250"/>
          <p14:tracePt t="67531" x="2540000" y="2165350"/>
          <p14:tracePt t="67547" x="2482850" y="2184400"/>
          <p14:tracePt t="67564" x="2438400" y="2203450"/>
          <p14:tracePt t="67580" x="2374900" y="2228850"/>
          <p14:tracePt t="67597" x="2343150" y="2241550"/>
          <p14:tracePt t="67613" x="2330450" y="2247900"/>
          <p14:tracePt t="67630" x="2317750" y="2254250"/>
          <p14:tracePt t="67646" x="2311400" y="2260600"/>
          <p14:tracePt t="67700" x="2324100" y="2260600"/>
          <p14:tracePt t="67707" x="2343150" y="2260600"/>
          <p14:tracePt t="67721" x="2368550" y="2254250"/>
          <p14:tracePt t="67730" x="2400300" y="2254250"/>
          <p14:tracePt t="67746" x="2444750" y="2247900"/>
          <p14:tracePt t="67763" x="2559050" y="2235200"/>
          <p14:tracePt t="67779" x="2616200" y="2228850"/>
          <p14:tracePt t="67796" x="2736850" y="2203450"/>
          <p14:tracePt t="67813" x="2794000" y="2184400"/>
          <p14:tracePt t="67829" x="2800350" y="2184400"/>
          <p14:tracePt t="67846" x="2800350" y="2178050"/>
          <p14:tracePt t="67879" x="2794000" y="2178050"/>
          <p14:tracePt t="67896" x="2762250" y="2184400"/>
          <p14:tracePt t="67912" x="2736850" y="2184400"/>
          <p14:tracePt t="67928" x="2628900" y="2190750"/>
          <p14:tracePt t="67946" x="2451100" y="2209800"/>
          <p14:tracePt t="67962" x="2349500" y="2222500"/>
          <p14:tracePt t="67979" x="2171700" y="2241550"/>
          <p14:tracePt t="67995" x="2089150" y="2254250"/>
          <p14:tracePt t="68012" x="2000250" y="2260600"/>
          <p14:tracePt t="68030" x="1962150" y="2266950"/>
          <p14:tracePt t="68072" x="1962150" y="2273300"/>
          <p14:tracePt t="68086" x="1974850" y="2273300"/>
          <p14:tracePt t="68095" x="1987550" y="2273300"/>
          <p14:tracePt t="68112" x="2019300" y="2273300"/>
          <p14:tracePt t="68128" x="2095500" y="2273300"/>
          <p14:tracePt t="68145" x="2235200" y="2273300"/>
          <p14:tracePt t="68162" x="2324100" y="2273300"/>
          <p14:tracePt t="68177" x="2540000" y="2273300"/>
          <p14:tracePt t="68195" x="2654300" y="2286000"/>
          <p14:tracePt t="68212" x="2857500" y="2286000"/>
          <p14:tracePt t="68228" x="3035300" y="2298700"/>
          <p14:tracePt t="68244" x="3098800" y="2298700"/>
          <p14:tracePt t="68261" x="3168650" y="2298700"/>
          <p14:tracePt t="68277" x="3181350" y="2298700"/>
          <p14:tracePt t="68294" x="3187700" y="2298700"/>
          <p14:tracePt t="68311" x="3175000" y="2298700"/>
          <p14:tracePt t="68327" x="3162300" y="2298700"/>
          <p14:tracePt t="68345" x="3155950" y="2298700"/>
          <p14:tracePt t="68360" x="3136900" y="2298700"/>
          <p14:tracePt t="68377" x="3124200" y="2305050"/>
          <p14:tracePt t="68395" x="3073400" y="2311400"/>
          <p14:tracePt t="68411" x="3035300" y="2317750"/>
          <p14:tracePt t="68427" x="2952750" y="2336800"/>
          <p14:tracePt t="68444" x="2857500" y="2362200"/>
          <p14:tracePt t="68460" x="2813050" y="2368550"/>
          <p14:tracePt t="68477" x="2762250" y="2387600"/>
          <p14:tracePt t="68494" x="2686050" y="2413000"/>
          <p14:tracePt t="68510" x="2635250" y="2432050"/>
          <p14:tracePt t="68527" x="2616200" y="2438400"/>
          <p14:tracePt t="68544" x="2590800" y="2451100"/>
          <p14:tracePt t="68560" x="2578100" y="2457450"/>
          <p14:tracePt t="68577" x="2540000" y="2476500"/>
          <p14:tracePt t="68593" x="2508250" y="2495550"/>
          <p14:tracePt t="68610" x="2489200" y="2501900"/>
          <p14:tracePt t="68626" x="2444750" y="2514600"/>
          <p14:tracePt t="68643" x="2400300" y="2520950"/>
          <p14:tracePt t="68661" x="2368550" y="2527300"/>
          <p14:tracePt t="68676" x="2355850" y="2527300"/>
          <p14:tracePt t="68693" x="2343150" y="2527300"/>
          <p14:tracePt t="68710" x="2330450" y="2527300"/>
          <p14:tracePt t="68726" x="2324100" y="2520950"/>
          <p14:tracePt t="68753" x="2324100" y="2527300"/>
          <p14:tracePt t="68762" x="2324100" y="2533650"/>
          <p14:tracePt t="69174" x="2279650" y="2540000"/>
          <p14:tracePt t="69182" x="2241550" y="2546350"/>
          <p14:tracePt t="69196" x="2171700" y="2565400"/>
          <p14:tracePt t="69208" x="2114550" y="2584450"/>
          <p14:tracePt t="69224" x="2019300" y="2622550"/>
          <p14:tracePt t="69241" x="2000250" y="2628900"/>
          <p14:tracePt t="69258" x="1974850" y="2641600"/>
          <p14:tracePt t="69274" x="1962150" y="2647950"/>
          <p14:tracePt t="69291" x="1962150" y="2654300"/>
          <p14:tracePt t="69324" x="1968500" y="2660650"/>
          <p14:tracePt t="69341" x="2000250" y="2660650"/>
          <p14:tracePt t="69358" x="2051050" y="2660650"/>
          <p14:tracePt t="69374" x="2070100" y="2660650"/>
          <p14:tracePt t="69392" x="2171700" y="2654300"/>
          <p14:tracePt t="69407" x="2235200" y="2654300"/>
          <p14:tracePt t="69424" x="2387600" y="2654300"/>
          <p14:tracePt t="69441" x="2578100" y="2641600"/>
          <p14:tracePt t="69457" x="2667000" y="2641600"/>
          <p14:tracePt t="69474" x="2743200" y="2641600"/>
          <p14:tracePt t="69491" x="2914650" y="2654300"/>
          <p14:tracePt t="69507" x="3016250" y="2667000"/>
          <p14:tracePt t="69524" x="3060700" y="2667000"/>
          <p14:tracePt t="69540" x="3105150" y="2667000"/>
          <p14:tracePt t="69557" x="3143250" y="2667000"/>
          <p14:tracePt t="69574" x="3149600" y="2667000"/>
          <p14:tracePt t="69590" x="3168650" y="2673350"/>
          <p14:tracePt t="69607" x="3181350" y="2679700"/>
          <p14:tracePt t="69624" x="3219450" y="2679700"/>
          <p14:tracePt t="69640" x="3251200" y="2686050"/>
          <p14:tracePt t="69656" x="3263900" y="2686050"/>
          <p14:tracePt t="69673" x="3295650" y="2698750"/>
          <p14:tracePt t="69690" x="3321050" y="2705100"/>
          <p14:tracePt t="69706" x="3371850" y="2711450"/>
          <p14:tracePt t="69723" x="3441700" y="2711450"/>
          <p14:tracePt t="69739" x="3467100" y="2711450"/>
          <p14:tracePt t="69757" x="3524250" y="2711450"/>
          <p14:tracePt t="69772" x="3543300" y="2711450"/>
          <p14:tracePt t="69789" x="3594100" y="2705100"/>
          <p14:tracePt t="69806" x="3632200" y="2673350"/>
          <p14:tracePt t="69823" x="3644900" y="2660650"/>
          <p14:tracePt t="69840" x="3657600" y="2647950"/>
          <p14:tracePt t="69856" x="3663950" y="2635250"/>
          <p14:tracePt t="69872" x="3670300" y="2635250"/>
          <p14:tracePt t="69889" x="3676650" y="2628900"/>
          <p14:tracePt t="69906" x="3683000" y="2616200"/>
          <p14:tracePt t="69922" x="3689350" y="2616200"/>
          <p14:tracePt t="69953" x="3689350" y="2609850"/>
          <p14:tracePt t="69960" x="3695700" y="2609850"/>
          <p14:tracePt t="70003" x="3702050" y="2609850"/>
          <p14:tracePt t="70157" x="3695700" y="2609850"/>
          <p14:tracePt t="70213" x="3689350" y="2616200"/>
          <p14:tracePt t="70220" x="3683000" y="2616200"/>
          <p14:tracePt t="70241" x="3676650" y="2616200"/>
          <p14:tracePt t="70262" x="3670300" y="2616200"/>
          <p14:tracePt t="70283" x="3663950" y="2616200"/>
          <p14:tracePt t="70297" x="3651250" y="2616200"/>
          <p14:tracePt t="70306" x="3638550" y="2616200"/>
          <p14:tracePt t="70320" x="3606800" y="2616200"/>
          <p14:tracePt t="70338" x="3581400" y="2597150"/>
          <p14:tracePt t="70354" x="3479800" y="2565400"/>
          <p14:tracePt t="70370" x="3333750" y="2527300"/>
          <p14:tracePt t="70388" x="3244850" y="2495550"/>
          <p14:tracePt t="70404" x="3060700" y="2419350"/>
          <p14:tracePt t="70420" x="2876550" y="2362200"/>
          <p14:tracePt t="70438" x="2724150" y="2298700"/>
          <p14:tracePt t="70454" x="2660650" y="2292350"/>
          <p14:tracePt t="70470" x="2603500" y="2273300"/>
          <p14:tracePt t="70487" x="2508250" y="2247900"/>
          <p14:tracePt t="70503" x="2438400" y="2222500"/>
          <p14:tracePt t="70520" x="2406650" y="2216150"/>
          <p14:tracePt t="70537" x="2362200" y="2203450"/>
          <p14:tracePt t="70553" x="2349500" y="2190750"/>
          <p14:tracePt t="70570" x="2317750" y="2178050"/>
          <p14:tracePt t="70586" x="2298700" y="2171700"/>
          <p14:tracePt t="70603" x="2286000" y="2171700"/>
          <p14:tracePt t="70620" x="2273300" y="2165350"/>
          <p14:tracePt t="70636" x="2266950" y="2165350"/>
          <p14:tracePt t="70672" x="2260600" y="2165350"/>
          <p14:tracePt t="70732" x="2254250" y="2165350"/>
          <p14:tracePt t="70859" x="2254250" y="2171700"/>
          <p14:tracePt t="70887" x="2247900" y="2171700"/>
          <p14:tracePt t="70922" x="2241550" y="2171700"/>
          <p14:tracePt t="70956" x="2235200" y="2178050"/>
          <p14:tracePt t="70991" x="2228850" y="2178050"/>
          <p14:tracePt t="70999" x="2222500" y="2178050"/>
          <p14:tracePt t="71020" x="2209800" y="2178050"/>
          <p14:tracePt t="71034" x="2190750" y="2178050"/>
          <p14:tracePt t="71040" x="2171700" y="2178050"/>
          <p14:tracePt t="71055" x="2139950" y="2178050"/>
          <p14:tracePt t="71069" x="2114550" y="2178050"/>
          <p14:tracePt t="71085" x="2057400" y="2178050"/>
          <p14:tracePt t="71101" x="2025650" y="2178050"/>
          <p14:tracePt t="71119" x="1981200" y="2178050"/>
          <p14:tracePt t="71135" x="1955800" y="2178050"/>
          <p14:tracePt t="71151" x="1930400" y="2178050"/>
          <p14:tracePt t="71168" x="1924050" y="2178050"/>
          <p14:tracePt t="71184" x="1917700" y="2178050"/>
          <p14:tracePt t="71201" x="1911350" y="2178050"/>
          <p14:tracePt t="71218" x="1905000" y="2178050"/>
          <p14:tracePt t="71343" x="1917700" y="2178050"/>
          <p14:tracePt t="71357" x="1924050" y="2178050"/>
          <p14:tracePt t="71363" x="1936750" y="2178050"/>
          <p14:tracePt t="71385" x="1949450" y="2171700"/>
          <p14:tracePt t="71399" x="1981200" y="2171700"/>
          <p14:tracePt t="71406" x="2006600" y="2165350"/>
          <p14:tracePt t="71421" x="2051050" y="2165350"/>
          <p14:tracePt t="71434" x="2101850" y="2146300"/>
          <p14:tracePt t="71450" x="2209800" y="2133600"/>
          <p14:tracePt t="71467" x="2279650" y="2114550"/>
          <p14:tracePt t="71483" x="2362200" y="2082800"/>
          <p14:tracePt t="71500" x="2419350" y="2070100"/>
          <p14:tracePt t="71517" x="2438400" y="2057400"/>
          <p14:tracePt t="71534" x="2457450" y="2051050"/>
          <p14:tracePt t="71596" x="2451100" y="2051050"/>
          <p14:tracePt t="71602" x="2444750" y="2051050"/>
          <p14:tracePt t="71619" x="2438400" y="2057400"/>
          <p14:tracePt t="71633" x="2432050" y="2057400"/>
          <p14:tracePt t="71650" x="2425700" y="2057400"/>
          <p14:tracePt t="71666" x="2400300" y="2057400"/>
          <p14:tracePt t="71683" x="2387600" y="2063750"/>
          <p14:tracePt t="71699" x="2362200" y="2076450"/>
          <p14:tracePt t="71716" x="2317750" y="2089150"/>
          <p14:tracePt t="71732" x="2209800" y="2120900"/>
          <p14:tracePt t="71750" x="2101850" y="2152650"/>
          <p14:tracePt t="71766" x="2044700" y="2171700"/>
          <p14:tracePt t="71782" x="1936750" y="2184400"/>
          <p14:tracePt t="71799" x="1866900" y="2203450"/>
          <p14:tracePt t="71815" x="1847850" y="2209800"/>
          <p14:tracePt t="71832" x="1835150" y="2216150"/>
          <p14:tracePt t="71849" x="1816100" y="2216150"/>
          <p14:tracePt t="71865" x="1809750" y="2216150"/>
          <p14:tracePt t="71883" x="1803400" y="2216150"/>
          <p14:tracePt t="71915" x="1797050" y="2222500"/>
          <p14:tracePt t="72017" x="1803400" y="2222500"/>
          <p14:tracePt t="72037" x="1816100" y="2222500"/>
          <p14:tracePt t="72051" x="1822450" y="2222500"/>
          <p14:tracePt t="72058" x="1835150" y="2222500"/>
          <p14:tracePt t="72072" x="1854200" y="2222500"/>
          <p14:tracePt t="72082" x="1885950" y="2222500"/>
          <p14:tracePt t="72098" x="1911350" y="2216150"/>
          <p14:tracePt t="72115" x="2032000" y="2197100"/>
          <p14:tracePt t="72132" x="2095500" y="2184400"/>
          <p14:tracePt t="72148" x="2241550" y="2165350"/>
          <p14:tracePt t="72165" x="2368550" y="2146300"/>
          <p14:tracePt t="72181" x="2425700" y="2139950"/>
          <p14:tracePt t="72198" x="2520950" y="2120900"/>
          <p14:tracePt t="72214" x="2559050" y="2114550"/>
          <p14:tracePt t="72231" x="2571750" y="2114550"/>
          <p14:tracePt t="72248" x="2578100" y="2114550"/>
          <p14:tracePt t="72297" x="2565400" y="2114550"/>
          <p14:tracePt t="72353" x="2565400" y="2120900"/>
          <p14:tracePt t="72359" x="2559050" y="2120900"/>
          <p14:tracePt t="72620" x="2559050" y="2127250"/>
          <p14:tracePt t="72662" x="2559050" y="2133600"/>
          <p14:tracePt t="72683" x="2565400" y="2139950"/>
          <p14:tracePt t="72697" x="2565400" y="2146300"/>
          <p14:tracePt t="72703" x="2571750" y="2159000"/>
          <p14:tracePt t="72717" x="2597150" y="2178050"/>
          <p14:tracePt t="72730" x="2628900" y="2216150"/>
          <p14:tracePt t="72746" x="2736850" y="2324100"/>
          <p14:tracePt t="72762" x="2806700" y="2368550"/>
          <p14:tracePt t="72766" x="2889250" y="2432050"/>
          <p14:tracePt t="72779" x="2984500" y="2476500"/>
          <p14:tracePt t="72796" x="3143250" y="2565400"/>
          <p14:tracePt t="72813" x="3225800" y="2597150"/>
          <p14:tracePt t="72830" x="3371850" y="2635250"/>
          <p14:tracePt t="72845" x="3422650" y="2641600"/>
          <p14:tracePt t="72862" x="3505200" y="2654300"/>
          <p14:tracePt t="72879" x="3562350" y="2654300"/>
          <p14:tracePt t="72895" x="3575050" y="2654300"/>
          <p14:tracePt t="72912" x="3587750" y="2654300"/>
          <p14:tracePt t="72929" x="3600450" y="2654300"/>
          <p14:tracePt t="72945" x="3606800" y="2654300"/>
          <p14:tracePt t="73048" x="3613150" y="2654300"/>
          <p14:tracePt t="73118" x="3619500" y="2647950"/>
          <p14:tracePt t="73329" x="3619500" y="2641600"/>
          <p14:tracePt t="73357" x="3619500" y="2635250"/>
          <p14:tracePt t="73399" x="3613150" y="2628900"/>
          <p14:tracePt t="73504" x="3606800" y="2622550"/>
          <p14:tracePt t="73581" x="3594100" y="2616200"/>
          <p14:tracePt t="73588" x="3587750" y="2616200"/>
          <p14:tracePt t="73602" x="3587750" y="2609850"/>
          <p14:tracePt t="73612" x="3575050" y="2603500"/>
          <p14:tracePt t="73626" x="3562350" y="2597150"/>
          <p14:tracePt t="73643" x="3511550" y="2559050"/>
          <p14:tracePt t="73660" x="3422650" y="2514600"/>
          <p14:tracePt t="73676" x="3378200" y="2476500"/>
          <p14:tracePt t="73693" x="3276600" y="2413000"/>
          <p14:tracePt t="73709" x="3232150" y="2387600"/>
          <p14:tracePt t="73725" x="3155950" y="2343150"/>
          <p14:tracePt t="73743" x="3098800" y="2324100"/>
          <p14:tracePt t="73759" x="3086100" y="2317750"/>
          <p14:tracePt t="73775" x="3073400" y="2311400"/>
          <p14:tracePt t="73792" x="3067050" y="2305050"/>
          <p14:tracePt t="73848" x="3073400" y="2305050"/>
          <p14:tracePt t="73862" x="3073400" y="2311400"/>
          <p14:tracePt t="73868" x="3086100" y="2317750"/>
          <p14:tracePt t="73883" x="3092450" y="2317750"/>
          <p14:tracePt t="73891" x="3098800" y="2324100"/>
          <p14:tracePt t="73908" x="3111500" y="2330450"/>
          <p14:tracePt t="73925" x="3117850" y="2343150"/>
          <p14:tracePt t="73941" x="3162300" y="2368550"/>
          <p14:tracePt t="73958" x="3194050" y="2381250"/>
          <p14:tracePt t="73975" x="3270250" y="2438400"/>
          <p14:tracePt t="73991" x="3327400" y="2476500"/>
          <p14:tracePt t="74008" x="3441700" y="2527300"/>
          <p14:tracePt t="74024" x="3549650" y="2578100"/>
          <p14:tracePt t="74041" x="3594100" y="2590800"/>
          <p14:tracePt t="74058" x="3619500" y="2603500"/>
          <p14:tracePt t="74074" x="3695700" y="2616200"/>
          <p14:tracePt t="74091" x="3727450" y="2622550"/>
          <p14:tracePt t="74108" x="3752850" y="2628900"/>
          <p14:tracePt t="74124" x="3765550" y="2628900"/>
          <p14:tracePt t="74141" x="3765550" y="2635250"/>
          <p14:tracePt t="74283" x="3759200" y="2635250"/>
          <p14:tracePt t="74325" x="3752850" y="2635250"/>
          <p14:tracePt t="74423" x="3752850" y="2628900"/>
          <p14:tracePt t="74535" x="3746500" y="2628900"/>
          <p14:tracePt t="74563" x="3740150" y="2628900"/>
          <p14:tracePt t="74655" x="3733800" y="2628900"/>
          <p14:tracePt t="75426" x="3721100" y="2628900"/>
          <p14:tracePt t="75440" x="3702050" y="2616200"/>
          <p14:tracePt t="75448" x="3676650" y="2616200"/>
          <p14:tracePt t="75456" x="3663950" y="2603500"/>
          <p14:tracePt t="75470" x="3644900" y="2597150"/>
          <p14:tracePt t="75486" x="3625850" y="2590800"/>
          <p14:tracePt t="75503" x="3581400" y="2578100"/>
          <p14:tracePt t="75519" x="3536950" y="2565400"/>
          <p14:tracePt t="75536" x="3517900" y="2565400"/>
          <p14:tracePt t="75553" x="3467100" y="2559050"/>
          <p14:tracePt t="75570" x="3441700" y="2540000"/>
          <p14:tracePt t="75587" x="3365500" y="2514600"/>
          <p14:tracePt t="75602" x="3282950" y="2470150"/>
          <p14:tracePt t="75619" x="3213100" y="2444750"/>
          <p14:tracePt t="75636" x="3155950" y="2413000"/>
          <p14:tracePt t="75652" x="2997200" y="2343150"/>
          <p14:tracePt t="75669" x="2832100" y="2286000"/>
          <p14:tracePt t="75686" x="2679700" y="2247900"/>
          <p14:tracePt t="75702" x="2597150" y="2222500"/>
          <p14:tracePt t="75719" x="2533650" y="2216150"/>
          <p14:tracePt t="75735" x="2393950" y="2184400"/>
          <p14:tracePt t="75752" x="2362200" y="2171700"/>
          <p14:tracePt t="75769" x="2336800" y="2171700"/>
          <p14:tracePt t="75786" x="2292350" y="2159000"/>
          <p14:tracePt t="75802" x="2260600" y="2146300"/>
          <p14:tracePt t="75820" x="2228850" y="2133600"/>
          <p14:tracePt t="75836" x="2216150" y="2133600"/>
          <p14:tracePt t="75852" x="2197100" y="2133600"/>
          <p14:tracePt t="75868" x="2178050" y="2120900"/>
          <p14:tracePt t="75885" x="2152650" y="2114550"/>
          <p14:tracePt t="75902" x="2139950" y="2108200"/>
          <p14:tracePt t="75918" x="2120900" y="2101850"/>
          <p14:tracePt t="75934" x="2108200" y="2095500"/>
          <p14:tracePt t="75951" x="2101850" y="2095500"/>
          <p14:tracePt t="75968" x="2095500" y="2095500"/>
          <p14:tracePt t="76016" x="2101850" y="2095500"/>
          <p14:tracePt t="76030" x="2114550" y="2095500"/>
          <p14:tracePt t="76038" x="2120900" y="2095500"/>
          <p14:tracePt t="76054" x="2139950" y="2101850"/>
          <p14:tracePt t="76068" x="2159000" y="2101850"/>
          <p14:tracePt t="76084" x="2260600" y="2120900"/>
          <p14:tracePt t="76101" x="2432050" y="2159000"/>
          <p14:tracePt t="76118" x="2533650" y="2178050"/>
          <p14:tracePt t="76134" x="2654300" y="2222500"/>
          <p14:tracePt t="76151" x="2914650" y="2298700"/>
          <p14:tracePt t="76167" x="3149600" y="2406650"/>
          <p14:tracePt t="76185" x="3371850" y="2501900"/>
          <p14:tracePt t="76201" x="3467100" y="2540000"/>
          <p14:tracePt t="76217" x="3543300" y="2584450"/>
          <p14:tracePt t="76234" x="3670300" y="2628900"/>
          <p14:tracePt t="76250" x="3740150" y="2660650"/>
          <p14:tracePt t="76267" x="3765550" y="2667000"/>
          <p14:tracePt t="76283" x="3790950" y="2673350"/>
          <p14:tracePt t="76300" x="3810000" y="2679700"/>
          <p14:tracePt t="76317" x="3816350" y="2679700"/>
          <p14:tracePt t="76350" x="3822700" y="2679700"/>
          <p14:tracePt t="76367" x="3829050" y="2679700"/>
          <p14:tracePt t="76383" x="3835400" y="2679700"/>
          <p14:tracePt t="76417" x="3841750" y="2679700"/>
          <p14:tracePt t="76640" x="3841750" y="2673350"/>
          <p14:tracePt t="76697" x="3841750" y="2667000"/>
          <p14:tracePt t="76760" x="3835400" y="2667000"/>
          <p14:tracePt t="76787" x="3829050" y="2660650"/>
          <p14:tracePt t="76816" x="3822700" y="2660650"/>
          <p14:tracePt t="76830" x="3816350" y="2654300"/>
          <p14:tracePt t="76851" x="3810000" y="2647950"/>
          <p14:tracePt t="76858" x="3797300" y="2647950"/>
          <p14:tracePt t="76871" x="3765550" y="2641600"/>
          <p14:tracePt t="76881" x="3733800" y="2628900"/>
          <p14:tracePt t="76898" x="3683000" y="2616200"/>
          <p14:tracePt t="76915" x="3536950" y="2571750"/>
          <p14:tracePt t="76931" x="3429000" y="2540000"/>
          <p14:tracePt t="76949" x="3225800" y="2476500"/>
          <p14:tracePt t="76965" x="2978150" y="2413000"/>
          <p14:tracePt t="76981" x="2863850" y="2393950"/>
          <p14:tracePt t="76998" x="2628900" y="2349500"/>
          <p14:tracePt t="77014" x="2527300" y="2317750"/>
          <p14:tracePt t="77031" x="2311400" y="2298700"/>
          <p14:tracePt t="77048" x="2133600" y="2286000"/>
          <p14:tracePt t="77064" x="1962150" y="2279650"/>
          <p14:tracePt t="77080" x="1898650" y="2266950"/>
          <p14:tracePt t="77097" x="1784350" y="2260600"/>
          <p14:tracePt t="77114" x="1714500" y="2260600"/>
          <p14:tracePt t="77131" x="1657350" y="2260600"/>
          <p14:tracePt t="77147" x="1644650" y="2260600"/>
          <p14:tracePt t="77164" x="1619250" y="2260600"/>
          <p14:tracePt t="77181" x="1606550" y="2266950"/>
          <p14:tracePt t="77197" x="1600200" y="2266950"/>
          <p14:tracePt t="77213" x="1593850" y="2266950"/>
          <p14:tracePt t="77230" x="1587500" y="2266950"/>
          <p14:tracePt t="77247" x="1574800" y="2266950"/>
          <p14:tracePt t="77280" x="1562100" y="2266950"/>
          <p14:tracePt t="77342" x="1555750" y="2266950"/>
          <p14:tracePt t="77349" x="1549400" y="2266950"/>
          <p14:tracePt t="77405" x="1555750" y="2266950"/>
          <p14:tracePt t="77413" x="1562100" y="2266950"/>
          <p14:tracePt t="77419" x="1574800" y="2266950"/>
          <p14:tracePt t="77429" x="1600200" y="2260600"/>
          <p14:tracePt t="77446" x="1625600" y="2260600"/>
          <p14:tracePt t="77463" x="1727200" y="2241550"/>
          <p14:tracePt t="77479" x="1809750" y="2228850"/>
          <p14:tracePt t="77496" x="2000250" y="2209800"/>
          <p14:tracePt t="77512" x="2203450" y="2178050"/>
          <p14:tracePt t="77529" x="2311400" y="2159000"/>
          <p14:tracePt t="77546" x="2476500" y="2139950"/>
          <p14:tracePt t="77562" x="2552700" y="2127250"/>
          <p14:tracePt t="77579" x="2660650" y="2120900"/>
          <p14:tracePt t="77596" x="2717800" y="2114550"/>
          <p14:tracePt t="77612" x="2730500" y="2114550"/>
          <p14:tracePt t="77629" x="2743200" y="2114550"/>
          <p14:tracePt t="77645" x="2749550" y="2114550"/>
          <p14:tracePt t="77680" x="2749550" y="2120900"/>
          <p14:tracePt t="77728" x="2743200" y="2120900"/>
          <p14:tracePt t="77742" x="2736850" y="2120900"/>
          <p14:tracePt t="77749" x="2730500" y="2127250"/>
          <p14:tracePt t="77765" x="2717800" y="2127250"/>
          <p14:tracePt t="77778" x="2705100" y="2127250"/>
          <p14:tracePt t="77795" x="2647950" y="2133600"/>
          <p14:tracePt t="77812" x="2597150" y="2146300"/>
          <p14:tracePt t="77828" x="2413000" y="2165350"/>
          <p14:tracePt t="77845" x="2171700" y="2184400"/>
          <p14:tracePt t="77862" x="1930400" y="2216150"/>
          <p14:tracePt t="77878" x="1816100" y="2241550"/>
          <p14:tracePt t="77894" x="1701800" y="2260600"/>
          <p14:tracePt t="77912" x="1530350" y="2279650"/>
          <p14:tracePt t="77928" x="1447800" y="2292350"/>
          <p14:tracePt t="77944" x="1422400" y="2305050"/>
          <p14:tracePt t="77961" x="1397000" y="2311400"/>
          <p14:tracePt t="78009" x="1403350" y="2305050"/>
          <p14:tracePt t="78016" x="1428750" y="2298700"/>
          <p14:tracePt t="78031" x="1454150" y="2292350"/>
          <p14:tracePt t="78044" x="1562100" y="2260600"/>
          <p14:tracePt t="78061" x="1631950" y="2254250"/>
          <p14:tracePt t="78077" x="1720850" y="2241550"/>
          <p14:tracePt t="78094" x="1885950" y="2235200"/>
          <p14:tracePt t="78110" x="2076450" y="2235200"/>
          <p14:tracePt t="78128" x="2190750" y="2235200"/>
          <p14:tracePt t="78143" x="2393950" y="2222500"/>
          <p14:tracePt t="78160" x="2584450" y="2228850"/>
          <p14:tracePt t="78177" x="2686050" y="2228850"/>
          <p14:tracePt t="78194" x="2851150" y="2228850"/>
          <p14:tracePt t="78210" x="2927350" y="2222500"/>
          <p14:tracePt t="78227" x="3035300" y="2216150"/>
          <p14:tracePt t="78243" x="3098800" y="2209800"/>
          <p14:tracePt t="78260" x="3117850" y="2209800"/>
          <p14:tracePt t="78277" x="3130550" y="2203450"/>
          <p14:tracePt t="78338" x="3124200" y="2203450"/>
          <p14:tracePt t="78353" x="3117850" y="2203450"/>
          <p14:tracePt t="78374" x="3111500" y="2203450"/>
          <p14:tracePt t="78416" x="3105150" y="2203450"/>
          <p14:tracePt t="78781" x="3098800" y="2209800"/>
          <p14:tracePt t="78802" x="3098800" y="2216150"/>
          <p14:tracePt t="78816" x="3086100" y="2222500"/>
          <p14:tracePt t="78823" x="3079750" y="2228850"/>
          <p14:tracePt t="78837" x="3073400" y="2241550"/>
          <p14:tracePt t="78844" x="3060700" y="2254250"/>
          <p14:tracePt t="78860" x="3048000" y="2266950"/>
          <p14:tracePt t="78874" x="2997200" y="2330450"/>
          <p14:tracePt t="78891" x="2971800" y="2362200"/>
          <p14:tracePt t="78908" x="2933700" y="2432050"/>
          <p14:tracePt t="78924" x="2908300" y="2463800"/>
          <p14:tracePt t="78941" x="2882900" y="2527300"/>
          <p14:tracePt t="78958" x="2876550" y="2559050"/>
          <p14:tracePt t="78974" x="2882900" y="2571750"/>
          <p14:tracePt t="78992" x="2927350" y="2584450"/>
          <p14:tracePt t="79007" x="2965450" y="2584450"/>
          <p14:tracePt t="79024" x="3060700" y="2597150"/>
          <p14:tracePt t="79041" x="3200400" y="2597150"/>
          <p14:tracePt t="79057" x="3289300" y="2597150"/>
          <p14:tracePt t="79074" x="3378200" y="2590800"/>
          <p14:tracePt t="79091" x="3530600" y="2571750"/>
          <p14:tracePt t="79107" x="3689350" y="2552700"/>
          <p14:tracePt t="79125" x="3810000" y="2527300"/>
          <p14:tracePt t="79140" x="3854450" y="2508250"/>
          <p14:tracePt t="79157" x="3911600" y="2495550"/>
          <p14:tracePt t="79174" x="3943350" y="2489200"/>
          <p14:tracePt t="79190" x="3956050" y="2489200"/>
          <p14:tracePt t="79207" x="3962400" y="2489200"/>
          <p14:tracePt t="79223" x="3968750" y="2482850"/>
          <p14:tracePt t="79300" x="3956050" y="2482850"/>
          <p14:tracePt t="79321" x="3949700" y="2482850"/>
          <p14:tracePt t="79399" x="3943350" y="2489200"/>
          <p14:tracePt t="79427" x="3943350" y="2495550"/>
          <p14:tracePt t="79476" x="3943350" y="2501900"/>
          <p14:tracePt t="79511" x="3937000" y="2508250"/>
          <p14:tracePt t="79560" x="3930650" y="2514600"/>
          <p14:tracePt t="80017" x="3911600" y="2565400"/>
          <p14:tracePt t="80031" x="3873500" y="2660650"/>
          <p14:tracePt t="80039" x="3854450" y="2787650"/>
          <p14:tracePt t="80054" x="3803650" y="2933700"/>
          <p14:tracePt t="80071" x="3752850" y="3117850"/>
          <p14:tracePt t="80087" x="3676650" y="3403600"/>
          <p14:tracePt t="80103" x="3600450" y="3708400"/>
          <p14:tracePt t="80120" x="3568700" y="3835400"/>
          <p14:tracePt t="80137" x="3505200" y="4044950"/>
          <p14:tracePt t="80154" x="3435350" y="4267200"/>
          <p14:tracePt t="80171" x="3390900" y="4400550"/>
          <p14:tracePt t="80187" x="3359150" y="4641850"/>
          <p14:tracePt t="80203" x="3346450" y="4756150"/>
          <p14:tracePt t="80221" x="3295650" y="5080000"/>
          <p14:tracePt t="80236" x="3282950" y="5181600"/>
          <p14:tracePt t="80253" x="3282950" y="5321300"/>
          <p14:tracePt t="80270" x="3289300" y="5435600"/>
          <p14:tracePt t="80286" x="3308350" y="5505450"/>
          <p14:tracePt t="80303" x="3314700" y="5581650"/>
          <p14:tracePt t="80320" x="3333750" y="5702300"/>
          <p14:tracePt t="80336" x="3346450" y="5816600"/>
          <p14:tracePt t="80353" x="3346450" y="5854700"/>
          <p14:tracePt t="80369" x="3365500" y="5899150"/>
          <p14:tracePt t="80386" x="3378200" y="5924550"/>
          <p14:tracePt t="80403" x="3378200" y="5949950"/>
          <p14:tracePt t="80850" x="3365500" y="5956300"/>
          <p14:tracePt t="80865" x="3333750" y="5969000"/>
          <p14:tracePt t="80872" x="3308350" y="5981700"/>
          <p14:tracePt t="80887" x="3276600" y="5988050"/>
          <p14:tracePt t="80901" x="3244850" y="5994400"/>
          <p14:tracePt t="80917" x="3206750" y="6007100"/>
          <p14:tracePt t="80935" x="3187700" y="6013450"/>
          <p14:tracePt t="80951" x="3175000" y="6019800"/>
          <p14:tracePt t="80967" x="3168650" y="6026150"/>
          <p14:tracePt t="80984" x="3162300" y="6026150"/>
          <p14:tracePt t="81020" x="3155950" y="6032500"/>
          <p14:tracePt t="81039" x="3155950" y="6038850"/>
          <p14:tracePt t="81050" x="3155950" y="6045200"/>
          <p14:tracePt t="81070" x="3162300" y="6045200"/>
          <p14:tracePt t="81084" x="3175000" y="6045200"/>
          <p14:tracePt t="81100" x="3181350" y="6045200"/>
          <p14:tracePt t="81117" x="3213100" y="6045200"/>
          <p14:tracePt t="81133" x="3257550" y="6051550"/>
          <p14:tracePt t="81150" x="3295650" y="6051550"/>
          <p14:tracePt t="81167" x="3378200" y="6064250"/>
          <p14:tracePt t="81183" x="3498850" y="6070600"/>
          <p14:tracePt t="81200" x="3549650" y="6070600"/>
          <p14:tracePt t="81216" x="3651250" y="6083300"/>
          <p14:tracePt t="81233" x="3689350" y="6083300"/>
          <p14:tracePt t="81250" x="3771900" y="6089650"/>
          <p14:tracePt t="81266" x="3822700" y="6089650"/>
          <p14:tracePt t="81283" x="3841750" y="6089650"/>
          <p14:tracePt t="81300" x="3879850" y="6089650"/>
          <p14:tracePt t="81316" x="3892550" y="6089650"/>
          <p14:tracePt t="81333" x="3924300" y="6089650"/>
          <p14:tracePt t="81349" x="3962400" y="6089650"/>
          <p14:tracePt t="81366" x="3981450" y="6089650"/>
          <p14:tracePt t="81382" x="4013200" y="6083300"/>
          <p14:tracePt t="81398" x="4057650" y="6076950"/>
          <p14:tracePt t="81416" x="4076700" y="6076950"/>
          <p14:tracePt t="81433" x="4114800" y="6064250"/>
          <p14:tracePt t="81449" x="4140200" y="6064250"/>
          <p14:tracePt t="81465" x="4171950" y="6057900"/>
          <p14:tracePt t="81482" x="4203700" y="6051550"/>
          <p14:tracePt t="81498" x="4216400" y="6045200"/>
          <p14:tracePt t="81515" x="4235450" y="6045200"/>
          <p14:tracePt t="81532" x="4273550" y="6032500"/>
          <p14:tracePt t="81548" x="4311650" y="6026150"/>
          <p14:tracePt t="81566" x="4343400" y="6019800"/>
          <p14:tracePt t="81581" x="4400550" y="6019800"/>
          <p14:tracePt t="81598" x="4438650" y="6019800"/>
          <p14:tracePt t="81615" x="4502150" y="6019800"/>
          <p14:tracePt t="81631" x="4572000" y="6019800"/>
          <p14:tracePt t="81648" x="4610100" y="6019800"/>
          <p14:tracePt t="81665" x="4686300" y="6013450"/>
          <p14:tracePt t="81681" x="4756150" y="6013450"/>
          <p14:tracePt t="81698" x="4787900" y="6013450"/>
          <p14:tracePt t="81714" x="4819650" y="6007100"/>
          <p14:tracePt t="81731" x="4832350" y="6007100"/>
          <p14:tracePt t="81748" x="4838700" y="6007100"/>
          <p14:tracePt t="81791" x="4838700" y="6013450"/>
          <p14:tracePt t="81799" x="4838700" y="6019800"/>
          <p14:tracePt t="81805" x="4838700" y="6026150"/>
          <p14:tracePt t="81819" x="4838700" y="6032500"/>
          <p14:tracePt t="82278" x="4851400" y="6032500"/>
          <p14:tracePt t="82292" x="4870450" y="6032500"/>
          <p14:tracePt t="82299" x="4908550" y="6032500"/>
          <p14:tracePt t="82315" x="4946650" y="6032500"/>
          <p14:tracePt t="82329" x="4997450" y="6032500"/>
          <p14:tracePt t="82346" x="5118100" y="6019800"/>
          <p14:tracePt t="82363" x="5257800" y="6000750"/>
          <p14:tracePt t="82379" x="5314950" y="5988050"/>
          <p14:tracePt t="82397" x="5416550" y="5988050"/>
          <p14:tracePt t="82413" x="5448300" y="5988050"/>
          <p14:tracePt t="82429" x="5492750" y="5981700"/>
          <p14:tracePt t="82447" x="5530850" y="5981700"/>
          <p14:tracePt t="82462" x="5549900" y="5981700"/>
          <p14:tracePt t="82479" x="5568950" y="5981700"/>
          <p14:tracePt t="82496" x="5607050" y="5981700"/>
          <p14:tracePt t="82512" x="5632450" y="5981700"/>
          <p14:tracePt t="82529" x="5645150" y="5975350"/>
          <p14:tracePt t="82546" x="5664200" y="5975350"/>
          <p14:tracePt t="82562" x="5676900" y="5975350"/>
          <p14:tracePt t="82578" x="5695950" y="5975350"/>
          <p14:tracePt t="82596" x="5715000" y="5975350"/>
          <p14:tracePt t="82612" x="5727700" y="5975350"/>
          <p14:tracePt t="82629" x="5753100" y="5975350"/>
          <p14:tracePt t="82645" x="5778500" y="5975350"/>
          <p14:tracePt t="82661" x="5791200" y="5981700"/>
          <p14:tracePt t="82679" x="5816600" y="5981700"/>
          <p14:tracePt t="82695" x="5835650" y="5988050"/>
          <p14:tracePt t="82712" x="5867400" y="6000750"/>
          <p14:tracePt t="82728" x="5911850" y="6013450"/>
          <p14:tracePt t="82744" x="5937250" y="6019800"/>
          <p14:tracePt t="82761" x="5962650" y="6019800"/>
          <p14:tracePt t="82777" x="6000750" y="6026150"/>
          <p14:tracePt t="82795" x="6038850" y="6038850"/>
          <p14:tracePt t="82811" x="6070600" y="6051550"/>
          <p14:tracePt t="82828" x="6089650" y="6051550"/>
          <p14:tracePt t="82844" x="6115050" y="6057900"/>
          <p14:tracePt t="82861" x="6146800" y="6070600"/>
          <p14:tracePt t="82877" x="6159500" y="6070600"/>
          <p14:tracePt t="82894" x="6165850" y="6076950"/>
          <p14:tracePt t="82911" x="6191250" y="6089650"/>
          <p14:tracePt t="82927" x="6210300" y="6089650"/>
          <p14:tracePt t="82945" x="6229350" y="6096000"/>
          <p14:tracePt t="82977" x="6235700" y="6096000"/>
          <p14:tracePt t="82994" x="6248400" y="6096000"/>
          <p14:tracePt t="83050" x="6254750" y="6096000"/>
          <p14:tracePt t="83156" x="6261100" y="6096000"/>
          <p14:tracePt t="83184" x="6267450" y="6096000"/>
          <p14:tracePt t="83226" x="6273800" y="6089650"/>
          <p14:tracePt t="83282" x="6280150" y="6089650"/>
          <p14:tracePt t="83289" x="6286500" y="6083300"/>
          <p14:tracePt t="83303" x="6292850" y="6083300"/>
          <p14:tracePt t="83345" x="6299200" y="6076950"/>
          <p14:tracePt t="83373" x="6299200" y="6070600"/>
          <p14:tracePt t="83401" x="6305550" y="6064250"/>
          <p14:tracePt t="83436" x="6311900" y="6057900"/>
          <p14:tracePt t="83443" x="6318250" y="6057900"/>
          <p14:tracePt t="83464" x="6324600" y="6051550"/>
          <p14:tracePt t="83584" x="6318250" y="6051550"/>
          <p14:tracePt t="83626" x="6311900" y="6051550"/>
          <p14:tracePt t="83661" x="6305550" y="6051550"/>
          <p14:tracePt t="83724" x="6299200" y="6051550"/>
          <p14:tracePt t="83766" x="6292850" y="6051550"/>
          <p14:tracePt t="83787" x="6286500" y="6051550"/>
          <p14:tracePt t="83809" x="6280150" y="6057900"/>
          <p14:tracePt t="83829" x="6267450" y="6057900"/>
          <p14:tracePt t="83850" x="6267450" y="6064250"/>
          <p14:tracePt t="83864" x="6261100" y="6064250"/>
          <p14:tracePt t="83871" x="6254750" y="6064250"/>
          <p14:tracePt t="83892" x="6248400" y="6064250"/>
          <p14:tracePt t="83906" x="6242050" y="6064250"/>
          <p14:tracePt t="83914" x="6235700" y="6064250"/>
          <p14:tracePt t="83923" x="6229350" y="6064250"/>
          <p14:tracePt t="83957" x="6223000" y="6064250"/>
          <p14:tracePt t="83963" x="6223000" y="6070600"/>
          <p14:tracePt t="83977" x="6216650" y="6070600"/>
          <p14:tracePt t="83991" x="6210300" y="6070600"/>
          <p14:tracePt t="84006" x="6203950" y="6070600"/>
          <p14:tracePt t="84027" x="6197600" y="6070600"/>
          <p14:tracePt t="84046" x="6191250" y="6070600"/>
          <p14:tracePt t="84089" x="6191250" y="6076950"/>
          <p14:tracePt t="84173" x="6197600" y="6076950"/>
          <p14:tracePt t="84180" x="6203950" y="6076950"/>
          <p14:tracePt t="84194" x="6210300" y="6076950"/>
          <p14:tracePt t="84205" x="6210300" y="6070600"/>
          <p14:tracePt t="84222" x="6216650" y="6070600"/>
          <p14:tracePt t="84239" x="6223000" y="6070600"/>
          <p14:tracePt t="84259" x="6229350" y="6064250"/>
          <p14:tracePt t="84285" x="6235700" y="6057900"/>
          <p14:tracePt t="84307" x="6242050" y="6057900"/>
          <p14:tracePt t="84328" x="6248400" y="6051550"/>
          <p14:tracePt t="84370" x="6254750" y="6051550"/>
          <p14:tracePt t="84405" x="6261100" y="6051550"/>
          <p14:tracePt t="84461" x="6267450" y="6051550"/>
          <p14:tracePt t="84482" x="6273800" y="6051550"/>
          <p14:tracePt t="84517" x="6273800" y="6045200"/>
          <p14:tracePt t="84524" x="6280150" y="6045200"/>
          <p14:tracePt t="84545" x="6286500" y="6045200"/>
          <p14:tracePt t="84559" x="6292850" y="6045200"/>
          <p14:tracePt t="84587" x="6299200" y="6038850"/>
          <p14:tracePt t="84622" x="6311900" y="6038850"/>
          <p14:tracePt t="84629" x="6318250" y="6038850"/>
          <p14:tracePt t="84643" x="6324600" y="6038850"/>
          <p14:tracePt t="84654" x="6330950" y="6038850"/>
          <p14:tracePt t="84672" x="6343650" y="6038850"/>
          <p14:tracePt t="84688" x="6356350" y="6038850"/>
          <p14:tracePt t="84704" x="6369050" y="6038850"/>
          <p14:tracePt t="84721" x="6400800" y="6038850"/>
          <p14:tracePt t="84738" x="6419850" y="6032500"/>
          <p14:tracePt t="84754" x="6432550" y="6032500"/>
          <p14:tracePt t="84771" x="6445250" y="6032500"/>
          <p14:tracePt t="85144" x="6369050" y="5969000"/>
          <p14:tracePt t="85158" x="6210300" y="5867400"/>
          <p14:tracePt t="85165" x="6019800" y="5702300"/>
          <p14:tracePt t="85178" x="5816600" y="5486400"/>
          <p14:tracePt t="85192" x="5568950" y="5270500"/>
          <p14:tracePt t="85203" x="5321300" y="5022850"/>
          <p14:tracePt t="85221" x="4794250" y="4495800"/>
          <p14:tracePt t="85236" x="4514850" y="4222750"/>
          <p14:tracePt t="85252" x="4000500" y="3752850"/>
          <p14:tracePt t="85270" x="3568700" y="3378200"/>
          <p14:tracePt t="85285" x="3403600" y="3257550"/>
          <p14:tracePt t="85302" x="3251200" y="3155950"/>
          <p14:tracePt t="85319" x="3016250" y="2984500"/>
          <p14:tracePt t="85335" x="2806700" y="2851150"/>
          <p14:tracePt t="85352" x="2698750" y="2800350"/>
          <p14:tracePt t="85369" x="2533650" y="2686050"/>
          <p14:tracePt t="85385" x="2393950" y="2590800"/>
          <p14:tracePt t="85401" x="2336800" y="2559050"/>
          <p14:tracePt t="85418" x="2266950" y="2489200"/>
          <p14:tracePt t="85435" x="2216150" y="2444750"/>
          <p14:tracePt t="85452" x="2159000" y="2406650"/>
          <p14:tracePt t="85468" x="2127250" y="2381250"/>
          <p14:tracePt t="85485" x="2095500" y="2355850"/>
          <p14:tracePt t="85502" x="2044700" y="2336800"/>
          <p14:tracePt t="85518" x="1981200" y="2292350"/>
          <p14:tracePt t="85535" x="1949450" y="2286000"/>
          <p14:tracePt t="85552" x="1917700" y="2273300"/>
          <p14:tracePt t="85568" x="1879600" y="2260600"/>
          <p14:tracePt t="85586" x="1854200" y="2260600"/>
          <p14:tracePt t="85601" x="1854200" y="2254250"/>
          <p14:tracePt t="85617" x="1847850" y="2254250"/>
          <p14:tracePt t="85635" x="1835150" y="2254250"/>
          <p14:tracePt t="85775" x="1828800" y="2260600"/>
          <p14:tracePt t="85845" x="1828800" y="2266950"/>
          <p14:tracePt t="85951" x="1835150" y="2266950"/>
          <p14:tracePt t="85972" x="1841500" y="2266950"/>
          <p14:tracePt t="85993" x="1847850" y="2266950"/>
          <p14:tracePt t="86014" x="1847850" y="2273300"/>
          <p14:tracePt t="87985" x="1841500" y="2273300"/>
          <p14:tracePt t="87999" x="1828800" y="2279650"/>
          <p14:tracePt t="88006" x="1803400" y="2286000"/>
          <p14:tracePt t="88020" x="1784350" y="2286000"/>
          <p14:tracePt t="88029" x="1771650" y="2292350"/>
          <p14:tracePt t="88042" x="1752600" y="2292350"/>
          <p14:tracePt t="88059" x="1739900" y="2298700"/>
          <p14:tracePt t="88076" x="1714500" y="2311400"/>
          <p14:tracePt t="88092" x="1695450" y="2317750"/>
          <p14:tracePt t="88109" x="1689100" y="2317750"/>
          <p14:tracePt t="88126" x="1676400" y="2317750"/>
          <p14:tracePt t="88174" x="1670050" y="2317750"/>
          <p14:tracePt t="88217" x="1663700" y="2317750"/>
          <p14:tracePt t="88286" x="1657350" y="2317750"/>
          <p14:tracePt t="88371" x="1651000" y="2317750"/>
          <p14:tracePt t="89406" x="1670050" y="2317750"/>
          <p14:tracePt t="89414" x="1701800" y="2317750"/>
          <p14:tracePt t="89428" x="1739900" y="2317750"/>
          <p14:tracePt t="89438" x="1790700" y="2317750"/>
          <p14:tracePt t="89454" x="1841500" y="2311400"/>
          <p14:tracePt t="89471" x="1936750" y="2298700"/>
          <p14:tracePt t="89488" x="1993900" y="2292350"/>
          <p14:tracePt t="89505" x="2076450" y="2273300"/>
          <p14:tracePt t="89521" x="2133600" y="2266950"/>
          <p14:tracePt t="89538" x="2152650" y="2260600"/>
          <p14:tracePt t="89554" x="2178050" y="2254250"/>
          <p14:tracePt t="89571" x="2190750" y="2254250"/>
          <p14:tracePt t="89605" x="2197100" y="2254250"/>
          <p14:tracePt t="89715" x="2190750" y="2254250"/>
          <p14:tracePt t="89793" x="2184400" y="2254250"/>
          <p14:tracePt t="89891" x="2178050" y="2254250"/>
          <p14:tracePt t="89926" x="2184400" y="2260600"/>
          <p14:tracePt t="89932" x="2190750" y="2260600"/>
          <p14:tracePt t="89954" x="2197100" y="2260600"/>
          <p14:tracePt t="89967" x="2203450" y="2260600"/>
          <p14:tracePt t="89975" x="2216150" y="2260600"/>
          <p14:tracePt t="89990" x="2228850" y="2260600"/>
          <p14:tracePt t="90003" x="2254250" y="2260600"/>
          <p14:tracePt t="90020" x="2324100" y="2260600"/>
          <p14:tracePt t="90036" x="2362200" y="2260600"/>
          <p14:tracePt t="90052" x="2476500" y="2260600"/>
          <p14:tracePt t="90069" x="2584450" y="2254250"/>
          <p14:tracePt t="90086" x="2647950" y="2254250"/>
          <p14:tracePt t="90102" x="2736850" y="2247900"/>
          <p14:tracePt t="90119" x="2768600" y="2241550"/>
          <p14:tracePt t="90136" x="2813050" y="2235200"/>
          <p14:tracePt t="90152" x="2825750" y="2235200"/>
          <p14:tracePt t="90169" x="2832100" y="2235200"/>
          <p14:tracePt t="90228" x="2832100" y="2228850"/>
          <p14:tracePt t="90277" x="2825750" y="2228850"/>
          <p14:tracePt t="90333" x="2819400" y="2228850"/>
          <p14:tracePt t="90360" x="2813050" y="2228850"/>
          <p14:tracePt t="90389" x="2800350" y="2235200"/>
          <p14:tracePt t="90403" x="2794000" y="2235200"/>
          <p14:tracePt t="90410" x="2787650" y="2235200"/>
          <p14:tracePt t="90424" x="2781300" y="2235200"/>
          <p14:tracePt t="90434" x="2755900" y="2235200"/>
          <p14:tracePt t="90452" x="2730500" y="2235200"/>
          <p14:tracePt t="90468" x="2635250" y="2228850"/>
          <p14:tracePt t="90484" x="2571750" y="2235200"/>
          <p14:tracePt t="90501" x="2406650" y="2247900"/>
          <p14:tracePt t="90517" x="2228850" y="2254250"/>
          <p14:tracePt t="90534" x="2133600" y="2266950"/>
          <p14:tracePt t="90551" x="1993900" y="2286000"/>
          <p14:tracePt t="90567" x="1924050" y="2292350"/>
          <p14:tracePt t="90584" x="1835150" y="2305050"/>
          <p14:tracePt t="90600" x="1790700" y="2317750"/>
          <p14:tracePt t="90617" x="1778000" y="2317750"/>
          <p14:tracePt t="90634" x="1765300" y="2324100"/>
          <p14:tracePt t="90651" x="1746250" y="2324100"/>
          <p14:tracePt t="90684" x="1739900" y="2324100"/>
          <p14:tracePt t="90704" x="1733550" y="2324100"/>
          <p14:tracePt t="90754" x="1733550" y="2317750"/>
          <p14:tracePt t="90859" x="1733550" y="2311400"/>
          <p14:tracePt t="90887" x="1739900" y="2311400"/>
          <p14:tracePt t="90908" x="1746250" y="2305050"/>
          <p14:tracePt t="90922" x="1758950" y="2305050"/>
          <p14:tracePt t="90929" x="1758950" y="2298700"/>
          <p14:tracePt t="90943" x="1765300" y="2298700"/>
          <p14:tracePt t="90952" x="1778000" y="2292350"/>
          <p14:tracePt t="90966" x="1790700" y="2286000"/>
          <p14:tracePt t="90983" x="1816100" y="2273300"/>
          <p14:tracePt t="91000" x="1854200" y="2254250"/>
          <p14:tracePt t="91016" x="1892300" y="2228850"/>
          <p14:tracePt t="91032" x="1911350" y="2222500"/>
          <p14:tracePt t="91049" x="1936750" y="2203450"/>
          <p14:tracePt t="91066" x="1943100" y="2197100"/>
          <p14:tracePt t="91083" x="1955800" y="2197100"/>
          <p14:tracePt t="91119" x="1955800" y="2190750"/>
          <p14:tracePt t="91203" x="1955800" y="2184400"/>
          <p14:tracePt t="91209" x="1949450" y="2184400"/>
          <p14:tracePt t="91245" x="1949450" y="2178050"/>
          <p14:tracePt t="91251" x="1943100" y="2178050"/>
          <p14:tracePt t="91273" x="1930400" y="2178050"/>
          <p14:tracePt t="91308" x="1924050" y="2178050"/>
          <p14:tracePt t="91316" x="1917700" y="2178050"/>
          <p14:tracePt t="91329" x="1905000" y="2178050"/>
          <p14:tracePt t="91336" x="1885950" y="2178050"/>
          <p14:tracePt t="91351" x="1866900" y="2184400"/>
          <p14:tracePt t="91365" x="1841500" y="2184400"/>
          <p14:tracePt t="91381" x="1784350" y="2184400"/>
          <p14:tracePt t="91398" x="1758950" y="2190750"/>
          <p14:tracePt t="91415" x="1708150" y="2190750"/>
          <p14:tracePt t="91431" x="1676400" y="2197100"/>
          <p14:tracePt t="91449" x="1625600" y="2197100"/>
          <p14:tracePt t="91464" x="1612900" y="2203450"/>
          <p14:tracePt t="91481" x="1600200" y="2203450"/>
          <p14:tracePt t="91485" x="1593850" y="2209800"/>
          <p14:tracePt t="91505" x="1587500" y="2209800"/>
          <p14:tracePt t="91514" x="1587500" y="2216150"/>
          <p14:tracePt t="91534" x="1587500" y="2222500"/>
          <p14:tracePt t="91548" x="1587500" y="2228850"/>
          <p14:tracePt t="91564" x="1587500" y="2235200"/>
          <p14:tracePt t="91581" x="1574800" y="2235200"/>
          <p14:tracePt t="91597" x="1568450" y="2247900"/>
          <p14:tracePt t="91631" x="1562100" y="2254250"/>
          <p14:tracePt t="91647" x="1555750" y="2260600"/>
          <p14:tracePt t="91673" x="1555750" y="2266950"/>
          <p14:tracePt t="91722" x="1549400" y="2273300"/>
          <p14:tracePt t="91729" x="1543050" y="2273300"/>
          <p14:tracePt t="91827" x="1549400" y="2273300"/>
          <p14:tracePt t="91834" x="1549400" y="2279650"/>
          <p14:tracePt t="91869" x="1555750" y="2279650"/>
          <p14:tracePt t="91877" x="1568450" y="2279650"/>
          <p14:tracePt t="91891" x="1574800" y="2286000"/>
          <p14:tracePt t="91899" x="1581150" y="2286000"/>
          <p14:tracePt t="91913" x="1593850" y="2292350"/>
          <p14:tracePt t="91929" x="1612900" y="2292350"/>
          <p14:tracePt t="91946" x="1663700" y="2298700"/>
          <p14:tracePt t="91962" x="1720850" y="2305050"/>
          <p14:tracePt t="91979" x="1746250" y="2311400"/>
          <p14:tracePt t="91983" x="1778000" y="2311400"/>
          <p14:tracePt t="91996" x="1797050" y="2311400"/>
          <p14:tracePt t="92012" x="1847850" y="2311400"/>
          <p14:tracePt t="92029" x="1866900" y="2311400"/>
          <p14:tracePt t="92046" x="1892300" y="2324100"/>
          <p14:tracePt t="92062" x="1898650" y="2324100"/>
          <p14:tracePt t="92079" x="1911350" y="2324100"/>
          <p14:tracePt t="92171" x="1911350" y="2330450"/>
          <p14:tracePt t="92263" x="1911350" y="2336800"/>
          <p14:tracePt t="92305" x="1917700" y="2343150"/>
          <p14:tracePt t="92313" x="1924050" y="2343150"/>
          <p14:tracePt t="92326" x="1930400" y="2343150"/>
          <p14:tracePt t="92333" x="1936750" y="2343150"/>
          <p14:tracePt t="92348" x="1949450" y="2343150"/>
          <p14:tracePt t="92361" x="1962150" y="2349500"/>
          <p14:tracePt t="92378" x="2000250" y="2355850"/>
          <p14:tracePt t="92395" x="2038350" y="2355850"/>
          <p14:tracePt t="92411" x="2108200" y="2362200"/>
          <p14:tracePt t="92428" x="2146300" y="2362200"/>
          <p14:tracePt t="92445" x="2209800" y="2362200"/>
          <p14:tracePt t="92461" x="2279650" y="2362200"/>
          <p14:tracePt t="92477" x="2311400" y="2362200"/>
          <p14:tracePt t="92481" x="2349500" y="2362200"/>
          <p14:tracePt t="92494" x="2368550" y="2362200"/>
          <p14:tracePt t="92510" x="2406650" y="2362200"/>
          <p14:tracePt t="92527" x="2419350" y="2362200"/>
          <p14:tracePt t="92544" x="2444750" y="2362200"/>
          <p14:tracePt t="92560" x="2451100" y="2362200"/>
          <p14:tracePt t="92578" x="2463800" y="2362200"/>
          <p14:tracePt t="92593" x="2470150" y="2362200"/>
          <p14:tracePt t="92627" x="2476500" y="2362200"/>
          <p14:tracePt t="92643" x="2482850" y="2362200"/>
          <p14:tracePt t="92678" x="2489200" y="2362200"/>
          <p14:tracePt t="92761" x="2482850" y="2362200"/>
          <p14:tracePt t="92824" x="2476500" y="2362200"/>
          <p14:tracePt t="92852" x="2470150" y="2362200"/>
          <p14:tracePt t="92887" x="2463800" y="2362200"/>
          <p14:tracePt t="92894" x="2457450" y="2362200"/>
          <p14:tracePt t="92908" x="2451100" y="2362200"/>
          <p14:tracePt t="92915" x="2438400" y="2355850"/>
          <p14:tracePt t="92929" x="2419350" y="2355850"/>
          <p14:tracePt t="92943" x="2387600" y="2355850"/>
          <p14:tracePt t="92959" x="2298700" y="2343150"/>
          <p14:tracePt t="92976" x="2235200" y="2336800"/>
          <p14:tracePt t="92993" x="2089150" y="2324100"/>
          <p14:tracePt t="93009" x="2025650" y="2324100"/>
          <p14:tracePt t="93026" x="1924050" y="2317750"/>
          <p14:tracePt t="93042" x="1841500" y="2311400"/>
          <p14:tracePt t="93059" x="1816100" y="2311400"/>
          <p14:tracePt t="93076" x="1778000" y="2311400"/>
          <p14:tracePt t="93091" x="1765300" y="2311400"/>
          <p14:tracePt t="93109" x="1752600" y="2311400"/>
          <p14:tracePt t="93126" x="1739900" y="2311400"/>
          <p14:tracePt t="93142" x="1733550" y="2311400"/>
          <p14:tracePt t="93158" x="1720850" y="2311400"/>
          <p14:tracePt t="93191" x="1714500" y="2311400"/>
          <p14:tracePt t="93209" x="1708150" y="2311400"/>
          <p14:tracePt t="93225" x="1701800" y="2311400"/>
          <p14:tracePt t="93241" x="1689100" y="2311400"/>
          <p14:tracePt t="93261" x="1682750" y="2311400"/>
          <p14:tracePt t="93287" x="1676400" y="2311400"/>
          <p14:tracePt t="93329" x="1670050" y="2311400"/>
          <p14:tracePt t="93371" x="1663700" y="2311400"/>
          <p14:tracePt t="93392" x="1657350" y="2311400"/>
          <p14:tracePt t="93414" x="1651000" y="2311400"/>
          <p14:tracePt t="93435" x="1644650" y="2311400"/>
          <p14:tracePt t="93456" x="1638300" y="2311400"/>
          <p14:tracePt t="93497" x="1631950" y="2305050"/>
          <p14:tracePt t="93519" x="1625600" y="2305050"/>
          <p14:tracePt t="93547" x="1619250" y="2305050"/>
          <p14:tracePt t="93582" x="1612900" y="2305050"/>
          <p14:tracePt t="93624" x="1606550" y="2298700"/>
          <p14:tracePt t="93673" x="1600200" y="2292350"/>
          <p14:tracePt t="93891" x="1600200" y="2286000"/>
          <p14:tracePt t="93905" x="1600200" y="2279650"/>
          <p14:tracePt t="93912" x="1600200" y="2273300"/>
          <p14:tracePt t="93926" x="1606550" y="2266950"/>
          <p14:tracePt t="93940" x="1612900" y="2254250"/>
          <p14:tracePt t="93956" x="1619250" y="2222500"/>
          <p14:tracePt t="93972" x="1625600" y="2203450"/>
          <p14:tracePt t="93989" x="1644650" y="2159000"/>
          <p14:tracePt t="94005" x="1657350" y="2146300"/>
          <p14:tracePt t="94022" x="1663700" y="2120900"/>
          <p14:tracePt t="94039" x="1670050" y="2108200"/>
          <p14:tracePt t="94087" x="1670050" y="2114550"/>
          <p14:tracePt t="94101" x="1670050" y="2120900"/>
          <p14:tracePt t="94108" x="1670050" y="2127250"/>
          <p14:tracePt t="94129" x="1670050" y="2133600"/>
          <p14:tracePt t="94143" x="1670050" y="2146300"/>
          <p14:tracePt t="94155" x="1670050" y="2152650"/>
          <p14:tracePt t="94173" x="1670050" y="2184400"/>
          <p14:tracePt t="94188" x="1670050" y="2203450"/>
          <p14:tracePt t="94205" x="1670050" y="2216150"/>
          <p14:tracePt t="94221" x="1676400" y="2254250"/>
          <p14:tracePt t="94238" x="1676400" y="2286000"/>
          <p14:tracePt t="94255" x="1682750" y="2311400"/>
          <p14:tracePt t="94288" x="1682750" y="2317750"/>
          <p14:tracePt t="94305" x="1682750" y="2324100"/>
          <p14:tracePt t="94333" x="1682750" y="2330450"/>
          <p14:tracePt t="94396" x="1689100" y="2330450"/>
          <p14:tracePt t="94431" x="1689100" y="2324100"/>
          <p14:tracePt t="94452" x="1689100" y="2317750"/>
          <p14:tracePt t="94494" x="1689100" y="2311400"/>
          <p14:tracePt t="94508" x="1689100" y="2305050"/>
          <p14:tracePt t="94514" x="1689100" y="2298700"/>
          <p14:tracePt t="94529" x="1689100" y="2286000"/>
          <p14:tracePt t="94537" x="1689100" y="2273300"/>
          <p14:tracePt t="94553" x="1689100" y="2260600"/>
          <p14:tracePt t="94571" x="1695450" y="2228850"/>
          <p14:tracePt t="94587" x="1695450" y="2209800"/>
          <p14:tracePt t="94603" x="1708150" y="2190750"/>
          <p14:tracePt t="94620" x="1708150" y="2146300"/>
          <p14:tracePt t="94636" x="1714500" y="2114550"/>
          <p14:tracePt t="94653" x="1720850" y="2101850"/>
          <p14:tracePt t="94670" x="1727200" y="2076450"/>
          <p14:tracePt t="94686" x="1727200" y="2070100"/>
          <p14:tracePt t="94733" x="1733550" y="2070100"/>
          <p14:tracePt t="94740" x="1733550" y="2076450"/>
          <p14:tracePt t="94760" x="1733550" y="2082800"/>
          <p14:tracePt t="94775" x="1733550" y="2089150"/>
          <p14:tracePt t="94796" x="1733550" y="2095500"/>
          <p14:tracePt t="94817" x="1733550" y="2101850"/>
          <p14:tracePt t="94838" x="1733550" y="2108200"/>
          <p14:tracePt t="94859" x="1733550" y="2114550"/>
          <p14:tracePt t="94873" x="1733550" y="2120900"/>
          <p14:tracePt t="94880" x="1733550" y="2127250"/>
          <p14:tracePt t="94902" x="1733550" y="2133600"/>
          <p14:tracePt t="94915" x="1733550" y="2146300"/>
          <p14:tracePt t="94922" x="1733550" y="2159000"/>
          <p14:tracePt t="94938" x="1727200" y="2171700"/>
          <p14:tracePt t="94952" x="1727200" y="2190750"/>
          <p14:tracePt t="94969" x="1720850" y="2235200"/>
          <p14:tracePt t="94986" x="1720850" y="2247900"/>
          <p14:tracePt t="95002" x="1714500" y="2273300"/>
          <p14:tracePt t="95019" x="1714500" y="2286000"/>
          <p14:tracePt t="95035" x="1708150" y="2292350"/>
          <p14:tracePt t="95052" x="1708150" y="2298700"/>
          <p14:tracePt t="95098" x="1701800" y="2298700"/>
          <p14:tracePt t="95147" x="1701800" y="2292350"/>
          <p14:tracePt t="95168" x="1701800" y="2286000"/>
          <p14:tracePt t="95182" x="1695450" y="2279650"/>
          <p14:tracePt t="95203" x="1689100" y="2273300"/>
          <p14:tracePt t="95219" x="1689100" y="2266950"/>
          <p14:tracePt t="95224" x="1682750" y="2260600"/>
          <p14:tracePt t="95245" x="1676400" y="2260600"/>
          <p14:tracePt t="95259" x="1676400" y="2254250"/>
          <p14:tracePt t="95268" x="1676400" y="2247900"/>
          <p14:tracePt t="95288" x="1676400" y="2241550"/>
          <p14:tracePt t="95304" x="1676400" y="2235200"/>
          <p14:tracePt t="95317" x="1670050" y="2235200"/>
          <p14:tracePt t="95334" x="1670050" y="2228850"/>
          <p14:tracePt t="95353" x="1670050" y="2216150"/>
          <p14:tracePt t="95371" x="1676400" y="2216150"/>
          <p14:tracePt t="95406" x="1682750" y="2209800"/>
          <p14:tracePt t="95420" x="1689100" y="2203450"/>
          <p14:tracePt t="95428" x="1695450" y="2197100"/>
          <p14:tracePt t="95442" x="1708150" y="2197100"/>
          <p14:tracePt t="95450" x="1727200" y="2190750"/>
          <p14:tracePt t="95466" x="1746250" y="2184400"/>
          <p14:tracePt t="95484" x="1790700" y="2178050"/>
          <p14:tracePt t="95500" x="1816100" y="2171700"/>
          <p14:tracePt t="95517" x="1860550" y="2165350"/>
          <p14:tracePt t="95534" x="1892300" y="2146300"/>
          <p14:tracePt t="95550" x="1917700" y="2146300"/>
          <p14:tracePt t="95554" x="1924050" y="2146300"/>
          <p14:tracePt t="95570" x="1930400" y="2146300"/>
          <p14:tracePt t="95583" x="1936750" y="2146300"/>
          <p14:tracePt t="95600" x="1943100" y="2146300"/>
          <p14:tracePt t="95617" x="1949450" y="2146300"/>
          <p14:tracePt t="95652" x="1955800" y="2146300"/>
          <p14:tracePt t="96101" x="1949450" y="2146300"/>
          <p14:tracePt t="96505" x="1981200" y="2266950"/>
          <p14:tracePt t="96519" x="2063750" y="2457450"/>
          <p14:tracePt t="96526" x="2127250" y="2647950"/>
          <p14:tracePt t="96540" x="2209800" y="2838450"/>
          <p14:tracePt t="96550" x="2298700" y="3054350"/>
          <p14:tracePt t="96563" x="2387600" y="3270250"/>
          <p14:tracePt t="96580" x="2489200" y="3492500"/>
          <p14:tracePt t="96597" x="2635250" y="3873500"/>
          <p14:tracePt t="96613" x="2717800" y="4044950"/>
          <p14:tracePt t="96630" x="2876550" y="4406900"/>
          <p14:tracePt t="96647" x="3003550" y="4730750"/>
          <p14:tracePt t="96663" x="3060700" y="4870450"/>
          <p14:tracePt t="96681" x="3162300" y="5124450"/>
          <p14:tracePt t="96696" x="3213100" y="5245100"/>
          <p14:tracePt t="96713" x="3308350" y="5441950"/>
          <p14:tracePt t="96730" x="3359150" y="5511800"/>
          <p14:tracePt t="96746" x="3422650" y="5588000"/>
          <p14:tracePt t="96763" x="3441700" y="5607050"/>
          <p14:tracePt t="96779" x="3467100" y="5632450"/>
          <p14:tracePt t="96796" x="3473450" y="5638800"/>
          <p14:tracePt t="96813" x="3498850" y="5657850"/>
          <p14:tracePt t="96829" x="3524250" y="5683250"/>
          <p14:tracePt t="96846" x="3549650" y="5702300"/>
          <p14:tracePt t="96863" x="3568700" y="5727700"/>
          <p14:tracePt t="96878" x="3606800" y="5765800"/>
          <p14:tracePt t="96895" x="3632200" y="5816600"/>
          <p14:tracePt t="96912" x="3651250" y="5848350"/>
          <p14:tracePt t="96929" x="3663950" y="5880100"/>
          <p14:tracePt t="96946" x="3670300" y="5918200"/>
          <p14:tracePt t="96963" x="3695700" y="5981700"/>
          <p14:tracePt t="96979" x="3702050" y="6000750"/>
          <p14:tracePt t="96996" x="3708400" y="6045200"/>
          <p14:tracePt t="97011" x="3714750" y="6070600"/>
          <p14:tracePt t="97028" x="3721100" y="6076950"/>
          <p14:tracePt t="97049" x="3721100" y="6083300"/>
          <p14:tracePt t="98156" x="3708400" y="6083300"/>
          <p14:tracePt t="98162" x="3689350" y="6089650"/>
          <p14:tracePt t="98177" x="3651250" y="6096000"/>
          <p14:tracePt t="98191" x="3600450" y="6102350"/>
          <p14:tracePt t="98208" x="3568700" y="6108700"/>
          <p14:tracePt t="98224" x="3511550" y="6108700"/>
          <p14:tracePt t="98241" x="3460750" y="6127750"/>
          <p14:tracePt t="98257" x="3435350" y="6127750"/>
          <p14:tracePt t="98274" x="3397250" y="6140450"/>
          <p14:tracePt t="98291" x="3321050" y="6153150"/>
          <p14:tracePt t="98307" x="3238500" y="6178550"/>
          <p14:tracePt t="98324" x="3200400" y="6191250"/>
          <p14:tracePt t="98340" x="3117850" y="6197600"/>
          <p14:tracePt t="98357" x="3086100" y="6203950"/>
          <p14:tracePt t="98374" x="3028950" y="6210300"/>
          <p14:tracePt t="98390" x="3016250" y="6210300"/>
          <p14:tracePt t="98407" x="2984500" y="6216650"/>
          <p14:tracePt t="98423" x="2965450" y="6223000"/>
          <p14:tracePt t="98440" x="2952750" y="6223000"/>
          <p14:tracePt t="98473" x="2946400" y="6223000"/>
          <p14:tracePt t="98508" x="2940050" y="6223000"/>
          <p14:tracePt t="98618" x="2940050" y="6229350"/>
          <p14:tracePt t="98682" x="2946400" y="6229350"/>
          <p14:tracePt t="98745" x="2952750" y="6229350"/>
          <p14:tracePt t="98759" x="2959100" y="6229350"/>
          <p14:tracePt t="98766" x="2965450" y="6229350"/>
          <p14:tracePt t="98787" x="2971800" y="6229350"/>
          <p14:tracePt t="98801" x="2978150" y="6229350"/>
          <p14:tracePt t="98809" x="2984500" y="6229350"/>
          <p14:tracePt t="98825" x="2990850" y="6229350"/>
          <p14:tracePt t="98839" x="2997200" y="6235700"/>
          <p14:tracePt t="98855" x="3035300" y="6242050"/>
          <p14:tracePt t="98872" x="3086100" y="6254750"/>
          <p14:tracePt t="98889" x="3117850" y="6254750"/>
          <p14:tracePt t="98906" x="3143250" y="6261100"/>
          <p14:tracePt t="98921" x="3194050" y="6280150"/>
          <p14:tracePt t="98938" x="3213100" y="6280150"/>
          <p14:tracePt t="98955" x="3257550" y="6286500"/>
          <p14:tracePt t="98972" x="3289300" y="6286500"/>
          <p14:tracePt t="98988" x="3295650" y="6286500"/>
          <p14:tracePt t="99005" x="3308350" y="6286500"/>
          <p14:tracePt t="99021" x="3314700" y="6286500"/>
          <p14:tracePt t="99055" x="3327400" y="6286500"/>
          <p14:tracePt t="99103" x="3333750" y="6286500"/>
          <p14:tracePt t="99110" x="3340100" y="6286500"/>
          <p14:tracePt t="99145" x="3340100" y="6280150"/>
          <p14:tracePt t="99166" x="3346450" y="6280150"/>
          <p14:tracePt t="99187" x="3346450" y="6273800"/>
          <p14:tracePt t="99229" x="3346450" y="6267450"/>
          <p14:tracePt t="99271" x="3346450" y="6261100"/>
          <p14:tracePt t="99349" x="3346450" y="6254750"/>
          <p14:tracePt t="101853" x="3346450" y="6223000"/>
          <p14:tracePt t="101860" x="3333750" y="6165850"/>
          <p14:tracePt t="101875" x="3314700" y="6102350"/>
          <p14:tracePt t="101881" x="3295650" y="6007100"/>
          <p14:tracePt t="101895" x="3232150" y="5778500"/>
          <p14:tracePt t="101911" x="3200400" y="5657850"/>
          <p14:tracePt t="101928" x="3168650" y="5530850"/>
          <p14:tracePt t="101945" x="3073400" y="5289550"/>
          <p14:tracePt t="101961" x="3022600" y="5130800"/>
          <p14:tracePt t="101978" x="2889250" y="4781550"/>
          <p14:tracePt t="101995" x="2711450" y="4298950"/>
          <p14:tracePt t="102011" x="2616200" y="4038600"/>
          <p14:tracePt t="102029" x="2463800" y="3632200"/>
          <p14:tracePt t="102044" x="2406650" y="3492500"/>
          <p14:tracePt t="102061" x="2279650" y="3162300"/>
          <p14:tracePt t="102078" x="2146300" y="2851150"/>
          <p14:tracePt t="102094" x="2101850" y="2736850"/>
          <p14:tracePt t="102111" x="2051050" y="2628900"/>
          <p14:tracePt t="102114" x="2019300" y="2527300"/>
          <p14:tracePt t="102128" x="1987550" y="2444750"/>
          <p14:tracePt t="102144" x="1955800" y="2355850"/>
          <p14:tracePt t="102161" x="1911350" y="2222500"/>
          <p14:tracePt t="102177" x="1860550" y="2139950"/>
          <p14:tracePt t="102194" x="1847850" y="2114550"/>
          <p14:tracePt t="102211" x="1822450" y="2070100"/>
          <p14:tracePt t="102227" x="1822450" y="2063750"/>
          <p14:tracePt t="102244" x="1809750" y="2057400"/>
          <p14:tracePt t="102260" x="1803400" y="2057400"/>
          <p14:tracePt t="102310" x="1797050" y="2057400"/>
          <p14:tracePt t="102338" x="1797050" y="2070100"/>
          <p14:tracePt t="102359" x="1790700" y="2070100"/>
          <p14:tracePt t="102373" x="1790700" y="2076450"/>
          <p14:tracePt t="102380" x="1778000" y="2082800"/>
          <p14:tracePt t="102396" x="1765300" y="2089150"/>
          <p14:tracePt t="102410" x="1752600" y="2101850"/>
          <p14:tracePt t="102426" x="1708150" y="2120900"/>
          <p14:tracePt t="102443" x="1663700" y="2133600"/>
          <p14:tracePt t="102459" x="1644650" y="2139950"/>
          <p14:tracePt t="102476" x="1625600" y="2152650"/>
          <p14:tracePt t="102493" x="1581150" y="2165350"/>
          <p14:tracePt t="102509" x="1568450" y="2171700"/>
          <p14:tracePt t="102526" x="1549400" y="2178050"/>
          <p14:tracePt t="102542" x="1543050" y="2184400"/>
          <p14:tracePt t="102559" x="1536700" y="2184400"/>
          <p14:tracePt t="102592" x="1530350" y="2184400"/>
          <p14:tracePt t="102608" x="1524000" y="2190750"/>
          <p14:tracePt t="102660" x="1530350" y="2190750"/>
          <p14:tracePt t="102674" x="1536700" y="2190750"/>
          <p14:tracePt t="102695" x="1543050" y="2190750"/>
          <p14:tracePt t="102702" x="1549400" y="2190750"/>
          <p14:tracePt t="102716" x="1555750" y="2190750"/>
          <p14:tracePt t="102725" x="1574800" y="2190750"/>
          <p14:tracePt t="102742" x="1587500" y="2190750"/>
          <p14:tracePt t="102759" x="1644650" y="2197100"/>
          <p14:tracePt t="102775" x="1682750" y="2197100"/>
          <p14:tracePt t="102792" x="1771650" y="2197100"/>
          <p14:tracePt t="102808" x="1866900" y="2203450"/>
          <p14:tracePt t="102825" x="1898650" y="2209800"/>
          <p14:tracePt t="102842" x="1955800" y="2209800"/>
          <p14:tracePt t="102859" x="1974850" y="2209800"/>
          <p14:tracePt t="102875" x="1987550" y="2209800"/>
          <p14:tracePt t="102892" x="2006600" y="2216150"/>
          <p14:tracePt t="102908" x="2019300" y="2216150"/>
          <p14:tracePt t="102925" x="2025650" y="2222500"/>
          <p14:tracePt t="102983" x="2032000" y="2222500"/>
          <p14:tracePt t="103046" x="2032000" y="2216150"/>
          <p14:tracePt t="103053" x="2032000" y="2209800"/>
          <p14:tracePt t="103060" x="2032000" y="2203450"/>
          <p14:tracePt t="106766" x="2032000" y="2216150"/>
          <p14:tracePt t="106772" x="2032000" y="2241550"/>
          <p14:tracePt t="106786" x="2032000" y="2266950"/>
          <p14:tracePt t="106795" x="2032000" y="2292350"/>
          <p14:tracePt t="106811" x="2038350" y="2336800"/>
          <p14:tracePt t="106828" x="2038350" y="2400300"/>
          <p14:tracePt t="106844" x="2038350" y="2425700"/>
          <p14:tracePt t="106861" x="2038350" y="2470150"/>
          <p14:tracePt t="106878" x="2038350" y="2482850"/>
          <p14:tracePt t="106894" x="2032000" y="2508250"/>
          <p14:tracePt t="106911" x="2032000" y="2514600"/>
          <p14:tracePt t="106927" x="2032000" y="2520950"/>
          <p14:tracePt t="106944" x="2025650" y="2527300"/>
          <p14:tracePt t="112024" x="2057400" y="2571750"/>
          <p14:tracePt t="112031" x="2127250" y="2654300"/>
          <p14:tracePt t="112046" x="2209800" y="2736850"/>
          <p14:tracePt t="112060" x="2305050" y="2825750"/>
          <p14:tracePt t="112076" x="2406650" y="2921000"/>
          <p14:tracePt t="112093" x="2667000" y="3124200"/>
          <p14:tracePt t="112109" x="2876550" y="3314700"/>
          <p14:tracePt t="112126" x="2971800" y="3409950"/>
          <p14:tracePt t="112143" x="3187700" y="3638550"/>
          <p14:tracePt t="112160" x="3276600" y="3721100"/>
          <p14:tracePt t="112163" x="3359150" y="3790950"/>
          <p14:tracePt t="112177" x="3429000" y="3879850"/>
          <p14:tracePt t="112193" x="3549650" y="3987800"/>
          <p14:tracePt t="112209" x="3594100" y="4044950"/>
          <p14:tracePt t="112226" x="3632200" y="4089400"/>
          <p14:tracePt t="112242" x="3695700" y="4159250"/>
          <p14:tracePt t="112259" x="3727450" y="4184650"/>
          <p14:tracePt t="112276" x="3771900" y="4235450"/>
          <p14:tracePt t="112292" x="3841750" y="4305300"/>
          <p14:tracePt t="112309" x="3873500" y="4337050"/>
          <p14:tracePt t="112326" x="3956050" y="4419600"/>
          <p14:tracePt t="112342" x="3994150" y="4470400"/>
          <p14:tracePt t="112359" x="4070350" y="4572000"/>
          <p14:tracePt t="112375" x="4146550" y="4686300"/>
          <p14:tracePt t="112392" x="4178300" y="4756150"/>
          <p14:tracePt t="112409" x="4216400" y="4813300"/>
          <p14:tracePt t="112425" x="4260850" y="4908550"/>
          <p14:tracePt t="112442" x="4286250" y="4953000"/>
          <p14:tracePt t="112459" x="4324350" y="5016500"/>
          <p14:tracePt t="112475" x="4349750" y="5073650"/>
          <p14:tracePt t="112491" x="4362450" y="5086350"/>
          <p14:tracePt t="112508" x="4400550" y="5168900"/>
          <p14:tracePt t="112525" x="4406900" y="5187950"/>
          <p14:tracePt t="112541" x="4425950" y="5194300"/>
          <p14:tracePt t="112558" x="4438650" y="5200650"/>
          <p14:tracePt t="113413" x="4432300" y="5219700"/>
          <p14:tracePt t="113420" x="4419600" y="5251450"/>
          <p14:tracePt t="113434" x="4394200" y="5283200"/>
          <p14:tracePt t="113442" x="4387850" y="5308600"/>
          <p14:tracePt t="113458" x="4362450" y="5327650"/>
          <p14:tracePt t="113471" x="4356100" y="5346700"/>
          <p14:tracePt t="113488" x="4337050" y="5410200"/>
          <p14:tracePt t="113505" x="4305300" y="5461000"/>
          <p14:tracePt t="113521" x="4298950" y="5480050"/>
          <p14:tracePt t="113538" x="4292600" y="5511800"/>
          <p14:tracePt t="113555" x="4267200" y="5556250"/>
          <p14:tracePt t="113571" x="4248150" y="5613400"/>
          <p14:tracePt t="113588" x="4241800" y="5626100"/>
          <p14:tracePt t="113604" x="4222750" y="5676900"/>
          <p14:tracePt t="113621" x="4216400" y="5695950"/>
          <p14:tracePt t="113638" x="4203700" y="5740400"/>
          <p14:tracePt t="113654" x="4197350" y="5759450"/>
          <p14:tracePt t="113671" x="4178300" y="5803900"/>
          <p14:tracePt t="113688" x="4165600" y="5835650"/>
          <p14:tracePt t="113704" x="4159250" y="5848350"/>
          <p14:tracePt t="113721" x="4140200" y="5861050"/>
          <p14:tracePt t="113737" x="4140200" y="5880100"/>
          <p14:tracePt t="113754" x="4127500" y="5899150"/>
          <p14:tracePt t="113771" x="4121150" y="5905500"/>
          <p14:tracePt t="113787" x="4121150" y="5911850"/>
          <p14:tracePt t="113820" x="4114800" y="5911850"/>
          <p14:tracePt t="113838" x="4108450" y="5918200"/>
          <p14:tracePt t="113862" x="4102100" y="5924550"/>
          <p14:tracePt t="113870" x="4102100" y="5930900"/>
          <p14:tracePt t="113887" x="4095750" y="5943600"/>
          <p14:tracePt t="114267" x="4083050" y="5956300"/>
          <p14:tracePt t="114274" x="4051300" y="5975350"/>
          <p14:tracePt t="114289" x="4019550" y="5994400"/>
          <p14:tracePt t="114301" x="3962400" y="6013450"/>
          <p14:tracePt t="114319" x="3867150" y="6038850"/>
          <p14:tracePt t="114336" x="3822700" y="6057900"/>
          <p14:tracePt t="114352" x="3740150" y="6070600"/>
          <p14:tracePt t="114368" x="3714750" y="6083300"/>
          <p14:tracePt t="114385" x="3632200" y="6096000"/>
          <p14:tracePt t="114402" x="3543300" y="6121400"/>
          <p14:tracePt t="114418" x="3505200" y="6127750"/>
          <p14:tracePt t="114435" x="3473450" y="6140450"/>
          <p14:tracePt t="114452" x="3403600" y="6159500"/>
          <p14:tracePt t="114468" x="3359150" y="6172200"/>
          <p14:tracePt t="114485" x="3289300" y="6184900"/>
          <p14:tracePt t="114501" x="3219450" y="6210300"/>
          <p14:tracePt t="114518" x="3187700" y="6210300"/>
          <p14:tracePt t="114536" x="3130550" y="6223000"/>
          <p14:tracePt t="114551" x="3098800" y="6229350"/>
          <p14:tracePt t="114570" x="3060700" y="6242050"/>
          <p14:tracePt t="114584" x="3022600" y="6254750"/>
          <p14:tracePt t="114601" x="3003550" y="6261100"/>
          <p14:tracePt t="114618" x="2984500" y="6267450"/>
          <p14:tracePt t="114635" x="2940050" y="6273800"/>
          <p14:tracePt t="114651" x="2914650" y="6280150"/>
          <p14:tracePt t="114668" x="2857500" y="6286500"/>
          <p14:tracePt t="114684" x="2774950" y="6305550"/>
          <p14:tracePt t="114701" x="2730500" y="6311900"/>
          <p14:tracePt t="114718" x="2584450" y="6330950"/>
          <p14:tracePt t="114734" x="2552700" y="6337300"/>
          <p14:tracePt t="114751" x="2514600" y="6343650"/>
          <p14:tracePt t="114767" x="2489200" y="6356350"/>
          <p14:tracePt t="114784" x="2476500" y="6362700"/>
          <p14:tracePt t="114800" x="2470150" y="6369050"/>
          <p14:tracePt t="114817" x="2457450" y="6375400"/>
          <p14:tracePt t="114851" x="2457450" y="6381750"/>
          <p14:tracePt t="114879" x="2451100" y="6381750"/>
          <p14:tracePt t="114942" x="2457450" y="6388100"/>
          <p14:tracePt t="114949" x="2463800" y="6388100"/>
          <p14:tracePt t="114963" x="2470150" y="6388100"/>
          <p14:tracePt t="114970" x="2476500" y="6388100"/>
          <p14:tracePt t="114986" x="2482850" y="6388100"/>
          <p14:tracePt t="114999" x="2489200" y="6388100"/>
          <p14:tracePt t="115016" x="2533650" y="6388100"/>
          <p14:tracePt t="115034" x="2622550" y="6388100"/>
          <p14:tracePt t="115049" x="2698750" y="6388100"/>
          <p14:tracePt t="115066" x="2774950" y="6388100"/>
          <p14:tracePt t="115083" x="2940050" y="6394450"/>
          <p14:tracePt t="115099" x="3028950" y="6407150"/>
          <p14:tracePt t="115116" x="3187700" y="6413500"/>
          <p14:tracePt t="115132" x="3327400" y="6432550"/>
          <p14:tracePt t="115149" x="3397250" y="6445250"/>
          <p14:tracePt t="115167" x="3498850" y="6445250"/>
          <p14:tracePt t="115183" x="3536950" y="6445250"/>
          <p14:tracePt t="115186" x="3568700" y="6445250"/>
          <p14:tracePt t="115199" x="3594100" y="6445250"/>
          <p14:tracePt t="115216" x="3632200" y="6445250"/>
          <p14:tracePt t="115232" x="3657600" y="6445250"/>
          <p14:tracePt t="115249" x="3676650" y="6451600"/>
          <p14:tracePt t="115266" x="3695700" y="6451600"/>
          <p14:tracePt t="115282" x="3708400" y="6451600"/>
          <p14:tracePt t="115300" x="3740150" y="6451600"/>
          <p14:tracePt t="115315" x="3759200" y="6451600"/>
          <p14:tracePt t="115332" x="3765550" y="6451600"/>
          <p14:tracePt t="115350" x="3784600" y="6451600"/>
          <p14:tracePt t="115365" x="3797300" y="6451600"/>
          <p14:tracePt t="115382" x="3816350" y="6451600"/>
          <p14:tracePt t="115399" x="3829050" y="6451600"/>
          <p14:tracePt t="115415" x="3841750" y="6451600"/>
          <p14:tracePt t="115431" x="3854450" y="6451600"/>
          <p14:tracePt t="115448" x="3892550" y="6451600"/>
          <p14:tracePt t="115464" x="3917950" y="6451600"/>
          <p14:tracePt t="115482" x="3975100" y="6445250"/>
          <p14:tracePt t="115498" x="4038600" y="6438900"/>
          <p14:tracePt t="115515" x="4083050" y="6438900"/>
          <p14:tracePt t="115532" x="4159250" y="6426200"/>
          <p14:tracePt t="115548" x="4216400" y="6419850"/>
          <p14:tracePt t="115564" x="4337050" y="6388100"/>
          <p14:tracePt t="115581" x="4438650" y="6381750"/>
          <p14:tracePt t="115597" x="4476750" y="6381750"/>
          <p14:tracePt t="115614" x="4521200" y="6381750"/>
          <p14:tracePt t="115631" x="4578350" y="6375400"/>
          <p14:tracePt t="115647" x="4622800" y="6375400"/>
          <p14:tracePt t="115665" x="4660900" y="6375400"/>
          <p14:tracePt t="115680" x="4673600" y="6375400"/>
          <p14:tracePt t="115697" x="4692650" y="6375400"/>
          <p14:tracePt t="115701" x="4705350" y="6381750"/>
          <p14:tracePt t="115714" x="4718050" y="6381750"/>
          <p14:tracePt t="115730" x="4743450" y="6388100"/>
          <p14:tracePt t="115747" x="4756150" y="6394450"/>
          <p14:tracePt t="115764" x="4781550" y="6400800"/>
          <p14:tracePt t="115780" x="4806950" y="6407150"/>
          <p14:tracePt t="115797" x="4813300" y="6407150"/>
          <p14:tracePt t="115813" x="4876800" y="6413500"/>
          <p14:tracePt t="115830" x="4946650" y="6432550"/>
          <p14:tracePt t="115847" x="5022850" y="6438900"/>
          <p14:tracePt t="115863" x="5067300" y="6445250"/>
          <p14:tracePt t="115880" x="5105400" y="6457950"/>
          <p14:tracePt t="115897" x="5200650" y="6470650"/>
          <p14:tracePt t="115913" x="5283200" y="6470650"/>
          <p14:tracePt t="115930" x="5334000" y="6483350"/>
          <p14:tracePt t="115946" x="5403850" y="6489700"/>
          <p14:tracePt t="115963" x="5429250" y="6496050"/>
          <p14:tracePt t="115981" x="5461000" y="6496050"/>
          <p14:tracePt t="115996" x="5511800" y="6502400"/>
          <p14:tracePt t="116013" x="5549900" y="6502400"/>
          <p14:tracePt t="116030" x="5568950" y="6502400"/>
          <p14:tracePt t="116046" x="5613400" y="6508750"/>
          <p14:tracePt t="116062" x="5632450" y="6508750"/>
          <p14:tracePt t="116079" x="5664200" y="6508750"/>
          <p14:tracePt t="116096" x="5689600" y="6508750"/>
          <p14:tracePt t="116112" x="5695950" y="6508750"/>
          <p14:tracePt t="116129" x="5708650" y="6502400"/>
          <p14:tracePt t="116170" x="5708650" y="6496050"/>
          <p14:tracePt t="118191" x="5759450" y="6496050"/>
          <p14:tracePt t="118206" x="5842000" y="6477000"/>
          <p14:tracePt t="118212" x="5930900" y="6470650"/>
          <p14:tracePt t="118226" x="6013450" y="6451600"/>
          <p14:tracePt t="118238" x="6102350" y="6426200"/>
          <p14:tracePt t="118255" x="6267450" y="6400800"/>
          <p14:tracePt t="118272" x="6350000" y="6388100"/>
          <p14:tracePt t="118289" x="6508750" y="6350000"/>
          <p14:tracePt t="118305" x="6584950" y="6350000"/>
          <p14:tracePt t="118321" x="6724650" y="6343650"/>
          <p14:tracePt t="118339" x="6807200" y="6330950"/>
          <p14:tracePt t="118355" x="6832600" y="6330950"/>
          <p14:tracePt t="118372" x="6889750" y="6330950"/>
          <p14:tracePt t="118389" x="6985000" y="6343650"/>
          <p14:tracePt t="118405" x="7023100" y="6350000"/>
          <p14:tracePt t="118421" x="7086600" y="6350000"/>
          <p14:tracePt t="118438" x="7207250" y="6350000"/>
          <p14:tracePt t="118454" x="7258050" y="6350000"/>
          <p14:tracePt t="118472" x="7327900" y="6356350"/>
          <p14:tracePt t="118488" x="7372350" y="6362700"/>
          <p14:tracePt t="118504" x="7397750" y="6362700"/>
          <p14:tracePt t="118521" x="7416800" y="6362700"/>
          <p14:tracePt t="118537" x="7423150" y="6362700"/>
          <p14:tracePt t="118554" x="7435850" y="6369050"/>
          <p14:tracePt t="118661" x="7429500" y="6369050"/>
          <p14:tracePt t="118949" x="7435850" y="6369050"/>
          <p14:tracePt t="118956" x="7467600" y="6369050"/>
          <p14:tracePt t="118972" x="7486650" y="6369050"/>
          <p14:tracePt t="118985" x="7512050" y="6369050"/>
          <p14:tracePt t="119003" x="7569200" y="6369050"/>
          <p14:tracePt t="119020" x="7626350" y="6362700"/>
          <p14:tracePt t="119035" x="7658100" y="6362700"/>
          <p14:tracePt t="119052" x="7677150" y="6356350"/>
          <p14:tracePt t="119069" x="7708900" y="6356350"/>
          <p14:tracePt t="119085" x="7721600" y="6356350"/>
          <p14:tracePt t="119102" x="7740650" y="6356350"/>
          <p14:tracePt t="119119" x="7747000" y="6356350"/>
          <p14:tracePt t="119223" x="7753350" y="6356350"/>
          <p14:tracePt t="119272" x="7759700" y="6356350"/>
          <p14:tracePt t="119300" x="7759700" y="6350000"/>
          <p14:tracePt t="119320" x="7766050" y="6350000"/>
          <p14:tracePt t="119342" x="7772400" y="6343650"/>
          <p14:tracePt t="119363" x="7778750" y="6343650"/>
          <p14:tracePt t="119384" x="7791450" y="6337300"/>
          <p14:tracePt t="119419" x="7797800" y="6330950"/>
          <p14:tracePt t="119440" x="7804150" y="6330950"/>
          <p14:tracePt t="119461" x="7804150" y="6324600"/>
          <p14:tracePt t="119475" x="7810500" y="632460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Set Methods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87552"/>
            <a:ext cx="8717280" cy="58704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(self,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if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latin typeface="Lucida Console" panose="020B0609040504020204" pitchFamily="49" charset="0"/>
              </a:rPr>
              <a:t> == "":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  <a:t>Critter's name can't be empty.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else: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</a:t>
            </a:r>
            <a:r>
              <a:rPr lang="en-US" altLang="en-US" sz="2400" dirty="0">
                <a:latin typeface="Lucida Console" panose="020B0609040504020204" pitchFamily="49" charset="0"/>
              </a:rPr>
              <a:t> 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"Randolph"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>
                <a:solidFill>
                  <a:schemeClr val="accent2"/>
                </a:solidFill>
              </a:rPr>
              <a:t>Programming a </a:t>
            </a:r>
            <a:r>
              <a:rPr lang="en-US" altLang="en-US" sz="2800" dirty="0" smtClean="0">
                <a:solidFill>
                  <a:schemeClr val="accent2"/>
                </a:solidFill>
              </a:rPr>
              <a:t>set </a:t>
            </a:r>
            <a:r>
              <a:rPr lang="en-US" altLang="en-US" sz="2800" dirty="0">
                <a:solidFill>
                  <a:schemeClr val="accent2"/>
                </a:solidFill>
              </a:rPr>
              <a:t>method:</a:t>
            </a:r>
          </a:p>
          <a:p>
            <a:pPr lvl="1" indent="-396875" eaLnBrk="1" hangingPunct="1"/>
            <a:r>
              <a:rPr lang="en-US" altLang="en-US" sz="2600" dirty="0" smtClean="0"/>
              <a:t>Its analogous to programming a get method.</a:t>
            </a:r>
            <a:endParaRPr lang="en-US" altLang="ja-JP" sz="2000" dirty="0"/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01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191"/>
    </mc:Choice>
    <mc:Fallback>
      <p:transition spd="slow" advTm="156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80" x="7753350" y="6292850"/>
          <p14:tracePt t="1495" x="7632700" y="6223000"/>
          <p14:tracePt t="1500" x="7467600" y="6146800"/>
          <p14:tracePt t="1522" x="7264400" y="6032500"/>
          <p14:tracePt t="1530" x="7035800" y="5911850"/>
          <p14:tracePt t="1544" x="6756400" y="5746750"/>
          <p14:tracePt t="1560" x="6534150" y="5626100"/>
          <p14:tracePt t="1577" x="6019800" y="5289550"/>
          <p14:tracePt t="1593" x="5581650" y="4997450"/>
          <p14:tracePt t="1610" x="5365750" y="4851400"/>
          <p14:tracePt t="1627" x="4978400" y="4591050"/>
          <p14:tracePt t="1643" x="4819650" y="4470400"/>
          <p14:tracePt t="1660" x="4508500" y="4260850"/>
          <p14:tracePt t="1676" x="4184650" y="4019550"/>
          <p14:tracePt t="1693" x="4025900" y="3898900"/>
          <p14:tracePt t="1710" x="3886200" y="3784600"/>
          <p14:tracePt t="1726" x="3613150" y="3594100"/>
          <p14:tracePt t="1743" x="3479800" y="3492500"/>
          <p14:tracePt t="1760" x="3194050" y="3238500"/>
          <p14:tracePt t="1776" x="3117850" y="3168650"/>
          <p14:tracePt t="1793" x="3048000" y="3105150"/>
          <p14:tracePt t="1810" x="2895600" y="2965450"/>
          <p14:tracePt t="1826" x="2851150" y="2914650"/>
          <p14:tracePt t="1843" x="2819400" y="2889250"/>
          <p14:tracePt t="1860" x="2711450" y="2825750"/>
          <p14:tracePt t="1876" x="2679700" y="2806700"/>
          <p14:tracePt t="1893" x="2654300" y="2794000"/>
          <p14:tracePt t="1909" x="2584450" y="2781300"/>
          <p14:tracePt t="1926" x="2546350" y="2749550"/>
          <p14:tracePt t="1943" x="2520950" y="2743200"/>
          <p14:tracePt t="1959" x="2514600" y="2730500"/>
          <p14:tracePt t="1975" x="2489200" y="2717800"/>
          <p14:tracePt t="1992" x="2470150" y="2711450"/>
          <p14:tracePt t="2009" x="2470150" y="2705100"/>
          <p14:tracePt t="2025" x="2457450" y="2698750"/>
          <p14:tracePt t="2042" x="2451100" y="2692400"/>
          <p14:tracePt t="2090" x="2444750" y="2692400"/>
          <p14:tracePt t="2111" x="2438400" y="2692400"/>
          <p14:tracePt t="2132" x="2432050" y="2692400"/>
          <p14:tracePt t="2139" x="2425700" y="2692400"/>
          <p14:tracePt t="2161" x="2419350" y="2692400"/>
          <p14:tracePt t="2167" x="2419350" y="2698750"/>
          <p14:tracePt t="2181" x="2406650" y="2698750"/>
          <p14:tracePt t="2950" x="2393950" y="2692400"/>
          <p14:tracePt t="2959" x="2368550" y="2679700"/>
          <p14:tracePt t="2974" x="2330450" y="2654300"/>
          <p14:tracePt t="2980" x="2298700" y="2628900"/>
          <p14:tracePt t="2994" x="2241550" y="2603500"/>
          <p14:tracePt t="3008" x="2178050" y="2571750"/>
          <p14:tracePt t="3022" x="2120900" y="2546350"/>
          <p14:tracePt t="3038" x="1968500" y="2476500"/>
          <p14:tracePt t="3055" x="1892300" y="2451100"/>
          <p14:tracePt t="3072" x="1708150" y="2381250"/>
          <p14:tracePt t="3088" x="1625600" y="2349500"/>
          <p14:tracePt t="3105" x="1492250" y="2292350"/>
          <p14:tracePt t="3121" x="1428750" y="2254250"/>
          <p14:tracePt t="3138" x="1403350" y="2241550"/>
          <p14:tracePt t="3155" x="1397000" y="2235200"/>
          <p14:tracePt t="3171" x="1384300" y="2222500"/>
          <p14:tracePt t="3188" x="1377950" y="2222500"/>
          <p14:tracePt t="3205" x="1371600" y="2216150"/>
          <p14:tracePt t="3255" x="1365250" y="2216150"/>
          <p14:tracePt t="3282" x="1365250" y="2222500"/>
          <p14:tracePt t="3324" x="1365250" y="2228850"/>
          <p14:tracePt t="3422" x="1365250" y="2235200"/>
          <p14:tracePt t="3444" x="1365250" y="2241550"/>
          <p14:tracePt t="3465" x="1365250" y="2247900"/>
          <p14:tracePt t="3478" x="1365250" y="2254250"/>
          <p14:tracePt t="3500" x="1365250" y="2260600"/>
          <p14:tracePt t="3507" x="1365250" y="2266950"/>
          <p14:tracePt t="3528" x="1371600" y="2266950"/>
          <p14:tracePt t="3570" x="1371600" y="2273300"/>
          <p14:tracePt t="3598" x="1377950" y="2273300"/>
          <p14:tracePt t="3626" x="1377950" y="2279650"/>
          <p14:tracePt t="3647" x="1384300" y="2279650"/>
          <p14:tracePt t="3668" x="1397000" y="2279650"/>
          <p14:tracePt t="3689" x="1403350" y="2279650"/>
          <p14:tracePt t="3704" x="1409700" y="2279650"/>
          <p14:tracePt t="3710" x="1416050" y="2279650"/>
          <p14:tracePt t="3724" x="1422400" y="2279650"/>
          <p14:tracePt t="3745" x="1441450" y="2279650"/>
          <p14:tracePt t="3754" x="1454150" y="2279650"/>
          <p14:tracePt t="3769" x="1466850" y="2279650"/>
          <p14:tracePt t="3787" x="1504950" y="2279650"/>
          <p14:tracePt t="3802" x="1530350" y="2279650"/>
          <p14:tracePt t="3819" x="1549400" y="2279650"/>
          <p14:tracePt t="3836" x="1581150" y="2279650"/>
          <p14:tracePt t="3852" x="1612900" y="2279650"/>
          <p14:tracePt t="3869" x="1631950" y="2279650"/>
          <p14:tracePt t="3887" x="1670050" y="2273300"/>
          <p14:tracePt t="3902" x="1682750" y="2273300"/>
          <p14:tracePt t="3919" x="1695450" y="2273300"/>
          <p14:tracePt t="3936" x="1714500" y="2266950"/>
          <p14:tracePt t="3952" x="1727200" y="2266950"/>
          <p14:tracePt t="3969" x="1733550" y="2266950"/>
          <p14:tracePt t="3985" x="1739900" y="2266950"/>
          <p14:tracePt t="4012" x="1746250" y="2266950"/>
          <p14:tracePt t="4033" x="1752600" y="2266950"/>
          <p14:tracePt t="4075" x="1758950" y="2266950"/>
          <p14:tracePt t="4117" x="1765300" y="2266950"/>
          <p14:tracePt t="4208" x="1758950" y="2266950"/>
          <p14:tracePt t="4215" x="1752600" y="2266950"/>
          <p14:tracePt t="4230" x="1746250" y="2266950"/>
          <p14:tracePt t="4805" x="1746250" y="2273300"/>
          <p14:tracePt t="4833" x="1746250" y="2279650"/>
          <p14:tracePt t="4847" x="1746250" y="2286000"/>
          <p14:tracePt t="4868" x="1752600" y="2292350"/>
          <p14:tracePt t="4903" x="1758950" y="2298700"/>
          <p14:tracePt t="4973" x="1765300" y="2298700"/>
          <p14:tracePt t="5064" x="1771650" y="2298700"/>
          <p14:tracePt t="5289" x="1778000" y="2305050"/>
          <p14:tracePt t="5359" x="1778000" y="2311400"/>
          <p14:tracePt t="5394" x="1784350" y="2311400"/>
          <p14:tracePt t="5429" x="1790700" y="2311400"/>
          <p14:tracePt t="5436" x="1790700" y="2305050"/>
          <p14:tracePt t="5465" x="1797050" y="2305050"/>
          <p14:tracePt t="5507" x="1803400" y="2305050"/>
          <p14:tracePt t="5534" x="1809750" y="2298700"/>
          <p14:tracePt t="5584" x="1816100" y="2298700"/>
          <p14:tracePt t="5654" x="1822450" y="2298700"/>
          <p14:tracePt t="5689" x="1828800" y="2298700"/>
          <p14:tracePt t="5724" x="1835150" y="2298700"/>
          <p14:tracePt t="5759" x="1841500" y="2298700"/>
          <p14:tracePt t="5787" x="1847850" y="2298700"/>
          <p14:tracePt t="5836" x="1854200" y="2298700"/>
          <p14:tracePt t="5907" x="1860550" y="2305050"/>
          <p14:tracePt t="5928" x="1866900" y="2305050"/>
          <p14:tracePt t="5998" x="1873250" y="2311400"/>
          <p14:tracePt t="6004" x="1879600" y="2311400"/>
          <p14:tracePt t="6047" x="1885950" y="2311400"/>
          <p14:tracePt t="6187" x="1892300" y="2311400"/>
          <p14:tracePt t="6229" x="1898650" y="2311400"/>
          <p14:tracePt t="6257" x="1905000" y="2311400"/>
          <p14:tracePt t="6278" x="1911350" y="2311400"/>
          <p14:tracePt t="6299" x="1917700" y="2311400"/>
          <p14:tracePt t="6307" x="1924050" y="2311400"/>
          <p14:tracePt t="6349" x="1930400" y="2311400"/>
          <p14:tracePt t="6355" x="1930400" y="2305050"/>
          <p14:tracePt t="6378" x="1936750" y="2305050"/>
          <p14:tracePt t="6412" x="1943100" y="2305050"/>
          <p14:tracePt t="6440" x="1949450" y="2305050"/>
          <p14:tracePt t="6446" x="1955800" y="2305050"/>
          <p14:tracePt t="6468" x="1962150" y="2305050"/>
          <p14:tracePt t="6517" x="1968500" y="2305050"/>
          <p14:tracePt t="6538" x="1968500" y="2298700"/>
          <p14:tracePt t="6558" x="1974850" y="2298700"/>
          <p14:tracePt t="6580" x="1981200" y="2292350"/>
          <p14:tracePt t="6615" x="1987550" y="2292350"/>
          <p14:tracePt t="6622" x="1987550" y="2286000"/>
          <p14:tracePt t="6644" x="1993900" y="2279650"/>
          <p14:tracePt t="6664" x="2000250" y="2279650"/>
          <p14:tracePt t="6685" x="2000250" y="2273300"/>
          <p14:tracePt t="6741" x="2006600" y="2266950"/>
          <p14:tracePt t="6762" x="2006600" y="2260600"/>
          <p14:tracePt t="6798" x="2012950" y="2260600"/>
          <p14:tracePt t="6825" x="2012950" y="2254250"/>
          <p14:tracePt t="6847" x="2012950" y="2247900"/>
          <p14:tracePt t="6882" x="2012950" y="2241550"/>
          <p14:tracePt t="6910" x="2012950" y="2235200"/>
          <p14:tracePt t="6959" x="2006600" y="2235200"/>
          <p14:tracePt t="7099" x="2000250" y="2235200"/>
          <p14:tracePt t="7141" x="1993900" y="2235200"/>
          <p14:tracePt t="7212" x="1987550" y="2235200"/>
          <p14:tracePt t="7218" x="1981200" y="2235200"/>
          <p14:tracePt t="7239" x="1974850" y="2235200"/>
          <p14:tracePt t="7261" x="1968500" y="2235200"/>
          <p14:tracePt t="7282" x="1962150" y="2235200"/>
          <p14:tracePt t="7288" x="1955800" y="2235200"/>
          <p14:tracePt t="7303" x="1943100" y="2235200"/>
          <p14:tracePt t="7310" x="1930400" y="2235200"/>
          <p14:tracePt t="7327" x="1911350" y="2235200"/>
          <p14:tracePt t="7340" x="1854200" y="2235200"/>
          <p14:tracePt t="7357" x="1816100" y="2235200"/>
          <p14:tracePt t="7374" x="1720850" y="2235200"/>
          <p14:tracePt t="7390" x="1670050" y="2235200"/>
          <p14:tracePt t="7407" x="1600200" y="2235200"/>
          <p14:tracePt t="7423" x="1530350" y="2228850"/>
          <p14:tracePt t="7440" x="1511300" y="2228850"/>
          <p14:tracePt t="7457" x="1473200" y="2228850"/>
          <p14:tracePt t="7473" x="1460500" y="2228850"/>
          <p14:tracePt t="7491" x="1454150" y="2228850"/>
          <p14:tracePt t="7507" x="1454150" y="2222500"/>
          <p14:tracePt t="7612" x="1447800" y="2222500"/>
          <p14:tracePt t="7661" x="1441450" y="2222500"/>
          <p14:tracePt t="7689" x="1435100" y="2222500"/>
          <p14:tracePt t="7773" x="1441450" y="2222500"/>
          <p14:tracePt t="7794" x="1447800" y="2216150"/>
          <p14:tracePt t="7801" x="1454150" y="2216150"/>
          <p14:tracePt t="7815" x="1460500" y="2216150"/>
          <p14:tracePt t="7824" x="1466850" y="2216150"/>
          <p14:tracePt t="7838" x="1479550" y="2216150"/>
          <p14:tracePt t="7855" x="1498600" y="2216150"/>
          <p14:tracePt t="7872" x="1549400" y="2209800"/>
          <p14:tracePt t="7888" x="1581150" y="2203450"/>
          <p14:tracePt t="7906" x="1638300" y="2190750"/>
          <p14:tracePt t="7922" x="1708150" y="2184400"/>
          <p14:tracePt t="7939" x="1733550" y="2178050"/>
          <p14:tracePt t="7955" x="1822450" y="2152650"/>
          <p14:tracePt t="7971" x="1879600" y="2127250"/>
          <p14:tracePt t="7988" x="1911350" y="2120900"/>
          <p14:tracePt t="8005" x="1949450" y="2101850"/>
          <p14:tracePt t="8022" x="1962150" y="2095500"/>
          <p14:tracePt t="8038" x="1981200" y="2089150"/>
          <p14:tracePt t="8055" x="1981200" y="2082800"/>
          <p14:tracePt t="8071" x="1987550" y="2076450"/>
          <p14:tracePt t="8096" x="1987550" y="2070100"/>
          <p14:tracePt t="8104" x="1981200" y="2063750"/>
          <p14:tracePt t="8124" x="1981200" y="2057400"/>
          <p14:tracePt t="8138" x="1974850" y="2051050"/>
          <p14:tracePt t="8154" x="1968500" y="2038350"/>
          <p14:tracePt t="8187" x="1962150" y="2038350"/>
          <p14:tracePt t="8203" x="1955800" y="2032000"/>
          <p14:tracePt t="8224" x="1949450" y="2032000"/>
          <p14:tracePt t="8243" x="1943100" y="2032000"/>
          <p14:tracePt t="8272" x="1936750" y="2032000"/>
          <p14:tracePt t="8285" x="1930400" y="2032000"/>
          <p14:tracePt t="8292" x="1917700" y="2032000"/>
          <p14:tracePt t="8307" x="1898650" y="2032000"/>
          <p14:tracePt t="8321" x="1854200" y="2032000"/>
          <p14:tracePt t="8337" x="1828800" y="2032000"/>
          <p14:tracePt t="8353" x="1790700" y="2038350"/>
          <p14:tracePt t="8370" x="1720850" y="2051050"/>
          <p14:tracePt t="8387" x="1670050" y="2070100"/>
          <p14:tracePt t="8404" x="1638300" y="2076450"/>
          <p14:tracePt t="8420" x="1587500" y="2108200"/>
          <p14:tracePt t="8437" x="1543050" y="2139950"/>
          <p14:tracePt t="8454" x="1498600" y="2216150"/>
          <p14:tracePt t="8470" x="1485900" y="2247900"/>
          <p14:tracePt t="8486" x="1466850" y="2317750"/>
          <p14:tracePt t="8503" x="1460500" y="2368550"/>
          <p14:tracePt t="8520" x="1473200" y="2400300"/>
          <p14:tracePt t="8537" x="1485900" y="2451100"/>
          <p14:tracePt t="8553" x="1511300" y="2482850"/>
          <p14:tracePt t="8569" x="1517650" y="2495550"/>
          <p14:tracePt t="8587" x="1562100" y="2508250"/>
          <p14:tracePt t="8602" x="1581150" y="2514600"/>
          <p14:tracePt t="8619" x="1619250" y="2514600"/>
          <p14:tracePt t="8636" x="1663700" y="2508250"/>
          <p14:tracePt t="8653" x="1682750" y="2501900"/>
          <p14:tracePt t="8669" x="1739900" y="2476500"/>
          <p14:tracePt t="8686" x="1778000" y="2438400"/>
          <p14:tracePt t="8702" x="1803400" y="2425700"/>
          <p14:tracePt t="8719" x="1828800" y="2381250"/>
          <p14:tracePt t="8735" x="1860550" y="2343150"/>
          <p14:tracePt t="8752" x="1866900" y="2324100"/>
          <p14:tracePt t="8769" x="1873250" y="2292350"/>
          <p14:tracePt t="8785" x="1873250" y="2260600"/>
          <p14:tracePt t="8802" x="1873250" y="2235200"/>
          <p14:tracePt t="8819" x="1854200" y="2178050"/>
          <p14:tracePt t="8835" x="1835150" y="2127250"/>
          <p14:tracePt t="8852" x="1816100" y="2095500"/>
          <p14:tracePt t="8868" x="1790700" y="2044700"/>
          <p14:tracePt t="8885" x="1758950" y="1993900"/>
          <p14:tracePt t="8902" x="1739900" y="1974850"/>
          <p14:tracePt t="8918" x="1701800" y="1949450"/>
          <p14:tracePt t="8935" x="1689100" y="1943100"/>
          <p14:tracePt t="8952" x="1651000" y="1936750"/>
          <p14:tracePt t="8968" x="1644650" y="1936750"/>
          <p14:tracePt t="9001" x="1619250" y="1936750"/>
          <p14:tracePt t="9018" x="1593850" y="1943100"/>
          <p14:tracePt t="9034" x="1581150" y="1943100"/>
          <p14:tracePt t="9051" x="1562100" y="1949450"/>
          <p14:tracePt t="9068" x="1543050" y="1962150"/>
          <p14:tracePt t="9085" x="1517650" y="1981200"/>
          <p14:tracePt t="9101" x="1504950" y="1987550"/>
          <p14:tracePt t="9118" x="1485900" y="2012950"/>
          <p14:tracePt t="9134" x="1466850" y="2038350"/>
          <p14:tracePt t="9151" x="1454150" y="2063750"/>
          <p14:tracePt t="9167" x="1454150" y="2082800"/>
          <p14:tracePt t="9184" x="1454150" y="2127250"/>
          <p14:tracePt t="9201" x="1460500" y="2159000"/>
          <p14:tracePt t="9217" x="1473200" y="2178050"/>
          <p14:tracePt t="9234" x="1517650" y="2241550"/>
          <p14:tracePt t="9250" x="1549400" y="2254250"/>
          <p14:tracePt t="9268" x="1612900" y="2298700"/>
          <p14:tracePt t="9283" x="1651000" y="2305050"/>
          <p14:tracePt t="9300" x="1727200" y="2330450"/>
          <p14:tracePt t="9317" x="1809750" y="2336800"/>
          <p14:tracePt t="9333" x="1835150" y="2343150"/>
          <p14:tracePt t="9350" x="1892300" y="2355850"/>
          <p14:tracePt t="9367" x="1943100" y="2362200"/>
          <p14:tracePt t="9383" x="1962150" y="2362200"/>
          <p14:tracePt t="9400" x="1987550" y="2362200"/>
          <p14:tracePt t="9416" x="2006600" y="2355850"/>
          <p14:tracePt t="9433" x="2012950" y="2349500"/>
          <p14:tracePt t="9450" x="2019300" y="2336800"/>
          <p14:tracePt t="9466" x="2025650" y="2324100"/>
          <p14:tracePt t="9483" x="2032000" y="2311400"/>
          <p14:tracePt t="9500" x="2032000" y="2298700"/>
          <p14:tracePt t="9516" x="2032000" y="2273300"/>
          <p14:tracePt t="9533" x="2032000" y="2260600"/>
          <p14:tracePt t="9550" x="2032000" y="2235200"/>
          <p14:tracePt t="9566" x="2025650" y="2222500"/>
          <p14:tracePt t="9583" x="2019300" y="2178050"/>
          <p14:tracePt t="9599" x="1993900" y="2139950"/>
          <p14:tracePt t="9616" x="1981200" y="2114550"/>
          <p14:tracePt t="9632" x="1955800" y="2082800"/>
          <p14:tracePt t="9649" x="1911350" y="2038350"/>
          <p14:tracePt t="9666" x="1898650" y="2025650"/>
          <p14:tracePt t="9682" x="1841500" y="1993900"/>
          <p14:tracePt t="9699" x="1809750" y="1974850"/>
          <p14:tracePt t="9716" x="1790700" y="1974850"/>
          <p14:tracePt t="9732" x="1758950" y="1968500"/>
          <p14:tracePt t="9749" x="1720850" y="1968500"/>
          <p14:tracePt t="9766" x="1695450" y="1981200"/>
          <p14:tracePt t="9782" x="1676400" y="1987550"/>
          <p14:tracePt t="9798" x="1651000" y="2012950"/>
          <p14:tracePt t="9815" x="1612900" y="2044700"/>
          <p14:tracePt t="9831" x="1593850" y="2063750"/>
          <p14:tracePt t="9848" x="1568450" y="2089150"/>
          <p14:tracePt t="9865" x="1524000" y="2159000"/>
          <p14:tracePt t="9881" x="1511300" y="2190750"/>
          <p14:tracePt t="9898" x="1498600" y="2241550"/>
          <p14:tracePt t="9914" x="1498600" y="2279650"/>
          <p14:tracePt t="9931" x="1498600" y="2292350"/>
          <p14:tracePt t="9948" x="1498600" y="2317750"/>
          <p14:tracePt t="9964" x="1504950" y="2330450"/>
          <p14:tracePt t="9981" x="1511300" y="2330450"/>
          <p14:tracePt t="9998" x="1536700" y="2349500"/>
          <p14:tracePt t="10014" x="1562100" y="2362200"/>
          <p14:tracePt t="10031" x="1612900" y="2387600"/>
          <p14:tracePt t="10048" x="1689100" y="2393950"/>
          <p14:tracePt t="10064" x="1714500" y="2393950"/>
          <p14:tracePt t="10081" x="1816100" y="2393950"/>
          <p14:tracePt t="10097" x="1898650" y="2381250"/>
          <p14:tracePt t="10114" x="1930400" y="2374900"/>
          <p14:tracePt t="10131" x="1981200" y="2355850"/>
          <p14:tracePt t="10148" x="2000250" y="2336800"/>
          <p14:tracePt t="10164" x="2025650" y="2317750"/>
          <p14:tracePt t="10181" x="2051050" y="2279650"/>
          <p14:tracePt t="10197" x="2057400" y="2254250"/>
          <p14:tracePt t="10214" x="2063750" y="2216150"/>
          <p14:tracePt t="10230" x="2063750" y="2184400"/>
          <p14:tracePt t="10246" x="2063750" y="2159000"/>
          <p14:tracePt t="10264" x="2057400" y="2133600"/>
          <p14:tracePt t="10280" x="2051050" y="2108200"/>
          <p14:tracePt t="10297" x="2044700" y="2095500"/>
          <p14:tracePt t="10313" x="2038350" y="2089150"/>
          <p14:tracePt t="10330" x="2019300" y="2070100"/>
          <p14:tracePt t="10347" x="2012950" y="2063750"/>
          <p14:tracePt t="10363" x="2000250" y="2057400"/>
          <p14:tracePt t="10380" x="1981200" y="2038350"/>
          <p14:tracePt t="10397" x="1955800" y="2025650"/>
          <p14:tracePt t="10412" x="1943100" y="2012950"/>
          <p14:tracePt t="10430" x="1924050" y="2012950"/>
          <p14:tracePt t="10447" x="1866900" y="1993900"/>
          <p14:tracePt t="10463" x="1847850" y="1993900"/>
          <p14:tracePt t="10479" x="1828800" y="1993900"/>
          <p14:tracePt t="10496" x="1765300" y="2006600"/>
          <p14:tracePt t="10512" x="1752600" y="2012950"/>
          <p14:tracePt t="10529" x="1733550" y="2025650"/>
          <p14:tracePt t="10545" x="1708150" y="2044700"/>
          <p14:tracePt t="10562" x="1670050" y="2076450"/>
          <p14:tracePt t="10580" x="1651000" y="2101850"/>
          <p14:tracePt t="10596" x="1638300" y="2114550"/>
          <p14:tracePt t="10612" x="1612900" y="2152650"/>
          <p14:tracePt t="10629" x="1600200" y="2197100"/>
          <p14:tracePt t="10645" x="1593850" y="2222500"/>
          <p14:tracePt t="10662" x="1574800" y="2279650"/>
          <p14:tracePt t="10679" x="1574800" y="2336800"/>
          <p14:tracePt t="10695" x="1574800" y="2349500"/>
          <p14:tracePt t="10712" x="1581150" y="2393950"/>
          <p14:tracePt t="10728" x="1600200" y="2425700"/>
          <p14:tracePt t="10745" x="1606550" y="2451100"/>
          <p14:tracePt t="10762" x="1619250" y="2463800"/>
          <p14:tracePt t="10778" x="1651000" y="2489200"/>
          <p14:tracePt t="10796" x="1695450" y="2501900"/>
          <p14:tracePt t="10812" x="1758950" y="2501900"/>
          <p14:tracePt t="10828" x="1797050" y="2495550"/>
          <p14:tracePt t="10845" x="1879600" y="2470150"/>
          <p14:tracePt t="10861" x="1968500" y="2432050"/>
          <p14:tracePt t="10878" x="1987550" y="2419350"/>
          <p14:tracePt t="10895" x="2032000" y="2381250"/>
          <p14:tracePt t="10911" x="2063750" y="2355850"/>
          <p14:tracePt t="10928" x="2076450" y="2343150"/>
          <p14:tracePt t="10945" x="2089150" y="2305050"/>
          <p14:tracePt t="10961" x="2089150" y="2273300"/>
          <p14:tracePt t="10978" x="2089150" y="2254250"/>
          <p14:tracePt t="10995" x="2082800" y="2228850"/>
          <p14:tracePt t="11011" x="2063750" y="2197100"/>
          <p14:tracePt t="11028" x="2051050" y="2171700"/>
          <p14:tracePt t="11044" x="2025650" y="2133600"/>
          <p14:tracePt t="11061" x="1993900" y="2089150"/>
          <p14:tracePt t="11078" x="1974850" y="2051050"/>
          <p14:tracePt t="11094" x="1962150" y="2038350"/>
          <p14:tracePt t="11098" x="1949450" y="2032000"/>
          <p14:tracePt t="11114" x="1936750" y="2019300"/>
          <p14:tracePt t="11127" x="1917700" y="2012950"/>
          <p14:tracePt t="11143" x="1892300" y="2006600"/>
          <p14:tracePt t="11160" x="1866900" y="2000250"/>
          <p14:tracePt t="11177" x="1828800" y="2000250"/>
          <p14:tracePt t="11194" x="1797050" y="2012950"/>
          <p14:tracePt t="11211" x="1733550" y="2038350"/>
          <p14:tracePt t="11227" x="1714500" y="2044700"/>
          <p14:tracePt t="11243" x="1663700" y="2070100"/>
          <p14:tracePt t="11260" x="1625600" y="2095500"/>
          <p14:tracePt t="11277" x="1612900" y="2108200"/>
          <p14:tracePt t="11293" x="1581150" y="2127250"/>
          <p14:tracePt t="11310" x="1562100" y="2139950"/>
          <p14:tracePt t="11327" x="1555750" y="2146300"/>
          <p14:tracePt t="11344" x="1543050" y="2159000"/>
          <p14:tracePt t="11360" x="1536700" y="2165350"/>
          <p14:tracePt t="11376" x="1530350" y="2178050"/>
          <p14:tracePt t="11393" x="1530350" y="2197100"/>
          <p14:tracePt t="11410" x="1530350" y="2209800"/>
          <p14:tracePt t="11915" x="1562100" y="2222500"/>
          <p14:tracePt t="11922" x="1600200" y="2228850"/>
          <p14:tracePt t="11929" x="1631950" y="2228850"/>
          <p14:tracePt t="11944" x="1670050" y="2241550"/>
          <p14:tracePt t="11958" x="1701800" y="2241550"/>
          <p14:tracePt t="11974" x="1758950" y="2247900"/>
          <p14:tracePt t="11992" x="1809750" y="2247900"/>
          <p14:tracePt t="12007" x="1828800" y="2247900"/>
          <p14:tracePt t="12024" x="1860550" y="2247900"/>
          <p14:tracePt t="12041" x="1892300" y="2241550"/>
          <p14:tracePt t="12057" x="1905000" y="2241550"/>
          <p14:tracePt t="12074" x="1917700" y="2235200"/>
          <p14:tracePt t="12091" x="1943100" y="2228850"/>
          <p14:tracePt t="12107" x="1949450" y="2228850"/>
          <p14:tracePt t="12110" x="1955800" y="2222500"/>
          <p14:tracePt t="12140" x="1968500" y="2216150"/>
          <p14:tracePt t="12157" x="1974850" y="2216150"/>
          <p14:tracePt t="12174" x="1987550" y="2209800"/>
          <p14:tracePt t="12190" x="2000250" y="2203450"/>
          <p14:tracePt t="12207" x="2012950" y="2197100"/>
          <p14:tracePt t="12224" x="2025650" y="2197100"/>
          <p14:tracePt t="12240" x="2032000" y="2190750"/>
          <p14:tracePt t="12257" x="2051050" y="2184400"/>
          <p14:tracePt t="12274" x="2082800" y="2178050"/>
          <p14:tracePt t="12290" x="2095500" y="2178050"/>
          <p14:tracePt t="12307" x="2146300" y="2178050"/>
          <p14:tracePt t="12323" x="2203450" y="2178050"/>
          <p14:tracePt t="12340" x="2228850" y="2178050"/>
          <p14:tracePt t="12357" x="2286000" y="2178050"/>
          <p14:tracePt t="12373" x="2336800" y="2184400"/>
          <p14:tracePt t="12390" x="2355850" y="2184400"/>
          <p14:tracePt t="12406" x="2387600" y="2190750"/>
          <p14:tracePt t="12423" x="2393950" y="2190750"/>
          <p14:tracePt t="12439" x="2413000" y="2190750"/>
          <p14:tracePt t="12456" x="2419350" y="2197100"/>
          <p14:tracePt t="12472" x="2425700" y="2197100"/>
          <p14:tracePt t="12757" x="2432050" y="2197100"/>
          <p14:tracePt t="12764" x="2438400" y="2197100"/>
          <p14:tracePt t="12778" x="2451100" y="2197100"/>
          <p14:tracePt t="12788" x="2470150" y="2197100"/>
          <p14:tracePt t="12804" x="2489200" y="2197100"/>
          <p14:tracePt t="12821" x="2540000" y="2197100"/>
          <p14:tracePt t="12838" x="2584450" y="2197100"/>
          <p14:tracePt t="12855" x="2622550" y="2190750"/>
          <p14:tracePt t="12871" x="2635250" y="2190750"/>
          <p14:tracePt t="12888" x="2654300" y="2184400"/>
          <p14:tracePt t="12905" x="2660650" y="2178050"/>
          <p14:tracePt t="12953" x="2660650" y="2171700"/>
          <p14:tracePt t="13038" x="2654300" y="2171700"/>
          <p14:tracePt t="13066" x="2647950" y="2165350"/>
          <p14:tracePt t="13108" x="2641600" y="2159000"/>
          <p14:tracePt t="13227" x="2641600" y="2165350"/>
          <p14:tracePt t="13268" x="2647950" y="2165350"/>
          <p14:tracePt t="13282" x="2654300" y="2165350"/>
          <p14:tracePt t="13304" x="2660650" y="2165350"/>
          <p14:tracePt t="13325" x="2667000" y="2165350"/>
          <p14:tracePt t="13374" x="2673350" y="2165350"/>
          <p14:tracePt t="13409" x="2679700" y="2165350"/>
          <p14:tracePt t="13423" x="2679700" y="2159000"/>
          <p14:tracePt t="13655" x="2755900" y="2159000"/>
          <p14:tracePt t="13670" x="2806700" y="2159000"/>
          <p14:tracePt t="13676" x="2882900" y="2159000"/>
          <p14:tracePt t="13690" x="2965450" y="2159000"/>
          <p14:tracePt t="13701" x="3067050" y="2171700"/>
          <p14:tracePt t="13719" x="3371850" y="2216150"/>
          <p14:tracePt t="13735" x="3600450" y="2254250"/>
          <p14:tracePt t="13751" x="3994150" y="2324100"/>
          <p14:tracePt t="13768" x="4267200" y="2368550"/>
          <p14:tracePt t="13784" x="4387850" y="2387600"/>
          <p14:tracePt t="13802" x="4540250" y="2400300"/>
          <p14:tracePt t="13817" x="4622800" y="2413000"/>
          <p14:tracePt t="13834" x="4648200" y="2413000"/>
          <p14:tracePt t="13851" x="4673600" y="2413000"/>
          <p14:tracePt t="13868" x="4686300" y="2413000"/>
          <p14:tracePt t="13884" x="4692650" y="2419350"/>
          <p14:tracePt t="13901" x="4699000" y="2419350"/>
          <p14:tracePt t="13917" x="4705350" y="2419350"/>
          <p14:tracePt t="13985" x="4699000" y="2419350"/>
          <p14:tracePt t="14006" x="4692650" y="2419350"/>
          <p14:tracePt t="14034" x="4686300" y="2413000"/>
          <p14:tracePt t="14055" x="4686300" y="2406650"/>
          <p14:tracePt t="14062" x="4679950" y="2406650"/>
          <p14:tracePt t="14084" x="4673600" y="2400300"/>
          <p14:tracePt t="14104" x="4667250" y="2393950"/>
          <p14:tracePt t="14111" x="4660900" y="2393950"/>
          <p14:tracePt t="14120" x="4648200" y="2393950"/>
          <p14:tracePt t="14133" x="4635500" y="2393950"/>
          <p14:tracePt t="14150" x="4616450" y="2393950"/>
          <p14:tracePt t="14167" x="4565650" y="2393950"/>
          <p14:tracePt t="14183" x="4533900" y="2393950"/>
          <p14:tracePt t="14200" x="4464050" y="2406650"/>
          <p14:tracePt t="14218" x="4368800" y="2438400"/>
          <p14:tracePt t="14234" x="4311650" y="2457450"/>
          <p14:tracePt t="14250" x="4273550" y="2470150"/>
          <p14:tracePt t="14267" x="4140200" y="2514600"/>
          <p14:tracePt t="14283" x="4089400" y="2533650"/>
          <p14:tracePt t="14301" x="4032250" y="2552700"/>
          <p14:tracePt t="14316" x="3962400" y="2565400"/>
          <p14:tracePt t="14334" x="3911600" y="2578100"/>
          <p14:tracePt t="14350" x="3886200" y="2584450"/>
          <p14:tracePt t="14366" x="3873500" y="2597150"/>
          <p14:tracePt t="14383" x="3867150" y="2597150"/>
          <p14:tracePt t="14399" x="3860800" y="2597150"/>
          <p14:tracePt t="14448" x="3860800" y="2603500"/>
          <p14:tracePt t="14476" x="3860800" y="2609850"/>
          <p14:tracePt t="14511" x="3860800" y="2616200"/>
          <p14:tracePt t="14546" x="3860800" y="2622550"/>
          <p14:tracePt t="14567" x="3860800" y="2628900"/>
          <p14:tracePt t="14588" x="3867150" y="2628900"/>
          <p14:tracePt t="14610" x="3873500" y="2628900"/>
          <p14:tracePt t="14637" x="3879850" y="2628900"/>
          <p14:tracePt t="14658" x="3886200" y="2628900"/>
          <p14:tracePt t="14686" x="3892550" y="2628900"/>
          <p14:tracePt t="14743" x="3898900" y="2628900"/>
          <p14:tracePt t="14799" x="3905250" y="2622550"/>
          <p14:tracePt t="14820" x="3905250" y="2616200"/>
          <p14:tracePt t="14848" x="3905250" y="2609850"/>
          <p14:tracePt t="14869" x="3892550" y="2603500"/>
          <p14:tracePt t="14876" x="3886200" y="2603500"/>
          <p14:tracePt t="14890" x="3886200" y="2597150"/>
          <p14:tracePt t="14900" x="3879850" y="2597150"/>
          <p14:tracePt t="14914" x="3860800" y="2590800"/>
          <p14:tracePt t="14931" x="3848100" y="2578100"/>
          <p14:tracePt t="14947" x="3765550" y="2559050"/>
          <p14:tracePt t="14964" x="3740150" y="2552700"/>
          <p14:tracePt t="14982" x="3695700" y="2552700"/>
          <p14:tracePt t="14997" x="3676650" y="2552700"/>
          <p14:tracePt t="15014" x="3644900" y="2552700"/>
          <p14:tracePt t="15031" x="3632200" y="2559050"/>
          <p14:tracePt t="15047" x="3632200" y="2565400"/>
          <p14:tracePt t="15064" x="3638550" y="2578100"/>
          <p14:tracePt t="15081" x="3663950" y="2590800"/>
          <p14:tracePt t="15097" x="3683000" y="2590800"/>
          <p14:tracePt t="15114" x="3733800" y="2616200"/>
          <p14:tracePt t="15129" x="3829050" y="2641600"/>
          <p14:tracePt t="15147" x="3898900" y="2660650"/>
          <p14:tracePt t="15164" x="3968750" y="2692400"/>
          <p14:tracePt t="15167" x="4019550" y="2698750"/>
          <p14:tracePt t="15180" x="4140200" y="2736850"/>
          <p14:tracePt t="15196" x="4197350" y="2755900"/>
          <p14:tracePt t="15213" x="4267200" y="2781300"/>
          <p14:tracePt t="15230" x="4298950" y="2787650"/>
          <p14:tracePt t="15246" x="4324350" y="2800350"/>
          <p14:tracePt t="15263" x="4337050" y="2806700"/>
          <p14:tracePt t="15280" x="4343400" y="2806700"/>
          <p14:tracePt t="15380" x="4330700" y="2800350"/>
          <p14:tracePt t="15409" x="4324350" y="2794000"/>
          <p14:tracePt t="15423" x="4318000" y="2794000"/>
          <p14:tracePt t="15458" x="4311650" y="2787650"/>
          <p14:tracePt t="15480" x="4305300" y="2787650"/>
          <p14:tracePt t="15493" x="4298950" y="2787650"/>
          <p14:tracePt t="15500" x="4286250" y="2781300"/>
          <p14:tracePt t="15515" x="4273550" y="2781300"/>
          <p14:tracePt t="15529" x="4203700" y="2768600"/>
          <p14:tracePt t="15545" x="4165600" y="2762250"/>
          <p14:tracePt t="15562" x="4095750" y="2743200"/>
          <p14:tracePt t="15579" x="3898900" y="2686050"/>
          <p14:tracePt t="15595" x="3829050" y="2667000"/>
          <p14:tracePt t="15612" x="3695700" y="2628900"/>
          <p14:tracePt t="15628" x="3613150" y="2603500"/>
          <p14:tracePt t="15645" x="3498850" y="2578100"/>
          <p14:tracePt t="15662" x="3384550" y="2552700"/>
          <p14:tracePt t="15678" x="3346450" y="2540000"/>
          <p14:tracePt t="15695" x="3251200" y="2514600"/>
          <p14:tracePt t="15711" x="3168650" y="2501900"/>
          <p14:tracePt t="15728" x="3111500" y="2489200"/>
          <p14:tracePt t="15744" x="3028950" y="2463800"/>
          <p14:tracePt t="15761" x="2921000" y="2432050"/>
          <p14:tracePt t="15778" x="2889250" y="2413000"/>
          <p14:tracePt t="15795" x="2825750" y="2387600"/>
          <p14:tracePt t="15811" x="2749550" y="2355850"/>
          <p14:tracePt t="15827" x="2711450" y="2343150"/>
          <p14:tracePt t="15844" x="2647950" y="2298700"/>
          <p14:tracePt t="15861" x="2622550" y="2279650"/>
          <p14:tracePt t="15877" x="2622550" y="2273300"/>
          <p14:tracePt t="15894" x="2616200" y="2266950"/>
          <p14:tracePt t="16423" x="2590800" y="2247900"/>
          <p14:tracePt t="16438" x="2533650" y="2235200"/>
          <p14:tracePt t="16445" x="2501900" y="2216150"/>
          <p14:tracePt t="16459" x="2457450" y="2197100"/>
          <p14:tracePt t="16475" x="2374900" y="2165350"/>
          <p14:tracePt t="16492" x="2343150" y="2146300"/>
          <p14:tracePt t="16509" x="2279650" y="2133600"/>
          <p14:tracePt t="16525" x="2235200" y="2127250"/>
          <p14:tracePt t="16542" x="2209800" y="2120900"/>
          <p14:tracePt t="16558" x="2171700" y="2120900"/>
          <p14:tracePt t="16575" x="2139950" y="2114550"/>
          <p14:tracePt t="16592" x="2108200" y="2114550"/>
          <p14:tracePt t="16608" x="2095500" y="2114550"/>
          <p14:tracePt t="16625" x="2082800" y="2114550"/>
          <p14:tracePt t="16642" x="2057400" y="2114550"/>
          <p14:tracePt t="16658" x="2051050" y="2120900"/>
          <p14:tracePt t="16678" x="2044700" y="2120900"/>
          <p14:tracePt t="16691" x="2038350" y="2120900"/>
          <p14:tracePt t="16711" x="2038350" y="2127250"/>
          <p14:tracePt t="16746" x="2032000" y="2127250"/>
          <p14:tracePt t="16795" x="2032000" y="2133600"/>
          <p14:tracePt t="16922" x="2032000" y="2139950"/>
          <p14:tracePt t="16964" x="2032000" y="2146300"/>
          <p14:tracePt t="16992" x="2032000" y="2152650"/>
          <p14:tracePt t="17013" x="2025650" y="2159000"/>
          <p14:tracePt t="17034" x="2025650" y="2165350"/>
          <p14:tracePt t="17055" x="2019300" y="2165350"/>
          <p14:tracePt t="17097" x="2012950" y="2165350"/>
          <p14:tracePt t="17125" x="2006600" y="2165350"/>
          <p14:tracePt t="17132" x="2000250" y="2165350"/>
          <p14:tracePt t="17174" x="1993900" y="2165350"/>
          <p14:tracePt t="17189" x="1987550" y="2165350"/>
          <p14:tracePt t="17195" x="1981200" y="2165350"/>
          <p14:tracePt t="17206" x="1974850" y="2165350"/>
          <p14:tracePt t="17224" x="1955800" y="2159000"/>
          <p14:tracePt t="17239" x="1949450" y="2159000"/>
          <p14:tracePt t="17256" x="1936750" y="2152650"/>
          <p14:tracePt t="17273" x="1866900" y="2114550"/>
          <p14:tracePt t="17289" x="1841500" y="2108200"/>
          <p14:tracePt t="17306" x="1828800" y="2095500"/>
          <p14:tracePt t="17323" x="1778000" y="2070100"/>
          <p14:tracePt t="17339" x="1739900" y="2051050"/>
          <p14:tracePt t="17355" x="1720850" y="2038350"/>
          <p14:tracePt t="17372" x="1701800" y="2025650"/>
          <p14:tracePt t="17389" x="1682750" y="2012950"/>
          <p14:tracePt t="17406" x="1676400" y="2006600"/>
          <p14:tracePt t="17422" x="1670050" y="2006600"/>
          <p14:tracePt t="17440" x="1663700" y="2006600"/>
          <p14:tracePt t="17476" x="1663700" y="2012950"/>
          <p14:tracePt t="17518" x="1657350" y="2019300"/>
          <p14:tracePt t="17574" x="1657350" y="2025650"/>
          <p14:tracePt t="17595" x="1657350" y="2032000"/>
          <p14:tracePt t="17616" x="1657350" y="2038350"/>
          <p14:tracePt t="17644" x="1657350" y="2044700"/>
          <p14:tracePt t="17665" x="1657350" y="2051050"/>
          <p14:tracePt t="17686" x="1657350" y="2057400"/>
          <p14:tracePt t="17715" x="1657350" y="2063750"/>
          <p14:tracePt t="17735" x="1657350" y="2070100"/>
          <p14:tracePt t="17756" x="1657350" y="2076450"/>
          <p14:tracePt t="17763" x="1651000" y="2076450"/>
          <p14:tracePt t="17806" x="1651000" y="2082800"/>
          <p14:tracePt t="17827" x="1651000" y="2089150"/>
          <p14:tracePt t="17834" x="1651000" y="2095500"/>
          <p14:tracePt t="17855" x="1651000" y="2101850"/>
          <p14:tracePt t="17876" x="1651000" y="2108200"/>
          <p14:tracePt t="17890" x="1657350" y="2108200"/>
          <p14:tracePt t="17905" x="1670050" y="2108200"/>
          <p14:tracePt t="17918" x="1676400" y="2114550"/>
          <p14:tracePt t="17939" x="1695450" y="2114550"/>
          <p14:tracePt t="17946" x="1720850" y="2114550"/>
          <p14:tracePt t="17960" x="1746250" y="2114550"/>
          <p14:tracePt t="17970" x="1784350" y="2127250"/>
          <p14:tracePt t="17986" x="1816100" y="2127250"/>
          <p14:tracePt t="18003" x="1917700" y="2120900"/>
          <p14:tracePt t="18020" x="2012950" y="2108200"/>
          <p14:tracePt t="18038" x="2082800" y="2082800"/>
          <p14:tracePt t="18053" x="2101850" y="2076450"/>
          <p14:tracePt t="18070" x="2146300" y="2044700"/>
          <p14:tracePt t="18087" x="2159000" y="2025650"/>
          <p14:tracePt t="18103" x="2165350" y="2025650"/>
          <p14:tracePt t="18120" x="2165350" y="2012950"/>
          <p14:tracePt t="18136" x="2165350" y="2006600"/>
          <p14:tracePt t="18170" x="2165350" y="2000250"/>
          <p14:tracePt t="18187" x="2159000" y="2000250"/>
          <p14:tracePt t="18206" x="2152650" y="2000250"/>
          <p14:tracePt t="18222" x="2146300" y="1993900"/>
          <p14:tracePt t="18290" x="2139950" y="1993900"/>
          <p14:tracePt t="18318" x="2133600" y="1993900"/>
          <p14:tracePt t="18325" x="2133600" y="2000250"/>
          <p14:tracePt t="18346" x="2127250" y="2006600"/>
          <p14:tracePt t="18367" x="2114550" y="2006600"/>
          <p14:tracePt t="18395" x="2108200" y="2012950"/>
          <p14:tracePt t="18409" x="2101850" y="2012950"/>
          <p14:tracePt t="18416" x="2101850" y="2019300"/>
          <p14:tracePt t="18430" x="2089150" y="2019300"/>
          <p14:tracePt t="18438" x="2076450" y="2025650"/>
          <p14:tracePt t="18452" x="2063750" y="2025650"/>
          <p14:tracePt t="18469" x="2019300" y="2038350"/>
          <p14:tracePt t="18487" x="1962150" y="2044700"/>
          <p14:tracePt t="18502" x="1943100" y="2051050"/>
          <p14:tracePt t="18518" x="1911350" y="2051050"/>
          <p14:tracePt t="18535" x="1860550" y="2063750"/>
          <p14:tracePt t="18551" x="1847850" y="2063750"/>
          <p14:tracePt t="18568" x="1841500" y="2070100"/>
          <p14:tracePt t="18585" x="1822450" y="2070100"/>
          <p14:tracePt t="18601" x="1816100" y="2076450"/>
          <p14:tracePt t="18634" x="1816100" y="2082800"/>
          <p14:tracePt t="18651" x="1803400" y="2089150"/>
          <p14:tracePt t="18684" x="1797050" y="2089150"/>
          <p14:tracePt t="18719" x="1797050" y="2095500"/>
          <p14:tracePt t="18739" x="1790700" y="2101850"/>
          <p14:tracePt t="18781" x="1790700" y="2108200"/>
          <p14:tracePt t="18808" x="1790700" y="2114550"/>
          <p14:tracePt t="18816" x="1797050" y="2120900"/>
          <p14:tracePt t="18830" x="1803400" y="2120900"/>
          <p14:tracePt t="18837" x="1809750" y="2120900"/>
          <p14:tracePt t="18857" x="1816100" y="2120900"/>
          <p14:tracePt t="18872" x="1828800" y="2120900"/>
          <p14:tracePt t="18883" x="1841500" y="2120900"/>
          <p14:tracePt t="18901" x="1892300" y="2114550"/>
          <p14:tracePt t="18917" x="1917700" y="2114550"/>
          <p14:tracePt t="18933" x="1993900" y="2095500"/>
          <p14:tracePt t="18950" x="2076450" y="2082800"/>
          <p14:tracePt t="18967" x="2114550" y="2070100"/>
          <p14:tracePt t="18984" x="2171700" y="2057400"/>
          <p14:tracePt t="19000" x="2216150" y="2044700"/>
          <p14:tracePt t="19016" x="2228850" y="2044700"/>
          <p14:tracePt t="19033" x="2241550" y="2044700"/>
          <p14:tracePt t="19096" x="2235200" y="2044700"/>
          <p14:tracePt t="19118" x="2228850" y="2044700"/>
          <p14:tracePt t="19152" x="2222500" y="2044700"/>
          <p14:tracePt t="19251" x="2216150" y="2044700"/>
          <p14:tracePt t="19370" x="2228850" y="2044700"/>
          <p14:tracePt t="19377" x="2235200" y="2044700"/>
          <p14:tracePt t="19399" x="2241550" y="2044700"/>
          <p14:tracePt t="19412" x="2247900" y="2044700"/>
          <p14:tracePt t="19433" x="2254250" y="2044700"/>
          <p14:tracePt t="19440" x="2260600" y="2044700"/>
          <p14:tracePt t="19461" x="2273300" y="2044700"/>
          <p14:tracePt t="19468" x="2286000" y="2044700"/>
          <p14:tracePt t="19484" x="2305050" y="2051050"/>
          <p14:tracePt t="19498" x="2324100" y="2051050"/>
          <p14:tracePt t="19515" x="2381250" y="2051050"/>
          <p14:tracePt t="19532" x="2457450" y="2051050"/>
          <p14:tracePt t="19548" x="2501900" y="2051050"/>
          <p14:tracePt t="19565" x="2584450" y="2038350"/>
          <p14:tracePt t="19581" x="2647950" y="2032000"/>
          <p14:tracePt t="19598" x="2673350" y="2032000"/>
          <p14:tracePt t="19615" x="2711450" y="2019300"/>
          <p14:tracePt t="19631" x="2730500" y="2006600"/>
          <p14:tracePt t="19648" x="2743200" y="2000250"/>
          <p14:tracePt t="19665" x="2749550" y="1993900"/>
          <p14:tracePt t="19681" x="2755900" y="1993900"/>
          <p14:tracePt t="19697" x="2762250" y="1987550"/>
          <p14:tracePt t="19763" x="2768600" y="1981200"/>
          <p14:tracePt t="19903" x="2762250" y="1981200"/>
          <p14:tracePt t="19910" x="2755900" y="1981200"/>
          <p14:tracePt t="19932" x="2749550" y="1981200"/>
          <p14:tracePt t="19952" x="2736850" y="1981200"/>
          <p14:tracePt t="19959" x="2730500" y="1987550"/>
          <p14:tracePt t="19973" x="2724150" y="1987550"/>
          <p14:tracePt t="19983" x="2711450" y="1987550"/>
          <p14:tracePt t="19996" x="2679700" y="1993900"/>
          <p14:tracePt t="20013" x="2597150" y="2000250"/>
          <p14:tracePt t="20030" x="2463800" y="2032000"/>
          <p14:tracePt t="20046" x="2387600" y="2038350"/>
          <p14:tracePt t="20063" x="2311400" y="2051050"/>
          <p14:tracePt t="20080" x="2089150" y="2089150"/>
          <p14:tracePt t="20096" x="2032000" y="2095500"/>
          <p14:tracePt t="20113" x="1943100" y="2108200"/>
          <p14:tracePt t="20129" x="1911350" y="2114550"/>
          <p14:tracePt t="20146" x="1879600" y="2127250"/>
          <p14:tracePt t="20163" x="1860550" y="2127250"/>
          <p14:tracePt t="20179" x="1854200" y="2133600"/>
          <p14:tracePt t="20196" x="1847850" y="2133600"/>
          <p14:tracePt t="20324" x="1841500" y="2133600"/>
          <p14:tracePt t="20401" x="1835150" y="2133600"/>
          <p14:tracePt t="20422" x="1822450" y="2133600"/>
          <p14:tracePt t="20444" x="1816100" y="2133600"/>
          <p14:tracePt t="20450" x="1809750" y="2133600"/>
          <p14:tracePt t="20465" x="1803400" y="2133600"/>
          <p14:tracePt t="20485" x="1797050" y="2133600"/>
          <p14:tracePt t="20494" x="1784350" y="2139950"/>
          <p14:tracePt t="20512" x="1778000" y="2139950"/>
          <p14:tracePt t="20528" x="1746250" y="2139950"/>
          <p14:tracePt t="20545" x="1708150" y="2139950"/>
          <p14:tracePt t="20561" x="1695450" y="2139950"/>
          <p14:tracePt t="20578" x="1663700" y="2139950"/>
          <p14:tracePt t="20595" x="1638300" y="2139950"/>
          <p14:tracePt t="20612" x="1631950" y="2139950"/>
          <p14:tracePt t="20628" x="1619250" y="2139950"/>
          <p14:tracePt t="20645" x="1612900" y="2139950"/>
          <p14:tracePt t="20663" x="1612900" y="2146300"/>
          <p14:tracePt t="20773" x="1612900" y="2139950"/>
          <p14:tracePt t="20780" x="1612900" y="2133600"/>
          <p14:tracePt t="20822" x="1606550" y="2133600"/>
          <p14:tracePt t="20850" x="1606550" y="2127250"/>
          <p14:tracePt t="20871" x="1593850" y="2127250"/>
          <p14:tracePt t="20892" x="1587500" y="2127250"/>
          <p14:tracePt t="20913" x="1581150" y="2127250"/>
          <p14:tracePt t="20920" x="1574800" y="2127250"/>
          <p14:tracePt t="20955" x="1568450" y="2127250"/>
          <p14:tracePt t="20962" x="1562100" y="2127250"/>
          <p14:tracePt t="20990" x="1555750" y="2127250"/>
          <p14:tracePt t="21011" x="1543050" y="2133600"/>
          <p14:tracePt t="21032" x="1543050" y="2139950"/>
          <p14:tracePt t="21047" x="1536700" y="2146300"/>
          <p14:tracePt t="21061" x="1530350" y="2152650"/>
          <p14:tracePt t="21103" x="1530350" y="2159000"/>
          <p14:tracePt t="21124" x="1530350" y="2165350"/>
          <p14:tracePt t="21130" x="1530350" y="2171700"/>
          <p14:tracePt t="21152" x="1536700" y="2178050"/>
          <p14:tracePt t="21173" x="1543050" y="2184400"/>
          <p14:tracePt t="21187" x="1549400" y="2184400"/>
          <p14:tracePt t="21195" x="1555750" y="2190750"/>
          <p14:tracePt t="21209" x="1562100" y="2190750"/>
          <p14:tracePt t="21225" x="1581150" y="2190750"/>
          <p14:tracePt t="21243" x="1631950" y="2190750"/>
          <p14:tracePt t="21259" x="1651000" y="2190750"/>
          <p14:tracePt t="21276" x="1708150" y="2190750"/>
          <p14:tracePt t="21292" x="1758950" y="2184400"/>
          <p14:tracePt t="21309" x="1778000" y="2178050"/>
          <p14:tracePt t="21325" x="1803400" y="2171700"/>
          <p14:tracePt t="21342" x="1847850" y="2152650"/>
          <p14:tracePt t="21358" x="1854200" y="2152650"/>
          <p14:tracePt t="21375" x="1860550" y="2146300"/>
          <p14:tracePt t="21391" x="1866900" y="2139950"/>
          <p14:tracePt t="21425" x="1866900" y="2133600"/>
          <p14:tracePt t="21441" x="1873250" y="2127250"/>
          <p14:tracePt t="21503" x="1879600" y="2120900"/>
          <p14:tracePt t="21608" x="1879600" y="2127250"/>
          <p14:tracePt t="21621" x="1879600" y="2133600"/>
          <p14:tracePt t="21727" x="1879600" y="2139950"/>
          <p14:tracePt t="21734" x="1879600" y="2146300"/>
          <p14:tracePt t="21776" x="1885950" y="2152650"/>
          <p14:tracePt t="21783" x="1892300" y="2152650"/>
          <p14:tracePt t="21797" x="1898650" y="2159000"/>
          <p14:tracePt t="21818" x="1905000" y="2159000"/>
          <p14:tracePt t="21827" x="1911350" y="2159000"/>
          <p14:tracePt t="21840" x="1924050" y="2159000"/>
          <p14:tracePt t="21857" x="1962150" y="2165350"/>
          <p14:tracePt t="21874" x="1993900" y="2165350"/>
          <p14:tracePt t="21890" x="2051050" y="2165350"/>
          <p14:tracePt t="21906" x="2070100" y="2159000"/>
          <p14:tracePt t="21924" x="2133600" y="2152650"/>
          <p14:tracePt t="21940" x="2139950" y="2152650"/>
          <p14:tracePt t="21956" x="2152650" y="2152650"/>
          <p14:tracePt t="21973" x="2159000" y="2152650"/>
          <p14:tracePt t="21989" x="2165350" y="2152650"/>
          <p14:tracePt t="22204" x="2171700" y="2152650"/>
          <p14:tracePt t="22226" x="2178050" y="2146300"/>
          <p14:tracePt t="22246" x="2184400" y="2139950"/>
          <p14:tracePt t="22274" x="2190750" y="2139950"/>
          <p14:tracePt t="22296" x="2197100" y="2139950"/>
          <p14:tracePt t="22316" x="2197100" y="2133600"/>
          <p14:tracePt t="22323" x="2203450" y="2133600"/>
          <p14:tracePt t="22337" x="2216150" y="2133600"/>
          <p14:tracePt t="22345" x="2222500" y="2133600"/>
          <p14:tracePt t="22358" x="2241550" y="2133600"/>
          <p14:tracePt t="22371" x="2260600" y="2127250"/>
          <p14:tracePt t="22388" x="2336800" y="2120900"/>
          <p14:tracePt t="22405" x="2393950" y="2108200"/>
          <p14:tracePt t="22422" x="2508250" y="2101850"/>
          <p14:tracePt t="22438" x="2628900" y="2082800"/>
          <p14:tracePt t="22455" x="2679700" y="2070100"/>
          <p14:tracePt t="22472" x="2787650" y="2057400"/>
          <p14:tracePt t="22488" x="2863850" y="2032000"/>
          <p14:tracePt t="22504" x="2882900" y="2025650"/>
          <p14:tracePt t="22521" x="2908300" y="2019300"/>
          <p14:tracePt t="22538" x="2914650" y="2012950"/>
          <p14:tracePt t="22555" x="2921000" y="2012950"/>
          <p14:tracePt t="22597" x="2914650" y="2012950"/>
          <p14:tracePt t="22607" x="2908300" y="2012950"/>
          <p14:tracePt t="22640" x="2908300" y="2006600"/>
          <p14:tracePt t="22646" x="2901950" y="2006600"/>
          <p14:tracePt t="22667" x="2895600" y="2006600"/>
          <p14:tracePt t="22688" x="2889250" y="2006600"/>
          <p14:tracePt t="22716" x="2889250" y="2000250"/>
          <p14:tracePt t="22745" x="2882900" y="2000250"/>
          <p14:tracePt t="22766" x="2876550" y="2006600"/>
          <p14:tracePt t="22787" x="2863850" y="2012950"/>
          <p14:tracePt t="22801" x="2851150" y="2012950"/>
          <p14:tracePt t="22807" x="2838450" y="2012950"/>
          <p14:tracePt t="22820" x="2806700" y="2006600"/>
          <p14:tracePt t="22837" x="2711450" y="1962150"/>
          <p14:tracePt t="22853" x="2628900" y="1917700"/>
          <p14:tracePt t="22871" x="2451100" y="1816100"/>
          <p14:tracePt t="22886" x="2279650" y="1714500"/>
          <p14:tracePt t="22903" x="2184400" y="1682750"/>
          <p14:tracePt t="22921" x="2063750" y="1644650"/>
          <p14:tracePt t="22936" x="2025650" y="1638300"/>
          <p14:tracePt t="22953" x="1974850" y="1638300"/>
          <p14:tracePt t="22970" x="1905000" y="1663700"/>
          <p14:tracePt t="23650" x="1898650" y="1676400"/>
          <p14:tracePt t="23657" x="1879600" y="1689100"/>
          <p14:tracePt t="23671" x="1873250" y="1701800"/>
          <p14:tracePt t="23683" x="1866900" y="1720850"/>
          <p14:tracePt t="23700" x="1841500" y="1765300"/>
          <p14:tracePt t="23717" x="1835150" y="1778000"/>
          <p14:tracePt t="23734" x="1816100" y="1809750"/>
          <p14:tracePt t="23750" x="1809750" y="1822450"/>
          <p14:tracePt t="23767" x="1797050" y="1835150"/>
          <p14:tracePt t="23784" x="1778000" y="1854200"/>
          <p14:tracePt t="23800" x="1771650" y="1860550"/>
          <p14:tracePt t="23818" x="1758950" y="1873250"/>
          <p14:tracePt t="23833" x="1752600" y="1873250"/>
          <p14:tracePt t="23850" x="1746250" y="1873250"/>
          <p14:tracePt t="23867" x="1733550" y="1885950"/>
          <p14:tracePt t="23883" x="1727200" y="1892300"/>
          <p14:tracePt t="23899" x="1720850" y="1892300"/>
          <p14:tracePt t="23917" x="1708150" y="1898650"/>
          <p14:tracePt t="23933" x="1708150" y="1905000"/>
          <p14:tracePt t="23950" x="1701800" y="1905000"/>
          <p14:tracePt t="23966" x="1689100" y="1911350"/>
          <p14:tracePt t="23982" x="1682750" y="1911350"/>
          <p14:tracePt t="24003" x="1676400" y="1911350"/>
          <p14:tracePt t="24022" x="1670050" y="1917700"/>
          <p14:tracePt t="24043" x="1670050" y="1924050"/>
          <p14:tracePt t="24052" x="1663700" y="1930400"/>
          <p14:tracePt t="24066" x="1657350" y="1943100"/>
          <p14:tracePt t="24082" x="1631950" y="1968500"/>
          <p14:tracePt t="24099" x="1606550" y="2006600"/>
          <p14:tracePt t="24116" x="1593850" y="2019300"/>
          <p14:tracePt t="24133" x="1568450" y="2057400"/>
          <p14:tracePt t="24149" x="1555750" y="2095500"/>
          <p14:tracePt t="24165" x="1543050" y="2108200"/>
          <p14:tracePt t="24183" x="1536700" y="2139950"/>
          <p14:tracePt t="24198" x="1536700" y="2159000"/>
          <p14:tracePt t="24216" x="1536700" y="2178050"/>
          <p14:tracePt t="24232" x="1549400" y="2190750"/>
          <p14:tracePt t="24265" x="1562100" y="2197100"/>
          <p14:tracePt t="24282" x="1568450" y="2203450"/>
          <p14:tracePt t="24315" x="1574800" y="2203450"/>
          <p14:tracePt t="24332" x="1581150" y="2203450"/>
          <p14:tracePt t="24351" x="1587500" y="2203450"/>
          <p14:tracePt t="24365" x="1593850" y="2203450"/>
          <p14:tracePt t="24381" x="1600200" y="2203450"/>
          <p14:tracePt t="24398" x="1600200" y="2197100"/>
          <p14:tracePt t="24415" x="1612900" y="2197100"/>
          <p14:tracePt t="24431" x="1631950" y="2184400"/>
          <p14:tracePt t="24448" x="1644650" y="2171700"/>
          <p14:tracePt t="24465" x="1663700" y="2152650"/>
          <p14:tracePt t="24481" x="1670050" y="2139950"/>
          <p14:tracePt t="24498" x="1676400" y="2120900"/>
          <p14:tracePt t="24514" x="1676400" y="2108200"/>
          <p14:tracePt t="24548" x="1676400" y="2101850"/>
          <p14:tracePt t="24564" x="1670050" y="2101850"/>
          <p14:tracePt t="24583" x="1644650" y="2101850"/>
          <p14:tracePt t="24598" x="1631950" y="2101850"/>
          <p14:tracePt t="24614" x="1587500" y="2101850"/>
          <p14:tracePt t="24631" x="1555750" y="2101850"/>
          <p14:tracePt t="24647" x="1498600" y="2108200"/>
          <p14:tracePt t="24664" x="1454150" y="2114550"/>
          <p14:tracePt t="24682" x="1422400" y="2120900"/>
          <p14:tracePt t="24697" x="1416050" y="2127250"/>
          <p14:tracePt t="24713" x="1403350" y="2139950"/>
          <p14:tracePt t="24731" x="1403350" y="2146300"/>
          <p14:tracePt t="24747" x="1403350" y="2152650"/>
          <p14:tracePt t="24780" x="1416050" y="2159000"/>
          <p14:tracePt t="24796" x="1428750" y="2159000"/>
          <p14:tracePt t="24814" x="1454150" y="2159000"/>
          <p14:tracePt t="24830" x="1466850" y="2165350"/>
          <p14:tracePt t="24846" x="1524000" y="2165350"/>
          <p14:tracePt t="24849" x="1562100" y="2178050"/>
          <p14:tracePt t="24866" x="1612900" y="2178050"/>
          <p14:tracePt t="24880" x="1682750" y="2178050"/>
          <p14:tracePt t="24897" x="1847850" y="2178050"/>
          <p14:tracePt t="24913" x="2012950" y="2178050"/>
          <p14:tracePt t="24930" x="2076450" y="2171700"/>
          <p14:tracePt t="24946" x="2216150" y="2165350"/>
          <p14:tracePt t="24963" x="2298700" y="2146300"/>
          <p14:tracePt t="24980" x="2324100" y="2139950"/>
          <p14:tracePt t="24996" x="2349500" y="2127250"/>
          <p14:tracePt t="25012" x="2355850" y="2127250"/>
          <p14:tracePt t="25046" x="2355850" y="2120900"/>
          <p14:tracePt t="25062" x="2343150" y="2114550"/>
          <p14:tracePt t="25079" x="2336800" y="2114550"/>
          <p14:tracePt t="25096" x="2317750" y="2114550"/>
          <p14:tracePt t="25112" x="2305050" y="2120900"/>
          <p14:tracePt t="25128" x="2273300" y="2127250"/>
          <p14:tracePt t="25145" x="2222500" y="2133600"/>
          <p14:tracePt t="25162" x="2197100" y="2152650"/>
          <p14:tracePt t="25179" x="2120900" y="2184400"/>
          <p14:tracePt t="25195" x="2076450" y="2203450"/>
          <p14:tracePt t="25212" x="2038350" y="2222500"/>
          <p14:tracePt t="25229" x="1993900" y="2241550"/>
          <p14:tracePt t="25245" x="1968500" y="2254250"/>
          <p14:tracePt t="25262" x="1955800" y="2260600"/>
          <p14:tracePt t="25278" x="1949450" y="2266950"/>
          <p14:tracePt t="25341" x="1955800" y="2266950"/>
          <p14:tracePt t="25355" x="1968500" y="2266950"/>
          <p14:tracePt t="25364" x="1981200" y="2260600"/>
          <p14:tracePt t="25377" x="1987550" y="2254250"/>
          <p14:tracePt t="25394" x="2000250" y="2254250"/>
          <p14:tracePt t="25412" x="2019300" y="2241550"/>
          <p14:tracePt t="25444" x="2025650" y="2235200"/>
          <p14:tracePt t="25461" x="2038350" y="2228850"/>
          <p14:tracePt t="25477" x="2038350" y="2222500"/>
          <p14:tracePt t="25565" x="2032000" y="2216150"/>
          <p14:tracePt t="25593" x="2025650" y="2216150"/>
          <p14:tracePt t="25607" x="2019300" y="2216150"/>
          <p14:tracePt t="25614" x="2012950" y="2216150"/>
          <p14:tracePt t="25635" x="2006600" y="2216150"/>
          <p14:tracePt t="25644" x="2000250" y="2216150"/>
          <p14:tracePt t="25660" x="1987550" y="2216150"/>
          <p14:tracePt t="25677" x="1955800" y="2222500"/>
          <p14:tracePt t="25693" x="1905000" y="2235200"/>
          <p14:tracePt t="25710" x="1885950" y="2235200"/>
          <p14:tracePt t="25727" x="1822450" y="2260600"/>
          <p14:tracePt t="25743" x="1797050" y="2266950"/>
          <p14:tracePt t="25760" x="1752600" y="2279650"/>
          <p14:tracePt t="25777" x="1720850" y="2292350"/>
          <p14:tracePt t="25793" x="1708150" y="2292350"/>
          <p14:tracePt t="25810" x="1695450" y="2298700"/>
          <p14:tracePt t="25826" x="1682750" y="2305050"/>
          <p14:tracePt t="25860" x="1682750" y="2311400"/>
          <p14:tracePt t="25993" x="1682750" y="2305050"/>
          <p14:tracePt t="26028" x="1682750" y="2298700"/>
          <p14:tracePt t="26078" x="1689100" y="2292350"/>
          <p14:tracePt t="26127" x="1689100" y="2286000"/>
          <p14:tracePt t="26169" x="1689100" y="2279650"/>
          <p14:tracePt t="26204" x="1689100" y="2273300"/>
          <p14:tracePt t="26225" x="1689100" y="2266950"/>
          <p14:tracePt t="26253" x="1682750" y="2260600"/>
          <p14:tracePt t="26295" x="1676400" y="2260600"/>
          <p14:tracePt t="26316" x="1670050" y="2254250"/>
          <p14:tracePt t="26322" x="1670050" y="2247900"/>
          <p14:tracePt t="26337" x="1663700" y="2241550"/>
          <p14:tracePt t="26365" x="1651000" y="2235200"/>
          <p14:tracePt t="26386" x="1644650" y="2228850"/>
          <p14:tracePt t="26407" x="1638300" y="2222500"/>
          <p14:tracePt t="26435" x="1631950" y="2222500"/>
          <p14:tracePt t="26449" x="1625600" y="2222500"/>
          <p14:tracePt t="26464" x="1619250" y="2216150"/>
          <p14:tracePt t="26485" x="1612900" y="2209800"/>
          <p14:tracePt t="26499" x="1606550" y="2209800"/>
          <p14:tracePt t="26505" x="1600200" y="2209800"/>
          <p14:tracePt t="26527" x="1600200" y="2203450"/>
          <p14:tracePt t="26533" x="1593850" y="2203450"/>
          <p14:tracePt t="26548" x="1587500" y="2197100"/>
          <p14:tracePt t="26569" x="1581150" y="2197100"/>
          <p14:tracePt t="26577" x="1574800" y="2197100"/>
          <p14:tracePt t="26591" x="1568450" y="2190750"/>
          <p14:tracePt t="26618" x="1562100" y="2190750"/>
          <p14:tracePt t="26638" x="1555750" y="2190750"/>
          <p14:tracePt t="26660" x="1549400" y="2190750"/>
          <p14:tracePt t="26666" x="1543050" y="2190750"/>
          <p14:tracePt t="26676" x="1543050" y="2184400"/>
          <p14:tracePt t="26690" x="1536700" y="2184400"/>
          <p14:tracePt t="26707" x="1530350" y="2184400"/>
          <p14:tracePt t="26737" x="1517650" y="2184400"/>
          <p14:tracePt t="26744" x="1517650" y="2178050"/>
          <p14:tracePt t="26760" x="1511300" y="2171700"/>
          <p14:tracePt t="26779" x="1504950" y="2165350"/>
          <p14:tracePt t="26789" x="1498600" y="2165350"/>
          <p14:tracePt t="26807" x="1492250" y="2159000"/>
          <p14:tracePt t="26827" x="1485900" y="2152650"/>
          <p14:tracePt t="26877" x="1479550" y="2152650"/>
          <p14:tracePt t="26884" x="1473200" y="2152650"/>
          <p14:tracePt t="26907" x="1466850" y="2152650"/>
          <p14:tracePt t="26948" x="1466850" y="2159000"/>
          <p14:tracePt t="26954" x="1460500" y="2159000"/>
          <p14:tracePt t="26968" x="1460500" y="2165350"/>
          <p14:tracePt t="26976" x="1460500" y="2171700"/>
          <p14:tracePt t="26997" x="1454150" y="2178050"/>
          <p14:tracePt t="27024" x="1454150" y="2184400"/>
          <p14:tracePt t="27046" x="1454150" y="2190750"/>
          <p14:tracePt t="27067" x="1454150" y="2197100"/>
          <p14:tracePt t="27088" x="1454150" y="2203450"/>
          <p14:tracePt t="27109" x="1460500" y="2203450"/>
          <p14:tracePt t="27158" x="1466850" y="2197100"/>
          <p14:tracePt t="27164" x="1473200" y="2197100"/>
          <p14:tracePt t="27179" x="1473200" y="2190750"/>
          <p14:tracePt t="27188" x="1473200" y="2184400"/>
          <p14:tracePt t="27208" x="1479550" y="2184400"/>
          <p14:tracePt t="27223" x="1479550" y="2178050"/>
          <p14:tracePt t="27239" x="1479550" y="2165350"/>
          <p14:tracePt t="27271" x="1479550" y="2152650"/>
          <p14:tracePt t="27288" x="1479550" y="2146300"/>
          <p14:tracePt t="27305" x="1479550" y="2127250"/>
          <p14:tracePt t="27321" x="1479550" y="2114550"/>
          <p14:tracePt t="27338" x="1479550" y="2108200"/>
          <p14:tracePt t="27355" x="1479550" y="2095500"/>
          <p14:tracePt t="27371" x="1485900" y="2082800"/>
          <p14:tracePt t="27439" x="1485900" y="2089150"/>
          <p14:tracePt t="27467" x="1485900" y="2095500"/>
          <p14:tracePt t="27489" x="1485900" y="2101850"/>
          <p14:tracePt t="27502" x="1485900" y="2108200"/>
          <p14:tracePt t="27509" x="1485900" y="2120900"/>
          <p14:tracePt t="27520" x="1485900" y="2133600"/>
          <p14:tracePt t="27537" x="1485900" y="2165350"/>
          <p14:tracePt t="27554" x="1485900" y="2184400"/>
          <p14:tracePt t="27572" x="1485900" y="2228850"/>
          <p14:tracePt t="27587" x="1492250" y="2260600"/>
          <p14:tracePt t="27603" x="1498600" y="2273300"/>
          <p14:tracePt t="27621" x="1504950" y="2286000"/>
          <p14:tracePt t="27637" x="1511300" y="2286000"/>
          <p14:tracePt t="27653" x="1524000" y="2286000"/>
          <p14:tracePt t="27671" x="1536700" y="2273300"/>
          <p14:tracePt t="27687" x="1536700" y="2266950"/>
          <p14:tracePt t="27703" x="1549400" y="2254250"/>
          <p14:tracePt t="27720" x="1555750" y="2241550"/>
          <p14:tracePt t="27736" x="1562100" y="2235200"/>
          <p14:tracePt t="27753" x="1568450" y="2216150"/>
          <p14:tracePt t="27770" x="1574800" y="2203450"/>
          <p14:tracePt t="27786" x="1574800" y="2190750"/>
          <p14:tracePt t="27803" x="1574800" y="2184400"/>
          <p14:tracePt t="27819" x="1581150" y="2171700"/>
          <p14:tracePt t="27836" x="1581150" y="2165350"/>
          <p14:tracePt t="27853" x="1581150" y="2159000"/>
          <p14:tracePt t="27901" x="1581150" y="2152650"/>
          <p14:tracePt t="27930" x="1581150" y="2146300"/>
          <p14:tracePt t="28021" x="1581150" y="2152650"/>
          <p14:tracePt t="28077" x="1581150" y="2159000"/>
          <p14:tracePt t="28112" x="1581150" y="2165350"/>
          <p14:tracePt t="28182" x="1574800" y="2171700"/>
          <p14:tracePt t="28210" x="1574800" y="2178050"/>
          <p14:tracePt t="28253" x="1568450" y="2184400"/>
          <p14:tracePt t="28330" x="1562100" y="2184400"/>
          <p14:tracePt t="29243" x="1568450" y="2184400"/>
          <p14:tracePt t="29249" x="1581150" y="2190750"/>
          <p14:tracePt t="29271" x="1612900" y="2197100"/>
          <p14:tracePt t="29285" x="1625600" y="2203450"/>
          <p14:tracePt t="29292" x="1644650" y="2203450"/>
          <p14:tracePt t="29306" x="1663700" y="2209800"/>
          <p14:tracePt t="29315" x="1682750" y="2216150"/>
          <p14:tracePt t="29331" x="1708150" y="2222500"/>
          <p14:tracePt t="29348" x="1797050" y="2222500"/>
          <p14:tracePt t="29364" x="1885950" y="2235200"/>
          <p14:tracePt t="29381" x="1949450" y="2235200"/>
          <p14:tracePt t="29397" x="2095500" y="2254250"/>
          <p14:tracePt t="29414" x="2254250" y="2273300"/>
          <p14:tracePt t="29430" x="2343150" y="2273300"/>
          <p14:tracePt t="29434" x="2406650" y="2279650"/>
          <p14:tracePt t="29448" x="2482850" y="2292350"/>
          <p14:tracePt t="29464" x="2622550" y="2298700"/>
          <p14:tracePt t="29481" x="2679700" y="2298700"/>
          <p14:tracePt t="29496" x="2781300" y="2298700"/>
          <p14:tracePt t="29513" x="2806700" y="2298700"/>
          <p14:tracePt t="29531" x="2908300" y="2286000"/>
          <p14:tracePt t="29547" x="2927350" y="2286000"/>
          <p14:tracePt t="29563" x="2946400" y="2273300"/>
          <p14:tracePt t="29580" x="3003550" y="2266950"/>
          <p14:tracePt t="29596" x="3073400" y="2260600"/>
          <p14:tracePt t="29613" x="3117850" y="2254250"/>
          <p14:tracePt t="29630" x="3200400" y="2235200"/>
          <p14:tracePt t="29646" x="3282950" y="2222500"/>
          <p14:tracePt t="29664" x="3365500" y="2197100"/>
          <p14:tracePt t="29680" x="3409950" y="2184400"/>
          <p14:tracePt t="29696" x="3435350" y="2178050"/>
          <p14:tracePt t="29713" x="3524250" y="2146300"/>
          <p14:tracePt t="29730" x="3556000" y="2127250"/>
          <p14:tracePt t="29746" x="3594100" y="2114550"/>
          <p14:tracePt t="29763" x="3714750" y="2051050"/>
          <p14:tracePt t="29779" x="3746500" y="2038350"/>
          <p14:tracePt t="29796" x="3765550" y="2032000"/>
          <p14:tracePt t="29812" x="3816350" y="2000250"/>
          <p14:tracePt t="29829" x="3829050" y="2000250"/>
          <p14:tracePt t="29846" x="3854450" y="1987550"/>
          <p14:tracePt t="29862" x="3867150" y="1981200"/>
          <p14:tracePt t="29879" x="3886200" y="1974850"/>
          <p14:tracePt t="29896" x="3898900" y="1968500"/>
          <p14:tracePt t="29912" x="3911600" y="1968500"/>
          <p14:tracePt t="29929" x="3930650" y="1968500"/>
          <p14:tracePt t="29946" x="3949700" y="1968500"/>
          <p14:tracePt t="29962" x="3968750" y="1968500"/>
          <p14:tracePt t="29979" x="4000500" y="1968500"/>
          <p14:tracePt t="29995" x="4051300" y="1974850"/>
          <p14:tracePt t="30012" x="4076700" y="1974850"/>
          <p14:tracePt t="30029" x="4127500" y="1993900"/>
          <p14:tracePt t="30045" x="4197350" y="2000250"/>
          <p14:tracePt t="30062" x="4235450" y="2006600"/>
          <p14:tracePt t="30078" x="4318000" y="2025650"/>
          <p14:tracePt t="30095" x="4400550" y="2038350"/>
          <p14:tracePt t="30112" x="4457700" y="2051050"/>
          <p14:tracePt t="30128" x="4552950" y="2063750"/>
          <p14:tracePt t="30145" x="4603750" y="2076450"/>
          <p14:tracePt t="30162" x="4775200" y="2095500"/>
          <p14:tracePt t="30178" x="4813300" y="2095500"/>
          <p14:tracePt t="30194" x="4857750" y="2089150"/>
          <p14:tracePt t="30211" x="4914900" y="2089150"/>
          <p14:tracePt t="30228" x="4946650" y="2089150"/>
          <p14:tracePt t="30244" x="4959350" y="2089150"/>
          <p14:tracePt t="30261" x="4972050" y="2089150"/>
          <p14:tracePt t="30277" x="4978400" y="2089150"/>
          <p14:tracePt t="30310" x="4984750" y="2082800"/>
          <p14:tracePt t="30328" x="4984750" y="2076450"/>
          <p14:tracePt t="30347" x="4978400" y="2076450"/>
          <p14:tracePt t="30366" x="4972050" y="2076450"/>
          <p14:tracePt t="30377" x="4965700" y="2076450"/>
          <p14:tracePt t="30394" x="4946650" y="2076450"/>
          <p14:tracePt t="30411" x="4933950" y="2076450"/>
          <p14:tracePt t="30429" x="4864100" y="2076450"/>
          <p14:tracePt t="30444" x="4699000" y="2095500"/>
          <p14:tracePt t="30460" x="4597400" y="2108200"/>
          <p14:tracePt t="30478" x="4343400" y="2139950"/>
          <p14:tracePt t="30493" x="4197350" y="2159000"/>
          <p14:tracePt t="30510" x="3911600" y="2203450"/>
          <p14:tracePt t="30528" x="3683000" y="2247900"/>
          <p14:tracePt t="30544" x="3581400" y="2254250"/>
          <p14:tracePt t="30560" x="3498850" y="2279650"/>
          <p14:tracePt t="30577" x="3308350" y="2355850"/>
          <p14:tracePt t="30593" x="3263900" y="2368550"/>
          <p14:tracePt t="30610" x="3194050" y="2413000"/>
          <p14:tracePt t="30627" x="3136900" y="2444750"/>
          <p14:tracePt t="30643" x="3124200" y="2463800"/>
          <p14:tracePt t="30660" x="3079750" y="2489200"/>
          <p14:tracePt t="30676" x="3041650" y="2527300"/>
          <p14:tracePt t="30693" x="3016250" y="2552700"/>
          <p14:tracePt t="30710" x="2959100" y="2597150"/>
          <p14:tracePt t="30726" x="2908300" y="2654300"/>
          <p14:tracePt t="30743" x="2870200" y="2679700"/>
          <p14:tracePt t="30760" x="2819400" y="2743200"/>
          <p14:tracePt t="30776" x="2800350" y="2768600"/>
          <p14:tracePt t="30793" x="2755900" y="2819400"/>
          <p14:tracePt t="30809" x="2717800" y="2863850"/>
          <p14:tracePt t="30826" x="2698750" y="2876550"/>
          <p14:tracePt t="30843" x="2667000" y="2914650"/>
          <p14:tracePt t="30859" x="2641600" y="2940050"/>
          <p14:tracePt t="30876" x="2628900" y="2946400"/>
          <p14:tracePt t="30892" x="2603500" y="2959100"/>
          <p14:tracePt t="30908" x="2590800" y="2971800"/>
          <p14:tracePt t="30925" x="2584450" y="2978150"/>
          <p14:tracePt t="30942" x="2571750" y="2978150"/>
          <p14:tracePt t="30959" x="2565400" y="2984500"/>
          <p14:tracePt t="30976" x="2559050" y="2997200"/>
          <p14:tracePt t="30992" x="2552700" y="2997200"/>
          <p14:tracePt t="31009" x="2540000" y="2997200"/>
          <p14:tracePt t="31025" x="2527300" y="3003550"/>
          <p14:tracePt t="31749" x="2527300" y="3028950"/>
          <p14:tracePt t="31757" x="2508250" y="3079750"/>
          <p14:tracePt t="31770" x="2501900" y="3136900"/>
          <p14:tracePt t="31777" x="2476500" y="3213100"/>
          <p14:tracePt t="31792" x="2457450" y="3302000"/>
          <p14:tracePt t="31806" x="2438400" y="3409950"/>
          <p14:tracePt t="31822" x="2387600" y="3625850"/>
          <p14:tracePt t="31839" x="2374900" y="3708400"/>
          <p14:tracePt t="31855" x="2336800" y="3854450"/>
          <p14:tracePt t="31872" x="2292350" y="3975100"/>
          <p14:tracePt t="31889" x="2241550" y="4083050"/>
          <p14:tracePt t="31905" x="2222500" y="4140200"/>
          <p14:tracePt t="31922" x="2190750" y="4248150"/>
          <p14:tracePt t="31939" x="2139950" y="4375150"/>
          <p14:tracePt t="31955" x="2120900" y="4425950"/>
          <p14:tracePt t="31972" x="2108200" y="4502150"/>
          <p14:tracePt t="31989" x="2095500" y="4540250"/>
          <p14:tracePt t="32005" x="2089150" y="4552950"/>
          <p14:tracePt t="32022" x="2089150" y="4572000"/>
          <p14:tracePt t="32038" x="2082800" y="4584700"/>
          <p14:tracePt t="32055" x="2082800" y="4591050"/>
          <p14:tracePt t="32093" x="2082800" y="4597400"/>
          <p14:tracePt t="32122" x="2082800" y="4610100"/>
          <p14:tracePt t="32128" x="2082800" y="4622800"/>
          <p14:tracePt t="32142" x="2082800" y="4635500"/>
          <p14:tracePt t="32154" x="2076450" y="4648200"/>
          <p14:tracePt t="32171" x="2070100" y="4679950"/>
          <p14:tracePt t="32187" x="2063750" y="4692650"/>
          <p14:tracePt t="32205" x="2051050" y="4743450"/>
          <p14:tracePt t="32221" x="2038350" y="4762500"/>
          <p14:tracePt t="32237" x="2032000" y="4781550"/>
          <p14:tracePt t="32254" x="2012950" y="4826000"/>
          <p14:tracePt t="32271" x="1981200" y="4857750"/>
          <p14:tracePt t="32287" x="1968500" y="4876800"/>
          <p14:tracePt t="32304" x="1930400" y="4902200"/>
          <p14:tracePt t="32320" x="1917700" y="4902200"/>
          <p14:tracePt t="32652" x="1879600" y="4908550"/>
          <p14:tracePt t="32659" x="1822450" y="4914900"/>
          <p14:tracePt t="32673" x="1771650" y="4927600"/>
          <p14:tracePt t="32687" x="1701800" y="4946650"/>
          <p14:tracePt t="32702" x="1574800" y="4972050"/>
          <p14:tracePt t="32719" x="1504950" y="4984750"/>
          <p14:tracePt t="32736" x="1397000" y="5003800"/>
          <p14:tracePt t="32752" x="1314450" y="5016500"/>
          <p14:tracePt t="32769" x="1289050" y="5022850"/>
          <p14:tracePt t="32786" x="1238250" y="5041900"/>
          <p14:tracePt t="32802" x="1193800" y="5048250"/>
          <p14:tracePt t="32819" x="1174750" y="5054600"/>
          <p14:tracePt t="32835" x="1123950" y="5060950"/>
          <p14:tracePt t="32852" x="1066800" y="5060950"/>
          <p14:tracePt t="32869" x="1003300" y="5067300"/>
          <p14:tracePt t="32885" x="965200" y="5067300"/>
          <p14:tracePt t="32902" x="933450" y="5067300"/>
          <p14:tracePt t="32919" x="857250" y="5073650"/>
          <p14:tracePt t="32935" x="838200" y="5073650"/>
          <p14:tracePt t="32952" x="812800" y="5073650"/>
          <p14:tracePt t="32968" x="774700" y="5080000"/>
          <p14:tracePt t="32985" x="742950" y="5080000"/>
          <p14:tracePt t="32988" x="723900" y="5092700"/>
          <p14:tracePt t="33005" x="717550" y="5092700"/>
          <p14:tracePt t="33017" x="704850" y="5092700"/>
          <p14:tracePt t="33035" x="685800" y="5092700"/>
          <p14:tracePt t="33052" x="666750" y="5092700"/>
          <p14:tracePt t="33084" x="660400" y="5099050"/>
          <p14:tracePt t="33101" x="647700" y="5099050"/>
          <p14:tracePt t="33135" x="635000" y="5105400"/>
          <p14:tracePt t="33151" x="628650" y="5111750"/>
          <p14:tracePt t="33187" x="622300" y="5111750"/>
          <p14:tracePt t="33200" x="622300" y="5118100"/>
          <p14:tracePt t="33241" x="615950" y="5124450"/>
          <p14:tracePt t="33283" x="615950" y="5130800"/>
          <p14:tracePt t="33354" x="622300" y="5130800"/>
          <p14:tracePt t="33360" x="628650" y="5130800"/>
          <p14:tracePt t="33381" x="635000" y="5130800"/>
          <p14:tracePt t="33403" x="641350" y="5130800"/>
          <p14:tracePt t="33410" x="647700" y="5130800"/>
          <p14:tracePt t="33431" x="654050" y="5130800"/>
          <p14:tracePt t="33466" x="660400" y="5130800"/>
          <p14:tracePt t="33473" x="666750" y="5130800"/>
          <p14:tracePt t="33483" x="673100" y="5130800"/>
          <p14:tracePt t="33500" x="679450" y="5130800"/>
          <p14:tracePt t="33516" x="692150" y="5130800"/>
          <p14:tracePt t="33533" x="704850" y="5130800"/>
          <p14:tracePt t="33551" x="749300" y="5137150"/>
          <p14:tracePt t="33566" x="768350" y="5137150"/>
          <p14:tracePt t="33582" x="787400" y="5137150"/>
          <p14:tracePt t="33599" x="819150" y="5143500"/>
          <p14:tracePt t="33616" x="863600" y="5149850"/>
          <p14:tracePt t="33633" x="882650" y="5149850"/>
          <p14:tracePt t="33650" x="914400" y="5149850"/>
          <p14:tracePt t="33666" x="933450" y="5156200"/>
          <p14:tracePt t="33683" x="946150" y="5156200"/>
          <p14:tracePt t="33715" x="952500" y="5156200"/>
          <p14:tracePt t="33747" x="952500" y="5162550"/>
          <p14:tracePt t="33760" x="958850" y="5162550"/>
          <p14:tracePt t="33803" x="965200" y="5162550"/>
          <p14:tracePt t="33824" x="971550" y="5162550"/>
          <p14:tracePt t="33830" x="977900" y="5162550"/>
          <p14:tracePt t="33873" x="984250" y="5162550"/>
          <p14:tracePt t="33894" x="990600" y="5162550"/>
          <p14:tracePt t="33943" x="996950" y="5168900"/>
          <p14:tracePt t="33964" x="1009650" y="5168900"/>
          <p14:tracePt t="33985" x="1016000" y="5168900"/>
          <p14:tracePt t="33992" x="1022350" y="5175250"/>
          <p14:tracePt t="34006" x="1028700" y="5175250"/>
          <p14:tracePt t="34027" x="1035050" y="5181600"/>
          <p14:tracePt t="34034" x="1035050" y="5187950"/>
          <p14:tracePt t="34048" x="1041400" y="5194300"/>
          <p14:tracePt t="34064" x="1066800" y="5200650"/>
          <p14:tracePt t="34081" x="1079500" y="5213350"/>
          <p14:tracePt t="34098" x="1123950" y="5226050"/>
          <p14:tracePt t="34114" x="1162050" y="5251450"/>
          <p14:tracePt t="34131" x="1181100" y="5257800"/>
          <p14:tracePt t="34148" x="1212850" y="5270500"/>
          <p14:tracePt t="34164" x="1225550" y="5270500"/>
          <p14:tracePt t="34182" x="1244600" y="5276850"/>
          <p14:tracePt t="34198" x="1250950" y="5276850"/>
          <p14:tracePt t="34364" x="1257300" y="5276850"/>
          <p14:tracePt t="34384" x="1263650" y="5270500"/>
          <p14:tracePt t="34406" x="1270000" y="5270500"/>
          <p14:tracePt t="34414" x="1270000" y="5264150"/>
          <p14:tracePt t="34427" x="1276350" y="5264150"/>
          <p14:tracePt t="34434" x="1282700" y="5264150"/>
          <p14:tracePt t="34450" x="1289050" y="5264150"/>
          <p14:tracePt t="34462" x="1289050" y="5257800"/>
          <p14:tracePt t="34483" x="1295400" y="5251450"/>
          <p14:tracePt t="34499" x="1301750" y="5251450"/>
          <p14:tracePt t="34518" x="1308100" y="5251450"/>
          <p14:tracePt t="34529" x="1314450" y="5251450"/>
          <p14:tracePt t="34549" x="1320800" y="5251450"/>
          <p14:tracePt t="34563" x="1327150" y="5251450"/>
          <p14:tracePt t="34588" x="1339850" y="5251450"/>
          <p14:tracePt t="34596" x="1346200" y="5251450"/>
          <p14:tracePt t="34612" x="1358900" y="5251450"/>
          <p14:tracePt t="34630" x="1384300" y="5251450"/>
          <p14:tracePt t="34645" x="1422400" y="5251450"/>
          <p14:tracePt t="34662" x="1441450" y="5251450"/>
          <p14:tracePt t="34679" x="1492250" y="5238750"/>
          <p14:tracePt t="34696" x="1543050" y="5232400"/>
          <p14:tracePt t="34712" x="1562100" y="5226050"/>
          <p14:tracePt t="34729" x="1606550" y="5219700"/>
          <p14:tracePt t="34745" x="1638300" y="5213350"/>
          <p14:tracePt t="34762" x="1657350" y="5213350"/>
          <p14:tracePt t="34779" x="1676400" y="5207000"/>
          <p14:tracePt t="34795" x="1689100" y="5207000"/>
          <p14:tracePt t="34813" x="1701800" y="5207000"/>
          <p14:tracePt t="34828" x="1708150" y="5207000"/>
          <p14:tracePt t="34845" x="1720850" y="5200650"/>
          <p14:tracePt t="34862" x="1733550" y="5200650"/>
          <p14:tracePt t="34878" x="1739900" y="5194300"/>
          <p14:tracePt t="34895" x="1746250" y="5194300"/>
          <p14:tracePt t="34911" x="1758950" y="5194300"/>
          <p14:tracePt t="34928" x="1765300" y="5194300"/>
          <p14:tracePt t="34948" x="1771650" y="5194300"/>
          <p14:tracePt t="34961" x="1778000" y="5194300"/>
          <p14:tracePt t="35023" x="1784350" y="5194300"/>
          <p14:tracePt t="35058" x="1790700" y="5194300"/>
          <p14:tracePt t="35065" x="1797050" y="5194300"/>
          <p14:tracePt t="35093" x="1803400" y="5187950"/>
          <p14:tracePt t="35114" x="1809750" y="5187950"/>
          <p14:tracePt t="35135" x="1816100" y="5187950"/>
          <p14:tracePt t="35163" x="1822450" y="5187950"/>
          <p14:tracePt t="35183" x="1828800" y="5187950"/>
          <p14:tracePt t="35205" x="1835150" y="5187950"/>
          <p14:tracePt t="35226" x="1841500" y="5187950"/>
          <p14:tracePt t="35247" x="1847850" y="5187950"/>
          <p14:tracePt t="35254" x="1847850" y="5181600"/>
          <p14:tracePt t="35268" x="1854200" y="5181600"/>
          <p14:tracePt t="35277" x="1860550" y="5181600"/>
          <p14:tracePt t="35293" x="1873250" y="5181600"/>
          <p14:tracePt t="35311" x="1905000" y="5181600"/>
          <p14:tracePt t="35327" x="1949450" y="5181600"/>
          <p14:tracePt t="35343" x="1974850" y="5181600"/>
          <p14:tracePt t="35360" x="2025650" y="5181600"/>
          <p14:tracePt t="35376" x="2051050" y="5181600"/>
          <p14:tracePt t="35393" x="2076450" y="5181600"/>
          <p14:tracePt t="35410" x="2114550" y="5181600"/>
          <p14:tracePt t="35426" x="2133600" y="5181600"/>
          <p14:tracePt t="35444" x="2165350" y="5181600"/>
          <p14:tracePt t="35460" x="2190750" y="5168900"/>
          <p14:tracePt t="35476" x="2203450" y="5168900"/>
          <p14:tracePt t="35493" x="2228850" y="5162550"/>
          <p14:tracePt t="35510" x="2247900" y="5149850"/>
          <p14:tracePt t="35526" x="2254250" y="5149850"/>
          <p14:tracePt t="35544" x="2273300" y="5143500"/>
          <p14:tracePt t="35559" x="2286000" y="5143500"/>
          <p14:tracePt t="35577" x="2298700" y="5143500"/>
          <p14:tracePt t="35592" x="2330450" y="5137150"/>
          <p14:tracePt t="35609" x="2362200" y="5137150"/>
          <p14:tracePt t="35626" x="2413000" y="5130800"/>
          <p14:tracePt t="35642" x="2432050" y="5130800"/>
          <p14:tracePt t="35659" x="2482850" y="5130800"/>
          <p14:tracePt t="35676" x="2527300" y="5124450"/>
          <p14:tracePt t="35692" x="2546350" y="5118100"/>
          <p14:tracePt t="35709" x="2559050" y="5118100"/>
          <p14:tracePt t="35725" x="2603500" y="5111750"/>
          <p14:tracePt t="35742" x="2616200" y="5111750"/>
          <p14:tracePt t="35759" x="2635250" y="5111750"/>
          <p14:tracePt t="35775" x="2647950" y="5111750"/>
          <p14:tracePt t="35792" x="2654300" y="5111750"/>
          <p14:tracePt t="35809" x="2667000" y="5111750"/>
          <p14:tracePt t="35843" x="2679700" y="5111750"/>
          <p14:tracePt t="35858" x="2686050" y="5111750"/>
          <p14:tracePt t="35891" x="2692400" y="5111750"/>
          <p14:tracePt t="35908" x="2698750" y="5111750"/>
          <p14:tracePt t="35928" x="2711450" y="5111750"/>
          <p14:tracePt t="35949" x="2717800" y="5111750"/>
          <p14:tracePt t="35957" x="2724150" y="5111750"/>
          <p14:tracePt t="35974" x="2730500" y="5111750"/>
          <p14:tracePt t="35998" x="2736850" y="5111750"/>
          <p14:tracePt t="36007" x="2749550" y="5111750"/>
          <p14:tracePt t="36024" x="2762250" y="5111750"/>
          <p14:tracePt t="36042" x="2794000" y="5111750"/>
          <p14:tracePt t="36058" x="2813050" y="5111750"/>
          <p14:tracePt t="36075" x="2870200" y="5111750"/>
          <p14:tracePt t="36091" x="2882900" y="5111750"/>
          <p14:tracePt t="36107" x="2901950" y="5111750"/>
          <p14:tracePt t="36125" x="2933700" y="5111750"/>
          <p14:tracePt t="36141" x="2959100" y="5118100"/>
          <p14:tracePt t="36158" x="2971800" y="5118100"/>
          <p14:tracePt t="36174" x="2978150" y="5124450"/>
          <p14:tracePt t="36190" x="2990850" y="5124450"/>
          <p14:tracePt t="36208" x="3003550" y="5124450"/>
          <p14:tracePt t="36224" x="3003550" y="5130800"/>
          <p14:tracePt t="36241" x="3016250" y="5130800"/>
          <p14:tracePt t="36279" x="3022600" y="5130800"/>
          <p14:tracePt t="36308" x="3028950" y="5130800"/>
          <p14:tracePt t="36328" x="3035300" y="5130800"/>
          <p14:tracePt t="36341" x="3041650" y="5130800"/>
          <p14:tracePt t="36349" x="3048000" y="5130800"/>
          <p14:tracePt t="36370" x="3054350" y="5130800"/>
          <p14:tracePt t="36377" x="3060700" y="5137150"/>
          <p14:tracePt t="36393" x="3073400" y="5137150"/>
          <p14:tracePt t="36406" x="3098800" y="5137150"/>
          <p14:tracePt t="36423" x="3143250" y="5137150"/>
          <p14:tracePt t="36440" x="3175000" y="5143500"/>
          <p14:tracePt t="36457" x="3251200" y="5143500"/>
          <p14:tracePt t="36473" x="3321050" y="5143500"/>
          <p14:tracePt t="36490" x="3390900" y="5143500"/>
          <p14:tracePt t="36505" x="3416300" y="5143500"/>
          <p14:tracePt t="36523" x="3460750" y="5137150"/>
          <p14:tracePt t="36539" x="3473450" y="5130800"/>
          <p14:tracePt t="36556" x="3479800" y="5130800"/>
          <p14:tracePt t="36573" x="3486150" y="5130800"/>
          <p14:tracePt t="36590" x="3492500" y="5124450"/>
          <p14:tracePt t="36819" x="3486150" y="5118100"/>
          <p14:tracePt t="36839" x="3486150" y="5111750"/>
          <p14:tracePt t="36861" x="3479800" y="5111750"/>
          <p14:tracePt t="36882" x="3473450" y="5111750"/>
          <p14:tracePt t="36889" x="3473450" y="5105400"/>
          <p14:tracePt t="36903" x="3454400" y="5105400"/>
          <p14:tracePt t="36910" x="3448050" y="5105400"/>
          <p14:tracePt t="36922" x="3429000" y="5105400"/>
          <p14:tracePt t="36938" x="3359150" y="5099050"/>
          <p14:tracePt t="36954" x="3321050" y="5086350"/>
          <p14:tracePt t="36971" x="3270250" y="5086350"/>
          <p14:tracePt t="36988" x="3086100" y="5067300"/>
          <p14:tracePt t="37004" x="3035300" y="5067300"/>
          <p14:tracePt t="37021" x="2978150" y="5067300"/>
          <p14:tracePt t="37037" x="2889250" y="5073650"/>
          <p14:tracePt t="37054" x="2819400" y="5080000"/>
          <p14:tracePt t="37071" x="2762250" y="5080000"/>
          <p14:tracePt t="37087" x="2743200" y="5086350"/>
          <p14:tracePt t="37104" x="2705100" y="5092700"/>
          <p14:tracePt t="37121" x="2679700" y="5099050"/>
          <p14:tracePt t="37137" x="2660650" y="5099050"/>
          <p14:tracePt t="37154" x="2635250" y="5111750"/>
          <p14:tracePt t="37171" x="2609850" y="5118100"/>
          <p14:tracePt t="37187" x="2590800" y="5124450"/>
          <p14:tracePt t="37204" x="2559050" y="5130800"/>
          <p14:tracePt t="37220" x="2514600" y="5143500"/>
          <p14:tracePt t="37237" x="2482850" y="5156200"/>
          <p14:tracePt t="37254" x="2444750" y="5162550"/>
          <p14:tracePt t="37270" x="2419350" y="5168900"/>
          <p14:tracePt t="37287" x="2406650" y="5168900"/>
          <p14:tracePt t="37303" x="2381250" y="5175250"/>
          <p14:tracePt t="37320" x="2374900" y="5175250"/>
          <p14:tracePt t="37337" x="2368550" y="5181600"/>
          <p14:tracePt t="37353" x="2362200" y="5181600"/>
          <p14:tracePt t="37370" x="2355850" y="5181600"/>
          <p14:tracePt t="37387" x="2349500" y="5181600"/>
          <p14:tracePt t="37403" x="2343150" y="5181600"/>
          <p14:tracePt t="37443" x="2336800" y="5187950"/>
          <p14:tracePt t="37471" x="2330450" y="5187950"/>
          <p14:tracePt t="38262" x="2317750" y="5187950"/>
          <p14:tracePt t="38276" x="2286000" y="5194300"/>
          <p14:tracePt t="38286" x="2260600" y="5194300"/>
          <p14:tracePt t="38300" x="2228850" y="5200650"/>
          <p14:tracePt t="38317" x="2127250" y="5200650"/>
          <p14:tracePt t="38333" x="2019300" y="5194300"/>
          <p14:tracePt t="38350" x="1981200" y="5194300"/>
          <p14:tracePt t="38367" x="1917700" y="5194300"/>
          <p14:tracePt t="38383" x="1701800" y="5200650"/>
          <p14:tracePt t="38399" x="1631950" y="5207000"/>
          <p14:tracePt t="38417" x="1517650" y="5219700"/>
          <p14:tracePt t="38433" x="1466850" y="5219700"/>
          <p14:tracePt t="38449" x="1397000" y="5226050"/>
          <p14:tracePt t="38466" x="1339850" y="5232400"/>
          <p14:tracePt t="38482" x="1327150" y="5232400"/>
          <p14:tracePt t="38499" x="1295400" y="5232400"/>
          <p14:tracePt t="38516" x="1270000" y="5232400"/>
          <p14:tracePt t="38532" x="1257300" y="5232400"/>
          <p14:tracePt t="38536" x="1238250" y="5232400"/>
          <p14:tracePt t="38549" x="1225550" y="5232400"/>
          <p14:tracePt t="38565" x="1193800" y="5238750"/>
          <p14:tracePt t="38582" x="1181100" y="5238750"/>
          <p14:tracePt t="38599" x="1155700" y="5238750"/>
          <p14:tracePt t="38615" x="1136650" y="5238750"/>
          <p14:tracePt t="38632" x="1130300" y="5238750"/>
          <p14:tracePt t="38649" x="1117600" y="5238750"/>
          <p14:tracePt t="38665" x="1104900" y="5238750"/>
          <p14:tracePt t="38682" x="1085850" y="5238750"/>
          <p14:tracePt t="38699" x="1060450" y="5245100"/>
          <p14:tracePt t="38715" x="1035050" y="5245100"/>
          <p14:tracePt t="38732" x="965200" y="5245100"/>
          <p14:tracePt t="38748" x="933450" y="5251450"/>
          <p14:tracePt t="38765" x="914400" y="5251450"/>
          <p14:tracePt t="38782" x="882650" y="5251450"/>
          <p14:tracePt t="38798" x="869950" y="5251450"/>
          <p14:tracePt t="38815" x="863600" y="5251450"/>
          <p14:tracePt t="38831" x="857250" y="5251450"/>
          <p14:tracePt t="38915" x="857250" y="5257800"/>
          <p14:tracePt t="38957" x="863600" y="5257800"/>
          <p14:tracePt t="38963" x="869950" y="5257800"/>
          <p14:tracePt t="38978" x="876300" y="5257800"/>
          <p14:tracePt t="38985" x="889000" y="5257800"/>
          <p14:tracePt t="39006" x="908050" y="5257800"/>
          <p14:tracePt t="39014" x="933450" y="5251450"/>
          <p14:tracePt t="39031" x="971550" y="5245100"/>
          <p14:tracePt t="39048" x="1079500" y="5219700"/>
          <p14:tracePt t="39065" x="1143000" y="5207000"/>
          <p14:tracePt t="39080" x="1301750" y="5187950"/>
          <p14:tracePt t="39097" x="1428750" y="5168900"/>
          <p14:tracePt t="39114" x="1492250" y="5168900"/>
          <p14:tracePt t="39130" x="1587500" y="5168900"/>
          <p14:tracePt t="39148" x="1651000" y="5168900"/>
          <p14:tracePt t="39163" x="1676400" y="5168900"/>
          <p14:tracePt t="39181" x="1708150" y="5175250"/>
          <p14:tracePt t="39196" x="1733550" y="5181600"/>
          <p14:tracePt t="39213" x="1739900" y="5181600"/>
          <p14:tracePt t="39231" x="1752600" y="5187950"/>
          <p14:tracePt t="39247" x="1758950" y="5194300"/>
          <p14:tracePt t="39263" x="1765300" y="5194300"/>
          <p14:tracePt t="39280" x="1784350" y="5200650"/>
          <p14:tracePt t="39296" x="1797050" y="5207000"/>
          <p14:tracePt t="39330" x="1809750" y="5207000"/>
          <p14:tracePt t="39347" x="1816100" y="5207000"/>
          <p14:tracePt t="39363" x="1822450" y="5213350"/>
          <p14:tracePt t="39396" x="1828800" y="5213350"/>
          <p14:tracePt t="39427" x="1828800" y="5219700"/>
          <p14:tracePt t="39455" x="1835150" y="5219700"/>
          <p14:tracePt t="39476" x="1841500" y="5219700"/>
          <p14:tracePt t="39490" x="1847850" y="5219700"/>
          <p14:tracePt t="39498" x="1854200" y="5219700"/>
          <p14:tracePt t="39518" x="1866900" y="5219700"/>
          <p14:tracePt t="39529" x="1873250" y="5219700"/>
          <p14:tracePt t="39547" x="1892300" y="5219700"/>
          <p14:tracePt t="39562" x="1911350" y="5219700"/>
          <p14:tracePt t="39579" x="1993900" y="5219700"/>
          <p14:tracePt t="39595" x="2120900" y="5219700"/>
          <p14:tracePt t="39612" x="2197100" y="5232400"/>
          <p14:tracePt t="39629" x="2273300" y="5232400"/>
          <p14:tracePt t="39646" x="2514600" y="5232400"/>
          <p14:tracePt t="39662" x="2578100" y="5232400"/>
          <p14:tracePt t="39679" x="2698750" y="5238750"/>
          <p14:tracePt t="39695" x="2724150" y="5238750"/>
          <p14:tracePt t="39711" x="2781300" y="5238750"/>
          <p14:tracePt t="39730" x="2806700" y="5245100"/>
          <p14:tracePt t="39745" x="2813050" y="5245100"/>
          <p14:tracePt t="39762" x="2832100" y="5245100"/>
          <p14:tracePt t="39778" x="2844800" y="5251450"/>
          <p14:tracePt t="39795" x="2851150" y="5251450"/>
          <p14:tracePt t="39811" x="2876550" y="5251450"/>
          <p14:tracePt t="39828" x="2908300" y="5251450"/>
          <p14:tracePt t="39844" x="2927350" y="5251450"/>
          <p14:tracePt t="39862" x="2990850" y="5257800"/>
          <p14:tracePt t="39878" x="3079750" y="5270500"/>
          <p14:tracePt t="39895" x="3143250" y="5270500"/>
          <p14:tracePt t="39911" x="3251200" y="5276850"/>
          <p14:tracePt t="39927" x="3365500" y="5276850"/>
          <p14:tracePt t="39944" x="3409950" y="5264150"/>
          <p14:tracePt t="39960" x="3492500" y="5251450"/>
          <p14:tracePt t="39977" x="3511550" y="5238750"/>
          <p14:tracePt t="39996" x="3543300" y="5219700"/>
          <p14:tracePt t="40011" x="3549650" y="5219700"/>
          <p14:tracePt t="40027" x="3556000" y="5219700"/>
          <p14:tracePt t="40060" x="3562350" y="5213350"/>
          <p14:tracePt t="40200" x="3556000" y="5213350"/>
          <p14:tracePt t="40207" x="3556000" y="5207000"/>
          <p14:tracePt t="40749" x="3543300" y="5207000"/>
          <p14:tracePt t="40763" x="3517900" y="5207000"/>
          <p14:tracePt t="40770" x="3492500" y="5207000"/>
          <p14:tracePt t="40784" x="3473450" y="5207000"/>
          <p14:tracePt t="40794" x="3454400" y="5200650"/>
          <p14:tracePt t="40808" x="3435350" y="5194300"/>
          <p14:tracePt t="40825" x="3384550" y="5194300"/>
          <p14:tracePt t="40841" x="3340100" y="5187950"/>
          <p14:tracePt t="40858" x="3327400" y="5187950"/>
          <p14:tracePt t="40875" x="3295650" y="5187950"/>
          <p14:tracePt t="40891" x="3276600" y="5187950"/>
          <p14:tracePt t="40925" x="3263900" y="5187950"/>
          <p14:tracePt t="41002" x="3263900" y="5181600"/>
          <p14:tracePt t="41030" x="3263900" y="5175250"/>
          <p14:tracePt t="41044" x="3263900" y="5168900"/>
          <p14:tracePt t="41058" x="3263900" y="5162550"/>
          <p14:tracePt t="41079" x="3270250" y="5156200"/>
          <p14:tracePt t="41093" x="3270250" y="5143500"/>
          <p14:tracePt t="41100" x="3276600" y="5130800"/>
          <p14:tracePt t="41114" x="3276600" y="5099050"/>
          <p14:tracePt t="41123" x="3276600" y="5060950"/>
          <p14:tracePt t="41140" x="3282950" y="5010150"/>
          <p14:tracePt t="41157" x="3282950" y="4870450"/>
          <p14:tracePt t="41173" x="3276600" y="4692650"/>
          <p14:tracePt t="41191" x="3270250" y="4578350"/>
          <p14:tracePt t="41206" x="3257550" y="4349750"/>
          <p14:tracePt t="41223" x="3238500" y="4121150"/>
          <p14:tracePt t="41241" x="3219450" y="3911600"/>
          <p14:tracePt t="41256" x="3206750" y="3810000"/>
          <p14:tracePt t="41273" x="3194050" y="3695700"/>
          <p14:tracePt t="41290" x="3143250" y="3403600"/>
          <p14:tracePt t="41306" x="3136900" y="3295650"/>
          <p14:tracePt t="41323" x="3111500" y="3181350"/>
          <p14:tracePt t="41340" x="3073400" y="2978150"/>
          <p14:tracePt t="41356" x="3041650" y="2806700"/>
          <p14:tracePt t="41373" x="3035300" y="2730500"/>
          <p14:tracePt t="41389" x="3016250" y="2622550"/>
          <p14:tracePt t="41406" x="3009900" y="2584450"/>
          <p14:tracePt t="41423" x="3009900" y="2540000"/>
          <p14:tracePt t="41439" x="2990850" y="2470150"/>
          <p14:tracePt t="41456" x="2984500" y="2393950"/>
          <p14:tracePt t="41472" x="2978150" y="2330450"/>
          <p14:tracePt t="41489" x="2978150" y="2286000"/>
          <p14:tracePt t="41522" x="2978150" y="2266950"/>
          <p14:tracePt t="41556" x="2978150" y="2260600"/>
          <p14:tracePt t="41572" x="2984500" y="2260600"/>
          <p14:tracePt t="41612" x="2990850" y="2260600"/>
          <p14:tracePt t="41795" x="2997200" y="2266950"/>
          <p14:tracePt t="41837" x="2997200" y="2273300"/>
          <p14:tracePt t="41899" x="2997200" y="2279650"/>
          <p14:tracePt t="41921" x="2997200" y="2286000"/>
          <p14:tracePt t="41949" x="2997200" y="2292350"/>
          <p14:tracePt t="41956" x="2997200" y="2298700"/>
          <p14:tracePt t="41984" x="2997200" y="2305050"/>
          <p14:tracePt t="42005" x="2997200" y="2311400"/>
          <p14:tracePt t="42054" x="2997200" y="2317750"/>
          <p14:tracePt t="42082" x="2997200" y="2324100"/>
          <p14:tracePt t="42090" x="2997200" y="2330450"/>
          <p14:tracePt t="42132" x="2997200" y="2336800"/>
          <p14:tracePt t="42138" x="2997200" y="2343150"/>
          <p14:tracePt t="42166" x="2997200" y="2349500"/>
          <p14:tracePt t="42173" x="3003550" y="2349500"/>
          <p14:tracePt t="42201" x="3009900" y="2355850"/>
          <p14:tracePt t="42244" x="3022600" y="2355850"/>
          <p14:tracePt t="42251" x="3035300" y="2355850"/>
          <p14:tracePt t="42265" x="3054350" y="2355850"/>
          <p14:tracePt t="42279" x="3105150" y="2355850"/>
          <p14:tracePt t="42293" x="3155950" y="2355850"/>
          <p14:tracePt t="42302" x="3232150" y="2355850"/>
          <p14:tracePt t="42319" x="3333750" y="2355850"/>
          <p14:tracePt t="42336" x="3619500" y="2330450"/>
          <p14:tracePt t="42353" x="3746500" y="2324100"/>
          <p14:tracePt t="42370" x="4076700" y="2286000"/>
          <p14:tracePt t="42386" x="4406900" y="2247900"/>
          <p14:tracePt t="42402" x="4533900" y="2241550"/>
          <p14:tracePt t="42419" x="4756150" y="2209800"/>
          <p14:tracePt t="42435" x="4883150" y="2190750"/>
          <p14:tracePt t="42452" x="4940300" y="2178050"/>
          <p14:tracePt t="42469" x="4997450" y="2165350"/>
          <p14:tracePt t="42485" x="5022850" y="2159000"/>
          <p14:tracePt t="42502" x="5035550" y="2152650"/>
          <p14:tracePt t="42519" x="5048250" y="2146300"/>
          <p14:tracePt t="42546" x="5054600" y="2146300"/>
          <p14:tracePt t="42555" x="5060950" y="2139950"/>
          <p14:tracePt t="42616" x="5067300" y="2139950"/>
          <p14:tracePt t="42644" x="5073650" y="2133600"/>
          <p14:tracePt t="42686" x="5080000" y="2127250"/>
          <p14:tracePt t="42714" x="5080000" y="2120900"/>
          <p14:tracePt t="42805" x="5073650" y="2120900"/>
          <p14:tracePt t="42826" x="5067300" y="2120900"/>
          <p14:tracePt t="42847" x="5054600" y="2120900"/>
          <p14:tracePt t="42861" x="5041900" y="2127250"/>
          <p14:tracePt t="42870" x="5010150" y="2133600"/>
          <p14:tracePt t="42883" x="4965700" y="2152650"/>
          <p14:tracePt t="42901" x="4914900" y="2171700"/>
          <p14:tracePt t="42917" x="4832350" y="2190750"/>
          <p14:tracePt t="42934" x="4648200" y="2247900"/>
          <p14:tracePt t="42951" x="4546600" y="2279650"/>
          <p14:tracePt t="42968" x="4349750" y="2355850"/>
          <p14:tracePt t="42984" x="4254500" y="2387600"/>
          <p14:tracePt t="43001" x="4178300" y="2413000"/>
          <p14:tracePt t="43017" x="4038600" y="2470150"/>
          <p14:tracePt t="43033" x="3987800" y="2489200"/>
          <p14:tracePt t="43052" x="3911600" y="2533650"/>
          <p14:tracePt t="43067" x="3886200" y="2540000"/>
          <p14:tracePt t="43084" x="3867150" y="2552700"/>
          <p14:tracePt t="43100" x="3848100" y="2565400"/>
          <p14:tracePt t="43116" x="3841750" y="2565400"/>
          <p14:tracePt t="43133" x="3835400" y="2571750"/>
          <p14:tracePt t="43198" x="3835400" y="2565400"/>
          <p14:tracePt t="43212" x="3835400" y="2559050"/>
          <p14:tracePt t="43226" x="3829050" y="2559050"/>
          <p14:tracePt t="43590" x="3778250" y="2559050"/>
          <p14:tracePt t="43598" x="3702050" y="2578100"/>
          <p14:tracePt t="43611" x="3613150" y="2597150"/>
          <p14:tracePt t="43618" x="3505200" y="2616200"/>
          <p14:tracePt t="43632" x="3403600" y="2647950"/>
          <p14:tracePt t="43648" x="3219450" y="2692400"/>
          <p14:tracePt t="43665" x="3149600" y="2717800"/>
          <p14:tracePt t="43682" x="2990850" y="2781300"/>
          <p14:tracePt t="43698" x="2819400" y="2838450"/>
          <p14:tracePt t="43714" x="2749550" y="2870200"/>
          <p14:tracePt t="43731" x="2616200" y="2914650"/>
          <p14:tracePt t="43748" x="2546350" y="2959100"/>
          <p14:tracePt t="43765" x="2444750" y="3028950"/>
          <p14:tracePt t="43781" x="2368550" y="3067050"/>
          <p14:tracePt t="43797" x="2343150" y="3079750"/>
          <p14:tracePt t="43815" x="2317750" y="3086100"/>
          <p14:tracePt t="43831" x="2305050" y="3092450"/>
          <p14:tracePt t="43847" x="2305050" y="3098800"/>
          <p14:tracePt t="43864" x="2298700" y="3098800"/>
          <p14:tracePt t="43948" x="2305050" y="3098800"/>
          <p14:tracePt t="43976" x="2311400" y="3098800"/>
          <p14:tracePt t="43998" x="2311400" y="3092450"/>
          <p14:tracePt t="44529" x="2311400" y="3105150"/>
          <p14:tracePt t="44543" x="2311400" y="3136900"/>
          <p14:tracePt t="44551" x="2305050" y="3162300"/>
          <p14:tracePt t="44562" x="2298700" y="3206750"/>
          <p14:tracePt t="44579" x="2286000" y="3289300"/>
          <p14:tracePt t="44595" x="2286000" y="3321050"/>
          <p14:tracePt t="44611" x="2286000" y="3346450"/>
          <p14:tracePt t="44615" x="2286000" y="3371850"/>
          <p14:tracePt t="44628" x="2286000" y="3429000"/>
          <p14:tracePt t="44644" x="2286000" y="3454400"/>
          <p14:tracePt t="44661" x="2286000" y="3479800"/>
          <p14:tracePt t="44677" x="2286000" y="3549650"/>
          <p14:tracePt t="44694" x="2286000" y="3625850"/>
          <p14:tracePt t="44712" x="2279650" y="3765550"/>
          <p14:tracePt t="44727" x="2279650" y="3848100"/>
          <p14:tracePt t="44744" x="2279650" y="4019550"/>
          <p14:tracePt t="44761" x="2279650" y="4178300"/>
          <p14:tracePt t="44777" x="2273300" y="4267200"/>
          <p14:tracePt t="44794" x="2260600" y="4419600"/>
          <p14:tracePt t="44811" x="2228850" y="4578350"/>
          <p14:tracePt t="44827" x="2209800" y="4654550"/>
          <p14:tracePt t="44845" x="2165350" y="4781550"/>
          <p14:tracePt t="44860" x="2076450" y="4895850"/>
          <p14:tracePt t="44877" x="2006600" y="4953000"/>
          <p14:tracePt t="44894" x="1828800" y="5048250"/>
          <p14:tracePt t="44910" x="1682750" y="5124450"/>
          <p14:tracePt t="44927" x="1612900" y="5168900"/>
          <p14:tracePt t="44944" x="1492250" y="5213350"/>
          <p14:tracePt t="44960" x="1435100" y="5232400"/>
          <p14:tracePt t="44977" x="1346200" y="5270500"/>
          <p14:tracePt t="44994" x="1250950" y="5321300"/>
          <p14:tracePt t="45010" x="1168400" y="5372100"/>
          <p14:tracePt t="45027" x="1104900" y="5403850"/>
          <p14:tracePt t="45043" x="1073150" y="5422900"/>
          <p14:tracePt t="45060" x="1035050" y="5429250"/>
          <p14:tracePt t="45077" x="908050" y="5480050"/>
          <p14:tracePt t="45093" x="863600" y="5480050"/>
          <p14:tracePt t="45110" x="825500" y="5486400"/>
          <p14:tracePt t="45114" x="768350" y="5499100"/>
          <p14:tracePt t="45126" x="730250" y="5499100"/>
          <p14:tracePt t="45143" x="660400" y="5486400"/>
          <p14:tracePt t="45160" x="635000" y="5486400"/>
          <p14:tracePt t="45176" x="584200" y="5473700"/>
          <p14:tracePt t="45193" x="546100" y="5454650"/>
          <p14:tracePt t="45210" x="520700" y="5422900"/>
          <p14:tracePt t="45226" x="508000" y="5410200"/>
          <p14:tracePt t="45242" x="501650" y="5397500"/>
          <p14:tracePt t="45646" x="508000" y="5397500"/>
          <p14:tracePt t="45653" x="527050" y="5391150"/>
          <p14:tracePt t="45660" x="558800" y="5391150"/>
          <p14:tracePt t="45677" x="584200" y="5391150"/>
          <p14:tracePt t="45691" x="622300" y="5384800"/>
          <p14:tracePt t="45707" x="704850" y="5384800"/>
          <p14:tracePt t="45724" x="793750" y="5378450"/>
          <p14:tracePt t="45741" x="838200" y="5365750"/>
          <p14:tracePt t="45758" x="927100" y="5365750"/>
          <p14:tracePt t="45774" x="1035050" y="5372100"/>
          <p14:tracePt t="45791" x="1073150" y="5378450"/>
          <p14:tracePt t="45808" x="1130300" y="5378450"/>
          <p14:tracePt t="45824" x="1162050" y="5378450"/>
          <p14:tracePt t="45840" x="1174750" y="5378450"/>
          <p14:tracePt t="45858" x="1181100" y="5384800"/>
          <p14:tracePt t="45878" x="1181100" y="5391150"/>
          <p14:tracePt t="45905" x="1174750" y="5391150"/>
          <p14:tracePt t="45913" x="1168400" y="5391150"/>
          <p14:tracePt t="45941" x="1168400" y="5397500"/>
          <p14:tracePt t="45962" x="1162050" y="5397500"/>
          <p14:tracePt t="45983" x="1155700" y="5397500"/>
          <p14:tracePt t="46025" x="1149350" y="5403850"/>
          <p14:tracePt t="46264" x="1155700" y="5410200"/>
          <p14:tracePt t="46292" x="1155700" y="5416550"/>
          <p14:tracePt t="46327" x="1162050" y="5422900"/>
          <p14:tracePt t="46362" x="1162050" y="5429250"/>
          <p14:tracePt t="46403" x="1168400" y="5429250"/>
          <p14:tracePt t="46446" x="1174750" y="5435600"/>
          <p14:tracePt t="46453" x="1181100" y="5435600"/>
          <p14:tracePt t="46474" x="1181100" y="5441950"/>
          <p14:tracePt t="46495" x="1187450" y="5448300"/>
          <p14:tracePt t="46502" x="1193800" y="5448300"/>
          <p14:tracePt t="46523" x="1200150" y="5448300"/>
          <p14:tracePt t="46566" x="1200150" y="5454650"/>
          <p14:tracePt t="46594" x="1206500" y="5454650"/>
          <p14:tracePt t="46615" x="1212850" y="5461000"/>
          <p14:tracePt t="46635" x="1212850" y="5467350"/>
          <p14:tracePt t="46678" x="1219200" y="5467350"/>
          <p14:tracePt t="46727" x="1225550" y="5467350"/>
          <p14:tracePt t="46783" x="1231900" y="5467350"/>
          <p14:tracePt t="46853" x="1238250" y="5467350"/>
          <p14:tracePt t="47064" x="1244600" y="5461000"/>
          <p14:tracePt t="47099" x="1250950" y="5461000"/>
          <p14:tracePt t="47105" x="1257300" y="5454650"/>
          <p14:tracePt t="47122" x="1263650" y="5454650"/>
          <p14:tracePt t="47142" x="1276350" y="5454650"/>
          <p14:tracePt t="47154" x="1289050" y="5448300"/>
          <p14:tracePt t="47169" x="1339850" y="5441950"/>
          <p14:tracePt t="47186" x="1397000" y="5435600"/>
          <p14:tracePt t="47203" x="1517650" y="5403850"/>
          <p14:tracePt t="47219" x="1657350" y="5378450"/>
          <p14:tracePt t="47236" x="1752600" y="5353050"/>
          <p14:tracePt t="47253" x="1943100" y="5334000"/>
          <p14:tracePt t="47269" x="2139950" y="5295900"/>
          <p14:tracePt t="47285" x="2216150" y="5283200"/>
          <p14:tracePt t="47302" x="2393950" y="5264150"/>
          <p14:tracePt t="47319" x="2578100" y="5245100"/>
          <p14:tracePt t="47336" x="2654300" y="5232400"/>
          <p14:tracePt t="47352" x="2819400" y="5213350"/>
          <p14:tracePt t="47368" x="2959100" y="5213350"/>
          <p14:tracePt t="47385" x="3022600" y="5213350"/>
          <p14:tracePt t="47402" x="3130550" y="5207000"/>
          <p14:tracePt t="47418" x="3181350" y="5194300"/>
          <p14:tracePt t="47435" x="3295650" y="5181600"/>
          <p14:tracePt t="47451" x="3321050" y="5175250"/>
          <p14:tracePt t="47468" x="3352800" y="5162550"/>
          <p14:tracePt t="47485" x="3403600" y="5149850"/>
          <p14:tracePt t="47501" x="3448050" y="5137150"/>
          <p14:tracePt t="47518" x="3467100" y="5137150"/>
          <p14:tracePt t="47535" x="3498850" y="5130800"/>
          <p14:tracePt t="47551" x="3530600" y="5118100"/>
          <p14:tracePt t="47568" x="3536950" y="5111750"/>
          <p14:tracePt t="47584" x="3556000" y="5105400"/>
          <p14:tracePt t="47601" x="3562350" y="5099050"/>
          <p14:tracePt t="47620" x="3562350" y="5092700"/>
          <p14:tracePt t="47730" x="3562350" y="5086350"/>
          <p14:tracePt t="47758" x="3556000" y="5086350"/>
          <p14:tracePt t="47780" x="3549650" y="5086350"/>
          <p14:tracePt t="47786" x="3536950" y="5086350"/>
          <p14:tracePt t="47807" x="3530600" y="5086350"/>
          <p14:tracePt t="47821" x="3517900" y="5086350"/>
          <p14:tracePt t="47834" x="3498850" y="5086350"/>
          <p14:tracePt t="47850" x="3435350" y="5092700"/>
          <p14:tracePt t="47867" x="3397250" y="5099050"/>
          <p14:tracePt t="47884" x="3263900" y="5111750"/>
          <p14:tracePt t="47900" x="3124200" y="5130800"/>
          <p14:tracePt t="47916" x="3035300" y="5137150"/>
          <p14:tracePt t="47934" x="2876550" y="5156200"/>
          <p14:tracePt t="47950" x="2743200" y="5175250"/>
          <p14:tracePt t="47966" x="2692400" y="5175250"/>
          <p14:tracePt t="47983" x="2603500" y="5187950"/>
          <p14:tracePt t="48000" x="2546350" y="5194300"/>
          <p14:tracePt t="48016" x="2514600" y="5200650"/>
          <p14:tracePt t="48033" x="2463800" y="5200650"/>
          <p14:tracePt t="48050" x="2432050" y="5200650"/>
          <p14:tracePt t="48067" x="2400300" y="5207000"/>
          <p14:tracePt t="48083" x="2393950" y="5207000"/>
          <p14:tracePt t="48099" x="2381250" y="5207000"/>
          <p14:tracePt t="48116" x="2368550" y="5213350"/>
          <p14:tracePt t="48149" x="2362200" y="5213350"/>
          <p14:tracePt t="48165" x="2355850" y="5219700"/>
          <p14:tracePt t="48182" x="2349500" y="5219700"/>
          <p14:tracePt t="48207" x="2343150" y="5219700"/>
          <p14:tracePt t="48221" x="2336800" y="5219700"/>
          <p14:tracePt t="48232" x="2330450" y="5219700"/>
          <p14:tracePt t="48313" x="2324100" y="5219700"/>
          <p14:tracePt t="48320" x="2317750" y="5219700"/>
          <p14:tracePt t="48362" x="2317750" y="5213350"/>
          <p14:tracePt t="48368" x="2324100" y="5213350"/>
          <p14:tracePt t="48390" x="2330450" y="5213350"/>
          <p14:tracePt t="48398" x="2336800" y="5213350"/>
          <p14:tracePt t="48414" x="2343150" y="5207000"/>
          <p14:tracePt t="48432" x="2355850" y="5207000"/>
          <p14:tracePt t="48464" x="2368550" y="5207000"/>
          <p14:tracePt t="48482" x="2387600" y="5200650"/>
          <p14:tracePt t="48498" x="2406650" y="5200650"/>
          <p14:tracePt t="48515" x="2432050" y="5194300"/>
          <p14:tracePt t="48531" x="2457450" y="5194300"/>
          <p14:tracePt t="48548" x="2476500" y="5194300"/>
          <p14:tracePt t="48565" x="2501900" y="5194300"/>
          <p14:tracePt t="48581" x="2520950" y="5194300"/>
          <p14:tracePt t="48614" x="2533650" y="5187950"/>
          <p14:tracePt t="48631" x="2546350" y="5187950"/>
          <p14:tracePt t="48647" x="2552700" y="5187950"/>
          <p14:tracePt t="48664" x="2559050" y="5187950"/>
          <p14:tracePt t="48680" x="2565400" y="5187950"/>
          <p14:tracePt t="48698" x="2584450" y="5187950"/>
          <p14:tracePt t="48714" x="2603500" y="5187950"/>
          <p14:tracePt t="48731" x="2616200" y="5187950"/>
          <p14:tracePt t="48747" x="2667000" y="5187950"/>
          <p14:tracePt t="48763" x="2679700" y="5187950"/>
          <p14:tracePt t="48780" x="2692400" y="5187950"/>
          <p14:tracePt t="48797" x="2717800" y="5181600"/>
          <p14:tracePt t="48813" x="2724150" y="5175250"/>
          <p14:tracePt t="48830" x="2730500" y="5175250"/>
          <p14:tracePt t="48847" x="2730500" y="5168900"/>
          <p14:tracePt t="48951" x="2724150" y="5162550"/>
          <p14:tracePt t="49000" x="2717800" y="5162550"/>
          <p14:tracePt t="50071" x="2660650" y="5162550"/>
          <p14:tracePt t="50092" x="2565400" y="5175250"/>
          <p14:tracePt t="50106" x="2463800" y="5187950"/>
          <p14:tracePt t="50113" x="2286000" y="5207000"/>
          <p14:tracePt t="50129" x="2114550" y="5232400"/>
          <p14:tracePt t="50142" x="1835150" y="5257800"/>
          <p14:tracePt t="50159" x="1720850" y="5276850"/>
          <p14:tracePt t="50176" x="1492250" y="5308600"/>
          <p14:tracePt t="50192" x="1371600" y="5327650"/>
          <p14:tracePt t="50209" x="1206500" y="5365750"/>
          <p14:tracePt t="50226" x="1073150" y="5403850"/>
          <p14:tracePt t="50242" x="1003300" y="5422900"/>
          <p14:tracePt t="50259" x="869950" y="5473700"/>
          <p14:tracePt t="50275" x="755650" y="5518150"/>
          <p14:tracePt t="50292" x="730250" y="5524500"/>
          <p14:tracePt t="50309" x="673100" y="5549900"/>
          <p14:tracePt t="50325" x="635000" y="5562600"/>
          <p14:tracePt t="50342" x="622300" y="5562600"/>
          <p14:tracePt t="50359" x="609600" y="5562600"/>
          <p14:tracePt t="50375" x="603250" y="5562600"/>
          <p14:tracePt t="50408" x="596900" y="5562600"/>
          <p14:tracePt t="50821" x="603250" y="5562600"/>
          <p14:tracePt t="50864" x="609600" y="5562600"/>
          <p14:tracePt t="50885" x="615950" y="5562600"/>
          <p14:tracePt t="50898" x="622300" y="5562600"/>
          <p14:tracePt t="50913" x="628650" y="5562600"/>
          <p14:tracePt t="50927" x="635000" y="5562600"/>
          <p14:tracePt t="50968" x="641350" y="5562600"/>
          <p14:tracePt t="50976" x="647700" y="5562600"/>
          <p14:tracePt t="50990" x="654050" y="5562600"/>
          <p14:tracePt t="51006" x="666750" y="5562600"/>
          <p14:tracePt t="51022" x="685800" y="5562600"/>
          <p14:tracePt t="51039" x="717550" y="5568950"/>
          <p14:tracePt t="51056" x="774700" y="5581650"/>
          <p14:tracePt t="51072" x="806450" y="5581650"/>
          <p14:tracePt t="51089" x="901700" y="5588000"/>
          <p14:tracePt t="51105" x="958850" y="5588000"/>
          <p14:tracePt t="51123" x="1079500" y="5594350"/>
          <p14:tracePt t="51139" x="1117600" y="5594350"/>
          <p14:tracePt t="51155" x="1136650" y="5600700"/>
          <p14:tracePt t="51172" x="1168400" y="5600700"/>
          <p14:tracePt t="51189" x="1187450" y="5607050"/>
          <p14:tracePt t="51257" x="1187450" y="5613400"/>
          <p14:tracePt t="51306" x="1187450" y="5619750"/>
          <p14:tracePt t="51418" x="1193800" y="5619750"/>
          <p14:tracePt t="51488" x="1193800" y="5613400"/>
          <p14:tracePt t="51607" x="1187450" y="5613400"/>
          <p14:tracePt t="51636" x="1181100" y="5613400"/>
          <p14:tracePt t="51657" x="1174750" y="5613400"/>
          <p14:tracePt t="51720" x="1168400" y="5613400"/>
          <p14:tracePt t="51727" x="1162050" y="5613400"/>
          <p14:tracePt t="51755" x="1155700" y="5613400"/>
          <p14:tracePt t="51769" x="1149350" y="5613400"/>
          <p14:tracePt t="51790" x="1143000" y="5613400"/>
          <p14:tracePt t="51796" x="1136650" y="5613400"/>
          <p14:tracePt t="51818" x="1123950" y="5613400"/>
          <p14:tracePt t="51825" x="1104900" y="5613400"/>
          <p14:tracePt t="51840" x="1079500" y="5607050"/>
          <p14:tracePt t="51853" x="1041400" y="5607050"/>
          <p14:tracePt t="51870" x="965200" y="5607050"/>
          <p14:tracePt t="51886" x="914400" y="5607050"/>
          <p14:tracePt t="51903" x="806450" y="5600700"/>
          <p14:tracePt t="51920" x="704850" y="5588000"/>
          <p14:tracePt t="51936" x="666750" y="5588000"/>
          <p14:tracePt t="51953" x="596900" y="5581650"/>
          <p14:tracePt t="51970" x="546100" y="5581650"/>
          <p14:tracePt t="51986" x="533400" y="5581650"/>
          <p14:tracePt t="52002" x="520700" y="5581650"/>
          <p14:tracePt t="52019" x="514350" y="5581650"/>
          <p14:tracePt t="52038" x="514350" y="5588000"/>
          <p14:tracePt t="52078" x="520700" y="5588000"/>
          <p14:tracePt t="52092" x="533400" y="5588000"/>
          <p14:tracePt t="52099" x="539750" y="5588000"/>
          <p14:tracePt t="52105" x="558800" y="5588000"/>
          <p14:tracePt t="52122" x="571500" y="5588000"/>
          <p14:tracePt t="52135" x="590550" y="5581650"/>
          <p14:tracePt t="52152" x="647700" y="5575300"/>
          <p14:tracePt t="52169" x="755650" y="5562600"/>
          <p14:tracePt t="52185" x="819150" y="5562600"/>
          <p14:tracePt t="52202" x="952500" y="5543550"/>
          <p14:tracePt t="52219" x="1079500" y="5543550"/>
          <p14:tracePt t="52234" x="1117600" y="5537200"/>
          <p14:tracePt t="52238" x="1174750" y="5537200"/>
          <p14:tracePt t="52252" x="1200150" y="5537200"/>
          <p14:tracePt t="52268" x="1263650" y="5537200"/>
          <p14:tracePt t="52285" x="1282700" y="5543550"/>
          <p14:tracePt t="52302" x="1308100" y="5543550"/>
          <p14:tracePt t="52318" x="1333500" y="5549900"/>
          <p14:tracePt t="52335" x="1339850" y="5549900"/>
          <p14:tracePt t="52352" x="1346200" y="5549900"/>
          <p14:tracePt t="52368" x="1352550" y="5549900"/>
          <p14:tracePt t="52384" x="1358900" y="5549900"/>
          <p14:tracePt t="52401" x="1365250" y="5549900"/>
          <p14:tracePt t="52667" x="1371600" y="5543550"/>
          <p14:tracePt t="52681" x="1377950" y="5543550"/>
          <p14:tracePt t="52688" x="1377950" y="5537200"/>
          <p14:tracePt t="52709" x="1384300" y="5537200"/>
          <p14:tracePt t="52722" x="1390650" y="5530850"/>
          <p14:tracePt t="52733" x="1397000" y="5530850"/>
          <p14:tracePt t="52753" x="1403350" y="5530850"/>
          <p14:tracePt t="52766" x="1409700" y="5530850"/>
          <p14:tracePt t="52783" x="1416050" y="5524500"/>
          <p14:tracePt t="52803" x="1422400" y="5518150"/>
          <p14:tracePt t="52821" x="1428750" y="5518150"/>
          <p14:tracePt t="52850" x="1435100" y="5511800"/>
          <p14:tracePt t="52871" x="1441450" y="5511800"/>
          <p14:tracePt t="52877" x="1447800" y="5511800"/>
          <p14:tracePt t="52941" x="1454150" y="5511800"/>
          <p14:tracePt t="52969" x="1460500" y="5511800"/>
          <p14:tracePt t="52990" x="1466850" y="5511800"/>
          <p14:tracePt t="53011" x="1473200" y="5511800"/>
          <p14:tracePt t="53053" x="1479550" y="5505450"/>
          <p14:tracePt t="53221" x="1473200" y="5505450"/>
          <p14:tracePt t="53249" x="1473200" y="5511800"/>
          <p14:tracePt t="53615" x="1485900" y="5511800"/>
          <p14:tracePt t="53621" x="1504950" y="5511800"/>
          <p14:tracePt t="53636" x="1536700" y="5505450"/>
          <p14:tracePt t="53646" x="1562100" y="5505450"/>
          <p14:tracePt t="53664" x="1619250" y="5505450"/>
          <p14:tracePt t="53680" x="1651000" y="5499100"/>
          <p14:tracePt t="53696" x="1689100" y="5492750"/>
          <p14:tracePt t="53713" x="1714500" y="5492750"/>
          <p14:tracePt t="53730" x="1727200" y="5492750"/>
          <p14:tracePt t="53747" x="1739900" y="5492750"/>
          <p14:tracePt t="53763" x="1746250" y="5492750"/>
          <p14:tracePt t="53811" x="1752600" y="5492750"/>
          <p14:tracePt t="53922" x="1752600" y="5499100"/>
          <p14:tracePt t="54021" x="1758950" y="5499100"/>
          <p14:tracePt t="54064" x="1765300" y="5499100"/>
          <p14:tracePt t="54092" x="1771650" y="5499100"/>
          <p14:tracePt t="54113" x="1778000" y="5499100"/>
          <p14:tracePt t="54127" x="1784350" y="5499100"/>
          <p14:tracePt t="54134" x="1790700" y="5499100"/>
          <p14:tracePt t="54155" x="1803400" y="5499100"/>
          <p14:tracePt t="54164" x="1822450" y="5499100"/>
          <p14:tracePt t="54178" x="1847850" y="5499100"/>
          <p14:tracePt t="54195" x="1873250" y="5505450"/>
          <p14:tracePt t="54212" x="1987550" y="5505450"/>
          <p14:tracePt t="54228" x="2032000" y="5505450"/>
          <p14:tracePt t="54245" x="2082800" y="5505450"/>
          <p14:tracePt t="54261" x="2146300" y="5505450"/>
          <p14:tracePt t="54278" x="2203450" y="5505450"/>
          <p14:tracePt t="54295" x="2266950" y="5499100"/>
          <p14:tracePt t="54311" x="2286000" y="5499100"/>
          <p14:tracePt t="54328" x="2343150" y="5499100"/>
          <p14:tracePt t="54345" x="2400300" y="5499100"/>
          <p14:tracePt t="54361" x="2432050" y="5492750"/>
          <p14:tracePt t="54377" x="2489200" y="5492750"/>
          <p14:tracePt t="54394" x="2552700" y="5492750"/>
          <p14:tracePt t="54411" x="2578100" y="5492750"/>
          <p14:tracePt t="54428" x="2641600" y="5486400"/>
          <p14:tracePt t="54444" x="2679700" y="5480050"/>
          <p14:tracePt t="54461" x="2698750" y="5480050"/>
          <p14:tracePt t="54478" x="2743200" y="5473700"/>
          <p14:tracePt t="54494" x="2774950" y="5467350"/>
          <p14:tracePt t="54510" x="2781300" y="5467350"/>
          <p14:tracePt t="54527" x="2800350" y="5461000"/>
          <p14:tracePt t="54560" x="2806700" y="5461000"/>
          <p14:tracePt t="54751" x="2800350" y="5461000"/>
          <p14:tracePt t="55235" x="2800350" y="5473700"/>
          <p14:tracePt t="55249" x="2800350" y="5480050"/>
          <p14:tracePt t="55256" x="2800350" y="5492750"/>
          <p14:tracePt t="55270" x="2800350" y="5505450"/>
          <p14:tracePt t="55277" x="2794000" y="5518150"/>
          <p14:tracePt t="55291" x="2794000" y="5530850"/>
          <p14:tracePt t="55308" x="2794000" y="5543550"/>
          <p14:tracePt t="55325" x="2794000" y="5549900"/>
          <p14:tracePt t="55340" x="2794000" y="5556250"/>
          <p14:tracePt t="55357" x="2794000" y="5562600"/>
          <p14:tracePt t="55424" x="2794000" y="5568950"/>
          <p14:tracePt t="55459" x="2794000" y="5575300"/>
          <p14:tracePt t="55494" x="2794000" y="5581650"/>
          <p14:tracePt t="55536" x="2794000" y="5588000"/>
          <p14:tracePt t="55564" x="2794000" y="5594350"/>
          <p14:tracePt t="55691" x="2794000" y="5600700"/>
          <p14:tracePt t="55740" x="2800350" y="5600700"/>
          <p14:tracePt t="55775" x="2806700" y="5600700"/>
          <p14:tracePt t="55796" x="2813050" y="5600700"/>
          <p14:tracePt t="55817" x="2819400" y="5600700"/>
          <p14:tracePt t="55831" x="2825750" y="5600700"/>
          <p14:tracePt t="55845" x="2832100" y="5600700"/>
          <p14:tracePt t="55859" x="2844800" y="5600700"/>
          <p14:tracePt t="55866" x="2857500" y="5600700"/>
          <p14:tracePt t="55880" x="2876550" y="5600700"/>
          <p14:tracePt t="55894" x="2908300" y="5600700"/>
          <p14:tracePt t="55905" x="2927350" y="5600700"/>
          <p14:tracePt t="55923" x="2997200" y="5600700"/>
          <p14:tracePt t="55939" x="3060700" y="5600700"/>
          <p14:tracePt t="55956" x="3079750" y="5607050"/>
          <p14:tracePt t="55972" x="3124200" y="5607050"/>
          <p14:tracePt t="55989" x="3149600" y="5607050"/>
          <p14:tracePt t="56007" x="3162300" y="5607050"/>
          <p14:tracePt t="56371" x="3175000" y="5607050"/>
          <p14:tracePt t="56385" x="3181350" y="5607050"/>
          <p14:tracePt t="56400" x="3187700" y="5607050"/>
          <p14:tracePt t="56407" x="3200400" y="5607050"/>
          <p14:tracePt t="56423" x="3213100" y="5607050"/>
          <p14:tracePt t="56437" x="3232150" y="5613400"/>
          <p14:tracePt t="56454" x="3257550" y="5613400"/>
          <p14:tracePt t="56471" x="3308350" y="5613400"/>
          <p14:tracePt t="56487" x="3340100" y="5619750"/>
          <p14:tracePt t="56504" x="3365500" y="5619750"/>
          <p14:tracePt t="56520" x="3409950" y="5626100"/>
          <p14:tracePt t="56537" x="3422650" y="5626100"/>
          <p14:tracePt t="56554" x="3435350" y="5626100"/>
          <p14:tracePt t="56570" x="3441700" y="5626100"/>
          <p14:tracePt t="56624" x="3441700" y="5632450"/>
          <p14:tracePt t="56701" x="3435350" y="5632450"/>
          <p14:tracePt t="56757" x="3429000" y="5632450"/>
          <p14:tracePt t="57528" x="3429000" y="5626100"/>
          <p14:tracePt t="57564" x="3422650" y="5619750"/>
          <p14:tracePt t="57614" x="3422650" y="5613400"/>
          <p14:tracePt t="57663" x="3422650" y="5607050"/>
          <p14:tracePt t="57733" x="3429000" y="5607050"/>
          <p14:tracePt t="57803" x="3429000" y="5613400"/>
          <p14:tracePt t="57866" x="3435350" y="5613400"/>
          <p14:tracePt t="57901" x="3441700" y="5613400"/>
          <p14:tracePt t="57942" x="3448050" y="5613400"/>
          <p14:tracePt t="57971" x="3454400" y="5613400"/>
          <p14:tracePt t="58014" x="3460750" y="5613400"/>
          <p14:tracePt t="58035" x="3467100" y="5613400"/>
          <p14:tracePt t="58041" x="3473450" y="5613400"/>
          <p14:tracePt t="58083" x="3479800" y="5613400"/>
          <p14:tracePt t="58090" x="3486150" y="5613400"/>
          <p14:tracePt t="58105" x="3492500" y="5613400"/>
          <p14:tracePt t="58114" x="3498850" y="5613400"/>
          <p14:tracePt t="58131" x="3517900" y="5613400"/>
          <p14:tracePt t="58148" x="3556000" y="5613400"/>
          <p14:tracePt t="58164" x="3613150" y="5613400"/>
          <p14:tracePt t="58181" x="3689350" y="5613400"/>
          <p14:tracePt t="58198" x="3727450" y="5613400"/>
          <p14:tracePt t="58214" x="3771900" y="5613400"/>
          <p14:tracePt t="58231" x="3848100" y="5613400"/>
          <p14:tracePt t="58247" x="3917950" y="5613400"/>
          <p14:tracePt t="58264" x="3943350" y="5613400"/>
          <p14:tracePt t="58281" x="3994150" y="5613400"/>
          <p14:tracePt t="58297" x="4025900" y="5613400"/>
          <p14:tracePt t="58314" x="4032250" y="5613400"/>
          <p14:tracePt t="58330" x="4044950" y="5613400"/>
          <p14:tracePt t="58347" x="4051300" y="5613400"/>
          <p14:tracePt t="58386" x="4057650" y="5607050"/>
          <p14:tracePt t="58435" x="4064000" y="5607050"/>
          <p14:tracePt t="58877" x="4070350" y="5607050"/>
          <p14:tracePt t="58884" x="4070350" y="5600700"/>
          <p14:tracePt t="58898" x="4076700" y="5600700"/>
          <p14:tracePt t="58912" x="4076700" y="5594350"/>
          <p14:tracePt t="58928" x="4083050" y="5588000"/>
          <p14:tracePt t="58945" x="4089400" y="5588000"/>
          <p14:tracePt t="58962" x="4095750" y="5575300"/>
          <p14:tracePt t="58978" x="4108450" y="5562600"/>
          <p14:tracePt t="58996" x="4127500" y="5543550"/>
          <p14:tracePt t="59011" x="4146550" y="5530850"/>
          <p14:tracePt t="59029" x="4191000" y="5499100"/>
          <p14:tracePt t="59046" x="4248150" y="5486400"/>
          <p14:tracePt t="59061" x="4292600" y="5480050"/>
          <p14:tracePt t="59078" x="4330700" y="5480050"/>
          <p14:tracePt t="59095" x="4413250" y="5480050"/>
          <p14:tracePt t="59111" x="4438650" y="5480050"/>
          <p14:tracePt t="59129" x="4476750" y="5480050"/>
          <p14:tracePt t="59144" x="4489450" y="5480050"/>
          <p14:tracePt t="59161" x="4502150" y="5480050"/>
          <p14:tracePt t="59178" x="4508500" y="5480050"/>
          <p14:tracePt t="59227" x="4502150" y="5480050"/>
          <p14:tracePt t="59270" x="4495800" y="5480050"/>
          <p14:tracePt t="59305" x="4489450" y="5486400"/>
          <p14:tracePt t="59340" x="4483100" y="5486400"/>
          <p14:tracePt t="59389" x="4476750" y="5492750"/>
          <p14:tracePt t="59438" x="4470400" y="5499100"/>
          <p14:tracePt t="59487" x="4470400" y="5505450"/>
          <p14:tracePt t="59579" x="4470400" y="5499100"/>
          <p14:tracePt t="59628" x="4470400" y="5492750"/>
          <p14:tracePt t="59979" x="4476750" y="5492750"/>
          <p14:tracePt t="59985" x="4489450" y="5499100"/>
          <p14:tracePt t="59999" x="4514850" y="5511800"/>
          <p14:tracePt t="60008" x="4527550" y="5524500"/>
          <p14:tracePt t="60024" x="4546600" y="5530850"/>
          <p14:tracePt t="60042" x="4565650" y="5537200"/>
          <p14:tracePt t="60058" x="4635500" y="5549900"/>
          <p14:tracePt t="60075" x="4660900" y="5556250"/>
          <p14:tracePt t="60091" x="4711700" y="5562600"/>
          <p14:tracePt t="60108" x="4737100" y="5562600"/>
          <p14:tracePt t="60125" x="4787900" y="5562600"/>
          <p14:tracePt t="60141" x="4838700" y="5562600"/>
          <p14:tracePt t="60158" x="4857750" y="5562600"/>
          <p14:tracePt t="60175" x="4895850" y="5556250"/>
          <p14:tracePt t="60191" x="4940300" y="5556250"/>
          <p14:tracePt t="60207" x="4953000" y="5549900"/>
          <p14:tracePt t="60224" x="4984750" y="5549900"/>
          <p14:tracePt t="60241" x="4997450" y="5543550"/>
          <p14:tracePt t="60257" x="5003800" y="5543550"/>
          <p14:tracePt t="60274" x="5016500" y="5537200"/>
          <p14:tracePt t="60310" x="5022850" y="5537200"/>
          <p14:tracePt t="60329" x="5029200" y="5537200"/>
          <p14:tracePt t="60393" x="5035550" y="5530850"/>
          <p14:tracePt t="60659" x="5029200" y="5530850"/>
          <p14:tracePt t="60701" x="5022850" y="5530850"/>
          <p14:tracePt t="60750" x="5016500" y="5530850"/>
          <p14:tracePt t="60779" x="5010150" y="5530850"/>
          <p14:tracePt t="60821" x="5003800" y="5530850"/>
          <p14:tracePt t="60961" x="4997450" y="5530850"/>
          <p14:tracePt t="61010" x="4991100" y="5530850"/>
          <p14:tracePt t="61094" x="4984750" y="5537200"/>
          <p14:tracePt t="61179" x="4978400" y="5537200"/>
          <p14:tracePt t="61220" x="4972050" y="5537200"/>
          <p14:tracePt t="61235" x="4965700" y="5537200"/>
          <p14:tracePt t="61263" x="4959350" y="5537200"/>
          <p14:tracePt t="61284" x="4953000" y="5537200"/>
          <p14:tracePt t="61291" x="4946650" y="5543550"/>
          <p14:tracePt t="61307" x="4940300" y="5543550"/>
          <p14:tracePt t="61321" x="4933950" y="5543550"/>
          <p14:tracePt t="61361" x="4927600" y="5543550"/>
          <p14:tracePt t="61410" x="4933950" y="5549900"/>
          <p14:tracePt t="61431" x="4946650" y="5549900"/>
          <p14:tracePt t="61445" x="4953000" y="5556250"/>
          <p14:tracePt t="61452" x="4972050" y="5556250"/>
          <p14:tracePt t="61459" x="4997450" y="5556250"/>
          <p14:tracePt t="61473" x="5041900" y="5562600"/>
          <p14:tracePt t="61487" x="5092700" y="5562600"/>
          <p14:tracePt t="61503" x="5232400" y="5575300"/>
          <p14:tracePt t="61519" x="5308600" y="5575300"/>
          <p14:tracePt t="61536" x="5499100" y="5575300"/>
          <p14:tracePt t="61553" x="5676900" y="5581650"/>
          <p14:tracePt t="61570" x="5765800" y="5581650"/>
          <p14:tracePt t="61586" x="5899150" y="5594350"/>
          <p14:tracePt t="61602" x="6000750" y="5594350"/>
          <p14:tracePt t="61620" x="6038850" y="5594350"/>
          <p14:tracePt t="61635" x="6089650" y="5594350"/>
          <p14:tracePt t="61652" x="6108700" y="5600700"/>
          <p14:tracePt t="61670" x="6140450" y="5600700"/>
          <p14:tracePt t="61686" x="6146800" y="5600700"/>
          <p14:tracePt t="61719" x="6153150" y="5607050"/>
          <p14:tracePt t="61949" x="6146800" y="5607050"/>
          <p14:tracePt t="62055" x="6140450" y="5600700"/>
          <p14:tracePt t="62083" x="6134100" y="5600700"/>
          <p14:tracePt t="62105" x="6127750" y="5600700"/>
          <p14:tracePt t="62111" x="6115050" y="5600700"/>
          <p14:tracePt t="62132" x="6102350" y="5600700"/>
          <p14:tracePt t="62147" x="6070600" y="5600700"/>
          <p14:tracePt t="62154" x="6032500" y="5600700"/>
          <p14:tracePt t="62168" x="5969000" y="5600700"/>
          <p14:tracePt t="62184" x="5791200" y="5600700"/>
          <p14:tracePt t="62201" x="5676900" y="5613400"/>
          <p14:tracePt t="62218" x="5435600" y="5632450"/>
          <p14:tracePt t="62234" x="5207000" y="5664200"/>
          <p14:tracePt t="62250" x="5105400" y="5676900"/>
          <p14:tracePt t="62267" x="4921250" y="5708650"/>
          <p14:tracePt t="62283" x="4845050" y="5727700"/>
          <p14:tracePt t="62301" x="4699000" y="5734050"/>
          <p14:tracePt t="62317" x="4667250" y="5740400"/>
          <p14:tracePt t="62321" x="4641850" y="5740400"/>
          <p14:tracePt t="62350" x="4622800" y="5740400"/>
          <p14:tracePt t="62366" x="4603750" y="5740400"/>
          <p14:tracePt t="62400" x="4597400" y="5746750"/>
          <p14:tracePt t="62434" x="4591050" y="5753100"/>
          <p14:tracePt t="62547" x="4584700" y="5753100"/>
          <p14:tracePt t="62602" x="4578350" y="5753100"/>
          <p14:tracePt t="62645" x="4578350" y="5740400"/>
          <p14:tracePt t="62673" x="4572000" y="5727700"/>
          <p14:tracePt t="62694" x="4565650" y="5727700"/>
          <p14:tracePt t="62708" x="4565650" y="5721350"/>
          <p14:tracePt t="62716" x="4559300" y="5721350"/>
          <p14:tracePt t="62722" x="4559300" y="5715000"/>
          <p14:tracePt t="62736" x="4552950" y="5708650"/>
          <p14:tracePt t="62749" x="4540250" y="5695950"/>
          <p14:tracePt t="62765" x="4514850" y="5664200"/>
          <p14:tracePt t="62782" x="4502150" y="5638800"/>
          <p14:tracePt t="62799" x="4445000" y="5594350"/>
          <p14:tracePt t="62815" x="4400550" y="5549900"/>
          <p14:tracePt t="62832" x="4368800" y="5524500"/>
          <p14:tracePt t="62836" x="4356100" y="5505450"/>
          <p14:tracePt t="62851" x="4330700" y="5480050"/>
          <p14:tracePt t="62865" x="4279900" y="5441950"/>
          <p14:tracePt t="62881" x="4267200" y="5429250"/>
          <p14:tracePt t="62898" x="4229100" y="5391150"/>
          <p14:tracePt t="62915" x="4197350" y="5372100"/>
          <p14:tracePt t="62932" x="4178300" y="5359400"/>
          <p14:tracePt t="62948" x="4171950" y="5346700"/>
          <p14:tracePt t="62965" x="4165600" y="5346700"/>
          <p14:tracePt t="62981" x="4159250" y="5340350"/>
          <p14:tracePt t="62997" x="4159250" y="5334000"/>
          <p14:tracePt t="63014" x="4152900" y="5327650"/>
          <p14:tracePt t="63045" x="4146550" y="5321300"/>
          <p14:tracePt t="63066" x="4146550" y="5314950"/>
          <p14:tracePt t="63108" x="4140200" y="5308600"/>
          <p14:tracePt t="63227" x="4140200" y="5314950"/>
          <p14:tracePt t="63234" x="4140200" y="5321300"/>
          <p14:tracePt t="63262" x="4140200" y="5334000"/>
          <p14:tracePt t="63268" x="4146550" y="5334000"/>
          <p14:tracePt t="63280" x="4146550" y="5340350"/>
          <p14:tracePt t="63298" x="4152900" y="5346700"/>
          <p14:tracePt t="63313" x="4159250" y="5359400"/>
          <p14:tracePt t="63330" x="4171950" y="5378450"/>
          <p14:tracePt t="63347" x="4191000" y="5410200"/>
          <p14:tracePt t="63363" x="4203700" y="5422900"/>
          <p14:tracePt t="63380" x="4222750" y="5448300"/>
          <p14:tracePt t="63396" x="4241800" y="5480050"/>
          <p14:tracePt t="63413" x="4248150" y="5492750"/>
          <p14:tracePt t="63430" x="4267200" y="5511800"/>
          <p14:tracePt t="63446" x="4279900" y="5524500"/>
          <p14:tracePt t="63463" x="4279900" y="5530850"/>
          <p14:tracePt t="63480" x="4286250" y="5537200"/>
          <p14:tracePt t="63496" x="4286250" y="5543550"/>
          <p14:tracePt t="63532" x="4286250" y="5549900"/>
          <p14:tracePt t="63627" x="4286250" y="5556250"/>
          <p14:tracePt t="63747" x="4286250" y="5562600"/>
          <p14:tracePt t="63762" x="4292600" y="5562600"/>
          <p14:tracePt t="63768" x="4298950" y="5562600"/>
          <p14:tracePt t="63778" x="4305300" y="5562600"/>
          <p14:tracePt t="63796" x="4311650" y="5568950"/>
          <p14:tracePt t="63828" x="4318000" y="5575300"/>
          <p14:tracePt t="63845" x="4337050" y="5575300"/>
          <p14:tracePt t="63861" x="4343400" y="5581650"/>
          <p14:tracePt t="63865" x="4349750" y="5581650"/>
          <p14:tracePt t="63895" x="4375150" y="5581650"/>
          <p14:tracePt t="63911" x="4387850" y="5581650"/>
          <p14:tracePt t="63928" x="4400550" y="5581650"/>
          <p14:tracePt t="63944" x="4406900" y="5575300"/>
          <p14:tracePt t="63999" x="4406900" y="5568950"/>
          <p14:tracePt t="64027" x="4413250" y="5568950"/>
          <p14:tracePt t="64055" x="4413250" y="5562600"/>
          <p14:tracePt t="64231" x="4406900" y="5562600"/>
          <p14:tracePt t="64307" x="4406900" y="5568950"/>
          <p14:tracePt t="64335" x="4413250" y="5575300"/>
          <p14:tracePt t="64351" x="4419600" y="5575300"/>
          <p14:tracePt t="64356" x="4425950" y="5581650"/>
          <p14:tracePt t="64371" x="4432300" y="5581650"/>
          <p14:tracePt t="64379" x="4445000" y="5588000"/>
          <p14:tracePt t="64394" x="4457700" y="5588000"/>
          <p14:tracePt t="64409" x="4502150" y="5594350"/>
          <p14:tracePt t="64427" x="4565650" y="5607050"/>
          <p14:tracePt t="64443" x="4591050" y="5613400"/>
          <p14:tracePt t="64459" x="4616450" y="5626100"/>
          <p14:tracePt t="64476" x="4667250" y="5638800"/>
          <p14:tracePt t="64493" x="4679950" y="5638800"/>
          <p14:tracePt t="64568" x="4673600" y="5638800"/>
          <p14:tracePt t="64589" x="4667250" y="5645150"/>
          <p14:tracePt t="64603" x="4667250" y="5651500"/>
          <p14:tracePt t="64612" x="4660900" y="5651500"/>
          <p14:tracePt t="64625" x="4660900" y="5657850"/>
          <p14:tracePt t="64642" x="4654550" y="5664200"/>
          <p14:tracePt t="64659" x="4648200" y="5670550"/>
          <p14:tracePt t="64691" x="4641850" y="5676900"/>
          <p14:tracePt t="64743" x="4641850" y="5683250"/>
          <p14:tracePt t="64778" x="4654550" y="5683250"/>
          <p14:tracePt t="64799" x="4660900" y="5683250"/>
          <p14:tracePt t="64813" x="4667250" y="5683250"/>
          <p14:tracePt t="64841" x="4673600" y="5683250"/>
          <p14:tracePt t="64848" x="4679950" y="5683250"/>
          <p14:tracePt t="64862" x="4686300" y="5683250"/>
          <p14:tracePt t="64874" x="4699000" y="5683250"/>
          <p14:tracePt t="64891" x="4718050" y="5670550"/>
          <p14:tracePt t="64908" x="4730750" y="5657850"/>
          <p14:tracePt t="64925" x="4762500" y="5626100"/>
          <p14:tracePt t="64940" x="4794250" y="5594350"/>
          <p14:tracePt t="64958" x="4813300" y="5575300"/>
          <p14:tracePt t="64975" x="4832350" y="5537200"/>
          <p14:tracePt t="64992" x="4864100" y="5486400"/>
          <p14:tracePt t="65007" x="4870450" y="5473700"/>
          <p14:tracePt t="65024" x="4889500" y="5441950"/>
          <p14:tracePt t="65041" x="4902200" y="5416550"/>
          <p14:tracePt t="65057" x="4902200" y="5410200"/>
          <p14:tracePt t="65074" x="4908550" y="5403850"/>
          <p14:tracePt t="65091" x="4908550" y="5397500"/>
          <p14:tracePt t="65122" x="4908550" y="5403850"/>
          <p14:tracePt t="65143" x="4908550" y="5410200"/>
          <p14:tracePt t="65164" x="4908550" y="5416550"/>
          <p14:tracePt t="65171" x="4908550" y="5422900"/>
          <p14:tracePt t="65185" x="4908550" y="5429250"/>
          <p14:tracePt t="65193" x="4908550" y="5435600"/>
          <p14:tracePt t="65207" x="4908550" y="5441950"/>
          <p14:tracePt t="65223" x="4902200" y="5448300"/>
          <p14:tracePt t="65242" x="4902200" y="5467350"/>
          <p14:tracePt t="65256" x="4902200" y="5473700"/>
          <p14:tracePt t="65273" x="4902200" y="5499100"/>
          <p14:tracePt t="65291" x="4908550" y="5530850"/>
          <p14:tracePt t="65307" x="4908550" y="5543550"/>
          <p14:tracePt t="65322" x="4933950" y="5568950"/>
          <p14:tracePt t="65340" x="4959350" y="5588000"/>
          <p14:tracePt t="65356" x="4965700" y="5588000"/>
          <p14:tracePt t="65373" x="4972050" y="5594350"/>
          <p14:tracePt t="65376" x="4984750" y="5594350"/>
          <p14:tracePt t="65390" x="4997450" y="5594350"/>
          <p14:tracePt t="65406" x="5041900" y="5594350"/>
          <p14:tracePt t="65423" x="5086350" y="5568950"/>
          <p14:tracePt t="65439" x="5105400" y="5549900"/>
          <p14:tracePt t="65456" x="5137150" y="5524500"/>
          <p14:tracePt t="65473" x="5181600" y="5486400"/>
          <p14:tracePt t="65490" x="5194300" y="5473700"/>
          <p14:tracePt t="65506" x="5213350" y="5467350"/>
          <p14:tracePt t="65523" x="5226050" y="5467350"/>
          <p14:tracePt t="65539" x="5232400" y="5467350"/>
          <p14:tracePt t="65555" x="5238750" y="5480050"/>
          <p14:tracePt t="65572" x="5245100" y="5486400"/>
          <p14:tracePt t="65606" x="5251450" y="5486400"/>
          <p14:tracePt t="65622" x="5264150" y="5492750"/>
          <p14:tracePt t="65642" x="5264150" y="5499100"/>
          <p14:tracePt t="65662" x="5270500" y="5499100"/>
          <p14:tracePt t="65672" x="5276850" y="5499100"/>
          <p14:tracePt t="65691" x="5283200" y="5499100"/>
          <p14:tracePt t="65711" x="5289550" y="5499100"/>
          <p14:tracePt t="65740" x="5289550" y="5505450"/>
          <p14:tracePt t="65775" x="5289550" y="5511800"/>
          <p14:tracePt t="65781" x="5295900" y="5511800"/>
          <p14:tracePt t="65830" x="5302250" y="5518150"/>
          <p14:tracePt t="65852" x="5308600" y="5524500"/>
          <p14:tracePt t="65880" x="5314950" y="5524500"/>
          <p14:tracePt t="65950" x="5314950" y="5518150"/>
          <p14:tracePt t="65985" x="5308600" y="5518150"/>
          <p14:tracePt t="65991" x="5302250" y="5518150"/>
          <p14:tracePt t="66021" x="5302250" y="5511800"/>
          <p14:tracePt t="66041" x="5295900" y="5511800"/>
          <p14:tracePt t="66076" x="5295900" y="5505450"/>
          <p14:tracePt t="66083" x="5289550" y="5505450"/>
          <p14:tracePt t="66105" x="5283200" y="5499100"/>
          <p14:tracePt t="66111" x="5276850" y="5499100"/>
          <p14:tracePt t="66125" x="5270500" y="5499100"/>
          <p14:tracePt t="66137" x="5264150" y="5499100"/>
          <p14:tracePt t="66154" x="5245100" y="5499100"/>
          <p14:tracePt t="66170" x="5219700" y="5499100"/>
          <p14:tracePt t="66187" x="5162550" y="5499100"/>
          <p14:tracePt t="66203" x="5099050" y="5499100"/>
          <p14:tracePt t="66220" x="5054600" y="5499100"/>
          <p14:tracePt t="66237" x="4984750" y="5505450"/>
          <p14:tracePt t="66253" x="4927600" y="5511800"/>
          <p14:tracePt t="66270" x="4908550" y="5518150"/>
          <p14:tracePt t="66287" x="4864100" y="5524500"/>
          <p14:tracePt t="66303" x="4838700" y="5530850"/>
          <p14:tracePt t="66320" x="4838700" y="5537200"/>
          <p14:tracePt t="66336" x="4826000" y="5543550"/>
          <p14:tracePt t="66370" x="4826000" y="5556250"/>
          <p14:tracePt t="66386" x="4826000" y="5562600"/>
          <p14:tracePt t="66403" x="4826000" y="5568950"/>
          <p14:tracePt t="66420" x="4826000" y="5575300"/>
          <p14:tracePt t="66435" x="4826000" y="5581650"/>
          <p14:tracePt t="66476" x="4832350" y="5588000"/>
          <p14:tracePt t="66511" x="4838700" y="5581650"/>
          <p14:tracePt t="66532" x="4845050" y="5575300"/>
          <p14:tracePt t="66547" x="4851400" y="5568950"/>
          <p14:tracePt t="66555" x="4857750" y="5568950"/>
          <p14:tracePt t="66569" x="4870450" y="5562600"/>
          <p14:tracePt t="66585" x="4883150" y="5549900"/>
          <p14:tracePt t="66603" x="4940300" y="5511800"/>
          <p14:tracePt t="66618" x="4959350" y="5499100"/>
          <p14:tracePt t="66635" x="4978400" y="5486400"/>
          <p14:tracePt t="66652" x="5022850" y="5473700"/>
          <p14:tracePt t="66668" x="5060950" y="5467350"/>
          <p14:tracePt t="66685" x="5073650" y="5461000"/>
          <p14:tracePt t="66701" x="5111750" y="5454650"/>
          <p14:tracePt t="66718" x="5137150" y="5454650"/>
          <p14:tracePt t="66735" x="5143500" y="5454650"/>
          <p14:tracePt t="66751" x="5156200" y="5454650"/>
          <p14:tracePt t="66768" x="5168900" y="5461000"/>
          <p14:tracePt t="66785" x="5181600" y="5461000"/>
          <p14:tracePt t="66801" x="5187950" y="5461000"/>
          <p14:tracePt t="66818" x="5200650" y="5461000"/>
          <p14:tracePt t="66834" x="5219700" y="5461000"/>
          <p14:tracePt t="66868" x="5232400" y="5461000"/>
          <p14:tracePt t="66884" x="5238750" y="5461000"/>
          <p14:tracePt t="66904" x="5245100" y="5461000"/>
          <p14:tracePt t="66932" x="5251450" y="5461000"/>
          <p14:tracePt t="66988" x="5257800" y="5454650"/>
          <p14:tracePt t="66995" x="5264150" y="5454650"/>
          <p14:tracePt t="67023" x="5270500" y="5448300"/>
          <p14:tracePt t="67678" x="5270500" y="5416550"/>
          <p14:tracePt t="67685" x="5270500" y="5365750"/>
          <p14:tracePt t="67701" x="5264150" y="5302250"/>
          <p14:tracePt t="67715" x="5257800" y="5232400"/>
          <p14:tracePt t="67731" x="5226050" y="5054600"/>
          <p14:tracePt t="67749" x="5175250" y="4743450"/>
          <p14:tracePt t="67764" x="5130800" y="4470400"/>
          <p14:tracePt t="67781" x="5016500" y="3816350"/>
          <p14:tracePt t="67798" x="4845050" y="3244850"/>
          <p14:tracePt t="67814" x="4756150" y="3003550"/>
          <p14:tracePt t="67831" x="4616450" y="2692400"/>
          <p14:tracePt t="67847" x="4495800" y="2476500"/>
          <p14:tracePt t="67864" x="4438650" y="2393950"/>
          <p14:tracePt t="67881" x="4337050" y="2254250"/>
          <p14:tracePt t="67897" x="4248150" y="2139950"/>
          <p14:tracePt t="67914" x="4203700" y="2101850"/>
          <p14:tracePt t="67918" x="4146550" y="2051050"/>
          <p14:tracePt t="67933" x="4108450" y="2006600"/>
          <p14:tracePt t="67947" x="4019550" y="1943100"/>
          <p14:tracePt t="67964" x="3962400" y="1924050"/>
          <p14:tracePt t="67981" x="3854450" y="1879600"/>
          <p14:tracePt t="67997" x="3784600" y="1847850"/>
          <p14:tracePt t="68014" x="3562350" y="1803400"/>
          <p14:tracePt t="68030" x="3479800" y="1790700"/>
          <p14:tracePt t="68047" x="3378200" y="1771650"/>
          <p14:tracePt t="68064" x="3213100" y="1758950"/>
          <p14:tracePt t="68080" x="3060700" y="1752600"/>
          <p14:tracePt t="68097" x="2997200" y="1752600"/>
          <p14:tracePt t="68113" x="2863850" y="1752600"/>
          <p14:tracePt t="68130" x="2781300" y="1778000"/>
          <p14:tracePt t="68147" x="2736850" y="1797050"/>
          <p14:tracePt t="68163" x="2654300" y="1822450"/>
          <p14:tracePt t="68180" x="2578100" y="1873250"/>
          <p14:tracePt t="68198" x="2508250" y="1924050"/>
          <p14:tracePt t="68213" x="2463800" y="1949450"/>
          <p14:tracePt t="68230" x="2374900" y="1993900"/>
          <p14:tracePt t="68246" x="2260600" y="2057400"/>
          <p14:tracePt t="68263" x="2228850" y="2082800"/>
          <p14:tracePt t="68280" x="2184400" y="2101850"/>
          <p14:tracePt t="68296" x="2133600" y="2133600"/>
          <p14:tracePt t="68313" x="2108200" y="2133600"/>
          <p14:tracePt t="68330" x="2095500" y="2146300"/>
          <p14:tracePt t="68346" x="2089150" y="2146300"/>
          <p14:tracePt t="68362" x="2082800" y="2152650"/>
          <p14:tracePt t="68401" x="2076450" y="2159000"/>
          <p14:tracePt t="68758" x="2070100" y="2165350"/>
          <p14:tracePt t="68787" x="2070100" y="2171700"/>
          <p14:tracePt t="68849" x="2076450" y="2171700"/>
          <p14:tracePt t="68856" x="2082800" y="2171700"/>
          <p14:tracePt t="68871" x="2089150" y="2178050"/>
          <p14:tracePt t="68880" x="2095500" y="2178050"/>
          <p14:tracePt t="68894" x="2101850" y="2178050"/>
          <p14:tracePt t="68911" x="2127250" y="2178050"/>
          <p14:tracePt t="68928" x="2266950" y="2190750"/>
          <p14:tracePt t="68944" x="2343150" y="2190750"/>
          <p14:tracePt t="68960" x="2432050" y="2197100"/>
          <p14:tracePt t="68977" x="2635250" y="2209800"/>
          <p14:tracePt t="68994" x="2825750" y="2228850"/>
          <p14:tracePt t="69011" x="2901950" y="2228850"/>
          <p14:tracePt t="69027" x="3048000" y="2235200"/>
          <p14:tracePt t="69044" x="3130550" y="2235200"/>
          <p14:tracePt t="69061" x="3175000" y="2228850"/>
          <p14:tracePt t="69076" x="3181350" y="2228850"/>
          <p14:tracePt t="69093" x="3200400" y="2228850"/>
          <p14:tracePt t="69110" x="3206750" y="2228850"/>
          <p14:tracePt t="69180" x="3200400" y="2222500"/>
          <p14:tracePt t="69408" x="3194050" y="2222500"/>
          <p14:tracePt t="69436" x="3187700" y="2222500"/>
          <p14:tracePt t="69471" x="3181350" y="2222500"/>
          <p14:tracePt t="69541" x="3181350" y="2228850"/>
          <p14:tracePt t="69555" x="3175000" y="2228850"/>
          <p14:tracePt t="69577" x="3168650" y="2235200"/>
          <p14:tracePt t="69597" x="3168650" y="2241550"/>
          <p14:tracePt t="69605" x="3162300" y="2241550"/>
          <p14:tracePt t="69619" x="3155950" y="2241550"/>
          <p14:tracePt t="69628" x="3155950" y="2247900"/>
          <p14:tracePt t="69646" x="3143250" y="2247900"/>
          <p14:tracePt t="69661" x="3136900" y="2254250"/>
          <p14:tracePt t="69675" x="3117850" y="2273300"/>
          <p14:tracePt t="69691" x="3098800" y="2286000"/>
          <p14:tracePt t="69708" x="3079750" y="2311400"/>
          <p14:tracePt t="69725" x="2997200" y="2362200"/>
          <p14:tracePt t="69741" x="2908300" y="2425700"/>
          <p14:tracePt t="69758" x="2863850" y="2463800"/>
          <p14:tracePt t="69774" x="2749550" y="2540000"/>
          <p14:tracePt t="69791" x="2635250" y="2616200"/>
          <p14:tracePt t="69808" x="2578100" y="2641600"/>
          <p14:tracePt t="69824" x="2476500" y="2686050"/>
          <p14:tracePt t="69841" x="2393950" y="2724150"/>
          <p14:tracePt t="69858" x="2336800" y="2736850"/>
          <p14:tracePt t="69874" x="2311400" y="2736850"/>
          <p14:tracePt t="69891" x="2279650" y="2743200"/>
          <p14:tracePt t="69907" x="2247900" y="2743200"/>
          <p14:tracePt t="69924" x="2235200" y="2743200"/>
          <p14:tracePt t="69941" x="2203450" y="2743200"/>
          <p14:tracePt t="69957" x="2171700" y="2736850"/>
          <p14:tracePt t="69974" x="2139950" y="2730500"/>
          <p14:tracePt t="69991" x="2057400" y="2705100"/>
          <p14:tracePt t="70007" x="2000250" y="2692400"/>
          <p14:tracePt t="70023" x="1917700" y="2660650"/>
          <p14:tracePt t="70040" x="1828800" y="2628900"/>
          <p14:tracePt t="70057" x="1790700" y="2616200"/>
          <p14:tracePt t="70074" x="1714500" y="2584450"/>
          <p14:tracePt t="70090" x="1657350" y="2571750"/>
          <p14:tracePt t="70106" x="1625600" y="2565400"/>
          <p14:tracePt t="70124" x="1568450" y="2540000"/>
          <p14:tracePt t="70140" x="1517650" y="2527300"/>
          <p14:tracePt t="70156" x="1492250" y="2520950"/>
          <p14:tracePt t="70173" x="1435100" y="2508250"/>
          <p14:tracePt t="70190" x="1377950" y="2501900"/>
          <p14:tracePt t="70206" x="1339850" y="2501900"/>
          <p14:tracePt t="70223" x="1257300" y="2508250"/>
          <p14:tracePt t="70239" x="1181100" y="2514600"/>
          <p14:tracePt t="70256" x="1117600" y="2546350"/>
          <p14:tracePt t="70272" x="1092200" y="2559050"/>
          <p14:tracePt t="70289" x="1066800" y="2603500"/>
          <p14:tracePt t="70307" x="1047750" y="2654300"/>
          <p14:tracePt t="70322" x="1028700" y="2686050"/>
          <p14:tracePt t="70339" x="1028700" y="2724150"/>
          <p14:tracePt t="70356" x="1047750" y="2819400"/>
          <p14:tracePt t="70372" x="1123950" y="2921000"/>
          <p14:tracePt t="70389" x="1181100" y="2984500"/>
          <p14:tracePt t="70405" x="1346200" y="3086100"/>
          <p14:tracePt t="70422" x="1555750" y="3168650"/>
          <p14:tracePt t="70439" x="1790700" y="3232150"/>
          <p14:tracePt t="70455" x="1905000" y="3251200"/>
          <p14:tracePt t="70472" x="2133600" y="3282950"/>
          <p14:tracePt t="70489" x="2336800" y="3282950"/>
          <p14:tracePt t="70505" x="2438400" y="3270250"/>
          <p14:tracePt t="70522" x="2584450" y="3238500"/>
          <p14:tracePt t="70539" x="2673350" y="3200400"/>
          <p14:tracePt t="70555" x="2705100" y="3181350"/>
          <p14:tracePt t="70573" x="2724150" y="3168650"/>
          <p14:tracePt t="70588" x="2768600" y="3105150"/>
          <p14:tracePt t="70605" x="2774950" y="3086100"/>
          <p14:tracePt t="70622" x="2774950" y="3041650"/>
          <p14:tracePt t="70638" x="2774950" y="3022600"/>
          <p14:tracePt t="70654" x="2774950" y="2990850"/>
          <p14:tracePt t="70671" x="2755900" y="2946400"/>
          <p14:tracePt t="70688" x="2736850" y="2927350"/>
          <p14:tracePt t="70704" x="2717800" y="2882900"/>
          <p14:tracePt t="70721" x="2667000" y="2819400"/>
          <p14:tracePt t="70738" x="2647950" y="2794000"/>
          <p14:tracePt t="70755" x="2603500" y="2762250"/>
          <p14:tracePt t="70772" x="2552700" y="2730500"/>
          <p14:tracePt t="70787" x="2520950" y="2717800"/>
          <p14:tracePt t="70805" x="2470150" y="2698750"/>
          <p14:tracePt t="70820" x="2413000" y="2686050"/>
          <p14:tracePt t="70837" x="2381250" y="2686050"/>
          <p14:tracePt t="70854" x="2330450" y="2686050"/>
          <p14:tracePt t="70870" x="2266950" y="2705100"/>
          <p14:tracePt t="70887" x="2222500" y="2717800"/>
          <p14:tracePt t="70903" x="2133600" y="2762250"/>
          <p14:tracePt t="70920" x="2089150" y="2800350"/>
          <p14:tracePt t="70937" x="1962150" y="2940050"/>
          <p14:tracePt t="70953" x="1924050" y="2997200"/>
          <p14:tracePt t="70970" x="1885950" y="3041650"/>
          <p14:tracePt t="70974" x="1854200" y="3098800"/>
          <p14:tracePt t="70987" x="1841500" y="3143250"/>
          <p14:tracePt t="71003" x="1822450" y="3225800"/>
          <p14:tracePt t="71020" x="1822450" y="3263900"/>
          <p14:tracePt t="71036" x="1860550" y="3352800"/>
          <p14:tracePt t="71053" x="1911350" y="3454400"/>
          <p14:tracePt t="71070" x="1962150" y="3498850"/>
          <p14:tracePt t="71086" x="2101850" y="3587750"/>
          <p14:tracePt t="71103" x="2324100" y="3676650"/>
          <p14:tracePt t="71121" x="2571750" y="3759200"/>
          <p14:tracePt t="71136" x="2686050" y="3784600"/>
          <p14:tracePt t="71153" x="2940050" y="3803650"/>
          <p14:tracePt t="71170" x="3181350" y="3797300"/>
          <p14:tracePt t="71186" x="3270250" y="3778250"/>
          <p14:tracePt t="71203" x="3352800" y="3727450"/>
          <p14:tracePt t="71220" x="3492500" y="3625850"/>
          <p14:tracePt t="71236" x="3556000" y="3543300"/>
          <p14:tracePt t="71253" x="3657600" y="3314700"/>
          <p14:tracePt t="71269" x="3663950" y="3263900"/>
          <p14:tracePt t="71286" x="3670300" y="3181350"/>
          <p14:tracePt t="71303" x="3663950" y="3098800"/>
          <p14:tracePt t="71319" x="3632200" y="3041650"/>
          <p14:tracePt t="71336" x="3575050" y="2921000"/>
          <p14:tracePt t="71352" x="3467100" y="2781300"/>
          <p14:tracePt t="71369" x="3397250" y="2717800"/>
          <p14:tracePt t="71386" x="3244850" y="2628900"/>
          <p14:tracePt t="71403" x="3048000" y="2546350"/>
          <p14:tracePt t="71419" x="2940050" y="2520950"/>
          <p14:tracePt t="71436" x="2762250" y="2482850"/>
          <p14:tracePt t="71452" x="2609850" y="2482850"/>
          <p14:tracePt t="71468" x="2540000" y="2495550"/>
          <p14:tracePt t="71472" x="2451100" y="2514600"/>
          <p14:tracePt t="71488" x="2368550" y="2546350"/>
          <p14:tracePt t="71502" x="2197100" y="2641600"/>
          <p14:tracePt t="71518" x="2114550" y="2679700"/>
          <p14:tracePt t="71535" x="1981200" y="2806700"/>
          <p14:tracePt t="71552" x="1936750" y="2870200"/>
          <p14:tracePt t="71569" x="1835150" y="2984500"/>
          <p14:tracePt t="71585" x="1784350" y="3086100"/>
          <p14:tracePt t="71602" x="1771650" y="3136900"/>
          <p14:tracePt t="71619" x="1765300" y="3219450"/>
          <p14:tracePt t="71634" x="1803400" y="3321050"/>
          <p14:tracePt t="71651" x="1828800" y="3365500"/>
          <p14:tracePt t="71668" x="1924050" y="3460750"/>
          <p14:tracePt t="71684" x="2025650" y="3530600"/>
          <p14:tracePt t="71701" x="2108200" y="3575050"/>
          <p14:tracePt t="71718" x="2317750" y="3657600"/>
          <p14:tracePt t="71734" x="2527300" y="3721100"/>
          <p14:tracePt t="71751" x="2749550" y="3771900"/>
          <p14:tracePt t="71767" x="2851150" y="3784600"/>
          <p14:tracePt t="71784" x="3054350" y="3790950"/>
          <p14:tracePt t="71802" x="3213100" y="3759200"/>
          <p14:tracePt t="71818" x="3263900" y="3733800"/>
          <p14:tracePt t="71834" x="3314700" y="3695700"/>
          <p14:tracePt t="71851" x="3378200" y="3606800"/>
          <p14:tracePt t="71867" x="3435350" y="3479800"/>
          <p14:tracePt t="71883" x="3454400" y="3416300"/>
          <p14:tracePt t="71900" x="3460750" y="3257550"/>
          <p14:tracePt t="71917" x="3460750" y="3092450"/>
          <p14:tracePt t="71934" x="3429000" y="2946400"/>
          <p14:tracePt t="71951" x="3397250" y="2882900"/>
          <p14:tracePt t="71967" x="3321050" y="2717800"/>
          <p14:tracePt t="71984" x="3219450" y="2590800"/>
          <p14:tracePt t="72000" x="3136900" y="2527300"/>
          <p14:tracePt t="72017" x="2997200" y="2425700"/>
          <p14:tracePt t="72034" x="2851150" y="2381250"/>
          <p14:tracePt t="72051" x="2787650" y="2368550"/>
          <p14:tracePt t="72068" x="2660650" y="2368550"/>
          <p14:tracePt t="72083" x="2501900" y="2381250"/>
          <p14:tracePt t="72100" x="2400300" y="2413000"/>
          <p14:tracePt t="72117" x="2190750" y="2476500"/>
          <p14:tracePt t="72133" x="2006600" y="2559050"/>
          <p14:tracePt t="72150" x="1930400" y="2628900"/>
          <p14:tracePt t="72166" x="1752600" y="2800350"/>
          <p14:tracePt t="72183" x="1670050" y="2870200"/>
          <p14:tracePt t="72199" x="1536700" y="3028950"/>
          <p14:tracePt t="72216" x="1466850" y="3175000"/>
          <p14:tracePt t="72233" x="1447800" y="3244850"/>
          <p14:tracePt t="72250" x="1441450" y="3460750"/>
          <p14:tracePt t="72265" x="1460500" y="3517900"/>
          <p14:tracePt t="72282" x="1479550" y="3549650"/>
          <p14:tracePt t="72299" x="1543050" y="3619500"/>
          <p14:tracePt t="72315" x="1631950" y="3670300"/>
          <p14:tracePt t="72332" x="1676400" y="3695700"/>
          <p14:tracePt t="72349" x="1765300" y="3752850"/>
          <p14:tracePt t="72366" x="1841500" y="3790950"/>
          <p14:tracePt t="72382" x="1885950" y="3822700"/>
          <p14:tracePt t="72399" x="1962150" y="3860800"/>
          <p14:tracePt t="72415" x="2000250" y="3879850"/>
          <p14:tracePt t="72433" x="2038350" y="3873500"/>
          <p14:tracePt t="72449" x="2057400" y="3873500"/>
          <p14:tracePt t="72465" x="2089150" y="3860800"/>
          <p14:tracePt t="73129" x="2095500" y="3835400"/>
          <p14:tracePt t="73136" x="2108200" y="3790950"/>
          <p14:tracePt t="73145" x="2120900" y="3733800"/>
          <p14:tracePt t="73162" x="2139950" y="3670300"/>
          <p14:tracePt t="73180" x="2171700" y="3524250"/>
          <p14:tracePt t="73196" x="2184400" y="3448050"/>
          <p14:tracePt t="73213" x="2190750" y="3276600"/>
          <p14:tracePt t="73228" x="2190750" y="3238500"/>
          <p14:tracePt t="73246" x="2190750" y="3200400"/>
          <p14:tracePt t="73263" x="2184400" y="3149600"/>
          <p14:tracePt t="73279" x="2165350" y="3079750"/>
          <p14:tracePt t="73296" x="2159000" y="3054350"/>
          <p14:tracePt t="73312" x="2139950" y="2990850"/>
          <p14:tracePt t="73329" x="2114550" y="2914650"/>
          <p14:tracePt t="73345" x="2108200" y="2889250"/>
          <p14:tracePt t="73362" x="2063750" y="2813050"/>
          <p14:tracePt t="73379" x="2025650" y="2755900"/>
          <p14:tracePt t="73396" x="1968500" y="2711450"/>
          <p14:tracePt t="73412" x="1936750" y="2698750"/>
          <p14:tracePt t="73428" x="1892300" y="2679700"/>
          <p14:tracePt t="73445" x="1841500" y="2673350"/>
          <p14:tracePt t="73461" x="1809750" y="2673350"/>
          <p14:tracePt t="73478" x="1784350" y="2673350"/>
          <p14:tracePt t="73495" x="1689100" y="2698750"/>
          <p14:tracePt t="73512" x="1663700" y="2705100"/>
          <p14:tracePt t="73529" x="1619250" y="2717800"/>
          <p14:tracePt t="73544" x="1606550" y="2730500"/>
          <p14:tracePt t="73561" x="1574800" y="2736850"/>
          <p14:tracePt t="73579" x="1536700" y="2749550"/>
          <p14:tracePt t="73594" x="1524000" y="2749550"/>
          <p14:tracePt t="73611" x="1504950" y="2749550"/>
          <p14:tracePt t="73628" x="1479550" y="2749550"/>
          <p14:tracePt t="73644" x="1473200" y="2749550"/>
          <p14:tracePt t="73661" x="1454150" y="2730500"/>
          <p14:tracePt t="73678" x="1435100" y="2717800"/>
          <p14:tracePt t="73694" x="1428750" y="2705100"/>
          <p14:tracePt t="73711" x="1403350" y="2686050"/>
          <p14:tracePt t="73727" x="1371600" y="2660650"/>
          <p14:tracePt t="73744" x="1358900" y="2654300"/>
          <p14:tracePt t="73761" x="1339850" y="2641600"/>
          <p14:tracePt t="73777" x="1327150" y="2635250"/>
          <p14:tracePt t="73810" x="1327150" y="2628900"/>
          <p14:tracePt t="73838" x="1333500" y="2628900"/>
          <p14:tracePt t="73847" x="1339850" y="2628900"/>
          <p14:tracePt t="73860" x="1352550" y="2635250"/>
          <p14:tracePt t="73877" x="1358900" y="2635250"/>
          <p14:tracePt t="73894" x="1390650" y="2654300"/>
          <p14:tracePt t="73910" x="1473200" y="2679700"/>
          <p14:tracePt t="73927" x="1530350" y="2711450"/>
          <p14:tracePt t="73943" x="1689100" y="2768600"/>
          <p14:tracePt t="73960" x="1885950" y="2838450"/>
          <p14:tracePt t="73976" x="1981200" y="2870200"/>
          <p14:tracePt t="73993" x="2159000" y="2921000"/>
          <p14:tracePt t="74009" x="2286000" y="2971800"/>
          <p14:tracePt t="74028" x="2368550" y="2984500"/>
          <p14:tracePt t="74043" x="2381250" y="2990850"/>
          <p14:tracePt t="74060" x="2406650" y="2990850"/>
          <p14:tracePt t="74119" x="2400300" y="2990850"/>
          <p14:tracePt t="74127" x="2393950" y="2990850"/>
          <p14:tracePt t="74140" x="2387600" y="2984500"/>
          <p14:tracePt t="74146" x="2381250" y="2984500"/>
          <p14:tracePt t="74162" x="2381250" y="2978150"/>
          <p14:tracePt t="74176" x="2381250" y="2971800"/>
          <p14:tracePt t="74192" x="2381250" y="2965450"/>
          <p14:tracePt t="74210" x="2368550" y="2959100"/>
          <p14:tracePt t="74225" x="2362200" y="2952750"/>
          <p14:tracePt t="74242" x="2343150" y="2927350"/>
          <p14:tracePt t="74259" x="2305050" y="2882900"/>
          <p14:tracePt t="74276" x="2273300" y="2857500"/>
          <p14:tracePt t="74292" x="2216150" y="2813050"/>
          <p14:tracePt t="74309" x="2171700" y="2768600"/>
          <p14:tracePt t="74325" x="2152650" y="2749550"/>
          <p14:tracePt t="74342" x="2120900" y="2730500"/>
          <p14:tracePt t="74359" x="2095500" y="2717800"/>
          <p14:tracePt t="74375" x="2089150" y="2717800"/>
          <p14:tracePt t="74392" x="2082800" y="2717800"/>
          <p14:tracePt t="74424" x="2076450" y="2717800"/>
          <p14:tracePt t="74449" x="2076450" y="2724150"/>
          <p14:tracePt t="74470" x="2076450" y="2730500"/>
          <p14:tracePt t="74498" x="2076450" y="2736850"/>
          <p14:tracePt t="74519" x="2076450" y="2743200"/>
          <p14:tracePt t="74561" x="2076450" y="2749550"/>
          <p14:tracePt t="74568" x="2076450" y="2755900"/>
          <p14:tracePt t="74589" x="2076450" y="2762250"/>
          <p14:tracePt t="74610" x="2070100" y="2768600"/>
          <p14:tracePt t="74673" x="2076450" y="2768600"/>
          <p14:tracePt t="74680" x="2082800" y="2774950"/>
          <p14:tracePt t="74701" x="2089150" y="2774950"/>
          <p14:tracePt t="74722" x="2101850" y="2774950"/>
          <p14:tracePt t="74728" x="2120900" y="2774950"/>
          <p14:tracePt t="74744" x="2152650" y="2781300"/>
          <p14:tracePt t="74757" x="2203450" y="2781300"/>
          <p14:tracePt t="74773" x="2336800" y="2794000"/>
          <p14:tracePt t="74791" x="2413000" y="2794000"/>
          <p14:tracePt t="74807" x="2578100" y="2794000"/>
          <p14:tracePt t="74824" x="2743200" y="2787650"/>
          <p14:tracePt t="74840" x="2806700" y="2781300"/>
          <p14:tracePt t="74857" x="2914650" y="2762250"/>
          <p14:tracePt t="74873" x="2978150" y="2736850"/>
          <p14:tracePt t="74890" x="3009900" y="2724150"/>
          <p14:tracePt t="74907" x="3022600" y="2717800"/>
          <p14:tracePt t="74924" x="3041650" y="2705100"/>
          <p14:tracePt t="74940" x="3060700" y="2698750"/>
          <p14:tracePt t="74973" x="3079750" y="2686050"/>
          <p14:tracePt t="74990" x="3105150" y="2673350"/>
          <p14:tracePt t="75006" x="3130550" y="2667000"/>
          <p14:tracePt t="75010" x="3149600" y="2660650"/>
          <p14:tracePt t="75026" x="3181350" y="2647950"/>
          <p14:tracePt t="75039" x="3238500" y="2616200"/>
          <p14:tracePt t="75057" x="3282950" y="2603500"/>
          <p14:tracePt t="75073" x="3359150" y="2571750"/>
          <p14:tracePt t="75089" x="3390900" y="2552700"/>
          <p14:tracePt t="75106" x="3448050" y="2540000"/>
          <p14:tracePt t="75123" x="3492500" y="2527300"/>
          <p14:tracePt t="75139" x="3511550" y="2514600"/>
          <p14:tracePt t="75157" x="3530600" y="2514600"/>
          <p14:tracePt t="75173" x="3575050" y="2508250"/>
          <p14:tracePt t="75189" x="3600450" y="2508250"/>
          <p14:tracePt t="75206" x="3683000" y="2508250"/>
          <p14:tracePt t="75222" x="3708400" y="2508250"/>
          <p14:tracePt t="75239" x="3778250" y="2527300"/>
          <p14:tracePt t="75256" x="3867150" y="2533650"/>
          <p14:tracePt t="75272" x="3911600" y="2540000"/>
          <p14:tracePt t="75289" x="4006850" y="2552700"/>
          <p14:tracePt t="75305" x="4089400" y="2559050"/>
          <p14:tracePt t="75322" x="4114800" y="2559050"/>
          <p14:tracePt t="75339" x="4152900" y="2559050"/>
          <p14:tracePt t="75355" x="4178300" y="2559050"/>
          <p14:tracePt t="75372" x="4191000" y="2559050"/>
          <p14:tracePt t="75389" x="4197350" y="2559050"/>
          <p14:tracePt t="75480" x="4191000" y="2552700"/>
          <p14:tracePt t="75530" x="4184650" y="2552700"/>
          <p14:tracePt t="75550" x="4178300" y="2552700"/>
          <p14:tracePt t="75564" x="4171950" y="2552700"/>
          <p14:tracePt t="75574" x="4165600" y="2552700"/>
          <p14:tracePt t="75587" x="4152900" y="2552700"/>
          <p14:tracePt t="75604" x="4108450" y="2552700"/>
          <p14:tracePt t="75621" x="4025900" y="2571750"/>
          <p14:tracePt t="75637" x="3968750" y="2571750"/>
          <p14:tracePt t="75655" x="3905250" y="2578100"/>
          <p14:tracePt t="75671" x="3695700" y="2609850"/>
          <p14:tracePt t="75687" x="3632200" y="2616200"/>
          <p14:tracePt t="75704" x="3492500" y="2628900"/>
          <p14:tracePt t="75720" x="3435350" y="2628900"/>
          <p14:tracePt t="75737" x="3321050" y="2647950"/>
          <p14:tracePt t="75754" x="3225800" y="2647950"/>
          <p14:tracePt t="75771" x="3200400" y="2654300"/>
          <p14:tracePt t="75788" x="3162300" y="2660650"/>
          <p14:tracePt t="75804" x="3136900" y="2667000"/>
          <p14:tracePt t="75820" x="3130550" y="2667000"/>
          <p14:tracePt t="75837" x="3130550" y="2673350"/>
          <p14:tracePt t="75873" x="3124200" y="2673350"/>
          <p14:tracePt t="75894" x="3124200" y="2679700"/>
          <p14:tracePt t="76000" x="3117850" y="2679700"/>
          <p14:tracePt t="80967" x="3130550" y="2679700"/>
          <p14:tracePt t="80975" x="3149600" y="2679700"/>
          <p14:tracePt t="80985" x="3168650" y="2679700"/>
          <p14:tracePt t="81002" x="3206750" y="2679700"/>
          <p14:tracePt t="81019" x="3302000" y="2686050"/>
          <p14:tracePt t="81035" x="3352800" y="2686050"/>
          <p14:tracePt t="81052" x="3568700" y="2686050"/>
          <p14:tracePt t="81069" x="3644900" y="2686050"/>
          <p14:tracePt t="81085" x="3721100" y="2686050"/>
          <p14:tracePt t="81102" x="3886200" y="2686050"/>
          <p14:tracePt t="81118" x="4057650" y="2660650"/>
          <p14:tracePt t="81122" x="4121150" y="2654300"/>
          <p14:tracePt t="81138" x="4191000" y="2647950"/>
          <p14:tracePt t="81152" x="4229100" y="2628900"/>
          <p14:tracePt t="81168" x="4298950" y="2622550"/>
          <p14:tracePt t="81185" x="4343400" y="2616200"/>
          <p14:tracePt t="81201" x="4343400" y="2609850"/>
          <p14:tracePt t="81218" x="4368800" y="2609850"/>
          <p14:tracePt t="81235" x="4387850" y="2609850"/>
          <p14:tracePt t="81354" x="4381500" y="2616200"/>
          <p14:tracePt t="81375" x="4375150" y="2616200"/>
          <p14:tracePt t="81389" x="4368800" y="2616200"/>
          <p14:tracePt t="81424" x="4362450" y="2616200"/>
          <p14:tracePt t="81473" x="4356100" y="2616200"/>
          <p14:tracePt t="81494" x="4349750" y="2616200"/>
          <p14:tracePt t="81515" x="4343400" y="2616200"/>
          <p14:tracePt t="81536" x="4337050" y="2616200"/>
          <p14:tracePt t="81543" x="4330700" y="2616200"/>
          <p14:tracePt t="81557" x="4330700" y="2622550"/>
          <p14:tracePt t="81578" x="4324350" y="2628900"/>
          <p14:tracePt t="81586" x="4318000" y="2628900"/>
          <p14:tracePt t="81601" x="4311650" y="2635250"/>
          <p14:tracePt t="81616" x="4305300" y="2635250"/>
          <p14:tracePt t="81634" x="4298950" y="2641600"/>
          <p14:tracePt t="81649" x="4292600" y="2641600"/>
          <p14:tracePt t="81677" x="4279900" y="2647950"/>
          <p14:tracePt t="81698" x="4273550" y="2647950"/>
          <p14:tracePt t="81704" x="4267200" y="2647950"/>
          <p14:tracePt t="81726" x="4260850" y="2647950"/>
          <p14:tracePt t="81747" x="4254500" y="2647950"/>
          <p14:tracePt t="81775" x="4248150" y="2647950"/>
          <p14:tracePt t="81789" x="4241800" y="2647950"/>
          <p14:tracePt t="81803" x="4229100" y="2647950"/>
          <p14:tracePt t="81818" x="4216400" y="2647950"/>
          <p14:tracePt t="81823" x="4210050" y="2647950"/>
          <p14:tracePt t="86515" x="4203700" y="2647950"/>
          <p14:tracePt t="86530" x="4184650" y="2647950"/>
          <p14:tracePt t="86536" x="4171950" y="2641600"/>
          <p14:tracePt t="86550" x="4159250" y="2635250"/>
          <p14:tracePt t="86566" x="4127500" y="2635250"/>
          <p14:tracePt t="86583" x="4114800" y="2635250"/>
          <p14:tracePt t="86600" x="4095750" y="2628900"/>
          <p14:tracePt t="86617" x="4076700" y="2622550"/>
          <p14:tracePt t="86649" x="4064000" y="2622550"/>
          <p14:tracePt t="86666" x="4064000" y="2616200"/>
          <p14:tracePt t="86683" x="4057650" y="2616200"/>
          <p14:tracePt t="86726" x="4051300" y="2616200"/>
          <p14:tracePt t="86768" x="4044950" y="2616200"/>
          <p14:tracePt t="86775" x="4044950" y="2609850"/>
          <p14:tracePt t="86796" x="4038600" y="2609850"/>
          <p14:tracePt t="86859" x="4032250" y="2603500"/>
          <p14:tracePt t="86958" x="4025900" y="2603500"/>
          <p14:tracePt t="87020" x="4019550" y="2609850"/>
          <p14:tracePt t="87126" x="4019550" y="2616200"/>
          <p14:tracePt t="87224" x="4025900" y="2616200"/>
          <p14:tracePt t="87252" x="4025900" y="2622550"/>
          <p14:tracePt t="87259" x="4032250" y="2622550"/>
          <p14:tracePt t="87294" x="4038600" y="2622550"/>
          <p14:tracePt t="87357" x="4044950" y="2628900"/>
          <p14:tracePt t="87386" x="4051300" y="2628900"/>
          <p14:tracePt t="87392" x="4057650" y="2635250"/>
          <p14:tracePt t="87638" x="4051300" y="2635250"/>
          <p14:tracePt t="87645" x="4044950" y="2635250"/>
          <p14:tracePt t="87659" x="4038600" y="2635250"/>
          <p14:tracePt t="87673" x="4025900" y="2635250"/>
          <p14:tracePt t="87687" x="4013200" y="2635250"/>
          <p14:tracePt t="87696" x="3987800" y="2641600"/>
          <p14:tracePt t="87712" x="3962400" y="2647950"/>
          <p14:tracePt t="87729" x="3905250" y="2654300"/>
          <p14:tracePt t="87745" x="3829050" y="2673350"/>
          <p14:tracePt t="87762" x="3746500" y="2692400"/>
          <p14:tracePt t="87779" x="3676650" y="2698750"/>
          <p14:tracePt t="87796" x="3638550" y="2705100"/>
          <p14:tracePt t="87812" x="3600450" y="2711450"/>
          <p14:tracePt t="87829" x="3556000" y="2717800"/>
          <p14:tracePt t="87845" x="3543300" y="2717800"/>
          <p14:tracePt t="87862" x="3530600" y="2724150"/>
          <p14:tracePt t="87878" x="3524250" y="2724150"/>
          <p14:tracePt t="87940" x="3524250" y="2730500"/>
          <p14:tracePt t="87982" x="3530600" y="2730500"/>
          <p14:tracePt t="87989" x="3536950" y="2730500"/>
          <p14:tracePt t="88003" x="3543300" y="2730500"/>
          <p14:tracePt t="88011" x="3549650" y="2724150"/>
          <p14:tracePt t="88028" x="3556000" y="2724150"/>
          <p14:tracePt t="88045" x="3587750" y="2717800"/>
          <p14:tracePt t="88061" x="3606800" y="2711450"/>
          <p14:tracePt t="88078" x="3625850" y="2705100"/>
          <p14:tracePt t="88094" x="3708400" y="2686050"/>
          <p14:tracePt t="88111" x="3752850" y="2673350"/>
          <p14:tracePt t="88127" x="3860800" y="2654300"/>
          <p14:tracePt t="88144" x="3898900" y="2635250"/>
          <p14:tracePt t="88161" x="3943350" y="2635250"/>
          <p14:tracePt t="88178" x="3987800" y="2628900"/>
          <p14:tracePt t="88194" x="4013200" y="2622550"/>
          <p14:tracePt t="88211" x="4019550" y="2622550"/>
          <p14:tracePt t="88228" x="4025900" y="2622550"/>
          <p14:tracePt t="88283" x="4025900" y="2628900"/>
          <p14:tracePt t="88354" x="4019550" y="2628900"/>
          <p14:tracePt t="88389" x="4013200" y="2628900"/>
          <p14:tracePt t="88452" x="4006850" y="2628900"/>
          <p14:tracePt t="88558" x="4000500" y="2628900"/>
          <p14:tracePt t="88578" x="4000500" y="2635250"/>
          <p14:tracePt t="88607" x="3994150" y="2635250"/>
          <p14:tracePt t="88641" x="3987800" y="2635250"/>
          <p14:tracePt t="88690" x="3981450" y="2635250"/>
          <p14:tracePt t="88705" x="3975100" y="2641600"/>
          <p14:tracePt t="88712" x="3968750" y="2641600"/>
          <p14:tracePt t="88726" x="3968750" y="2647950"/>
          <p14:tracePt t="88742" x="3956050" y="2654300"/>
          <p14:tracePt t="88758" x="3949700" y="2654300"/>
          <p14:tracePt t="88775" x="3917950" y="2667000"/>
          <p14:tracePt t="88792" x="3892550" y="2679700"/>
          <p14:tracePt t="88809" x="3873500" y="2692400"/>
          <p14:tracePt t="88825" x="3848100" y="2698750"/>
          <p14:tracePt t="88842" x="3816350" y="2711450"/>
          <p14:tracePt t="88859" x="3771900" y="2711450"/>
          <p14:tracePt t="88875" x="3759200" y="2711450"/>
          <p14:tracePt t="89463" x="3727450" y="2711450"/>
          <p14:tracePt t="89470" x="3689350" y="2730500"/>
          <p14:tracePt t="89485" x="3644900" y="2749550"/>
          <p14:tracePt t="89492" x="3587750" y="2768600"/>
          <p14:tracePt t="89507" x="3543300" y="2781300"/>
          <p14:tracePt t="89523" x="3505200" y="2794000"/>
          <p14:tracePt t="89540" x="3365500" y="2838450"/>
          <p14:tracePt t="89555" x="3333750" y="2844800"/>
          <p14:tracePt t="89573" x="3308350" y="2851150"/>
          <p14:tracePt t="89590" x="3263900" y="2863850"/>
          <p14:tracePt t="89606" x="3238500" y="2870200"/>
          <p14:tracePt t="89623" x="3225800" y="2870200"/>
          <p14:tracePt t="89639" x="3219450" y="2876550"/>
          <p14:tracePt t="89702" x="3225800" y="2870200"/>
          <p14:tracePt t="89716" x="3232150" y="2863850"/>
          <p14:tracePt t="89725" x="3244850" y="2857500"/>
          <p14:tracePt t="89739" x="3257550" y="2851150"/>
          <p14:tracePt t="89755" x="3289300" y="2832100"/>
          <p14:tracePt t="89772" x="3384550" y="2794000"/>
          <p14:tracePt t="89788" x="3441700" y="2768600"/>
          <p14:tracePt t="89805" x="3524250" y="2730500"/>
          <p14:tracePt t="89822" x="3816350" y="2590800"/>
          <p14:tracePt t="89838" x="3911600" y="2540000"/>
          <p14:tracePt t="89855" x="4013200" y="2495550"/>
          <p14:tracePt t="89871" x="4235450" y="2400300"/>
          <p14:tracePt t="89888" x="4419600" y="2317750"/>
          <p14:tracePt t="89905" x="4572000" y="2247900"/>
          <p14:tracePt t="89921" x="4629150" y="2222500"/>
          <p14:tracePt t="89938" x="4686300" y="2197100"/>
          <p14:tracePt t="89954" x="4756150" y="2171700"/>
          <p14:tracePt t="89971" x="4787900" y="2165350"/>
          <p14:tracePt t="89988" x="4819650" y="2139950"/>
          <p14:tracePt t="90004" x="4826000" y="2133600"/>
          <p14:tracePt t="90021" x="4832350" y="2133600"/>
          <p14:tracePt t="90039" x="4838700" y="2133600"/>
          <p14:tracePt t="90347" x="4838700" y="2139950"/>
          <p14:tracePt t="90368" x="4838700" y="2146300"/>
          <p14:tracePt t="90403" x="4838700" y="2152650"/>
          <p14:tracePt t="90438" x="4838700" y="2159000"/>
          <p14:tracePt t="90459" x="4832350" y="2165350"/>
          <p14:tracePt t="90474" x="4826000" y="2165350"/>
          <p14:tracePt t="90487" x="4819650" y="2171700"/>
          <p14:tracePt t="90509" x="4813300" y="2184400"/>
          <p14:tracePt t="90515" x="4800600" y="2190750"/>
          <p14:tracePt t="90522" x="4787900" y="2203450"/>
          <p14:tracePt t="90539" x="4775200" y="2216150"/>
          <p14:tracePt t="90552" x="4762500" y="2241550"/>
          <p14:tracePt t="90569" x="4705350" y="2286000"/>
          <p14:tracePt t="90586" x="4635500" y="2355850"/>
          <p14:tracePt t="90602" x="4591050" y="2400300"/>
          <p14:tracePt t="90619" x="4495800" y="2495550"/>
          <p14:tracePt t="90636" x="4387850" y="2590800"/>
          <p14:tracePt t="90652" x="4343400" y="2616200"/>
          <p14:tracePt t="90669" x="4267200" y="2698750"/>
          <p14:tracePt t="90685" x="4203700" y="2755900"/>
          <p14:tracePt t="90702" x="4184650" y="2774950"/>
          <p14:tracePt t="90719" x="4165600" y="2794000"/>
          <p14:tracePt t="90735" x="4152900" y="2794000"/>
          <p14:tracePt t="90752" x="4152900" y="2800350"/>
          <p14:tracePt t="90866" x="4152900" y="2806700"/>
          <p14:tracePt t="90873" x="4146550" y="2806700"/>
          <p14:tracePt t="90884" x="4140200" y="2806700"/>
          <p14:tracePt t="92238" x="4127500" y="2806700"/>
          <p14:tracePt t="92252" x="4108450" y="2806700"/>
          <p14:tracePt t="92259" x="4095750" y="2806700"/>
          <p14:tracePt t="92266" x="4083050" y="2806700"/>
          <p14:tracePt t="92283" x="4070350" y="2806700"/>
          <p14:tracePt t="92296" x="4057650" y="2806700"/>
          <p14:tracePt t="92313" x="4038600" y="2806700"/>
          <p14:tracePt t="92330" x="4025900" y="2806700"/>
          <p14:tracePt t="92346" x="4019550" y="2806700"/>
          <p14:tracePt t="92363" x="4013200" y="2806700"/>
          <p14:tracePt t="92379" x="4006850" y="2806700"/>
          <p14:tracePt t="92396" x="4000500" y="2800350"/>
          <p14:tracePt t="92413" x="3994150" y="2800350"/>
          <p14:tracePt t="92429" x="3981450" y="2800350"/>
          <p14:tracePt t="92446" x="3975100" y="2800350"/>
          <p14:tracePt t="92463" x="3962400" y="2794000"/>
          <p14:tracePt t="92479" x="3956050" y="2794000"/>
          <p14:tracePt t="92496" x="3949700" y="2787650"/>
          <p14:tracePt t="92529" x="3943350" y="2787650"/>
          <p14:tracePt t="92548" x="3937000" y="2787650"/>
          <p14:tracePt t="92582" x="3930650" y="2781300"/>
          <p14:tracePt t="92610" x="3924300" y="2781300"/>
          <p14:tracePt t="92638" x="3917950" y="2781300"/>
          <p14:tracePt t="92757" x="3911600" y="2781300"/>
          <p14:tracePt t="93038" x="3911600" y="2774950"/>
          <p14:tracePt t="93108" x="3917950" y="2774950"/>
          <p14:tracePt t="93143" x="3924300" y="2768600"/>
          <p14:tracePt t="93150" x="3930650" y="2768600"/>
          <p14:tracePt t="93178" x="3937000" y="2768600"/>
          <p14:tracePt t="93192" x="3943350" y="2768600"/>
          <p14:tracePt t="93199" x="3949700" y="2768600"/>
          <p14:tracePt t="93234" x="3956050" y="2768600"/>
          <p14:tracePt t="93241" x="3962400" y="2762250"/>
          <p14:tracePt t="93248" x="3968750" y="2762250"/>
          <p14:tracePt t="93263" x="3981450" y="2762250"/>
          <p14:tracePt t="93276" x="3994150" y="2755900"/>
          <p14:tracePt t="93293" x="4019550" y="2755900"/>
          <p14:tracePt t="93309" x="4032250" y="2749550"/>
          <p14:tracePt t="93327" x="4064000" y="2749550"/>
          <p14:tracePt t="93343" x="4083050" y="2749550"/>
          <p14:tracePt t="93361" x="4095750" y="2749550"/>
          <p14:tracePt t="93376" x="4102100" y="2749550"/>
          <p14:tracePt t="93393" x="4108450" y="2749550"/>
          <p14:tracePt t="93425" x="4114800" y="2749550"/>
          <p14:tracePt t="93460" x="4121150" y="2749550"/>
          <p14:tracePt t="93479" x="4127500" y="2749550"/>
          <p14:tracePt t="93515" x="4127500" y="2743200"/>
          <p14:tracePt t="93522" x="4133850" y="2743200"/>
          <p14:tracePt t="93529" x="4146550" y="2743200"/>
          <p14:tracePt t="93545" x="4159250" y="2736850"/>
          <p14:tracePt t="93559" x="4178300" y="2730500"/>
          <p14:tracePt t="93576" x="4235450" y="2705100"/>
          <p14:tracePt t="93592" x="4305300" y="2673350"/>
          <p14:tracePt t="93609" x="4349750" y="2654300"/>
          <p14:tracePt t="93625" x="4432300" y="2616200"/>
          <p14:tracePt t="93642" x="4502150" y="2565400"/>
          <p14:tracePt t="93659" x="4533900" y="2546350"/>
          <p14:tracePt t="93676" x="4565650" y="2501900"/>
          <p14:tracePt t="93691" x="4591050" y="2476500"/>
          <p14:tracePt t="93708" x="4597400" y="2463800"/>
          <p14:tracePt t="93725" x="4597400" y="2432050"/>
          <p14:tracePt t="93741" x="4597400" y="2406650"/>
          <p14:tracePt t="93758" x="4597400" y="2393950"/>
          <p14:tracePt t="93775" x="4597400" y="2368550"/>
          <p14:tracePt t="93791" x="4597400" y="2362200"/>
          <p14:tracePt t="93794" x="4597400" y="2355850"/>
          <p14:tracePt t="93808" x="4597400" y="2336800"/>
          <p14:tracePt t="93825" x="4603750" y="2305050"/>
          <p14:tracePt t="93841" x="4610100" y="2279650"/>
          <p14:tracePt t="93859" x="4622800" y="2241550"/>
          <p14:tracePt t="93875" x="4641850" y="2209800"/>
          <p14:tracePt t="93891" x="4648200" y="2209800"/>
          <p14:tracePt t="93908" x="4673600" y="2184400"/>
          <p14:tracePt t="93924" x="4705350" y="2165350"/>
          <p14:tracePt t="93941" x="4718050" y="2165350"/>
          <p14:tracePt t="93958" x="4756150" y="2152650"/>
          <p14:tracePt t="93974" x="4787900" y="2146300"/>
          <p14:tracePt t="93992" x="4813300" y="2146300"/>
          <p14:tracePt t="94007" x="4826000" y="2146300"/>
          <p14:tracePt t="94024" x="4838700" y="2139950"/>
          <p14:tracePt t="94042" x="4864100" y="2139950"/>
          <p14:tracePt t="94057" x="4876800" y="2133600"/>
          <p14:tracePt t="94074" x="4889500" y="2133600"/>
          <p14:tracePt t="94091" x="4933950" y="2133600"/>
          <p14:tracePt t="94107" x="4940300" y="2133600"/>
          <p14:tracePt t="94123" x="4959350" y="2133600"/>
          <p14:tracePt t="94140" x="4978400" y="2133600"/>
          <p14:tracePt t="94157" x="4991100" y="2139950"/>
          <p14:tracePt t="94174" x="5003800" y="2139950"/>
          <p14:tracePt t="94191" x="5010150" y="2139950"/>
          <p14:tracePt t="94206" x="5022850" y="2146300"/>
          <p14:tracePt t="94239" x="5022850" y="2152650"/>
          <p14:tracePt t="94427" x="5022850" y="2159000"/>
          <p14:tracePt t="94433" x="5016500" y="2159000"/>
          <p14:tracePt t="94442" x="5010150" y="2165350"/>
          <p14:tracePt t="94456" x="5003800" y="2165350"/>
          <p14:tracePt t="94472" x="4997450" y="2171700"/>
          <p14:tracePt t="94489" x="4965700" y="2184400"/>
          <p14:tracePt t="94505" x="4895850" y="2209800"/>
          <p14:tracePt t="94522" x="4838700" y="2235200"/>
          <p14:tracePt t="94539" x="4705350" y="2286000"/>
          <p14:tracePt t="94555" x="4540250" y="2343150"/>
          <p14:tracePt t="94572" x="4476750" y="2374900"/>
          <p14:tracePt t="94589" x="4330700" y="2425700"/>
          <p14:tracePt t="94605" x="4191000" y="2470150"/>
          <p14:tracePt t="94622" x="4140200" y="2501900"/>
          <p14:tracePt t="94639" x="4038600" y="2527300"/>
          <p14:tracePt t="94655" x="3975100" y="2559050"/>
          <p14:tracePt t="94672" x="3943350" y="2571750"/>
          <p14:tracePt t="94688" x="3924300" y="2578100"/>
          <p14:tracePt t="94705" x="3917950" y="2584450"/>
          <p14:tracePt t="94722" x="3892550" y="2597150"/>
          <p14:tracePt t="94738" x="3879850" y="2603500"/>
          <p14:tracePt t="94754" x="3873500" y="2603500"/>
          <p14:tracePt t="94771" x="3860800" y="2609850"/>
          <p14:tracePt t="94788" x="3841750" y="2616200"/>
          <p14:tracePt t="94805" x="3829050" y="2622550"/>
          <p14:tracePt t="94807" x="3822700" y="2628900"/>
          <p14:tracePt t="94821" x="3810000" y="2635250"/>
          <p14:tracePt t="94837" x="3797300" y="2647950"/>
          <p14:tracePt t="94855" x="3746500" y="2660650"/>
          <p14:tracePt t="94871" x="3714750" y="2673350"/>
          <p14:tracePt t="94887" x="3619500" y="2686050"/>
          <p14:tracePt t="94905" x="3467100" y="2705100"/>
          <p14:tracePt t="94921" x="3371850" y="2724150"/>
          <p14:tracePt t="94937" x="3168650" y="2749550"/>
          <p14:tracePt t="94954" x="2927350" y="2743200"/>
          <p14:tracePt t="94971" x="2800350" y="2730500"/>
          <p14:tracePt t="94988" x="2546350" y="2724150"/>
          <p14:tracePt t="95003" x="2330450" y="2692400"/>
          <p14:tracePt t="95020" x="2254250" y="2692400"/>
          <p14:tracePt t="95038" x="2146300" y="2679700"/>
          <p14:tracePt t="95053" x="2108200" y="2692400"/>
          <p14:tracePt t="95070" x="2089150" y="2692400"/>
          <p14:tracePt t="95087" x="2070100" y="2698750"/>
          <p14:tracePt t="95103" x="2057400" y="2705100"/>
          <p14:tracePt t="95121" x="2051050" y="2724150"/>
          <p14:tracePt t="95153" x="2044700" y="2730500"/>
          <p14:tracePt t="95170" x="2044700" y="2736850"/>
          <p14:tracePt t="95206" x="2044700" y="2749550"/>
          <p14:tracePt t="95213" x="2051050" y="2749550"/>
          <p14:tracePt t="95574" x="2051050" y="2762250"/>
          <p14:tracePt t="95588" x="2051050" y="2787650"/>
          <p14:tracePt t="95595" x="2044700" y="2800350"/>
          <p14:tracePt t="95616" x="2038350" y="2813050"/>
          <p14:tracePt t="95630" x="2038350" y="2825750"/>
          <p14:tracePt t="95638" x="2032000" y="2838450"/>
          <p14:tracePt t="95651" x="2032000" y="2844800"/>
          <p14:tracePt t="95668" x="2032000" y="2857500"/>
          <p14:tracePt t="95686" x="2038350" y="2870200"/>
          <p14:tracePt t="95718" x="2044700" y="2882900"/>
          <p14:tracePt t="95735" x="2057400" y="2889250"/>
          <p14:tracePt t="95751" x="2070100" y="2889250"/>
          <p14:tracePt t="95768" x="2076450" y="2889250"/>
          <p14:tracePt t="95785" x="2095500" y="2889250"/>
          <p14:tracePt t="95800" x="2108200" y="2882900"/>
          <p14:tracePt t="95804" x="2114550" y="2882900"/>
          <p14:tracePt t="95834" x="2127250" y="2870200"/>
          <p14:tracePt t="95850" x="2133600" y="2870200"/>
          <p14:tracePt t="95868" x="2146300" y="2863850"/>
          <p14:tracePt t="95884" x="2178050" y="2838450"/>
          <p14:tracePt t="95900" x="2216150" y="2813050"/>
          <p14:tracePt t="95918" x="2305050" y="2768600"/>
          <p14:tracePt t="95934" x="2368550" y="2743200"/>
          <p14:tracePt t="95950" x="2540000" y="2692400"/>
          <p14:tracePt t="95967" x="2774950" y="2616200"/>
          <p14:tracePt t="95984" x="2933700" y="2565400"/>
          <p14:tracePt t="96000" x="3282950" y="2451100"/>
          <p14:tracePt t="96017" x="3619500" y="2362200"/>
          <p14:tracePt t="96034" x="3746500" y="2330450"/>
          <p14:tracePt t="96051" x="4000500" y="2279650"/>
          <p14:tracePt t="96066" x="4197350" y="2235200"/>
          <p14:tracePt t="96084" x="4260850" y="2216150"/>
          <p14:tracePt t="96100" x="4368800" y="2190750"/>
          <p14:tracePt t="96116" x="4400550" y="2184400"/>
          <p14:tracePt t="96135" x="4445000" y="2171700"/>
          <p14:tracePt t="96150" x="4457700" y="2171700"/>
          <p14:tracePt t="96183" x="4457700" y="2165350"/>
          <p14:tracePt t="96200" x="4464050" y="2165350"/>
          <p14:tracePt t="96220" x="4470400" y="2165350"/>
          <p14:tracePt t="96254" x="4476750" y="2165350"/>
          <p14:tracePt t="96276" x="4483100" y="2165350"/>
          <p14:tracePt t="96289" x="4489450" y="2159000"/>
          <p14:tracePt t="96303" x="4495800" y="2159000"/>
          <p14:tracePt t="96310" x="4521200" y="2159000"/>
          <p14:tracePt t="96325" x="4533900" y="2159000"/>
          <p14:tracePt t="96333" x="4552950" y="2152650"/>
          <p14:tracePt t="96349" x="4572000" y="2152650"/>
          <p14:tracePt t="96366" x="4616450" y="2146300"/>
          <p14:tracePt t="96382" x="4660900" y="2146300"/>
          <p14:tracePt t="96399" x="4673600" y="2146300"/>
          <p14:tracePt t="96416" x="4705350" y="2146300"/>
          <p14:tracePt t="96432" x="4711700" y="2146300"/>
          <p14:tracePt t="96449" x="4718050" y="2146300"/>
          <p14:tracePt t="96527" x="4718050" y="2139950"/>
          <p14:tracePt t="96570" x="4711700" y="2139950"/>
          <p14:tracePt t="96591" x="4705350" y="2139950"/>
          <p14:tracePt t="96619" x="4699000" y="2139950"/>
          <p14:tracePt t="96626" x="4692650" y="2139950"/>
          <p14:tracePt t="96648" x="4686300" y="2146300"/>
          <p14:tracePt t="96710" x="4692650" y="2152650"/>
          <p14:tracePt t="96717" x="4705350" y="2152650"/>
          <p14:tracePt t="96734" x="4711700" y="2159000"/>
          <p14:tracePt t="96748" x="4718050" y="2159000"/>
          <p14:tracePt t="96765" x="4756150" y="2165350"/>
          <p14:tracePt t="96782" x="4813300" y="2178050"/>
          <p14:tracePt t="96798" x="4845050" y="2178050"/>
          <p14:tracePt t="96814" x="4914900" y="2190750"/>
          <p14:tracePt t="96831" x="4984750" y="2197100"/>
          <p14:tracePt t="96847" x="5022850" y="2203450"/>
          <p14:tracePt t="96865" x="5080000" y="2203450"/>
          <p14:tracePt t="96881" x="5118100" y="2203450"/>
          <p14:tracePt t="96897" x="5130800" y="2203450"/>
          <p14:tracePt t="96914" x="5149850" y="2209800"/>
          <p14:tracePt t="96930" x="5156200" y="2209800"/>
          <p14:tracePt t="97180" x="5149850" y="2209800"/>
          <p14:tracePt t="97188" x="5143500" y="2209800"/>
          <p14:tracePt t="97202" x="5130800" y="2209800"/>
          <p14:tracePt t="97212" x="5118100" y="2209800"/>
          <p14:tracePt t="97230" x="5060950" y="2222500"/>
          <p14:tracePt t="97246" x="5003800" y="2241550"/>
          <p14:tracePt t="97263" x="4940300" y="2260600"/>
          <p14:tracePt t="97279" x="4660900" y="2355850"/>
          <p14:tracePt t="97296" x="4546600" y="2387600"/>
          <p14:tracePt t="97314" x="4337050" y="2470150"/>
          <p14:tracePt t="97329" x="4140200" y="2565400"/>
          <p14:tracePt t="97346" x="4044950" y="2616200"/>
          <p14:tracePt t="97363" x="3898900" y="2673350"/>
          <p14:tracePt t="97379" x="3841750" y="2705100"/>
          <p14:tracePt t="97395" x="3727450" y="2768600"/>
          <p14:tracePt t="97412" x="3651250" y="2813050"/>
          <p14:tracePt t="97429" x="3619500" y="2838450"/>
          <p14:tracePt t="97445" x="3562350" y="2870200"/>
          <p14:tracePt t="97462" x="3511550" y="2895600"/>
          <p14:tracePt t="97478" x="3492500" y="2914650"/>
          <p14:tracePt t="97496" x="3441700" y="2940050"/>
          <p14:tracePt t="97511" x="3365500" y="2971800"/>
          <p14:tracePt t="97528" x="3333750" y="2990850"/>
          <p14:tracePt t="97545" x="3263900" y="3016250"/>
          <p14:tracePt t="97562" x="3187700" y="3028950"/>
          <p14:tracePt t="97578" x="3162300" y="3028950"/>
          <p14:tracePt t="97595" x="3111500" y="3035300"/>
          <p14:tracePt t="97611" x="3086100" y="3035300"/>
          <p14:tracePt t="97645" x="3067050" y="3035300"/>
          <p14:tracePt t="97661" x="3060700" y="3035300"/>
          <p14:tracePt t="97678" x="3035300" y="3035300"/>
          <p14:tracePt t="97694" x="3028950" y="3035300"/>
          <p14:tracePt t="97711" x="3016250" y="3035300"/>
          <p14:tracePt t="97728" x="2997200" y="3035300"/>
          <p14:tracePt t="97744" x="2978150" y="3035300"/>
          <p14:tracePt t="97761" x="2971800" y="3035300"/>
          <p14:tracePt t="97778" x="2946400" y="3035300"/>
          <p14:tracePt t="97794" x="2921000" y="3035300"/>
          <p14:tracePt t="97811" x="2895600" y="3041650"/>
          <p14:tracePt t="97827" x="2870200" y="3060700"/>
          <p14:tracePt t="97843" x="2832100" y="3079750"/>
          <p14:tracePt t="97861" x="2768600" y="3117850"/>
          <p14:tracePt t="97877" x="2736850" y="3136900"/>
          <p14:tracePt t="97894" x="2667000" y="3187700"/>
          <p14:tracePt t="97911" x="2628900" y="3213100"/>
          <p14:tracePt t="97927" x="2603500" y="3232150"/>
          <p14:tracePt t="97944" x="2597150" y="3232150"/>
          <p14:tracePt t="97960" x="2571750" y="3251200"/>
          <p14:tracePt t="97977" x="2565400" y="3251200"/>
          <p14:tracePt t="97994" x="2559050" y="3257550"/>
          <p14:tracePt t="98010" x="2552700" y="3257550"/>
          <p14:tracePt t="98026" x="2546350" y="3263900"/>
          <p14:tracePt t="98093" x="2540000" y="3263900"/>
          <p14:tracePt t="98121" x="2540000" y="3270250"/>
          <p14:tracePt t="98128" x="2533650" y="3270250"/>
          <p14:tracePt t="100050" x="2527300" y="3276600"/>
          <p14:tracePt t="100056" x="2520950" y="3289300"/>
          <p14:tracePt t="100070" x="2508250" y="3302000"/>
          <p14:tracePt t="100087" x="2489200" y="3333750"/>
          <p14:tracePt t="100103" x="2476500" y="3352800"/>
          <p14:tracePt t="100120" x="2451100" y="3403600"/>
          <p14:tracePt t="100136" x="2419350" y="3467100"/>
          <p14:tracePt t="100153" x="2400300" y="3511550"/>
          <p14:tracePt t="100170" x="2368550" y="3575050"/>
          <p14:tracePt t="100186" x="2355850" y="3606800"/>
          <p14:tracePt t="100203" x="2324100" y="3657600"/>
          <p14:tracePt t="100219" x="2324100" y="3689350"/>
          <p14:tracePt t="100236" x="2324100" y="3702050"/>
          <p14:tracePt t="100253" x="2336800" y="3721100"/>
          <p14:tracePt t="100269" x="2355850" y="3733800"/>
          <p14:tracePt t="100286" x="2368550" y="3733800"/>
          <p14:tracePt t="100303" x="2425700" y="3746500"/>
          <p14:tracePt t="100319" x="2533650" y="3778250"/>
          <p14:tracePt t="100335" x="2590800" y="3797300"/>
          <p14:tracePt t="100352" x="2781300" y="3822700"/>
          <p14:tracePt t="100369" x="3009900" y="3854450"/>
          <p14:tracePt t="100387" x="3244850" y="3886200"/>
          <p14:tracePt t="100402" x="3346450" y="3911600"/>
          <p14:tracePt t="100418" x="3435350" y="3917950"/>
          <p14:tracePt t="100435" x="3663950" y="3930650"/>
          <p14:tracePt t="100451" x="3740150" y="3930650"/>
          <p14:tracePt t="100468" x="3810000" y="3930650"/>
          <p14:tracePt t="100485" x="3924300" y="3937000"/>
          <p14:tracePt t="100501" x="4006850" y="3937000"/>
          <p14:tracePt t="100518" x="4044950" y="3937000"/>
          <p14:tracePt t="100535" x="4114800" y="3937000"/>
          <p14:tracePt t="100551" x="4197350" y="3924300"/>
          <p14:tracePt t="100569" x="4267200" y="3917950"/>
          <p14:tracePt t="100585" x="4305300" y="3911600"/>
          <p14:tracePt t="100601" x="4362450" y="3911600"/>
          <p14:tracePt t="100618" x="4413250" y="3911600"/>
          <p14:tracePt t="100634" x="4432300" y="3911600"/>
          <p14:tracePt t="100651" x="4470400" y="3905250"/>
          <p14:tracePt t="100668" x="4508500" y="3905250"/>
          <p14:tracePt t="100684" x="4521200" y="3905250"/>
          <p14:tracePt t="100701" x="4552950" y="3898900"/>
          <p14:tracePt t="100717" x="4578350" y="3886200"/>
          <p14:tracePt t="100734" x="4578350" y="3879850"/>
          <p14:tracePt t="100752" x="4591050" y="3854450"/>
          <p14:tracePt t="100767" x="4591050" y="3848100"/>
          <p14:tracePt t="100784" x="4584700" y="3822700"/>
          <p14:tracePt t="100801" x="4565650" y="3778250"/>
          <p14:tracePt t="100817" x="4527550" y="3740150"/>
          <p14:tracePt t="100834" x="4375150" y="3619500"/>
          <p14:tracePt t="100850" x="4102100" y="3409950"/>
          <p14:tracePt t="100867" x="3905250" y="3289300"/>
          <p14:tracePt t="100884" x="3429000" y="3048000"/>
          <p14:tracePt t="100900" x="2946400" y="2870200"/>
          <p14:tracePt t="100917" x="2711450" y="2794000"/>
          <p14:tracePt t="100933" x="2400300" y="2711450"/>
          <p14:tracePt t="100950" x="2197100" y="2692400"/>
          <p14:tracePt t="100966" x="2108200" y="2692400"/>
          <p14:tracePt t="100983" x="1981200" y="2705100"/>
          <p14:tracePt t="101000" x="1866900" y="2749550"/>
          <p14:tracePt t="101017" x="1822450" y="2774950"/>
          <p14:tracePt t="101033" x="1765300" y="2825750"/>
          <p14:tracePt t="101049" x="1727200" y="2870200"/>
          <p14:tracePt t="101067" x="1720850" y="2889250"/>
          <p14:tracePt t="101083" x="1720850" y="2927350"/>
          <p14:tracePt t="101099" x="1733550" y="2971800"/>
          <p14:tracePt t="101116" x="1778000" y="3016250"/>
          <p14:tracePt t="101132" x="1879600" y="3079750"/>
          <p14:tracePt t="101149" x="1936750" y="3098800"/>
          <p14:tracePt t="101166" x="2070100" y="3124200"/>
          <p14:tracePt t="101182" x="2197100" y="3124200"/>
          <p14:tracePt t="101199" x="2266950" y="3105150"/>
          <p14:tracePt t="101215" x="2355850" y="3041650"/>
          <p14:tracePt t="101232" x="2387600" y="2978150"/>
          <p14:tracePt t="101250" x="2393950" y="2921000"/>
          <p14:tracePt t="101265" x="2387600" y="2876550"/>
          <p14:tracePt t="101282" x="2336800" y="2819400"/>
          <p14:tracePt t="101299" x="2266950" y="2749550"/>
          <p14:tracePt t="101315" x="2222500" y="2717800"/>
          <p14:tracePt t="101332" x="2101850" y="2609850"/>
          <p14:tracePt t="101349" x="1981200" y="2527300"/>
          <p14:tracePt t="101365" x="1936750" y="2501900"/>
          <p14:tracePt t="101369" x="1905000" y="2495550"/>
          <p14:tracePt t="101385" x="1885950" y="2495550"/>
          <p14:tracePt t="101398" x="1860550" y="2501900"/>
          <p14:tracePt t="101415" x="1835150" y="2540000"/>
          <p14:tracePt t="101432" x="1828800" y="2571750"/>
          <p14:tracePt t="101448" x="1828800" y="2590800"/>
          <p14:tracePt t="101465" x="1841500" y="2628900"/>
          <p14:tracePt t="101481" x="1898650" y="2673350"/>
          <p14:tracePt t="101498" x="1949450" y="2692400"/>
          <p14:tracePt t="101515" x="2101850" y="2781300"/>
          <p14:tracePt t="101531" x="2355850" y="2901950"/>
          <p14:tracePt t="101548" x="2533650" y="2997200"/>
          <p14:tracePt t="101565" x="2921000" y="3162300"/>
          <p14:tracePt t="101581" x="3251200" y="3251200"/>
          <p14:tracePt t="101597" x="3365500" y="3263900"/>
          <p14:tracePt t="101614" x="3536950" y="3238500"/>
          <p14:tracePt t="101631" x="3625850" y="3187700"/>
          <p14:tracePt t="101647" x="3644900" y="3175000"/>
          <p14:tracePt t="101664" x="3683000" y="3143250"/>
          <p14:tracePt t="101681" x="3695700" y="3130550"/>
          <p14:tracePt t="101698" x="3714750" y="3117850"/>
          <p14:tracePt t="101734" x="3721100" y="3117850"/>
          <p14:tracePt t="101755" x="3727450" y="3124200"/>
          <p14:tracePt t="101763" x="3733800" y="3136900"/>
          <p14:tracePt t="101780" x="3746500" y="3149600"/>
          <p14:tracePt t="101797" x="3790950" y="3175000"/>
          <p14:tracePt t="101814" x="3867150" y="3232150"/>
          <p14:tracePt t="101830" x="3924300" y="3257550"/>
          <p14:tracePt t="101847" x="4051300" y="3333750"/>
          <p14:tracePt t="101863" x="4203700" y="3403600"/>
          <p14:tracePt t="101881" x="4337050" y="3473450"/>
          <p14:tracePt t="101896" x="4394200" y="3492500"/>
          <p14:tracePt t="101913" x="4470400" y="3536950"/>
          <p14:tracePt t="101930" x="4495800" y="3556000"/>
          <p14:tracePt t="101946" x="4502150" y="3556000"/>
          <p14:tracePt t="101963" x="4508500" y="3556000"/>
          <p14:tracePt t="102000" x="4508500" y="3562350"/>
          <p14:tracePt t="102020" x="4508500" y="3568700"/>
          <p14:tracePt t="102035" x="4502150" y="3575050"/>
          <p14:tracePt t="102049" x="4502150" y="3581400"/>
          <p14:tracePt t="102066" x="4502150" y="3587750"/>
          <p14:tracePt t="102079" x="4508500" y="3587750"/>
          <p14:tracePt t="102095" x="4514850" y="3594100"/>
          <p14:tracePt t="102113" x="4540250" y="3600450"/>
          <p14:tracePt t="102129" x="4565650" y="3606800"/>
          <p14:tracePt t="102145" x="4584700" y="3606800"/>
          <p14:tracePt t="102162" x="4641850" y="3625850"/>
          <p14:tracePt t="102179" x="4673600" y="3644900"/>
          <p14:tracePt t="102196" x="4768850" y="3651250"/>
          <p14:tracePt t="102212" x="4787900" y="3657600"/>
          <p14:tracePt t="102229" x="4832350" y="3663950"/>
          <p14:tracePt t="102246" x="4845050" y="3670300"/>
          <p14:tracePt t="102282" x="4845050" y="3663950"/>
          <p14:tracePt t="102297" x="4826000" y="3663950"/>
          <p14:tracePt t="102312" x="4756150" y="3657600"/>
          <p14:tracePt t="102328" x="4679950" y="3644900"/>
          <p14:tracePt t="102346" x="4476750" y="3613150"/>
          <p14:tracePt t="102362" x="4159250" y="3568700"/>
          <p14:tracePt t="102379" x="3829050" y="3530600"/>
          <p14:tracePt t="102395" x="3549650" y="3517900"/>
          <p14:tracePt t="102411" x="3435350" y="3517900"/>
          <p14:tracePt t="102428" x="3257550" y="3536950"/>
          <p14:tracePt t="102445" x="3124200" y="3562350"/>
          <p14:tracePt t="102461" x="3060700" y="3562350"/>
          <p14:tracePt t="102478" x="2952750" y="3587750"/>
          <p14:tracePt t="102494" x="2844800" y="3619500"/>
          <p14:tracePt t="102512" x="2800350" y="3632200"/>
          <p14:tracePt t="102527" x="2724150" y="3657600"/>
          <p14:tracePt t="102544" x="2667000" y="3676650"/>
          <p14:tracePt t="102562" x="2616200" y="3695700"/>
          <p14:tracePt t="102577" x="2590800" y="3702050"/>
          <p14:tracePt t="102594" x="2571750" y="3708400"/>
          <p14:tracePt t="102611" x="2546350" y="3727450"/>
          <p14:tracePt t="102627" x="2540000" y="3727450"/>
          <p14:tracePt t="102645" x="2533650" y="3733800"/>
          <p14:tracePt t="102661" x="2533650" y="3740150"/>
          <p14:tracePt t="102678" x="2546350" y="3740150"/>
          <p14:tracePt t="102694" x="2609850" y="3740150"/>
          <p14:tracePt t="102710" x="2660650" y="3740150"/>
          <p14:tracePt t="102727" x="2870200" y="3784600"/>
          <p14:tracePt t="102745" x="3251200" y="3835400"/>
          <p14:tracePt t="102761" x="3517900" y="3860800"/>
          <p14:tracePt t="102777" x="4013200" y="3860800"/>
          <p14:tracePt t="102793" x="4362450" y="3860800"/>
          <p14:tracePt t="102810" x="4489450" y="3848100"/>
          <p14:tracePt t="102827" x="4654550" y="3835400"/>
          <p14:tracePt t="102844" x="4705350" y="3829050"/>
          <p14:tracePt t="102860" x="4711700" y="3829050"/>
          <p14:tracePt t="102877" x="4711700" y="3822700"/>
          <p14:tracePt t="102926" x="4705350" y="3822700"/>
          <p14:tracePt t="102933" x="4692650" y="3816350"/>
          <p14:tracePt t="102947" x="4673600" y="3816350"/>
          <p14:tracePt t="102960" x="4641850" y="3822700"/>
          <p14:tracePt t="102976" x="4489450" y="3822700"/>
          <p14:tracePt t="102993" x="4387850" y="3822700"/>
          <p14:tracePt t="103010" x="4051300" y="3822700"/>
          <p14:tracePt t="103025" x="3625850" y="3848100"/>
          <p14:tracePt t="103043" x="3409950" y="3860800"/>
          <p14:tracePt t="103060" x="3086100" y="3873500"/>
          <p14:tracePt t="103076" x="2882900" y="3892550"/>
          <p14:tracePt t="103092" x="2806700" y="3898900"/>
          <p14:tracePt t="103109" x="2686050" y="3930650"/>
          <p14:tracePt t="103125" x="2590800" y="3956050"/>
          <p14:tracePt t="103143" x="2546350" y="3975100"/>
          <p14:tracePt t="103159" x="2495550" y="3987800"/>
          <p14:tracePt t="103176" x="2457450" y="4000500"/>
          <p14:tracePt t="103193" x="2444750" y="4000500"/>
          <p14:tracePt t="103270" x="2457450" y="3994150"/>
          <p14:tracePt t="103283" x="2457450" y="3987800"/>
          <p14:tracePt t="103291" x="2457450" y="3981450"/>
          <p14:tracePt t="103298" x="2444750" y="3962400"/>
          <p14:tracePt t="103852" x="2444750" y="3905250"/>
          <p14:tracePt t="103858" x="2444750" y="3829050"/>
          <p14:tracePt t="103874" x="2425700" y="3727450"/>
          <p14:tracePt t="103879" x="2393950" y="3613150"/>
          <p14:tracePt t="103894" x="2349500" y="3479800"/>
          <p14:tracePt t="103906" x="2279650" y="3270250"/>
          <p14:tracePt t="103923" x="2101850" y="2876550"/>
          <p14:tracePt t="103939" x="2032000" y="2755900"/>
          <p14:tracePt t="103957" x="1917700" y="2603500"/>
          <p14:tracePt t="103973" x="1847850" y="2508250"/>
          <p14:tracePt t="103989" x="1822450" y="2489200"/>
          <p14:tracePt t="104006" x="1816100" y="2470150"/>
          <p14:tracePt t="104023" x="1809750" y="2457450"/>
          <p14:tracePt t="104069" x="1809750" y="2463800"/>
          <p14:tracePt t="104083" x="1809750" y="2470150"/>
          <p14:tracePt t="104092" x="1803400" y="2482850"/>
          <p14:tracePt t="104106" x="1797050" y="2482850"/>
          <p14:tracePt t="104122" x="1790700" y="2508250"/>
          <p14:tracePt t="104139" x="1752600" y="2540000"/>
          <p14:tracePt t="104155" x="1739900" y="2559050"/>
          <p14:tracePt t="104172" x="1733550" y="2584450"/>
          <p14:tracePt t="104189" x="1701800" y="2762250"/>
          <p14:tracePt t="104205" x="1701800" y="2838450"/>
          <p14:tracePt t="104222" x="1714500" y="3079750"/>
          <p14:tracePt t="104239" x="1746250" y="3225800"/>
          <p14:tracePt t="104255" x="1873250" y="3492500"/>
          <p14:tracePt t="104272" x="2019300" y="3670300"/>
          <p14:tracePt t="104288" x="2089150" y="3721100"/>
          <p14:tracePt t="104304" x="2266950" y="3803650"/>
          <p14:tracePt t="104322" x="2432050" y="3829050"/>
          <p14:tracePt t="104338" x="2495550" y="3829050"/>
          <p14:tracePt t="104355" x="2667000" y="3790950"/>
          <p14:tracePt t="104371" x="2832100" y="3695700"/>
          <p14:tracePt t="104388" x="2914650" y="3625850"/>
          <p14:tracePt t="104392" x="2997200" y="3549650"/>
          <p14:tracePt t="104407" x="3073400" y="3454400"/>
          <p14:tracePt t="104421" x="3187700" y="3257550"/>
          <p14:tracePt t="104438" x="3232150" y="3149600"/>
          <p14:tracePt t="104455" x="3257550" y="2990850"/>
          <p14:tracePt t="104471" x="3257550" y="2952750"/>
          <p14:tracePt t="104488" x="3225800" y="2901950"/>
          <p14:tracePt t="104505" x="3168650" y="2844800"/>
          <p14:tracePt t="104521" x="3124200" y="2819400"/>
          <p14:tracePt t="104538" x="3041650" y="2774950"/>
          <p14:tracePt t="104554" x="2908300" y="2755900"/>
          <p14:tracePt t="104571" x="2832100" y="2743200"/>
          <p14:tracePt t="104588" x="2673350" y="2755900"/>
          <p14:tracePt t="104604" x="2495550" y="2787650"/>
          <p14:tracePt t="104620" x="2400300" y="2806700"/>
          <p14:tracePt t="104637" x="2203450" y="2895600"/>
          <p14:tracePt t="104654" x="2038350" y="3028950"/>
          <p14:tracePt t="104670" x="1968500" y="3098800"/>
          <p14:tracePt t="104687" x="1866900" y="3251200"/>
          <p14:tracePt t="104703" x="1816100" y="3371850"/>
          <p14:tracePt t="104722" x="1816100" y="3492500"/>
          <p14:tracePt t="104737" x="1835150" y="3581400"/>
          <p14:tracePt t="104753" x="1924050" y="3752850"/>
          <p14:tracePt t="104771" x="2076450" y="3867150"/>
          <p14:tracePt t="104786" x="2184400" y="3917950"/>
          <p14:tracePt t="104803" x="2317750" y="3975100"/>
          <p14:tracePt t="104820" x="2628900" y="4057650"/>
          <p14:tracePt t="104836" x="3067050" y="4051300"/>
          <p14:tracePt t="104853" x="3213100" y="4025900"/>
          <p14:tracePt t="104870" x="3422650" y="3930650"/>
          <p14:tracePt t="104886" x="3562350" y="3803650"/>
          <p14:tracePt t="104903" x="3638550" y="3619500"/>
          <p14:tracePt t="104920" x="3644900" y="3498850"/>
          <p14:tracePt t="104936" x="3619500" y="3270250"/>
          <p14:tracePt t="104953" x="3479800" y="2946400"/>
          <p14:tracePt t="104969" x="3333750" y="2762250"/>
          <p14:tracePt t="104986" x="3022600" y="2470150"/>
          <p14:tracePt t="105003" x="2692400" y="2286000"/>
          <p14:tracePt t="105019" x="2578100" y="2235200"/>
          <p14:tracePt t="105036" x="2362200" y="2203450"/>
          <p14:tracePt t="105052" x="2139950" y="2247900"/>
          <p14:tracePt t="105069" x="2044700" y="2292350"/>
          <p14:tracePt t="105086" x="1917700" y="2387600"/>
          <p14:tracePt t="105102" x="1822450" y="2495550"/>
          <p14:tracePt t="105119" x="1803400" y="2540000"/>
          <p14:tracePt t="105136" x="1784350" y="2679700"/>
          <p14:tracePt t="105152" x="1822450" y="2863850"/>
          <p14:tracePt t="105169" x="1860550" y="2946400"/>
          <p14:tracePt t="105185" x="1993900" y="3067050"/>
          <p14:tracePt t="105202" x="2082800" y="3117850"/>
          <p14:tracePt t="105219" x="2362200" y="3232150"/>
          <p14:tracePt t="105235" x="2635250" y="3321050"/>
          <p14:tracePt t="105251" x="2762250" y="3340100"/>
          <p14:tracePt t="105269" x="3041650" y="3327400"/>
          <p14:tracePt t="105285" x="3276600" y="3263900"/>
          <p14:tracePt t="105301" x="3371850" y="3200400"/>
          <p14:tracePt t="105318" x="3511550" y="3092450"/>
          <p14:tracePt t="105335" x="3587750" y="2984500"/>
          <p14:tracePt t="105351" x="3587750" y="2959100"/>
          <p14:tracePt t="105368" x="3587750" y="2927350"/>
          <p14:tracePt t="105384" x="3581400" y="2914650"/>
          <p14:tracePt t="105402" x="3549650" y="2876550"/>
          <p14:tracePt t="105418" x="3517900" y="2857500"/>
          <p14:tracePt t="105434" x="3486150" y="2832100"/>
          <p14:tracePt t="105451" x="3371850" y="2787650"/>
          <p14:tracePt t="105467" x="3200400" y="2755900"/>
          <p14:tracePt t="105484" x="3105150" y="2755900"/>
          <p14:tracePt t="105501" x="2882900" y="2768600"/>
          <p14:tracePt t="105517" x="2711450" y="2838450"/>
          <p14:tracePt t="105535" x="2641600" y="2882900"/>
          <p14:tracePt t="105550" x="2527300" y="2965450"/>
          <p14:tracePt t="105567" x="2432050" y="3086100"/>
          <p14:tracePt t="105584" x="2381250" y="3194050"/>
          <p14:tracePt t="105600" x="2374900" y="3244850"/>
          <p14:tracePt t="105617" x="2393950" y="3365500"/>
          <p14:tracePt t="105634" x="2495550" y="3517900"/>
          <p14:tracePt t="105650" x="2565400" y="3581400"/>
          <p14:tracePt t="105667" x="2635250" y="3619500"/>
          <p14:tracePt t="105684" x="2914650" y="3752850"/>
          <p14:tracePt t="105700" x="3041650" y="3778250"/>
          <p14:tracePt t="105717" x="3276600" y="3797300"/>
          <p14:tracePt t="105733" x="3378200" y="3784600"/>
          <p14:tracePt t="105750" x="3549650" y="3721100"/>
          <p14:tracePt t="105767" x="3676650" y="3613150"/>
          <p14:tracePt t="105783" x="3708400" y="3556000"/>
          <p14:tracePt t="105800" x="3721100" y="3473450"/>
          <p14:tracePt t="105816" x="3721100" y="3403600"/>
          <p14:tracePt t="105833" x="3721100" y="3384550"/>
          <p14:tracePt t="105851" x="3695700" y="3352800"/>
          <p14:tracePt t="105866" x="3676650" y="3340100"/>
          <p14:tracePt t="105883" x="3670300" y="3333750"/>
          <p14:tracePt t="105886" x="3663950" y="3333750"/>
          <p14:tracePt t="105900" x="3657600" y="3333750"/>
          <p14:tracePt t="105916" x="3644900" y="3333750"/>
          <p14:tracePt t="105936" x="3638550" y="3340100"/>
          <p14:tracePt t="105953" x="3638550" y="3346450"/>
          <p14:tracePt t="105965" x="3638550" y="3352800"/>
          <p14:tracePt t="105982" x="3638550" y="3359150"/>
          <p14:tracePt t="106000" x="3638550" y="3371850"/>
          <p14:tracePt t="106016" x="3638550" y="3384550"/>
          <p14:tracePt t="106034" x="3606800" y="3448050"/>
          <p14:tracePt t="106049" x="3575050" y="3492500"/>
          <p14:tracePt t="106067" x="3524250" y="3549650"/>
          <p14:tracePt t="106082" x="3390900" y="3708400"/>
          <p14:tracePt t="106099" x="3168650" y="3886200"/>
          <p14:tracePt t="106115" x="3060700" y="3956050"/>
          <p14:tracePt t="106132" x="2844800" y="4108450"/>
          <p14:tracePt t="106149" x="2635250" y="4235450"/>
          <p14:tracePt t="106165" x="2508250" y="4311650"/>
          <p14:tracePt t="106182" x="2120900" y="4578350"/>
          <p14:tracePt t="106198" x="2000250" y="4629150"/>
          <p14:tracePt t="106216" x="1835150" y="4743450"/>
          <p14:tracePt t="106231" x="1778000" y="4800600"/>
          <p14:tracePt t="106248" x="1651000" y="4953000"/>
          <p14:tracePt t="106265" x="1549400" y="5130800"/>
          <p14:tracePt t="106282" x="1517650" y="5213350"/>
          <p14:tracePt t="106298" x="1504950" y="5314950"/>
          <p14:tracePt t="106315" x="1504950" y="5435600"/>
          <p14:tracePt t="106331" x="1504950" y="5473700"/>
          <p14:tracePt t="106348" x="1504950" y="5549900"/>
          <p14:tracePt t="106364" x="1504950" y="5562600"/>
          <p14:tracePt t="106730" x="1422400" y="5562600"/>
          <p14:tracePt t="106736" x="1308100" y="5556250"/>
          <p14:tracePt t="106750" x="1200150" y="5556250"/>
          <p14:tracePt t="106763" x="1073150" y="5543550"/>
          <p14:tracePt t="106780" x="819150" y="5543550"/>
          <p14:tracePt t="106797" x="717550" y="5549900"/>
          <p14:tracePt t="106813" x="565150" y="5549900"/>
          <p14:tracePt t="106830" x="482600" y="5549900"/>
          <p14:tracePt t="106846" x="450850" y="5549900"/>
          <p14:tracePt t="106863" x="438150" y="5543550"/>
          <p14:tracePt t="106879" x="431800" y="5537200"/>
          <p14:tracePt t="106913" x="425450" y="5537200"/>
          <p14:tracePt t="106989" x="425450" y="5543550"/>
          <p14:tracePt t="107066" x="425450" y="5549900"/>
          <p14:tracePt t="107088" x="431800" y="5549900"/>
          <p14:tracePt t="107109" x="431800" y="5556250"/>
          <p14:tracePt t="107130" x="438150" y="5556250"/>
          <p14:tracePt t="107136" x="444500" y="5556250"/>
          <p14:tracePt t="107150" x="450850" y="5556250"/>
          <p14:tracePt t="107161" x="450850" y="5562600"/>
          <p14:tracePt t="107179" x="463550" y="5562600"/>
          <p14:tracePt t="107211" x="469900" y="5568950"/>
          <p14:tracePt t="107228" x="476250" y="5575300"/>
          <p14:tracePt t="107261" x="482600" y="5575300"/>
          <p14:tracePt t="107291" x="488950" y="5581650"/>
          <p14:tracePt t="107298" x="495300" y="5581650"/>
          <p14:tracePt t="107319" x="501650" y="5588000"/>
          <p14:tracePt t="107340" x="501650" y="5594350"/>
          <p14:tracePt t="107368" x="508000" y="5594350"/>
          <p14:tracePt t="107389" x="514350" y="5600700"/>
          <p14:tracePt t="107410" x="520700" y="5607050"/>
          <p14:tracePt t="107438" x="527050" y="5613400"/>
          <p14:tracePt t="107460" x="533400" y="5613400"/>
          <p14:tracePt t="107480" x="539750" y="5613400"/>
          <p14:tracePt t="107487" x="539750" y="5619750"/>
          <p14:tracePt t="107508" x="539750" y="5626100"/>
          <p14:tracePt t="107530" x="546100" y="5626100"/>
          <p14:tracePt t="107550" x="552450" y="5626100"/>
          <p14:tracePt t="107557" x="558800" y="5632450"/>
          <p14:tracePt t="107578" x="565150" y="5632450"/>
          <p14:tracePt t="107599" x="571500" y="5638800"/>
          <p14:tracePt t="107691" x="577850" y="5645150"/>
          <p14:tracePt t="107754" x="577850" y="5651500"/>
          <p14:tracePt t="107803" x="584200" y="5651500"/>
          <p14:tracePt t="107831" x="590550" y="5651500"/>
          <p14:tracePt t="107838" x="596900" y="5651500"/>
          <p14:tracePt t="107861" x="603250" y="5651500"/>
          <p14:tracePt t="107873" x="615950" y="5651500"/>
          <p14:tracePt t="107880" x="622300" y="5651500"/>
          <p14:tracePt t="107896" x="628650" y="5651500"/>
          <p14:tracePt t="107909" x="654050" y="5651500"/>
          <p14:tracePt t="107926" x="666750" y="5651500"/>
          <p14:tracePt t="107929" x="679450" y="5657850"/>
          <p14:tracePt t="107945" x="692150" y="5657850"/>
          <p14:tracePt t="107959" x="704850" y="5657850"/>
          <p14:tracePt t="107976" x="711200" y="5657850"/>
          <p14:tracePt t="107993" x="723900" y="5657850"/>
          <p14:tracePt t="108035" x="730250" y="5657850"/>
          <p14:tracePt t="108049" x="736600" y="5657850"/>
          <p14:tracePt t="108069" x="742950" y="5657850"/>
          <p14:tracePt t="108084" x="755650" y="5657850"/>
          <p14:tracePt t="108098" x="762000" y="5657850"/>
          <p14:tracePt t="108112" x="781050" y="5657850"/>
          <p14:tracePt t="108125" x="800100" y="5657850"/>
          <p14:tracePt t="108142" x="819150" y="5657850"/>
          <p14:tracePt t="108158" x="857250" y="5645150"/>
          <p14:tracePt t="108175" x="927100" y="5645150"/>
          <p14:tracePt t="108191" x="965200" y="5645150"/>
          <p14:tracePt t="108208" x="1035050" y="5645150"/>
          <p14:tracePt t="108225" x="1060450" y="5645150"/>
          <p14:tracePt t="108241" x="1079500" y="5645150"/>
          <p14:tracePt t="108258" x="1104900" y="5645150"/>
          <p14:tracePt t="108274" x="1117600" y="5645150"/>
          <p14:tracePt t="108399" x="1123950" y="5645150"/>
          <p14:tracePt t="108435" x="1130300" y="5645150"/>
          <p14:tracePt t="108498" x="1136650" y="5645150"/>
          <p14:tracePt t="108554" x="1143000" y="5645150"/>
          <p14:tracePt t="108582" x="1149350" y="5645150"/>
          <p14:tracePt t="108589" x="1155700" y="5645150"/>
          <p14:tracePt t="108638" x="1162050" y="5645150"/>
          <p14:tracePt t="108743" x="1155700" y="5645150"/>
          <p14:tracePt t="108771" x="1149350" y="5645150"/>
          <p14:tracePt t="109272" x="1130300" y="5645150"/>
          <p14:tracePt t="109285" x="1104900" y="5645150"/>
          <p14:tracePt t="109292" x="1073150" y="5645150"/>
          <p14:tracePt t="109307" x="1054100" y="5645150"/>
          <p14:tracePt t="109320" x="1003300" y="5638800"/>
          <p14:tracePt t="109338" x="984250" y="5632450"/>
          <p14:tracePt t="109356" x="939800" y="5619750"/>
          <p14:tracePt t="109371" x="920750" y="5619750"/>
          <p14:tracePt t="109387" x="895350" y="5613400"/>
          <p14:tracePt t="109404" x="876300" y="5600700"/>
          <p14:tracePt t="109437" x="863600" y="5600700"/>
          <p14:tracePt t="109454" x="857250" y="5600700"/>
          <p14:tracePt t="109471" x="850900" y="5600700"/>
          <p14:tracePt t="109487" x="838200" y="5600700"/>
          <p14:tracePt t="109503" x="831850" y="5594350"/>
          <p14:tracePt t="109537" x="825500" y="5594350"/>
          <p14:tracePt t="109554" x="812800" y="5594350"/>
          <p14:tracePt t="109594" x="806450" y="5600700"/>
          <p14:tracePt t="109601" x="800100" y="5600700"/>
          <p14:tracePt t="109636" x="793750" y="5600700"/>
          <p14:tracePt t="109728" x="793750" y="5607050"/>
          <p14:tracePt t="109742" x="800100" y="5607050"/>
          <p14:tracePt t="109763" x="806450" y="5607050"/>
          <p14:tracePt t="109784" x="812800" y="5607050"/>
          <p14:tracePt t="109812" x="819150" y="5607050"/>
          <p14:tracePt t="109832" x="819150" y="5600700"/>
          <p14:tracePt t="109868" x="825500" y="5600700"/>
          <p14:tracePt t="109896" x="831850" y="5594350"/>
          <p14:tracePt t="109924" x="838200" y="5594350"/>
          <p14:tracePt t="109945" x="844550" y="5594350"/>
          <p14:tracePt t="109973" x="850900" y="5594350"/>
          <p14:tracePt t="110008" x="857250" y="5594350"/>
          <p14:tracePt t="110063" x="863600" y="5594350"/>
          <p14:tracePt t="110078" x="869950" y="5594350"/>
          <p14:tracePt t="110086" x="876300" y="5594350"/>
          <p14:tracePt t="110092" x="882650" y="5588000"/>
          <p14:tracePt t="110106" x="889000" y="5588000"/>
          <p14:tracePt t="110128" x="895350" y="5588000"/>
          <p14:tracePt t="110155" x="901700" y="5588000"/>
          <p14:tracePt t="110163" x="908050" y="5588000"/>
          <p14:tracePt t="110183" x="914400" y="5588000"/>
          <p14:tracePt t="110198" x="920750" y="5588000"/>
          <p14:tracePt t="110205" x="927100" y="5588000"/>
          <p14:tracePt t="110221" x="933450" y="5588000"/>
          <p14:tracePt t="110235" x="933450" y="5581650"/>
          <p14:tracePt t="110254" x="946150" y="5581650"/>
          <p14:tracePt t="110270" x="952500" y="5581650"/>
          <p14:tracePt t="110296" x="965200" y="5581650"/>
          <p14:tracePt t="110304" x="971550" y="5581650"/>
          <p14:tracePt t="110319" x="971550" y="5575300"/>
          <p14:tracePt t="110334" x="977900" y="5575300"/>
          <p14:tracePt t="110359" x="984250" y="5575300"/>
          <p14:tracePt t="110368" x="996950" y="5568950"/>
          <p14:tracePt t="110384" x="1003300" y="5568950"/>
          <p14:tracePt t="110401" x="1028700" y="5562600"/>
          <p14:tracePt t="110417" x="1066800" y="5556250"/>
          <p14:tracePt t="110434" x="1092200" y="5549900"/>
          <p14:tracePt t="110451" x="1149350" y="5524500"/>
          <p14:tracePt t="110467" x="1212850" y="5505450"/>
          <p14:tracePt t="110483" x="1257300" y="5486400"/>
          <p14:tracePt t="110500" x="1314450" y="5473700"/>
          <p14:tracePt t="110517" x="1333500" y="5454650"/>
          <p14:tracePt t="110534" x="1397000" y="5441950"/>
          <p14:tracePt t="110550" x="1409700" y="5441950"/>
          <p14:tracePt t="110567" x="1422400" y="5435600"/>
          <p14:tracePt t="110584" x="1435100" y="5435600"/>
          <p14:tracePt t="110600" x="1447800" y="5435600"/>
          <p14:tracePt t="110640" x="1454150" y="5435600"/>
          <p14:tracePt t="110731" x="1460500" y="5435600"/>
          <p14:tracePt t="110808" x="1466850" y="5435600"/>
          <p14:tracePt t="110815" x="1473200" y="5435600"/>
          <p14:tracePt t="110837" x="1479550" y="5435600"/>
          <p14:tracePt t="110857" x="1485900" y="5441950"/>
          <p14:tracePt t="110878" x="1492250" y="5441950"/>
          <p14:tracePt t="110885" x="1498600" y="5441950"/>
          <p14:tracePt t="110901" x="1511300" y="5448300"/>
          <p14:tracePt t="110915" x="1524000" y="5448300"/>
          <p14:tracePt t="110932" x="1549400" y="5454650"/>
          <p14:tracePt t="110949" x="1574800" y="5467350"/>
          <p14:tracePt t="110965" x="1587500" y="5473700"/>
          <p14:tracePt t="110982" x="1612900" y="5486400"/>
          <p14:tracePt t="110999" x="1638300" y="5492750"/>
          <p14:tracePt t="111015" x="1651000" y="5499100"/>
          <p14:tracePt t="111032" x="1663700" y="5505450"/>
          <p14:tracePt t="111048" x="1682750" y="5511800"/>
          <p14:tracePt t="111084" x="1689100" y="5518150"/>
          <p14:tracePt t="111098" x="1695450" y="5518150"/>
          <p14:tracePt t="111130" x="1701800" y="5524500"/>
          <p14:tracePt t="111166" x="1708150" y="5530850"/>
          <p14:tracePt t="111180" x="1708150" y="5537200"/>
          <p14:tracePt t="111208" x="1708150" y="5543550"/>
          <p14:tracePt t="111229" x="1708150" y="5549900"/>
          <p14:tracePt t="111278" x="1708150" y="5556250"/>
          <p14:tracePt t="111306" x="1708150" y="5562600"/>
          <p14:tracePt t="111327" x="1708150" y="5568950"/>
          <p14:tracePt t="111348" x="1714500" y="5575300"/>
          <p14:tracePt t="111369" x="1720850" y="5581650"/>
          <p14:tracePt t="111397" x="1727200" y="5581650"/>
          <p14:tracePt t="111419" x="1733550" y="5588000"/>
          <p14:tracePt t="111440" x="1739900" y="5588000"/>
          <p14:tracePt t="111447" x="1746250" y="5588000"/>
          <p14:tracePt t="111461" x="1752600" y="5588000"/>
          <p14:tracePt t="111482" x="1758950" y="5588000"/>
          <p14:tracePt t="111488" x="1778000" y="5594350"/>
          <p14:tracePt t="111503" x="1784350" y="5594350"/>
          <p14:tracePt t="111513" x="1809750" y="5594350"/>
          <p14:tracePt t="111531" x="1841500" y="5600700"/>
          <p14:tracePt t="111546" x="1860550" y="5600700"/>
          <p14:tracePt t="111563" x="1905000" y="5607050"/>
          <p14:tracePt t="111580" x="1936750" y="5613400"/>
          <p14:tracePt t="111596" x="1955800" y="5613400"/>
          <p14:tracePt t="111613" x="1974850" y="5613400"/>
          <p14:tracePt t="111630" x="1981200" y="5613400"/>
          <p14:tracePt t="111646" x="1987550" y="5613400"/>
          <p14:tracePt t="111663" x="1993900" y="5613400"/>
          <p14:tracePt t="111679" x="2000250" y="5613400"/>
          <p14:tracePt t="111720" x="2006600" y="5613400"/>
          <p14:tracePt t="111729" x="2012950" y="5613400"/>
          <p14:tracePt t="111749" x="2019300" y="5613400"/>
          <p14:tracePt t="111769" x="2019300" y="5619750"/>
          <p14:tracePt t="111790" x="2025650" y="5619750"/>
          <p14:tracePt t="111799" x="2032000" y="5619750"/>
          <p14:tracePt t="111819" x="2044700" y="5619750"/>
          <p14:tracePt t="111832" x="2051050" y="5619750"/>
          <p14:tracePt t="111845" x="2063750" y="5619750"/>
          <p14:tracePt t="111862" x="2095500" y="5626100"/>
          <p14:tracePt t="111879" x="2108200" y="5626100"/>
          <p14:tracePt t="111896" x="2146300" y="5632450"/>
          <p14:tracePt t="111912" x="2190750" y="5632450"/>
          <p14:tracePt t="111929" x="2203450" y="5632450"/>
          <p14:tracePt t="111945" x="2235200" y="5638800"/>
          <p14:tracePt t="111962" x="2260600" y="5638800"/>
          <p14:tracePt t="111979" x="2266950" y="5638800"/>
          <p14:tracePt t="111995" x="2273300" y="5638800"/>
          <p14:tracePt t="112011" x="2286000" y="5638800"/>
          <p14:tracePt t="112029" x="2292350" y="5638800"/>
          <p14:tracePt t="112061" x="2298700" y="5638800"/>
          <p14:tracePt t="112078" x="2305050" y="5638800"/>
          <p14:tracePt t="112134" x="2311400" y="5638800"/>
          <p14:tracePt t="112140" x="2317750" y="5638800"/>
          <p14:tracePt t="112162" x="2324100" y="5638800"/>
          <p14:tracePt t="112183" x="2330450" y="5638800"/>
          <p14:tracePt t="112190" x="2336800" y="5638800"/>
          <p14:tracePt t="112219" x="2343150" y="5638800"/>
          <p14:tracePt t="112253" x="2349500" y="5638800"/>
          <p14:tracePt t="112275" x="2355850" y="5638800"/>
          <p14:tracePt t="112281" x="2362200" y="5638800"/>
          <p14:tracePt t="112294" x="2368550" y="5638800"/>
          <p14:tracePt t="112311" x="2374900" y="5638800"/>
          <p14:tracePt t="112327" x="2381250" y="5638800"/>
          <p14:tracePt t="112344" x="2400300" y="5638800"/>
          <p14:tracePt t="112360" x="2425700" y="5638800"/>
          <p14:tracePt t="112377" x="2444750" y="5638800"/>
          <p14:tracePt t="112394" x="2470150" y="5638800"/>
          <p14:tracePt t="112410" x="2482850" y="5638800"/>
          <p14:tracePt t="112427" x="2501900" y="5632450"/>
          <p14:tracePt t="112444" x="2520950" y="5632450"/>
          <p14:tracePt t="112485" x="2527300" y="5632450"/>
          <p14:tracePt t="113090" x="2552700" y="5632450"/>
          <p14:tracePt t="113104" x="2603500" y="5632450"/>
          <p14:tracePt t="113111" x="2635250" y="5632450"/>
          <p14:tracePt t="113127" x="2673350" y="5632450"/>
          <p14:tracePt t="113140" x="2724150" y="5632450"/>
          <p14:tracePt t="113158" x="2781300" y="5632450"/>
          <p14:tracePt t="113175" x="2806700" y="5632450"/>
          <p14:tracePt t="113191" x="2819400" y="5638800"/>
          <p14:tracePt t="113208" x="2825750" y="5638800"/>
          <p14:tracePt t="113245" x="2819400" y="5638800"/>
          <p14:tracePt t="113266" x="2813050" y="5638800"/>
          <p14:tracePt t="113294" x="2806700" y="5638800"/>
          <p14:tracePt t="113441" x="2806700" y="5645150"/>
          <p14:tracePt t="113596" x="2813050" y="5645150"/>
          <p14:tracePt t="113638" x="2819400" y="5645150"/>
          <p14:tracePt t="113645" x="2825750" y="5645150"/>
          <p14:tracePt t="113674" x="2832100" y="5645150"/>
          <p14:tracePt t="113708" x="2832100" y="5651500"/>
          <p14:tracePt t="113806" x="2838450" y="5651500"/>
          <p14:tracePt t="113854" x="2844800" y="5657850"/>
          <p14:tracePt t="113904" x="2851150" y="5657850"/>
          <p14:tracePt t="113932" x="2857500" y="5657850"/>
          <p14:tracePt t="113954" x="2863850" y="5657850"/>
          <p14:tracePt t="113995" x="2870200" y="5657850"/>
          <p14:tracePt t="114094" x="2876550" y="5657850"/>
          <p14:tracePt t="114115" x="2882900" y="5657850"/>
          <p14:tracePt t="114129" x="2889250" y="5651500"/>
          <p14:tracePt t="114136" x="2895600" y="5651500"/>
          <p14:tracePt t="114143" x="2901950" y="5651500"/>
          <p14:tracePt t="114157" x="2914650" y="5651500"/>
          <p14:tracePt t="114171" x="2921000" y="5651500"/>
          <p14:tracePt t="114187" x="2959100" y="5645150"/>
          <p14:tracePt t="114204" x="2978150" y="5645150"/>
          <p14:tracePt t="114221" x="3016250" y="5638800"/>
          <p14:tracePt t="114237" x="3054350" y="5632450"/>
          <p14:tracePt t="114255" x="3067050" y="5632450"/>
          <p14:tracePt t="114270" x="3079750" y="5632450"/>
          <p14:tracePt t="114287" x="3092450" y="5632450"/>
          <p14:tracePt t="114304" x="3105150" y="5638800"/>
          <p14:tracePt t="114320" x="3111500" y="5638800"/>
          <p14:tracePt t="114354" x="3124200" y="5638800"/>
          <p14:tracePt t="114387" x="3130550" y="5638800"/>
          <p14:tracePt t="114403" x="3136900" y="5638800"/>
          <p14:tracePt t="114420" x="3149600" y="5638800"/>
          <p14:tracePt t="114437" x="3155950" y="5638800"/>
          <p14:tracePt t="114454" x="3162300" y="5638800"/>
          <p14:tracePt t="114470" x="3187700" y="5638800"/>
          <p14:tracePt t="114487" x="3213100" y="5645150"/>
          <p14:tracePt t="114503" x="3225800" y="5645150"/>
          <p14:tracePt t="114520" x="3238500" y="5645150"/>
          <p14:tracePt t="114536" x="3270250" y="5645150"/>
          <p14:tracePt t="114553" x="3282950" y="5645150"/>
          <p14:tracePt t="114570" x="3295650" y="5645150"/>
          <p14:tracePt t="114586" x="3302000" y="5645150"/>
          <p14:tracePt t="114603" x="3314700" y="5645150"/>
          <p14:tracePt t="114620" x="3321050" y="5645150"/>
          <p14:tracePt t="114636" x="3327400" y="5645150"/>
          <p14:tracePt t="114652" x="3333750" y="5645150"/>
          <p14:tracePt t="114704" x="3340100" y="5645150"/>
          <p14:tracePt t="114732" x="3346450" y="5645150"/>
          <p14:tracePt t="114766" x="3352800" y="5645150"/>
          <p14:tracePt t="114802" x="3359150" y="5651500"/>
          <p14:tracePt t="114823" x="3365500" y="5651500"/>
          <p14:tracePt t="114844" x="3371850" y="5651500"/>
          <p14:tracePt t="114922" x="3378200" y="5651500"/>
          <p14:tracePt t="114957" x="3384550" y="5651500"/>
          <p14:tracePt t="114963" x="3390900" y="5651500"/>
          <p14:tracePt t="114992" x="3397250" y="5651500"/>
          <p14:tracePt t="115034" x="3403600" y="5651500"/>
          <p14:tracePt t="115069" x="3409950" y="5651500"/>
          <p14:tracePt t="115132" x="3416300" y="5651500"/>
          <p14:tracePt t="115230" x="3416300" y="5638800"/>
          <p14:tracePt t="115237" x="3409950" y="5638800"/>
          <p14:tracePt t="115258" x="3403600" y="5638800"/>
          <p14:tracePt t="115267" x="3384550" y="5638800"/>
          <p14:tracePt t="115284" x="3346450" y="5632450"/>
          <p14:tracePt t="115301" x="3213100" y="5626100"/>
          <p14:tracePt t="115317" x="3098800" y="5626100"/>
          <p14:tracePt t="115333" x="2819400" y="5626100"/>
          <p14:tracePt t="115350" x="2406650" y="5626100"/>
          <p14:tracePt t="115367" x="2171700" y="5626100"/>
          <p14:tracePt t="115384" x="1663700" y="5645150"/>
          <p14:tracePt t="115400" x="1206500" y="5689600"/>
          <p14:tracePt t="115416" x="1016000" y="5702300"/>
          <p14:tracePt t="115434" x="742950" y="5734050"/>
          <p14:tracePt t="115450" x="527050" y="5753100"/>
          <p14:tracePt t="115467" x="450850" y="5765800"/>
          <p14:tracePt t="115470" x="387350" y="5772150"/>
          <p14:tracePt t="115483" x="330200" y="5784850"/>
          <p14:tracePt t="115500" x="260350" y="5791200"/>
          <p14:tracePt t="115516" x="234950" y="5797550"/>
          <p14:tracePt t="115533" x="196850" y="5803900"/>
          <p14:tracePt t="115549" x="177800" y="5803900"/>
          <p14:tracePt t="115582" x="165100" y="5803900"/>
          <p14:tracePt t="115599" x="152400" y="5803900"/>
          <p14:tracePt t="115616" x="146050" y="5803900"/>
          <p14:tracePt t="115632" x="133350" y="5803900"/>
          <p14:tracePt t="115649" x="127000" y="5803900"/>
          <p14:tracePt t="115666" x="82550" y="5803900"/>
          <p14:tracePt t="115682" x="69850" y="5810250"/>
          <p14:tracePt t="115699" x="50800" y="5816600"/>
          <p14:tracePt t="115715" x="6350" y="5835650"/>
          <p14:tracePt t="116282" x="50800" y="5918200"/>
          <p14:tracePt t="116296" x="69850" y="5918200"/>
          <p14:tracePt t="116313" x="120650" y="5918200"/>
          <p14:tracePt t="116330" x="152400" y="5918200"/>
          <p14:tracePt t="116347" x="171450" y="5918200"/>
          <p14:tracePt t="116363" x="196850" y="5918200"/>
          <p14:tracePt t="116380" x="209550" y="5911850"/>
          <p14:tracePt t="116396" x="215900" y="5911850"/>
          <p14:tracePt t="116660" x="222250" y="5911850"/>
          <p14:tracePt t="116695" x="228600" y="5905500"/>
          <p14:tracePt t="116702" x="234950" y="5905500"/>
          <p14:tracePt t="116723" x="241300" y="5905500"/>
          <p14:tracePt t="116732" x="247650" y="5905500"/>
          <p14:tracePt t="116751" x="260350" y="5905500"/>
          <p14:tracePt t="116765" x="273050" y="5905500"/>
          <p14:tracePt t="116779" x="311150" y="5892800"/>
          <p14:tracePt t="116795" x="336550" y="5892800"/>
          <p14:tracePt t="116812" x="368300" y="5886450"/>
          <p14:tracePt t="116828" x="438150" y="5867400"/>
          <p14:tracePt t="116844" x="508000" y="5854700"/>
          <p14:tracePt t="116862" x="539750" y="5848350"/>
          <p14:tracePt t="116879" x="596900" y="5842000"/>
          <p14:tracePt t="116895" x="654050" y="5822950"/>
          <p14:tracePt t="116913" x="698500" y="5822950"/>
          <p14:tracePt t="116928" x="717550" y="5822950"/>
          <p14:tracePt t="116945" x="755650" y="5816600"/>
          <p14:tracePt t="116962" x="781050" y="5810250"/>
          <p14:tracePt t="116978" x="806450" y="5810250"/>
          <p14:tracePt t="116981" x="819150" y="5810250"/>
          <p14:tracePt t="116995" x="825500" y="5810250"/>
          <p14:tracePt t="117011" x="850900" y="5803900"/>
          <p14:tracePt t="117027" x="876300" y="5797550"/>
          <p14:tracePt t="117045" x="889000" y="5797550"/>
          <p14:tracePt t="117060" x="933450" y="5784850"/>
          <p14:tracePt t="117077" x="946150" y="5784850"/>
          <p14:tracePt t="117096" x="971550" y="5784850"/>
          <p14:tracePt t="117111" x="990600" y="5784850"/>
          <p14:tracePt t="117127" x="1016000" y="5778500"/>
          <p14:tracePt t="117145" x="1047750" y="5772150"/>
          <p14:tracePt t="117161" x="1060450" y="5765800"/>
          <p14:tracePt t="117177" x="1092200" y="5765800"/>
          <p14:tracePt t="117194" x="1117600" y="5759450"/>
          <p14:tracePt t="117211" x="1130300" y="5753100"/>
          <p14:tracePt t="117228" x="1155700" y="5753100"/>
          <p14:tracePt t="117243" x="1174750" y="5753100"/>
          <p14:tracePt t="117260" x="1187450" y="5746750"/>
          <p14:tracePt t="117277" x="1193800" y="5746750"/>
          <p14:tracePt t="117293" x="1206500" y="5746750"/>
          <p14:tracePt t="117310" x="1212850" y="5746750"/>
          <p14:tracePt t="117327" x="1219200" y="5746750"/>
          <p14:tracePt t="117343" x="1225550" y="5746750"/>
          <p14:tracePt t="117360" x="1231900" y="5746750"/>
          <p14:tracePt t="117403" x="1238250" y="5746750"/>
          <p14:tracePt t="117412" x="1244600" y="5746750"/>
          <p14:tracePt t="117432" x="1250950" y="5746750"/>
          <p14:tracePt t="117446" x="1257300" y="5746750"/>
          <p14:tracePt t="117467" x="1263650" y="5746750"/>
          <p14:tracePt t="117476" x="1270000" y="5746750"/>
          <p14:tracePt t="117496" x="1276350" y="5746750"/>
          <p14:tracePt t="117510" x="1282700" y="5746750"/>
          <p14:tracePt t="117526" x="1301750" y="5746750"/>
          <p14:tracePt t="117543" x="1327150" y="5746750"/>
          <p14:tracePt t="117559" x="1333500" y="5746750"/>
          <p14:tracePt t="117576" x="1358900" y="5746750"/>
          <p14:tracePt t="117593" x="1371600" y="5746750"/>
          <p14:tracePt t="117609" x="1377950" y="5746750"/>
          <p14:tracePt t="117626" x="1390650" y="5746750"/>
          <p14:tracePt t="117663" x="1390650" y="5740400"/>
          <p14:tracePt t="117691" x="1397000" y="5740400"/>
          <p14:tracePt t="117712" x="1403350" y="5740400"/>
          <p14:tracePt t="117733" x="1409700" y="5740400"/>
          <p14:tracePt t="117754" x="1416050" y="5740400"/>
          <p14:tracePt t="117782" x="1422400" y="5740400"/>
          <p14:tracePt t="117803" x="1428750" y="5740400"/>
          <p14:tracePt t="117824" x="1435100" y="5740400"/>
          <p14:tracePt t="117859" x="1447800" y="5740400"/>
          <p14:tracePt t="117894" x="1460500" y="5740400"/>
          <p14:tracePt t="117923" x="1466850" y="5734050"/>
          <p14:tracePt t="117943" x="1473200" y="5734050"/>
          <p14:tracePt t="117965" x="1479550" y="5734050"/>
          <p14:tracePt t="117979" x="1485900" y="5734050"/>
          <p14:tracePt t="118027" x="1492250" y="5734050"/>
          <p14:tracePt t="118049" x="1498600" y="5734050"/>
          <p14:tracePt t="118077" x="1511300" y="5734050"/>
          <p14:tracePt t="118084" x="1517650" y="5727700"/>
          <p14:tracePt t="118097" x="1524000" y="5727700"/>
          <p14:tracePt t="118112" x="1530350" y="5727700"/>
          <p14:tracePt t="118123" x="1536700" y="5727700"/>
          <p14:tracePt t="118140" x="1574800" y="5727700"/>
          <p14:tracePt t="118157" x="1612900" y="5721350"/>
          <p14:tracePt t="118174" x="1631950" y="5721350"/>
          <p14:tracePt t="118190" x="1676400" y="5715000"/>
          <p14:tracePt t="118207" x="1695450" y="5715000"/>
          <p14:tracePt t="118224" x="1727200" y="5708650"/>
          <p14:tracePt t="118240" x="1733550" y="5708650"/>
          <p14:tracePt t="118257" x="1746250" y="5702300"/>
          <p14:tracePt t="118274" x="1752600" y="5702300"/>
          <p14:tracePt t="118306" x="1758950" y="5702300"/>
          <p14:tracePt t="118329" x="1765300" y="5702300"/>
          <p14:tracePt t="118372" x="1771650" y="5702300"/>
          <p14:tracePt t="118407" x="1778000" y="5702300"/>
          <p14:tracePt t="118427" x="1784350" y="5702300"/>
          <p14:tracePt t="118456" x="1790700" y="5702300"/>
          <p14:tracePt t="118477" x="1797050" y="5702300"/>
          <p14:tracePt t="118505" x="1797050" y="5695950"/>
          <p14:tracePt t="118512" x="1803400" y="5695950"/>
          <p14:tracePt t="118540" x="1809750" y="5695950"/>
          <p14:tracePt t="118547" x="1816100" y="5695950"/>
          <p14:tracePt t="118561" x="1822450" y="5695950"/>
          <p14:tracePt t="118590" x="1828800" y="5695950"/>
          <p14:tracePt t="118596" x="1841500" y="5695950"/>
          <p14:tracePt t="118610" x="1847850" y="5695950"/>
          <p14:tracePt t="118625" x="1860550" y="5695950"/>
          <p14:tracePt t="118639" x="1873250" y="5695950"/>
          <p14:tracePt t="118655" x="1905000" y="5695950"/>
          <p14:tracePt t="118672" x="1930400" y="5695950"/>
          <p14:tracePt t="118689" x="1987550" y="5695950"/>
          <p14:tracePt t="118705" x="2038350" y="5695950"/>
          <p14:tracePt t="118722" x="2120900" y="5689600"/>
          <p14:tracePt t="118738" x="2171700" y="5689600"/>
          <p14:tracePt t="118755" x="2209800" y="5683250"/>
          <p14:tracePt t="118772" x="2292350" y="5670550"/>
          <p14:tracePt t="118788" x="2317750" y="5670550"/>
          <p14:tracePt t="118805" x="2343150" y="5664200"/>
          <p14:tracePt t="118821" x="2374900" y="5657850"/>
          <p14:tracePt t="118838" x="2381250" y="5657850"/>
          <p14:tracePt t="118855" x="2387600" y="5657850"/>
          <p14:tracePt t="118954" x="2393950" y="5657850"/>
          <p14:tracePt t="119209" x="2489200" y="5670550"/>
          <p14:tracePt t="119215" x="2622550" y="5689600"/>
          <p14:tracePt t="119230" x="2755900" y="5702300"/>
          <p14:tracePt t="119240" x="2889250" y="5721350"/>
          <p14:tracePt t="119253" x="2997200" y="5721350"/>
          <p14:tracePt t="119270" x="3086100" y="5721350"/>
          <p14:tracePt t="119287" x="3257550" y="5721350"/>
          <p14:tracePt t="119303" x="3276600" y="5715000"/>
          <p14:tracePt t="119320" x="3289300" y="5715000"/>
          <p14:tracePt t="119336" x="3295650" y="5708650"/>
          <p14:tracePt t="119377" x="3295650" y="5695950"/>
          <p14:tracePt t="119426" x="3282950" y="5695950"/>
          <p14:tracePt t="119531" x="3289300" y="5695950"/>
          <p14:tracePt t="119559" x="3302000" y="5702300"/>
          <p14:tracePt t="119573" x="3308350" y="5702300"/>
          <p14:tracePt t="119580" x="3314700" y="5708650"/>
          <p14:tracePt t="119594" x="3321050" y="5708650"/>
          <p14:tracePt t="119608" x="3333750" y="5708650"/>
          <p14:tracePt t="119618" x="3340100" y="5708650"/>
          <p14:tracePt t="119635" x="3340100" y="5715000"/>
          <p14:tracePt t="119714" x="3327400" y="5715000"/>
          <p14:tracePt t="119728" x="3314700" y="5715000"/>
          <p14:tracePt t="119737" x="3295650" y="5715000"/>
          <p14:tracePt t="119751" x="3276600" y="5715000"/>
          <p14:tracePt t="119768" x="3244850" y="5715000"/>
          <p14:tracePt t="120030" x="3276600" y="5715000"/>
          <p14:tracePt t="120037" x="3327400" y="5715000"/>
          <p14:tracePt t="120054" x="3390900" y="5715000"/>
          <p14:tracePt t="120067" x="3454400" y="5715000"/>
          <p14:tracePt t="120083" x="3587750" y="5715000"/>
          <p14:tracePt t="120101" x="3740150" y="5734050"/>
          <p14:tracePt t="120117" x="3829050" y="5734050"/>
          <p14:tracePt t="120133" x="4019550" y="5734050"/>
          <p14:tracePt t="120150" x="4184650" y="5734050"/>
          <p14:tracePt t="120167" x="4260850" y="5734050"/>
          <p14:tracePt t="120183" x="4425950" y="5734050"/>
          <p14:tracePt t="120200" x="4527550" y="5721350"/>
          <p14:tracePt t="120217" x="4616450" y="5721350"/>
          <p14:tracePt t="120234" x="4775200" y="5715000"/>
          <p14:tracePt t="120249" x="4851400" y="5702300"/>
          <p14:tracePt t="120266" x="4978400" y="5695950"/>
          <p14:tracePt t="120283" x="5048250" y="5676900"/>
          <p14:tracePt t="120300" x="5099050" y="5676900"/>
          <p14:tracePt t="120317" x="5149850" y="5670550"/>
          <p14:tracePt t="120333" x="5156200" y="5664200"/>
          <p14:tracePt t="120388" x="5143500" y="5657850"/>
          <p14:tracePt t="120395" x="5137150" y="5657850"/>
          <p14:tracePt t="120409" x="5124450" y="5657850"/>
          <p14:tracePt t="120423" x="5118100" y="5657850"/>
          <p14:tracePt t="120444" x="5111750" y="5657850"/>
          <p14:tracePt t="120458" x="5080000" y="5657850"/>
          <p14:tracePt t="120472" x="5003800" y="5664200"/>
          <p14:tracePt t="120482" x="4889500" y="5664200"/>
          <p14:tracePt t="120500" x="4476750" y="5664200"/>
          <p14:tracePt t="120516" x="4165600" y="5664200"/>
          <p14:tracePt t="120532" x="3873500" y="5683250"/>
          <p14:tracePt t="120550" x="3181350" y="5708650"/>
          <p14:tracePt t="120565" x="3067050" y="5727700"/>
          <p14:tracePt t="120582" x="2940050" y="5746750"/>
          <p14:tracePt t="120599" x="2895600" y="5765800"/>
          <p14:tracePt t="120615" x="2876550" y="5765800"/>
          <p14:tracePt t="120649" x="2863850" y="5778500"/>
          <p14:tracePt t="120682" x="2870200" y="5778500"/>
          <p14:tracePt t="120698" x="2901950" y="5778500"/>
          <p14:tracePt t="120715" x="2959100" y="5765800"/>
          <p14:tracePt t="120733" x="3028950" y="5753100"/>
          <p14:tracePt t="120749" x="3092450" y="5759450"/>
          <p14:tracePt t="120765" x="3155950" y="5759450"/>
          <p14:tracePt t="120781" x="3473450" y="5765800"/>
          <p14:tracePt t="120798" x="3587750" y="5765800"/>
          <p14:tracePt t="120815" x="3803650" y="5765800"/>
          <p14:tracePt t="120832" x="4006850" y="5765800"/>
          <p14:tracePt t="120849" x="4083050" y="5765800"/>
          <p14:tracePt t="120865" x="4216400" y="5753100"/>
          <p14:tracePt t="120881" x="4254500" y="5746750"/>
          <p14:tracePt t="120897" x="4286250" y="5740400"/>
          <p14:tracePt t="120915" x="4337050" y="5734050"/>
          <p14:tracePt t="120931" x="4349750" y="5727700"/>
          <p14:tracePt t="120948" x="4349750" y="5721350"/>
          <p14:tracePt t="120980" x="4349750" y="5715000"/>
          <p14:tracePt t="120997" x="4349750" y="5708650"/>
          <p14:tracePt t="121019" x="4343400" y="5708650"/>
          <p14:tracePt t="121034" x="4330700" y="5708650"/>
          <p14:tracePt t="121050" x="4318000" y="5708650"/>
          <p14:tracePt t="121064" x="4298950" y="5708650"/>
          <p14:tracePt t="121080" x="4203700" y="5721350"/>
          <p14:tracePt t="121097" x="4051300" y="5727700"/>
          <p14:tracePt t="121113" x="3949700" y="5727700"/>
          <p14:tracePt t="121130" x="3721100" y="5753100"/>
          <p14:tracePt t="121147" x="3505200" y="5759450"/>
          <p14:tracePt t="121164" x="3314700" y="5791200"/>
          <p14:tracePt t="121181" x="3194050" y="5810250"/>
          <p14:tracePt t="121196" x="3155950" y="5816600"/>
          <p14:tracePt t="121213" x="3092450" y="5822950"/>
          <p14:tracePt t="121230" x="3079750" y="5829300"/>
          <p14:tracePt t="121246" x="3067050" y="5829300"/>
          <p14:tracePt t="121266" x="3060700" y="5829300"/>
          <p14:tracePt t="121392" x="3060700" y="5822950"/>
          <p14:tracePt t="121405" x="3048000" y="5822950"/>
          <p14:tracePt t="121415" x="3028950" y="5816600"/>
          <p14:tracePt t="121429" x="3003550" y="5816600"/>
          <p14:tracePt t="121446" x="2933700" y="5797550"/>
          <p14:tracePt t="121462" x="2806700" y="5778500"/>
          <p14:tracePt t="121479" x="2736850" y="5772150"/>
          <p14:tracePt t="121496" x="2584450" y="5759450"/>
          <p14:tracePt t="121512" x="2438400" y="5740400"/>
          <p14:tracePt t="121528" x="2387600" y="5734050"/>
          <p14:tracePt t="121546" x="2317750" y="5734050"/>
          <p14:tracePt t="121562" x="2279650" y="5734050"/>
          <p14:tracePt t="121578" x="2273300" y="5734050"/>
          <p14:tracePt t="121596" x="2286000" y="5734050"/>
          <p14:tracePt t="121612" x="2311400" y="5734050"/>
          <p14:tracePt t="121628" x="2381250" y="5734050"/>
          <p14:tracePt t="121645" x="2520950" y="5746750"/>
          <p14:tracePt t="121661" x="2616200" y="5753100"/>
          <p14:tracePt t="121679" x="2838450" y="5765800"/>
          <p14:tracePt t="121694" x="3054350" y="5778500"/>
          <p14:tracePt t="121711" x="3143250" y="5778500"/>
          <p14:tracePt t="121729" x="3302000" y="5772150"/>
          <p14:tracePt t="121744" x="3352800" y="5772150"/>
          <p14:tracePt t="121761" x="3378200" y="5772150"/>
          <p14:tracePt t="121778" x="3429000" y="5772150"/>
          <p14:tracePt t="121794" x="3441700" y="5772150"/>
          <p14:tracePt t="121811" x="3460750" y="5772150"/>
          <p14:tracePt t="121828" x="3473450" y="5772150"/>
          <p14:tracePt t="121844" x="3486150" y="5772150"/>
          <p14:tracePt t="121862" x="3511550" y="5772150"/>
          <p14:tracePt t="121877" x="3517900" y="5772150"/>
          <p14:tracePt t="121894" x="3530600" y="5765800"/>
          <p14:tracePt t="121911" x="3549650" y="5765800"/>
          <p14:tracePt t="121927" x="3549650" y="5759450"/>
          <p14:tracePt t="121944" x="3556000" y="5759450"/>
          <p14:tracePt t="121960" x="3556000" y="5753100"/>
          <p14:tracePt t="121977" x="3556000" y="5746750"/>
          <p14:tracePt t="121997" x="3556000" y="5740400"/>
          <p14:tracePt t="122010" x="3549650" y="5734050"/>
          <p14:tracePt t="122027" x="3543300" y="5734050"/>
          <p14:tracePt t="122044" x="3511550" y="5721350"/>
          <p14:tracePt t="122060" x="3473450" y="5715000"/>
          <p14:tracePt t="122077" x="3346450" y="5664200"/>
          <p14:tracePt t="122094" x="3143250" y="5613400"/>
          <p14:tracePt t="122110" x="3009900" y="5581650"/>
          <p14:tracePt t="122127" x="2724150" y="5537200"/>
          <p14:tracePt t="122143" x="2438400" y="5518150"/>
          <p14:tracePt t="122160" x="2298700" y="5518150"/>
          <p14:tracePt t="122177" x="2038350" y="5518150"/>
          <p14:tracePt t="122193" x="1803400" y="5537200"/>
          <p14:tracePt t="122209" x="1701800" y="5562600"/>
          <p14:tracePt t="122227" x="1625600" y="5568950"/>
          <p14:tracePt t="122243" x="1504950" y="5600700"/>
          <p14:tracePt t="122260" x="1435100" y="5613400"/>
          <p14:tracePt t="122276" x="1384300" y="5619750"/>
          <p14:tracePt t="122293" x="1371600" y="5626100"/>
          <p14:tracePt t="122309" x="1365250" y="5626100"/>
          <p14:tracePt t="122326" x="1352550" y="5632450"/>
          <p14:tracePt t="122342" x="1346200" y="5638800"/>
          <p14:tracePt t="122360" x="1339850" y="5638800"/>
          <p14:tracePt t="122395" x="1339850" y="5645150"/>
          <p14:tracePt t="122416" x="1346200" y="5645150"/>
          <p14:tracePt t="122451" x="1352550" y="5645150"/>
          <p14:tracePt t="122514" x="1358900" y="5651500"/>
          <p14:tracePt t="122662" x="1352550" y="5645150"/>
          <p14:tracePt t="122788" x="1352550" y="5638800"/>
          <p14:tracePt t="122858" x="1358900" y="5638800"/>
          <p14:tracePt t="122956" x="1358900" y="5632450"/>
          <p14:tracePt t="123027" x="1365250" y="5632450"/>
          <p14:tracePt t="123097" x="1371600" y="5632450"/>
          <p14:tracePt t="123139" x="1377950" y="5626100"/>
          <p14:tracePt t="123167" x="1384300" y="5619750"/>
          <p14:tracePt t="123175" x="1390650" y="5619750"/>
          <p14:tracePt t="123188" x="1390650" y="5607050"/>
          <p14:tracePt t="123195" x="1403350" y="5600700"/>
          <p14:tracePt t="123210" x="1416050" y="5581650"/>
          <p14:tracePt t="123223" x="1441450" y="5549900"/>
          <p14:tracePt t="123239" x="1530350" y="5410200"/>
          <p14:tracePt t="123256" x="1593850" y="5314950"/>
          <p14:tracePt t="123273" x="1771650" y="4997450"/>
          <p14:tracePt t="123290" x="1955800" y="4559300"/>
          <p14:tracePt t="123307" x="2051050" y="4324350"/>
          <p14:tracePt t="123323" x="2190750" y="3873500"/>
          <p14:tracePt t="123339" x="2266950" y="3517900"/>
          <p14:tracePt t="123356" x="2311400" y="3276600"/>
          <p14:tracePt t="123372" x="2317750" y="3187700"/>
          <p14:tracePt t="123389" x="2343150" y="3022600"/>
          <p14:tracePt t="123406" x="2343150" y="2914650"/>
          <p14:tracePt t="123422" x="2343150" y="2889250"/>
          <p14:tracePt t="123439" x="2343150" y="2851150"/>
          <p14:tracePt t="123455" x="2330450" y="2768600"/>
          <p14:tracePt t="123472" x="2330450" y="2749550"/>
          <p14:tracePt t="123489" x="2324100" y="2711450"/>
          <p14:tracePt t="123506" x="2324100" y="2698750"/>
          <p14:tracePt t="123522" x="2324100" y="2686050"/>
          <p14:tracePt t="123539" x="2324100" y="2641600"/>
          <p14:tracePt t="123554" x="2324100" y="2628900"/>
          <p14:tracePt t="123572" x="2324100" y="2597150"/>
          <p14:tracePt t="123588" x="2324100" y="2571750"/>
          <p14:tracePt t="123605" x="2324100" y="2559050"/>
          <p14:tracePt t="123622" x="2324100" y="2533650"/>
          <p14:tracePt t="123639" x="2324100" y="2520950"/>
          <p14:tracePt t="123655" x="2324100" y="2514600"/>
          <p14:tracePt t="123672" x="2324100" y="2508250"/>
          <p14:tracePt t="123714" x="2324100" y="2514600"/>
          <p14:tracePt t="123735" x="2324100" y="2520950"/>
          <p14:tracePt t="123742" x="2324100" y="2527300"/>
          <p14:tracePt t="123757" x="2324100" y="2546350"/>
          <p14:tracePt t="123771" x="2336800" y="2590800"/>
          <p14:tracePt t="123788" x="2355850" y="2628900"/>
          <p14:tracePt t="123806" x="2413000" y="2832100"/>
          <p14:tracePt t="123821" x="2425700" y="2921000"/>
          <p14:tracePt t="123838" x="2444750" y="3016250"/>
          <p14:tracePt t="123855" x="2444750" y="3181350"/>
          <p14:tracePt t="123871" x="2419350" y="3321050"/>
          <p14:tracePt t="123887" x="2393950" y="3390900"/>
          <p14:tracePt t="123904" x="2317750" y="3505200"/>
          <p14:tracePt t="123920" x="2222500" y="3581400"/>
          <p14:tracePt t="123938" x="2190750" y="3606800"/>
          <p14:tracePt t="123954" x="2139950" y="3625850"/>
          <p14:tracePt t="123970" x="2114550" y="3632200"/>
          <p14:tracePt t="123988" x="2101850" y="3632200"/>
          <p14:tracePt t="124003" x="2089150" y="3625850"/>
          <p14:tracePt t="124020" x="2076450" y="3600450"/>
          <p14:tracePt t="124037" x="2063750" y="3562350"/>
          <p14:tracePt t="124054" x="2057400" y="3536950"/>
          <p14:tracePt t="124071" x="2044700" y="3486150"/>
          <p14:tracePt t="124087" x="2032000" y="3403600"/>
          <p14:tracePt t="124103" x="2032000" y="3340100"/>
          <p14:tracePt t="124120" x="2038350" y="3175000"/>
          <p14:tracePt t="124136" x="2044700" y="3086100"/>
          <p14:tracePt t="124153" x="2089150" y="2889250"/>
          <p14:tracePt t="124171" x="2139950" y="2743200"/>
          <p14:tracePt t="124186" x="2152650" y="2686050"/>
          <p14:tracePt t="124203" x="2203450" y="2622550"/>
          <p14:tracePt t="124220" x="2254250" y="2597150"/>
          <p14:tracePt t="124236" x="2286000" y="2590800"/>
          <p14:tracePt t="124253" x="2317750" y="2584450"/>
          <p14:tracePt t="124270" x="2343150" y="2590800"/>
          <p14:tracePt t="124286" x="2368550" y="2616200"/>
          <p14:tracePt t="124303" x="2381250" y="2622550"/>
          <p14:tracePt t="124319" x="2406650" y="2654300"/>
          <p14:tracePt t="124336" x="2413000" y="2673350"/>
          <p14:tracePt t="124353" x="2432050" y="2724150"/>
          <p14:tracePt t="124369" x="2444750" y="2787650"/>
          <p14:tracePt t="124385" x="2444750" y="2813050"/>
          <p14:tracePt t="124402" x="2444750" y="2901950"/>
          <p14:tracePt t="124419" x="2425700" y="2959100"/>
          <p14:tracePt t="124435" x="2368550" y="3073400"/>
          <p14:tracePt t="124452" x="2260600" y="3213100"/>
          <p14:tracePt t="124469" x="2184400" y="3270250"/>
          <p14:tracePt t="124485" x="2051050" y="3352800"/>
          <p14:tracePt t="124502" x="1924050" y="3390900"/>
          <p14:tracePt t="124518" x="1873250" y="3390900"/>
          <p14:tracePt t="124522" x="1847850" y="3384550"/>
          <p14:tracePt t="124535" x="1816100" y="3378200"/>
          <p14:tracePt t="124551" x="1790700" y="3359150"/>
          <p14:tracePt t="124568" x="1778000" y="3340100"/>
          <p14:tracePt t="124585" x="1752600" y="3302000"/>
          <p14:tracePt t="124601" x="1739900" y="3225800"/>
          <p14:tracePt t="124618" x="1739900" y="3162300"/>
          <p14:tracePt t="124634" x="1739900" y="2971800"/>
          <p14:tracePt t="124651" x="1765300" y="2717800"/>
          <p14:tracePt t="124668" x="1828800" y="2495550"/>
          <p14:tracePt t="124685" x="1847850" y="2419350"/>
          <p14:tracePt t="124701" x="1873250" y="2374900"/>
          <p14:tracePt t="124718" x="1924050" y="2324100"/>
          <p14:tracePt t="124734" x="1936750" y="2324100"/>
          <p14:tracePt t="124750" x="1943100" y="2330450"/>
          <p14:tracePt t="124767" x="1962150" y="2355850"/>
          <p14:tracePt t="124784" x="1974850" y="2393950"/>
          <p14:tracePt t="124801" x="1981200" y="2432050"/>
          <p14:tracePt t="124817" x="1987550" y="2470150"/>
          <p14:tracePt t="124834" x="2025650" y="2584450"/>
          <p14:tracePt t="124851" x="2063750" y="2774950"/>
          <p14:tracePt t="124867" x="2082800" y="2889250"/>
          <p14:tracePt t="124884" x="2082800" y="3117850"/>
          <p14:tracePt t="124901" x="2038350" y="3302000"/>
          <p14:tracePt t="124916" x="2012950" y="3371850"/>
          <p14:tracePt t="124933" x="1949450" y="3448050"/>
          <p14:tracePt t="124950" x="1898650" y="3486150"/>
          <p14:tracePt t="124967" x="1866900" y="3505200"/>
          <p14:tracePt t="124984" x="1835150" y="3505200"/>
          <p14:tracePt t="125000" x="1816100" y="3492500"/>
          <p14:tracePt t="125017" x="1803400" y="3479800"/>
          <p14:tracePt t="125021" x="1790700" y="3460750"/>
          <p14:tracePt t="125036" x="1771650" y="3435350"/>
          <p14:tracePt t="125050" x="1758950" y="3403600"/>
          <p14:tracePt t="125066" x="1727200" y="3321050"/>
          <p14:tracePt t="125083" x="1695450" y="3187700"/>
          <p14:tracePt t="125100" x="1695450" y="3111500"/>
          <p14:tracePt t="125117" x="1689100" y="2921000"/>
          <p14:tracePt t="125133" x="1689100" y="2844800"/>
          <p14:tracePt t="125150" x="1733550" y="2730500"/>
          <p14:tracePt t="125166" x="1778000" y="2667000"/>
          <p14:tracePt t="125183" x="1816100" y="2628900"/>
          <p14:tracePt t="125199" x="1841500" y="2616200"/>
          <p14:tracePt t="125216" x="1879600" y="2597150"/>
          <p14:tracePt t="125232" x="1930400" y="2584450"/>
          <p14:tracePt t="125250" x="1968500" y="2590800"/>
          <p14:tracePt t="125266" x="2032000" y="2603500"/>
          <p14:tracePt t="125282" x="2057400" y="2609850"/>
          <p14:tracePt t="125300" x="2114550" y="2641600"/>
          <p14:tracePt t="125315" x="2133600" y="2660650"/>
          <p14:tracePt t="125332" x="2165350" y="2717800"/>
          <p14:tracePt t="125349" x="2178050" y="2755900"/>
          <p14:tracePt t="125365" x="2178050" y="2806700"/>
          <p14:tracePt t="125382" x="2152650" y="2838450"/>
          <p14:tracePt t="125399" x="2089150" y="2927350"/>
          <p14:tracePt t="125415" x="1993900" y="3035300"/>
          <p14:tracePt t="125432" x="1936750" y="3073400"/>
          <p14:tracePt t="125448" x="1784350" y="3162300"/>
          <p14:tracePt t="125465" x="1638300" y="3232150"/>
          <p14:tracePt t="125482" x="1504950" y="3270250"/>
          <p14:tracePt t="125498" x="1454150" y="3270250"/>
          <p14:tracePt t="125515" x="1384300" y="3270250"/>
          <p14:tracePt t="125532" x="1339850" y="3251200"/>
          <p14:tracePt t="125548" x="1333500" y="3238500"/>
          <p14:tracePt t="125564" x="1314450" y="3206750"/>
          <p14:tracePt t="125581" x="1295400" y="3162300"/>
          <p14:tracePt t="125598" x="1282700" y="3136900"/>
          <p14:tracePt t="125615" x="1270000" y="3067050"/>
          <p14:tracePt t="125631" x="1263650" y="2984500"/>
          <p14:tracePt t="125648" x="1263650" y="2946400"/>
          <p14:tracePt t="125665" x="1263650" y="2882900"/>
          <p14:tracePt t="125681" x="1263650" y="2857500"/>
          <p14:tracePt t="125698" x="1270000" y="2825750"/>
          <p14:tracePt t="125714" x="1282700" y="2806700"/>
          <p14:tracePt t="125731" x="1289050" y="2794000"/>
          <p14:tracePt t="125748" x="1301750" y="2794000"/>
          <p14:tracePt t="125764" x="1301750" y="2787650"/>
          <p14:tracePt t="125781" x="1314450" y="2787650"/>
          <p14:tracePt t="125798" x="1327150" y="2794000"/>
          <p14:tracePt t="125830" x="1327150" y="2813050"/>
          <p14:tracePt t="125847" x="1333500" y="2825750"/>
          <p14:tracePt t="125864" x="1333500" y="2838450"/>
          <p14:tracePt t="125880" x="1339850" y="2844800"/>
          <p14:tracePt t="125897" x="1346200" y="2876550"/>
          <p14:tracePt t="125913" x="1346200" y="2952750"/>
          <p14:tracePt t="125931" x="1346200" y="3073400"/>
          <p14:tracePt t="125947" x="1346200" y="3149600"/>
          <p14:tracePt t="125963" x="1339850" y="3225800"/>
          <p14:tracePt t="125981" x="1282700" y="3448050"/>
          <p14:tracePt t="125997" x="1244600" y="3530600"/>
          <p14:tracePt t="126013" x="1206500" y="3587750"/>
          <p14:tracePt t="126017" x="1162050" y="3657600"/>
          <p14:tracePt t="126030" x="1117600" y="3702050"/>
          <p14:tracePt t="126046" x="1054100" y="3752850"/>
          <p14:tracePt t="126063" x="1028700" y="3765550"/>
          <p14:tracePt t="126080" x="1003300" y="3765550"/>
          <p14:tracePt t="126097" x="984250" y="3765550"/>
          <p14:tracePt t="126114" x="977900" y="3740150"/>
          <p14:tracePt t="126129" x="971550" y="3727450"/>
          <p14:tracePt t="126146" x="971550" y="3676650"/>
          <p14:tracePt t="126163" x="977900" y="3587750"/>
          <p14:tracePt t="126179" x="996950" y="3530600"/>
          <p14:tracePt t="126196" x="1035050" y="3397250"/>
          <p14:tracePt t="126213" x="1092200" y="3251200"/>
          <p14:tracePt t="126229" x="1123950" y="3181350"/>
          <p14:tracePt t="126246" x="1149350" y="3136900"/>
          <p14:tracePt t="126262" x="1200150" y="3060700"/>
          <p14:tracePt t="126279" x="1212850" y="3048000"/>
          <p14:tracePt t="131291" x="1200150" y="3054350"/>
          <p14:tracePt t="131304" x="1181100" y="3079750"/>
          <p14:tracePt t="131314" x="1149350" y="3092450"/>
          <p14:tracePt t="131327" x="1123950" y="3105150"/>
          <p14:tracePt t="131345" x="1092200" y="3130550"/>
          <p14:tracePt t="131362" x="1047750" y="3187700"/>
          <p14:tracePt t="131378" x="1009650" y="3232150"/>
          <p14:tracePt t="131395" x="984250" y="3282950"/>
          <p14:tracePt t="131411" x="971550" y="3308350"/>
          <p14:tracePt t="131428" x="933450" y="3371850"/>
          <p14:tracePt t="131445" x="914400" y="3422650"/>
          <p14:tracePt t="131461" x="895350" y="3454400"/>
          <p14:tracePt t="131478" x="869950" y="3498850"/>
          <p14:tracePt t="131494" x="850900" y="3517900"/>
          <p14:tracePt t="131511" x="844550" y="3524250"/>
          <p14:tracePt t="131528" x="838200" y="3530600"/>
          <p14:tracePt t="131544" x="831850" y="3530600"/>
          <p14:tracePt t="131578" x="825500" y="3530600"/>
          <p14:tracePt t="131594" x="825500" y="3524250"/>
          <p14:tracePt t="131610" x="819150" y="3517900"/>
          <p14:tracePt t="131627" x="819150" y="3511550"/>
          <p14:tracePt t="131644" x="819150" y="3505200"/>
          <p14:tracePt t="131660" x="812800" y="3486150"/>
          <p14:tracePt t="131677" x="806450" y="3473450"/>
          <p14:tracePt t="131693" x="793750" y="3460750"/>
          <p14:tracePt t="131711" x="749300" y="3378200"/>
          <p14:tracePt t="131726" x="730250" y="3321050"/>
          <p14:tracePt t="131743" x="698500" y="3270250"/>
          <p14:tracePt t="131761" x="654050" y="3130550"/>
          <p14:tracePt t="131776" x="590550" y="2971800"/>
          <p14:tracePt t="131793" x="571500" y="2908300"/>
          <p14:tracePt t="131810" x="546100" y="2749550"/>
          <p14:tracePt t="131827" x="514350" y="2641600"/>
          <p14:tracePt t="131843" x="514350" y="2590800"/>
          <p14:tracePt t="131860" x="501650" y="2527300"/>
          <p14:tracePt t="131876" x="501650" y="2463800"/>
          <p14:tracePt t="131893" x="501650" y="2413000"/>
          <p14:tracePt t="131909" x="501650" y="2381250"/>
          <p14:tracePt t="131926" x="508000" y="2355850"/>
          <p14:tracePt t="131943" x="533400" y="2266950"/>
          <p14:tracePt t="131959" x="539750" y="2247900"/>
          <p14:tracePt t="131976" x="546100" y="2222500"/>
          <p14:tracePt t="131992" x="565150" y="2190750"/>
          <p14:tracePt t="132009" x="590550" y="2159000"/>
          <p14:tracePt t="132026" x="603250" y="2139950"/>
          <p14:tracePt t="132042" x="609600" y="2133600"/>
          <p14:tracePt t="132059" x="628650" y="2120900"/>
          <p14:tracePt t="132077" x="635000" y="2120900"/>
          <p14:tracePt t="132092" x="641350" y="2120900"/>
          <p14:tracePt t="132112" x="641350" y="2127250"/>
          <p14:tracePt t="132128" x="647700" y="2127250"/>
          <p14:tracePt t="132142" x="654050" y="2127250"/>
          <p14:tracePt t="132785" x="654050" y="2133600"/>
          <p14:tracePt t="132799" x="654050" y="2139950"/>
          <p14:tracePt t="132806" x="647700" y="2146300"/>
          <p14:tracePt t="132819" x="647700" y="2159000"/>
          <p14:tracePt t="132826" x="647700" y="2165350"/>
          <p14:tracePt t="132840" x="647700" y="2171700"/>
          <p14:tracePt t="132856" x="647700" y="2190750"/>
          <p14:tracePt t="132873" x="647700" y="2209800"/>
          <p14:tracePt t="132890" x="660400" y="2241550"/>
          <p14:tracePt t="132906" x="685800" y="2273300"/>
          <p14:tracePt t="132923" x="711200" y="2292350"/>
          <p14:tracePt t="132939" x="768350" y="2349500"/>
          <p14:tracePt t="132956" x="800100" y="2400300"/>
          <p14:tracePt t="132973" x="889000" y="2514600"/>
          <p14:tracePt t="132989" x="984250" y="2616200"/>
          <p14:tracePt t="133006" x="1022350" y="2667000"/>
          <p14:tracePt t="133023" x="1092200" y="2743200"/>
          <p14:tracePt t="133039" x="1143000" y="2787650"/>
          <p14:tracePt t="133055" x="1155700" y="2806700"/>
          <p14:tracePt t="133072" x="1162050" y="2813050"/>
          <p14:tracePt t="133089" x="1162050" y="2819400"/>
          <p14:tracePt t="133129" x="1162050" y="2825750"/>
          <p14:tracePt t="133206" x="1155700" y="2825750"/>
          <p14:tracePt t="133227" x="1155700" y="2819400"/>
          <p14:tracePt t="133262" x="1155700" y="2813050"/>
          <p14:tracePt t="133276" x="1149350" y="2806700"/>
          <p14:tracePt t="133290" x="1149350" y="2794000"/>
          <p14:tracePt t="133296" x="1143000" y="2781300"/>
          <p14:tracePt t="133311" x="1130300" y="2749550"/>
          <p14:tracePt t="133321" x="1111250" y="2730500"/>
          <p14:tracePt t="133338" x="1060450" y="2641600"/>
          <p14:tracePt t="133354" x="1035050" y="2597150"/>
          <p14:tracePt t="133371" x="958850" y="2495550"/>
          <p14:tracePt t="133388" x="889000" y="2413000"/>
          <p14:tracePt t="133404" x="850900" y="2368550"/>
          <p14:tracePt t="133420" x="793750" y="2311400"/>
          <p14:tracePt t="133437" x="749300" y="2266950"/>
          <p14:tracePt t="133454" x="736600" y="2260600"/>
          <p14:tracePt t="133471" x="717550" y="2254250"/>
          <p14:tracePt t="133487" x="711200" y="2247900"/>
          <p14:tracePt t="133522" x="704850" y="2260600"/>
          <p14:tracePt t="133537" x="704850" y="2266950"/>
          <p14:tracePt t="133554" x="704850" y="2273300"/>
          <p14:tracePt t="133571" x="698500" y="2298700"/>
          <p14:tracePt t="133587" x="698500" y="2336800"/>
          <p14:tracePt t="133604" x="692150" y="2463800"/>
          <p14:tracePt t="133620" x="692150" y="2667000"/>
          <p14:tracePt t="133637" x="692150" y="2794000"/>
          <p14:tracePt t="133654" x="692150" y="3048000"/>
          <p14:tracePt t="133670" x="723900" y="3276600"/>
          <p14:tracePt t="133687" x="736600" y="3352800"/>
          <p14:tracePt t="133704" x="774700" y="3454400"/>
          <p14:tracePt t="133720" x="800100" y="3505200"/>
          <p14:tracePt t="133736" x="806450" y="3511550"/>
          <p14:tracePt t="133754" x="825500" y="3517900"/>
          <p14:tracePt t="133770" x="838200" y="3517900"/>
          <p14:tracePt t="133786" x="844550" y="3517900"/>
          <p14:tracePt t="133803" x="850900" y="3505200"/>
          <p14:tracePt t="133820" x="863600" y="3492500"/>
          <p14:tracePt t="133838" x="882650" y="3448050"/>
          <p14:tracePt t="133853" x="895350" y="3403600"/>
          <p14:tracePt t="133869" x="901700" y="3340100"/>
          <p14:tracePt t="133886" x="933450" y="3168650"/>
          <p14:tracePt t="133903" x="965200" y="2978150"/>
          <p14:tracePt t="133919" x="971550" y="2876550"/>
          <p14:tracePt t="133936" x="990600" y="2698750"/>
          <p14:tracePt t="133952" x="1022350" y="2514600"/>
          <p14:tracePt t="133970" x="1022350" y="2451100"/>
          <p14:tracePt t="133985" x="1035050" y="2343150"/>
          <p14:tracePt t="134002" x="1041400" y="2273300"/>
          <p14:tracePt t="134020" x="1035050" y="2235200"/>
          <p14:tracePt t="134036" x="1035050" y="2222500"/>
          <p14:tracePt t="134052" x="1028700" y="2209800"/>
          <p14:tracePt t="134069" x="1022350" y="2209800"/>
          <p14:tracePt t="134085" x="1016000" y="2209800"/>
          <p14:tracePt t="134111" x="1016000" y="2216150"/>
          <p14:tracePt t="134132" x="1016000" y="2222500"/>
          <p14:tracePt t="134139" x="1016000" y="2228850"/>
          <p14:tracePt t="134181" x="1016000" y="2235200"/>
          <p14:tracePt t="134208" x="1009650" y="2241550"/>
          <p14:tracePt t="134222" x="1003300" y="2241550"/>
          <p14:tracePt t="134236" x="996950" y="2241550"/>
          <p14:tracePt t="134251" x="990600" y="2241550"/>
          <p14:tracePt t="134257" x="984250" y="2241550"/>
          <p14:tracePt t="134272" x="977900" y="2241550"/>
          <p14:tracePt t="134285" x="971550" y="2235200"/>
          <p14:tracePt t="134302" x="958850" y="2222500"/>
          <p14:tracePt t="134318" x="939800" y="2209800"/>
          <p14:tracePt t="134335" x="914400" y="2165350"/>
          <p14:tracePt t="134351" x="869950" y="2089150"/>
          <p14:tracePt t="134368" x="863600" y="2051050"/>
          <p14:tracePt t="134384" x="844550" y="1955800"/>
          <p14:tracePt t="134401" x="850900" y="1885950"/>
          <p14:tracePt t="134417" x="863600" y="1854200"/>
          <p14:tracePt t="134434" x="901700" y="1809750"/>
          <p14:tracePt t="134451" x="920750" y="1784350"/>
          <p14:tracePt t="134468" x="996950" y="1752600"/>
          <p14:tracePt t="134484" x="1066800" y="1739900"/>
          <p14:tracePt t="134500" x="1111250" y="1727200"/>
          <p14:tracePt t="134518" x="1174750" y="1727200"/>
          <p14:tracePt t="134534" x="1225550" y="1720850"/>
          <p14:tracePt t="134551" x="1257300" y="1720850"/>
          <p14:tracePt t="134567" x="1289050" y="1720850"/>
          <p14:tracePt t="134584" x="1320800" y="1720850"/>
          <p14:tracePt t="134600" x="1327150" y="1720850"/>
          <p14:tracePt t="134616" x="1333500" y="1720850"/>
          <p14:tracePt t="134672" x="1333500" y="1727200"/>
          <p14:tracePt t="134693" x="1333500" y="1733550"/>
          <p14:tracePt t="134701" x="1327150" y="1733550"/>
          <p14:tracePt t="134714" x="1327150" y="1739900"/>
          <p14:tracePt t="134721" x="1320800" y="1739900"/>
          <p14:tracePt t="134736" x="1314450" y="1746250"/>
          <p14:tracePt t="134750" x="1295400" y="1771650"/>
          <p14:tracePt t="134766" x="1276350" y="1797050"/>
          <p14:tracePt t="134783" x="1250950" y="1828800"/>
          <p14:tracePt t="134799" x="1123950" y="2025650"/>
          <p14:tracePt t="134816" x="1073150" y="2108200"/>
          <p14:tracePt t="134833" x="971550" y="2260600"/>
          <p14:tracePt t="134849" x="927100" y="2336800"/>
          <p14:tracePt t="134866" x="857250" y="2489200"/>
          <p14:tracePt t="134883" x="819150" y="2609850"/>
          <p14:tracePt t="134899" x="812800" y="2647950"/>
          <p14:tracePt t="134916" x="812800" y="2705100"/>
          <p14:tracePt t="134932" x="812800" y="2743200"/>
          <p14:tracePt t="134966" x="819150" y="2762250"/>
          <p14:tracePt t="134982" x="838200" y="2768600"/>
          <p14:tracePt t="134999" x="838200" y="2774950"/>
          <p14:tracePt t="135016" x="863600" y="2774950"/>
          <p14:tracePt t="135032" x="882650" y="2774950"/>
          <p14:tracePt t="135049" x="895350" y="2774950"/>
          <p14:tracePt t="135066" x="920750" y="2774950"/>
          <p14:tracePt t="135082" x="939800" y="2768600"/>
          <p14:tracePt t="135099" x="984250" y="2762250"/>
          <p14:tracePt t="135103" x="1009650" y="2755900"/>
          <p14:tracePt t="135115" x="1028700" y="2743200"/>
          <p14:tracePt t="135131" x="1060450" y="2743200"/>
          <p14:tracePt t="135149" x="1130300" y="2730500"/>
          <p14:tracePt t="135165" x="1200150" y="2724150"/>
          <p14:tracePt t="135181" x="1219200" y="2724150"/>
          <p14:tracePt t="135198" x="1250950" y="2730500"/>
          <p14:tracePt t="135215" x="1270000" y="2749550"/>
          <p14:tracePt t="135231" x="1276350" y="2762250"/>
          <p14:tracePt t="135248" x="1282700" y="2787650"/>
          <p14:tracePt t="135264" x="1282700" y="2813050"/>
          <p14:tracePt t="135282" x="1276350" y="2844800"/>
          <p14:tracePt t="135298" x="1270000" y="2889250"/>
          <p14:tracePt t="135315" x="1257300" y="2914650"/>
          <p14:tracePt t="135331" x="1219200" y="2984500"/>
          <p14:tracePt t="135348" x="1187450" y="3028950"/>
          <p14:tracePt t="135364" x="1098550" y="3098800"/>
          <p14:tracePt t="135381" x="996950" y="3155950"/>
          <p14:tracePt t="135398" x="889000" y="3194050"/>
          <p14:tracePt t="135414" x="831850" y="3200400"/>
          <p14:tracePt t="135431" x="755650" y="3200400"/>
          <p14:tracePt t="135448" x="698500" y="3175000"/>
          <p14:tracePt t="135464" x="679450" y="3162300"/>
          <p14:tracePt t="135480" x="641350" y="3117850"/>
          <p14:tracePt t="135497" x="603250" y="3067050"/>
          <p14:tracePt t="135514" x="596900" y="3022600"/>
          <p14:tracePt t="135531" x="590550" y="2971800"/>
          <p14:tracePt t="135547" x="622300" y="2794000"/>
          <p14:tracePt t="135563" x="647700" y="2730500"/>
          <p14:tracePt t="135581" x="723900" y="2635250"/>
          <p14:tracePt t="135597" x="768350" y="2603500"/>
          <p14:tracePt t="135613" x="869950" y="2552700"/>
          <p14:tracePt t="135630" x="971550" y="2540000"/>
          <p14:tracePt t="135646" x="1028700" y="2540000"/>
          <p14:tracePt t="135663" x="1085850" y="2565400"/>
          <p14:tracePt t="135680" x="1136650" y="2616200"/>
          <p14:tracePt t="135696" x="1143000" y="2641600"/>
          <p14:tracePt t="135714" x="1155700" y="2686050"/>
          <p14:tracePt t="135729" x="1155700" y="2736850"/>
          <p14:tracePt t="135746" x="1155700" y="2768600"/>
          <p14:tracePt t="135763" x="1149350" y="2825750"/>
          <p14:tracePt t="135779" x="1111250" y="2901950"/>
          <p14:tracePt t="135796" x="1085850" y="2933700"/>
          <p14:tracePt t="135813" x="1028700" y="3009900"/>
          <p14:tracePt t="135829" x="990600" y="3048000"/>
          <p14:tracePt t="135846" x="927100" y="3079750"/>
          <p14:tracePt t="135863" x="901700" y="3086100"/>
          <p14:tracePt t="135879" x="889000" y="3086100"/>
          <p14:tracePt t="135896" x="863600" y="3041650"/>
          <p14:tracePt t="135912" x="857250" y="3028950"/>
          <p14:tracePt t="135929" x="857250" y="3016250"/>
          <p14:tracePt t="135946" x="850900" y="2978150"/>
          <p14:tracePt t="135962" x="857250" y="2946400"/>
          <p14:tracePt t="135979" x="876300" y="2914650"/>
          <p14:tracePt t="135995" x="908050" y="2876550"/>
          <p14:tracePt t="136011" x="965200" y="2838450"/>
          <p14:tracePt t="136029" x="1003300" y="2825750"/>
          <p14:tracePt t="136045" x="1066800" y="2800350"/>
          <p14:tracePt t="136062" x="1143000" y="2755900"/>
          <p14:tracePt t="136079" x="1206500" y="2717800"/>
          <p14:tracePt t="136095" x="1231900" y="2692400"/>
          <p14:tracePt t="136099" x="1250950" y="2679700"/>
          <p14:tracePt t="136115" x="1276350" y="2647950"/>
          <p14:tracePt t="136129" x="1301750" y="2609850"/>
          <p14:tracePt t="136144" x="1314450" y="2590800"/>
          <p14:tracePt t="136161" x="1320800" y="2571750"/>
          <p14:tracePt t="136178" x="1327150" y="2546350"/>
          <p14:tracePt t="136195" x="1339850" y="2533650"/>
          <p14:tracePt t="136213" x="1346200" y="2533650"/>
          <p14:tracePt t="136244" x="1358900" y="2533650"/>
          <p14:tracePt t="136261" x="1377950" y="2533650"/>
          <p14:tracePt t="136278" x="1397000" y="2540000"/>
          <p14:tracePt t="136294" x="1441450" y="2559050"/>
          <p14:tracePt t="136311" x="1517650" y="2571750"/>
          <p14:tracePt t="136327" x="1568450" y="2590800"/>
          <p14:tracePt t="136344" x="1676400" y="2616200"/>
          <p14:tracePt t="136360" x="1771650" y="2635250"/>
          <p14:tracePt t="136377" x="1816100" y="2647950"/>
          <p14:tracePt t="136395" x="1847850" y="2654300"/>
          <p14:tracePt t="136411" x="1854200" y="2660650"/>
          <p14:tracePt t="136465" x="1847850" y="2667000"/>
          <p14:tracePt t="136471" x="1835150" y="2673350"/>
          <p14:tracePt t="136480" x="1809750" y="2679700"/>
          <p14:tracePt t="136494" x="1778000" y="2698750"/>
          <p14:tracePt t="136511" x="1708150" y="2717800"/>
          <p14:tracePt t="136528" x="1536700" y="2774950"/>
          <p14:tracePt t="136543" x="1339850" y="2863850"/>
          <p14:tracePt t="136560" x="1231900" y="2901950"/>
          <p14:tracePt t="136577" x="1085850" y="2971800"/>
          <p14:tracePt t="136593" x="996950" y="3022600"/>
          <p14:tracePt t="136610" x="984250" y="3041650"/>
          <p14:tracePt t="136613" x="958850" y="3048000"/>
          <p14:tracePt t="136627" x="952500" y="3060700"/>
          <p14:tracePt t="136644" x="952500" y="3067050"/>
          <p14:tracePt t="136661" x="965200" y="3073400"/>
          <p14:tracePt t="136676" x="977900" y="3073400"/>
          <p14:tracePt t="136693" x="1003300" y="3073400"/>
          <p14:tracePt t="136711" x="1035050" y="3079750"/>
          <p14:tracePt t="136726" x="1054100" y="3079750"/>
          <p14:tracePt t="136743" x="1085850" y="3079750"/>
          <p14:tracePt t="136759" x="1181100" y="3079750"/>
          <p14:tracePt t="136776" x="1219200" y="3079750"/>
          <p14:tracePt t="136793" x="1238250" y="3092450"/>
          <p14:tracePt t="136810" x="1276350" y="3092450"/>
          <p14:tracePt t="136826" x="1289050" y="3092450"/>
          <p14:tracePt t="136844" x="1289050" y="3098800"/>
          <p14:tracePt t="136860" x="1282700" y="3098800"/>
          <p14:tracePt t="136875" x="1282700" y="3105150"/>
          <p14:tracePt t="136893" x="1270000" y="3111500"/>
          <p14:tracePt t="136909" x="1250950" y="3124200"/>
          <p14:tracePt t="136926" x="1212850" y="3143250"/>
          <p14:tracePt t="136942" x="1168400" y="3187700"/>
          <p14:tracePt t="136959" x="1149350" y="3219450"/>
          <p14:tracePt t="136977" x="1098550" y="3276600"/>
          <p14:tracePt t="136991" x="1060450" y="3327400"/>
          <p14:tracePt t="137008" x="1047750" y="3340100"/>
          <p14:tracePt t="137026" x="1041400" y="3365500"/>
          <p14:tracePt t="137042" x="1054100" y="3384550"/>
          <p14:tracePt t="137060" x="1085850" y="3390900"/>
          <p14:tracePt t="137075" x="1117600" y="3403600"/>
          <p14:tracePt t="137091" x="1168400" y="3409950"/>
          <p14:tracePt t="137108" x="1276350" y="3429000"/>
          <p14:tracePt t="137125" x="1397000" y="3435350"/>
          <p14:tracePt t="137142" x="1447800" y="3435350"/>
          <p14:tracePt t="137159" x="1517650" y="3454400"/>
          <p14:tracePt t="137175" x="1536700" y="3460750"/>
          <p14:tracePt t="137191" x="1549400" y="3467100"/>
          <p14:tracePt t="137208" x="1555750" y="3473450"/>
          <p14:tracePt t="137224" x="1555750" y="3479800"/>
          <p14:tracePt t="137244" x="1555750" y="3492500"/>
          <p14:tracePt t="137264" x="1555750" y="3498850"/>
          <p14:tracePt t="137286" x="1555750" y="3505200"/>
          <p14:tracePt t="137294" x="1555750" y="3511550"/>
          <p14:tracePt t="137308" x="1555750" y="3517900"/>
          <p14:tracePt t="137324" x="1568450" y="3524250"/>
          <p14:tracePt t="137341" x="1574800" y="3530600"/>
          <p14:tracePt t="137357" x="1587500" y="3536950"/>
          <p14:tracePt t="137374" x="1587500" y="3543300"/>
          <p14:tracePt t="137391" x="1612900" y="3562350"/>
          <p14:tracePt t="137407" x="1619250" y="3562350"/>
          <p14:tracePt t="137440" x="1625600" y="3562350"/>
          <p14:tracePt t="137460" x="1625600" y="3556000"/>
          <p14:tracePt t="137482" x="1625600" y="3549650"/>
          <p14:tracePt t="137496" x="1625600" y="3543300"/>
          <p14:tracePt t="137506" x="1625600" y="3530600"/>
          <p14:tracePt t="137524" x="1600200" y="3479800"/>
          <p14:tracePt t="137540" x="1587500" y="3441700"/>
          <p14:tracePt t="137556" x="1530350" y="3340100"/>
          <p14:tracePt t="137574" x="1473200" y="3225800"/>
          <p14:tracePt t="137590" x="1454150" y="3162300"/>
          <p14:tracePt t="137606" x="1428750" y="3060700"/>
          <p14:tracePt t="137623" x="1409700" y="2978150"/>
          <p14:tracePt t="137639" x="1409700" y="2952750"/>
          <p14:tracePt t="137658" x="1416050" y="2908300"/>
          <p14:tracePt t="137672" x="1416050" y="2882900"/>
          <p14:tracePt t="137690" x="1422400" y="2882900"/>
          <p14:tracePt t="137707" x="1428750" y="2876550"/>
          <p14:tracePt t="137723" x="1435100" y="2876550"/>
          <p14:tracePt t="137757" x="1441450" y="2876550"/>
          <p14:tracePt t="137875" x="1435100" y="2876550"/>
          <p14:tracePt t="137923" x="1428750" y="2876550"/>
          <p14:tracePt t="137944" x="1422400" y="2876550"/>
          <p14:tracePt t="137987" x="1416050" y="2882900"/>
          <p14:tracePt t="137994" x="1409700" y="2882900"/>
          <p14:tracePt t="138008" x="1403350" y="2889250"/>
          <p14:tracePt t="138022" x="1371600" y="2914650"/>
          <p14:tracePt t="138038" x="1346200" y="2933700"/>
          <p14:tracePt t="138055" x="1327150" y="2952750"/>
          <p14:tracePt t="138072" x="1263650" y="3003550"/>
          <p14:tracePt t="138088" x="1193800" y="3073400"/>
          <p14:tracePt t="138105" x="1168400" y="3092450"/>
          <p14:tracePt t="138121" x="1123950" y="3136900"/>
          <p14:tracePt t="138138" x="1098550" y="3155950"/>
          <p14:tracePt t="138155" x="1092200" y="3168650"/>
          <p14:tracePt t="138187" x="1104900" y="3168650"/>
          <p14:tracePt t="138205" x="1130300" y="3149600"/>
          <p14:tracePt t="138221" x="1149350" y="3136900"/>
          <p14:tracePt t="138237" x="1219200" y="3073400"/>
          <p14:tracePt t="138254" x="1320800" y="2978150"/>
          <p14:tracePt t="138270" x="1371600" y="2933700"/>
          <p14:tracePt t="138288" x="1416050" y="2895600"/>
          <p14:tracePt t="138304" x="1543050" y="2781300"/>
          <p14:tracePt t="138320" x="1568450" y="2749550"/>
          <p14:tracePt t="138338" x="1593850" y="2717800"/>
          <p14:tracePt t="138354" x="1600200" y="2711450"/>
          <p14:tracePt t="138390" x="1593850" y="2717800"/>
          <p14:tracePt t="138403" x="1587500" y="2724150"/>
          <p14:tracePt t="138420" x="1587500" y="2743200"/>
          <p14:tracePt t="138437" x="1574800" y="2749550"/>
          <p14:tracePt t="138453" x="1562100" y="2762250"/>
          <p14:tracePt t="138471" x="1517650" y="2800350"/>
          <p14:tracePt t="138486" x="1428750" y="2863850"/>
          <p14:tracePt t="138503" x="1384300" y="2889250"/>
          <p14:tracePt t="138521" x="1270000" y="2959100"/>
          <p14:tracePt t="138536" x="1206500" y="3009900"/>
          <p14:tracePt t="138553" x="1174750" y="3028950"/>
          <p14:tracePt t="138570" x="1143000" y="3048000"/>
          <p14:tracePt t="138586" x="1136650" y="3060700"/>
          <p14:tracePt t="138603" x="1130300" y="3060700"/>
          <p14:tracePt t="138620" x="1130300" y="3067050"/>
          <p14:tracePt t="138636" x="1123950" y="3067050"/>
          <p14:tracePt t="138717" x="1130300" y="3060700"/>
          <p14:tracePt t="138738" x="1136650" y="3060700"/>
          <p14:tracePt t="138779" x="1136650" y="3054350"/>
          <p14:tracePt t="139228" x="1136650" y="3060700"/>
          <p14:tracePt t="139235" x="1136650" y="3092450"/>
          <p14:tracePt t="139248" x="1136650" y="3111500"/>
          <p14:tracePt t="139255" x="1130300" y="3143250"/>
          <p14:tracePt t="139271" x="1123950" y="3181350"/>
          <p14:tracePt t="139284" x="1111250" y="3238500"/>
          <p14:tracePt t="139300" x="1085850" y="3346450"/>
          <p14:tracePt t="139318" x="1066800" y="3397250"/>
          <p14:tracePt t="139334" x="1022350" y="3536950"/>
          <p14:tracePt t="139350" x="958850" y="3695700"/>
          <p14:tracePt t="139368" x="933450" y="3771900"/>
          <p14:tracePt t="139383" x="869950" y="3943350"/>
          <p14:tracePt t="139400" x="806450" y="4121150"/>
          <p14:tracePt t="139418" x="749300" y="4292600"/>
          <p14:tracePt t="139433" x="730250" y="4356100"/>
          <p14:tracePt t="139450" x="685800" y="4527550"/>
          <p14:tracePt t="139467" x="635000" y="4711700"/>
          <p14:tracePt t="139483" x="615950" y="4787900"/>
          <p14:tracePt t="139500" x="590550" y="4921250"/>
          <p14:tracePt t="139517" x="571500" y="5003800"/>
          <p14:tracePt t="139533" x="565150" y="5035550"/>
          <p14:tracePt t="139550" x="552450" y="5099050"/>
          <p14:tracePt t="139566" x="520700" y="5213350"/>
          <p14:tracePt t="139583" x="514350" y="5264150"/>
          <p14:tracePt t="139601" x="495300" y="5372100"/>
          <p14:tracePt t="139617" x="495300" y="5410200"/>
          <p14:tracePt t="139633" x="488950" y="5461000"/>
          <p14:tracePt t="139636" x="482600" y="5480050"/>
          <p14:tracePt t="139652" x="482600" y="5492750"/>
          <p14:tracePt t="139666" x="482600" y="5499100"/>
          <p14:tracePt t="139683" x="482600" y="5511800"/>
          <p14:tracePt t="139719" x="488950" y="5511800"/>
          <p14:tracePt t="139888" x="488950" y="5518150"/>
          <p14:tracePt t="139916" x="488950" y="5524500"/>
          <p14:tracePt t="139937" x="488950" y="5530850"/>
          <p14:tracePt t="139972" x="488950" y="5537200"/>
          <p14:tracePt t="140007" x="482600" y="5537200"/>
          <p14:tracePt t="140056" x="476250" y="5543550"/>
          <p14:tracePt t="140091" x="469900" y="5543550"/>
          <p14:tracePt t="140119" x="463550" y="5549900"/>
          <p14:tracePt t="140126" x="457200" y="5549900"/>
          <p14:tracePt t="140175" x="450850" y="5549900"/>
          <p14:tracePt t="140196" x="444500" y="5549900"/>
          <p14:tracePt t="140231" x="438150" y="5556250"/>
          <p14:tracePt t="140238" x="431800" y="5556250"/>
          <p14:tracePt t="140260" x="425450" y="5556250"/>
          <p14:tracePt t="140287" x="419100" y="5556250"/>
          <p14:tracePt t="140358" x="412750" y="5556250"/>
          <p14:tracePt t="140393" x="406400" y="5562600"/>
          <p14:tracePt t="140442" x="406400" y="5568950"/>
          <p14:tracePt t="140448" x="412750" y="5568950"/>
          <p14:tracePt t="140498" x="419100" y="5568950"/>
          <p14:tracePt t="140519" x="425450" y="5575300"/>
          <p14:tracePt t="140540" x="431800" y="5575300"/>
          <p14:tracePt t="140568" x="438150" y="5575300"/>
          <p14:tracePt t="140589" x="444500" y="5575300"/>
          <p14:tracePt t="140610" x="450850" y="5575300"/>
          <p14:tracePt t="140687" x="457200" y="5575300"/>
          <p14:tracePt t="140708" x="463550" y="5575300"/>
          <p14:tracePt t="140730" x="469900" y="5575300"/>
          <p14:tracePt t="140750" x="476250" y="5581650"/>
          <p14:tracePt t="140758" x="482600" y="5581650"/>
          <p14:tracePt t="140793" x="488950" y="5581650"/>
          <p14:tracePt t="140863" x="495300" y="5581650"/>
          <p14:tracePt t="140912" x="501650" y="5581650"/>
          <p14:tracePt t="140961" x="508000" y="5581650"/>
          <p14:tracePt t="141024" x="514350" y="5581650"/>
          <p14:tracePt t="141059" x="520700" y="5581650"/>
          <p14:tracePt t="141129" x="527050" y="5581650"/>
          <p14:tracePt t="141171" x="533400" y="5581650"/>
          <p14:tracePt t="141199" x="539750" y="5581650"/>
          <p14:tracePt t="141270" x="539750" y="5575300"/>
          <p14:tracePt t="141361" x="546100" y="5575300"/>
          <p14:tracePt t="141431" x="552450" y="5568950"/>
          <p14:tracePt t="141662" x="552450" y="5562600"/>
          <p14:tracePt t="141690" x="558800" y="5562600"/>
          <p14:tracePt t="141711" x="558800" y="5556250"/>
          <p14:tracePt t="141732" x="565150" y="5556250"/>
          <p14:tracePt t="141782" x="571500" y="5549900"/>
          <p14:tracePt t="141796" x="577850" y="5549900"/>
          <p14:tracePt t="141810" x="584200" y="5549900"/>
          <p14:tracePt t="141831" x="590550" y="5543550"/>
          <p14:tracePt t="141851" x="596900" y="5537200"/>
          <p14:tracePt t="141894" x="603250" y="5530850"/>
          <p14:tracePt t="141900" x="609600" y="5530850"/>
          <p14:tracePt t="141921" x="609600" y="5524500"/>
          <p14:tracePt t="141943" x="615950" y="5524500"/>
          <p14:tracePt t="141949" x="622300" y="5518150"/>
          <p14:tracePt t="141971" x="628650" y="5518150"/>
          <p14:tracePt t="142020" x="635000" y="5518150"/>
          <p14:tracePt t="142062" x="641350" y="5518150"/>
          <p14:tracePt t="142090" x="641350" y="5511800"/>
          <p14:tracePt t="142174" x="647700" y="5511800"/>
          <p14:tracePt t="142462" x="641350" y="5511800"/>
          <p14:tracePt t="142546" x="635000" y="5511800"/>
          <p14:tracePt t="142574" x="628650" y="5511800"/>
          <p14:tracePt t="142581" x="622300" y="5511800"/>
          <p14:tracePt t="142602" x="615950" y="5511800"/>
          <p14:tracePt t="142616" x="609600" y="5511800"/>
          <p14:tracePt t="142637" x="603250" y="5511800"/>
          <p14:tracePt t="142651" x="596900" y="5511800"/>
          <p14:tracePt t="142666" x="590550" y="5511800"/>
          <p14:tracePt t="142675" x="584200" y="5518150"/>
          <p14:tracePt t="142693" x="577850" y="5518150"/>
          <p14:tracePt t="142709" x="571500" y="5518150"/>
          <p14:tracePt t="142722" x="565150" y="5518150"/>
          <p14:tracePt t="142739" x="565150" y="5524500"/>
          <p14:tracePt t="142756" x="558800" y="5524500"/>
          <p14:tracePt t="142772" x="552450" y="5524500"/>
          <p14:tracePt t="142788" x="546100" y="5524500"/>
          <p14:tracePt t="142806" x="539750" y="5524500"/>
          <p14:tracePt t="142834" x="533400" y="5524500"/>
          <p14:tracePt t="142856" x="527050" y="5524500"/>
          <p14:tracePt t="142904" x="520700" y="5530850"/>
          <p14:tracePt t="142924" x="514350" y="5530850"/>
          <p14:tracePt t="143002" x="520700" y="5530850"/>
          <p14:tracePt t="143023" x="520700" y="5537200"/>
          <p14:tracePt t="143039" x="527050" y="5537200"/>
          <p14:tracePt t="143044" x="533400" y="5537200"/>
          <p14:tracePt t="143058" x="546100" y="5537200"/>
          <p14:tracePt t="143071" x="565150" y="5537200"/>
          <p14:tracePt t="143087" x="609600" y="5537200"/>
          <p14:tracePt t="143104" x="635000" y="5537200"/>
          <p14:tracePt t="143121" x="704850" y="5543550"/>
          <p14:tracePt t="143138" x="762000" y="5543550"/>
          <p14:tracePt t="143154" x="787400" y="5549900"/>
          <p14:tracePt t="143170" x="831850" y="5549900"/>
          <p14:tracePt t="143187" x="850900" y="5549900"/>
          <p14:tracePt t="143204" x="857250" y="5556250"/>
          <p14:tracePt t="143221" x="863600" y="5556250"/>
          <p14:tracePt t="143276" x="863600" y="5562600"/>
          <p14:tracePt t="143444" x="863600" y="5556250"/>
          <p14:tracePt t="143479" x="863600" y="5549900"/>
          <p14:tracePt t="143514" x="863600" y="5537200"/>
          <p14:tracePt t="143527" x="869950" y="5537200"/>
          <p14:tracePt t="143536" x="876300" y="5530850"/>
          <p14:tracePt t="143550" x="889000" y="5524500"/>
          <p14:tracePt t="143556" x="901700" y="5511800"/>
          <p14:tracePt t="143572" x="933450" y="5492750"/>
          <p14:tracePt t="143586" x="984250" y="5473700"/>
          <p14:tracePt t="143602" x="1028700" y="5448300"/>
          <p14:tracePt t="143620" x="1123950" y="5429250"/>
          <p14:tracePt t="143635" x="1181100" y="5410200"/>
          <p14:tracePt t="143652" x="1289050" y="5391150"/>
          <p14:tracePt t="143656" x="1327150" y="5391150"/>
          <p14:tracePt t="143672" x="1377950" y="5384800"/>
          <p14:tracePt t="143686" x="1416050" y="5384800"/>
          <p14:tracePt t="143702" x="1498600" y="5384800"/>
          <p14:tracePt t="143719" x="1562100" y="5384800"/>
          <p14:tracePt t="143735" x="1593850" y="5384800"/>
          <p14:tracePt t="143752" x="1625600" y="5384800"/>
          <p14:tracePt t="143769" x="1651000" y="5384800"/>
          <p14:tracePt t="143786" x="1663700" y="5384800"/>
          <p14:tracePt t="143802" x="1689100" y="5384800"/>
          <p14:tracePt t="143818" x="1695450" y="5384800"/>
          <p14:tracePt t="143835" x="1708150" y="5384800"/>
          <p14:tracePt t="143852" x="1720850" y="5384800"/>
          <p14:tracePt t="143868" x="1727200" y="5384800"/>
          <p14:tracePt t="143885" x="1733550" y="5384800"/>
          <p14:tracePt t="143921" x="1739900" y="5384800"/>
          <p14:tracePt t="144061" x="1739900" y="5391150"/>
          <p14:tracePt t="144076" x="1746250" y="5391150"/>
          <p14:tracePt t="144090" x="1752600" y="5391150"/>
          <p14:tracePt t="144096" x="1758950" y="5391150"/>
          <p14:tracePt t="144110" x="1771650" y="5397500"/>
          <p14:tracePt t="144120" x="1778000" y="5397500"/>
          <p14:tracePt t="144133" x="1790700" y="5397500"/>
          <p14:tracePt t="144151" x="1847850" y="5410200"/>
          <p14:tracePt t="144168" x="1917700" y="5422900"/>
          <p14:tracePt t="144184" x="1962150" y="5429250"/>
          <p14:tracePt t="144201" x="2000250" y="5441950"/>
          <p14:tracePt t="144217" x="2101850" y="5473700"/>
          <p14:tracePt t="144233" x="2120900" y="5473700"/>
          <p14:tracePt t="144251" x="2165350" y="5480050"/>
          <p14:tracePt t="144267" x="2178050" y="5480050"/>
          <p14:tracePt t="144283" x="2184400" y="5486400"/>
          <p14:tracePt t="144300" x="2190750" y="5486400"/>
          <p14:tracePt t="144321" x="2197100" y="5486400"/>
          <p14:tracePt t="144356" x="2203450" y="5486400"/>
          <p14:tracePt t="144377" x="2209800" y="5486400"/>
          <p14:tracePt t="144391" x="2216150" y="5486400"/>
          <p14:tracePt t="144398" x="2222500" y="5486400"/>
          <p14:tracePt t="144419" x="2228850" y="5486400"/>
          <p14:tracePt t="144425" x="2235200" y="5492750"/>
          <p14:tracePt t="144440" x="2247900" y="5492750"/>
          <p14:tracePt t="144449" x="2260600" y="5492750"/>
          <p14:tracePt t="144465" x="2279650" y="5499100"/>
          <p14:tracePt t="144483" x="2330450" y="5499100"/>
          <p14:tracePt t="144499" x="2381250" y="5499100"/>
          <p14:tracePt t="144516" x="2406650" y="5499100"/>
          <p14:tracePt t="144533" x="2444750" y="5499100"/>
          <p14:tracePt t="144549" x="2470150" y="5499100"/>
          <p14:tracePt t="144566" x="2495550" y="5499100"/>
          <p14:tracePt t="144582" x="2501900" y="5499100"/>
          <p14:tracePt t="144599" x="2508250" y="5499100"/>
          <p14:tracePt t="144616" x="2514600" y="5499100"/>
          <p14:tracePt t="144763" x="2508250" y="5499100"/>
          <p14:tracePt t="144770" x="2501900" y="5499100"/>
          <p14:tracePt t="144791" x="2495550" y="5499100"/>
          <p14:tracePt t="144800" x="2476500" y="5492750"/>
          <p14:tracePt t="144814" x="2451100" y="5486400"/>
          <p14:tracePt t="144831" x="2413000" y="5480050"/>
          <p14:tracePt t="144848" x="2178050" y="5435600"/>
          <p14:tracePt t="144865" x="2063750" y="5429250"/>
          <p14:tracePt t="144882" x="1809750" y="5416550"/>
          <p14:tracePt t="144898" x="1676400" y="5416550"/>
          <p14:tracePt t="144914" x="1422400" y="5429250"/>
          <p14:tracePt t="144931" x="1219200" y="5454650"/>
          <p14:tracePt t="144948" x="1149350" y="5473700"/>
          <p14:tracePt t="144964" x="1041400" y="5486400"/>
          <p14:tracePt t="144981" x="1009650" y="5505450"/>
          <p14:tracePt t="145015" x="1035050" y="5505450"/>
          <p14:tracePt t="145030" x="1092200" y="5492750"/>
          <p14:tracePt t="145047" x="1136650" y="5480050"/>
          <p14:tracePt t="145064" x="1238250" y="5441950"/>
          <p14:tracePt t="145080" x="1384300" y="5372100"/>
          <p14:tracePt t="145097" x="1466850" y="5321300"/>
          <p14:tracePt t="145114" x="1543050" y="5219700"/>
          <p14:tracePt t="145130" x="1568450" y="5156200"/>
          <p14:tracePt t="145147" x="1568450" y="5137150"/>
          <p14:tracePt t="145151" x="1555750" y="5105400"/>
          <p14:tracePt t="145164" x="1543050" y="5073650"/>
          <p14:tracePt t="145180" x="1517650" y="5041900"/>
          <p14:tracePt t="145197" x="1371600" y="4946650"/>
          <p14:tracePt t="145213" x="1301750" y="4921250"/>
          <p14:tracePt t="145230" x="1244600" y="4889500"/>
          <p14:tracePt t="145247" x="1104900" y="4870450"/>
          <p14:tracePt t="145263" x="984250" y="4883150"/>
          <p14:tracePt t="145280" x="939800" y="4895850"/>
          <p14:tracePt t="145297" x="889000" y="4921250"/>
          <p14:tracePt t="145313" x="869950" y="4953000"/>
          <p14:tracePt t="145346" x="895350" y="4991100"/>
          <p14:tracePt t="145363" x="952500" y="5022850"/>
          <p14:tracePt t="145380" x="1085850" y="5060950"/>
          <p14:tracePt t="145396" x="1193800" y="5067300"/>
          <p14:tracePt t="145413" x="1301750" y="5067300"/>
          <p14:tracePt t="145430" x="1612900" y="4991100"/>
          <p14:tracePt t="145446" x="1949450" y="4775200"/>
          <p14:tracePt t="145463" x="2070100" y="4654550"/>
          <p14:tracePt t="145479" x="2197100" y="4476750"/>
          <p14:tracePt t="145496" x="2235200" y="4387850"/>
          <p14:tracePt t="145513" x="2254250" y="4349750"/>
          <p14:tracePt t="145529" x="2254250" y="4330700"/>
          <p14:tracePt t="145546" x="2241550" y="4298950"/>
          <p14:tracePt t="145563" x="2209800" y="4273550"/>
          <p14:tracePt t="145579" x="2190750" y="4254500"/>
          <p14:tracePt t="145595" x="2127250" y="4210050"/>
          <p14:tracePt t="145612" x="2025650" y="4178300"/>
          <p14:tracePt t="145628" x="1987550" y="4165600"/>
          <p14:tracePt t="145645" x="1892300" y="4152900"/>
          <p14:tracePt t="145661" x="1784350" y="4152900"/>
          <p14:tracePt t="145679" x="1720850" y="4152900"/>
          <p14:tracePt t="145696" x="1593850" y="4165600"/>
          <p14:tracePt t="145712" x="1454150" y="4222750"/>
          <p14:tracePt t="145729" x="1384300" y="4260850"/>
          <p14:tracePt t="145745" x="1244600" y="4362450"/>
          <p14:tracePt t="145761" x="1111250" y="4514850"/>
          <p14:tracePt t="145778" x="1060450" y="4610100"/>
          <p14:tracePt t="145795" x="990600" y="4768850"/>
          <p14:tracePt t="145811" x="971550" y="4826000"/>
          <p14:tracePt t="145830" x="958850" y="4895850"/>
          <p14:tracePt t="145845" x="958850" y="4902200"/>
          <p14:tracePt t="145861" x="971550" y="4908550"/>
          <p14:tracePt t="145878" x="1009650" y="4921250"/>
          <p14:tracePt t="145894" x="1066800" y="4927600"/>
          <p14:tracePt t="145911" x="1104900" y="4927600"/>
          <p14:tracePt t="145928" x="1206500" y="4902200"/>
          <p14:tracePt t="146772" x="1206500" y="4883150"/>
          <p14:tracePt t="146786" x="1219200" y="4832350"/>
          <p14:tracePt t="146794" x="1238250" y="4781550"/>
          <p14:tracePt t="146808" x="1257300" y="4711700"/>
          <p14:tracePt t="146824" x="1295400" y="4578350"/>
          <p14:tracePt t="146842" x="1333500" y="4419600"/>
          <p14:tracePt t="146858" x="1352550" y="4356100"/>
          <p14:tracePt t="146875" x="1384300" y="4286250"/>
          <p14:tracePt t="146891" x="1454150" y="4000500"/>
          <p14:tracePt t="146907" x="1473200" y="3873500"/>
          <p14:tracePt t="146924" x="1498600" y="3740150"/>
          <p14:tracePt t="146941" x="1543050" y="3454400"/>
          <p14:tracePt t="146958" x="1574800" y="3194050"/>
          <p14:tracePt t="146975" x="1619250" y="2946400"/>
          <p14:tracePt t="146990" x="1625600" y="2870200"/>
          <p14:tracePt t="147008" x="1644650" y="2749550"/>
          <p14:tracePt t="147024" x="1644650" y="2673350"/>
          <p14:tracePt t="147040" x="1644650" y="2641600"/>
          <p14:tracePt t="147057" x="1644650" y="2603500"/>
          <p14:tracePt t="147074" x="1644650" y="2559050"/>
          <p14:tracePt t="147090" x="1644650" y="2546350"/>
          <p14:tracePt t="147108" x="1644650" y="2495550"/>
          <p14:tracePt t="147123" x="1638300" y="2451100"/>
          <p14:tracePt t="147140" x="1631950" y="2425700"/>
          <p14:tracePt t="147157" x="1619250" y="2387600"/>
          <p14:tracePt t="147174" x="1612900" y="2362200"/>
          <p14:tracePt t="147190" x="1606550" y="2343150"/>
          <p14:tracePt t="147207" x="1600200" y="2317750"/>
          <p14:tracePt t="147223" x="1600200" y="2298700"/>
          <p14:tracePt t="147240" x="1600200" y="2254250"/>
          <p14:tracePt t="147256" x="1600200" y="2247900"/>
          <p14:tracePt t="147273" x="1593850" y="2241550"/>
          <p14:tracePt t="147291" x="1593850" y="2222500"/>
          <p14:tracePt t="147306" x="1593850" y="2216150"/>
          <p14:tracePt t="147323" x="1587500" y="2216150"/>
          <p14:tracePt t="147340" x="1587500" y="2209800"/>
          <p14:tracePt t="147403" x="1581150" y="2209800"/>
          <p14:tracePt t="147655" x="1574800" y="2209800"/>
          <p14:tracePt t="147718" x="1568450" y="2216150"/>
          <p14:tracePt t="147732" x="1568450" y="2222500"/>
          <p14:tracePt t="147753" x="1555750" y="2228850"/>
          <p14:tracePt t="147774" x="1549400" y="2241550"/>
          <p14:tracePt t="147789" x="1536700" y="2247900"/>
          <p14:tracePt t="147795" x="1530350" y="2260600"/>
          <p14:tracePt t="147804" x="1511300" y="2286000"/>
          <p14:tracePt t="147821" x="1498600" y="2305050"/>
          <p14:tracePt t="147838" x="1473200" y="2349500"/>
          <p14:tracePt t="147854" x="1466850" y="2362200"/>
          <p14:tracePt t="147871" x="1441450" y="2400300"/>
          <p14:tracePt t="147887" x="1435100" y="2444750"/>
          <p14:tracePt t="147904" x="1435100" y="2463800"/>
          <p14:tracePt t="147921" x="1435100" y="2495550"/>
          <p14:tracePt t="147937" x="1460500" y="2540000"/>
          <p14:tracePt t="147954" x="1473200" y="2552700"/>
          <p14:tracePt t="147971" x="1517650" y="2597150"/>
          <p14:tracePt t="147987" x="1568450" y="2635250"/>
          <p14:tracePt t="148004" x="1600200" y="2660650"/>
          <p14:tracePt t="148020" x="1682750" y="2717800"/>
          <p14:tracePt t="148037" x="1746250" y="2762250"/>
          <p14:tracePt t="148054" x="1822450" y="2794000"/>
          <p14:tracePt t="148070" x="1847850" y="2794000"/>
          <p14:tracePt t="148087" x="1873250" y="2794000"/>
          <p14:tracePt t="148104" x="1924050" y="2787650"/>
          <p14:tracePt t="148120" x="1949450" y="2774950"/>
          <p14:tracePt t="148137" x="1968500" y="2755900"/>
          <p14:tracePt t="148153" x="1993900" y="2730500"/>
          <p14:tracePt t="148170" x="2012950" y="2711450"/>
          <p14:tracePt t="148174" x="2019300" y="2698750"/>
          <p14:tracePt t="148189" x="2025650" y="2673350"/>
          <p14:tracePt t="148203" x="2032000" y="2660650"/>
          <p14:tracePt t="148220" x="2032000" y="2641600"/>
          <p14:tracePt t="148237" x="2032000" y="2609850"/>
          <p14:tracePt t="148253" x="2019300" y="2565400"/>
          <p14:tracePt t="148269" x="2006600" y="2552700"/>
          <p14:tracePt t="148286" x="1974850" y="2520950"/>
          <p14:tracePt t="148303" x="1930400" y="2476500"/>
          <p14:tracePt t="148319" x="1911350" y="2451100"/>
          <p14:tracePt t="148336" x="1809750" y="2374900"/>
          <p14:tracePt t="148352" x="1765300" y="2349500"/>
          <p14:tracePt t="148370" x="1689100" y="2324100"/>
          <p14:tracePt t="148386" x="1619250" y="2311400"/>
          <p14:tracePt t="148402" x="1593850" y="2311400"/>
          <p14:tracePt t="148420" x="1536700" y="2311400"/>
          <p14:tracePt t="148435" x="1473200" y="2324100"/>
          <p14:tracePt t="148452" x="1447800" y="2336800"/>
          <p14:tracePt t="148469" x="1390650" y="2374900"/>
          <p14:tracePt t="148485" x="1352550" y="2406650"/>
          <p14:tracePt t="148503" x="1289050" y="2482850"/>
          <p14:tracePt t="148518" x="1212850" y="2603500"/>
          <p14:tracePt t="148535" x="1187450" y="2654300"/>
          <p14:tracePt t="148552" x="1136650" y="2813050"/>
          <p14:tracePt t="148568" x="1117600" y="2997200"/>
          <p14:tracePt t="148585" x="1104900" y="3111500"/>
          <p14:tracePt t="148602" x="1117600" y="3327400"/>
          <p14:tracePt t="148619" x="1181100" y="3536950"/>
          <p14:tracePt t="148635" x="1225550" y="3625850"/>
          <p14:tracePt t="148651" x="1339850" y="3816350"/>
          <p14:tracePt t="148668" x="1422400" y="3930650"/>
          <p14:tracePt t="148685" x="1492250" y="3987800"/>
          <p14:tracePt t="148701" x="1524000" y="4006850"/>
          <p14:tracePt t="148718" x="1574800" y="4006850"/>
          <p14:tracePt t="148735" x="1625600" y="4006850"/>
          <p14:tracePt t="148751" x="1651000" y="3981450"/>
          <p14:tracePt t="148768" x="1689100" y="3956050"/>
          <p14:tracePt t="148785" x="1816100" y="3848100"/>
          <p14:tracePt t="148801" x="1847850" y="3803650"/>
          <p14:tracePt t="148819" x="1917700" y="3702050"/>
          <p14:tracePt t="148834" x="1955800" y="3644900"/>
          <p14:tracePt t="148851" x="2006600" y="3568700"/>
          <p14:tracePt t="148868" x="2019300" y="3505200"/>
          <p14:tracePt t="148884" x="2025650" y="3467100"/>
          <p14:tracePt t="148901" x="2038350" y="3397250"/>
          <p14:tracePt t="148917" x="2038350" y="3321050"/>
          <p14:tracePt t="148934" x="2032000" y="3263900"/>
          <p14:tracePt t="148951" x="1993900" y="3117850"/>
          <p14:tracePt t="148967" x="1987550" y="3028950"/>
          <p14:tracePt t="149538" x="1974850" y="3028950"/>
          <p14:tracePt t="149545" x="1949450" y="3028950"/>
          <p14:tracePt t="149558" x="1924050" y="3022600"/>
          <p14:tracePt t="149568" x="1898650" y="3016250"/>
          <p14:tracePt t="149581" x="1873250" y="3009900"/>
          <p14:tracePt t="149598" x="1854200" y="3009900"/>
          <p14:tracePt t="149615" x="1784350" y="2997200"/>
          <p14:tracePt t="149631" x="1752600" y="2984500"/>
          <p14:tracePt t="149649" x="1695450" y="2984500"/>
          <p14:tracePt t="149665" x="1676400" y="2990850"/>
          <p14:tracePt t="149681" x="1644650" y="2990850"/>
          <p14:tracePt t="149699" x="1619250" y="2990850"/>
          <p14:tracePt t="149714" x="1606550" y="2990850"/>
          <p14:tracePt t="149731" x="1587500" y="2997200"/>
          <p14:tracePt t="149748" x="1574800" y="2997200"/>
          <p14:tracePt t="149765" x="1568450" y="3003550"/>
          <p14:tracePt t="149782" x="1549400" y="3016250"/>
          <p14:tracePt t="149798" x="1524000" y="3022600"/>
          <p14:tracePt t="149814" x="1504950" y="3028950"/>
          <p14:tracePt t="149831" x="1466850" y="3054350"/>
          <p14:tracePt t="149847" x="1422400" y="3086100"/>
          <p14:tracePt t="149864" x="1403350" y="3105150"/>
          <p14:tracePt t="149882" x="1365250" y="3136900"/>
          <p14:tracePt t="149898" x="1346200" y="3175000"/>
          <p14:tracePt t="149914" x="1339850" y="3187700"/>
          <p14:tracePt t="149931" x="1333500" y="3219450"/>
          <p14:tracePt t="149947" x="1333500" y="3232150"/>
          <p14:tracePt t="149964" x="1333500" y="3244850"/>
          <p14:tracePt t="149981" x="1339850" y="3257550"/>
          <p14:tracePt t="150007" x="1346200" y="3257550"/>
          <p14:tracePt t="150021" x="1352550" y="3257550"/>
          <p14:tracePt t="150030" x="1352550" y="3251200"/>
          <p14:tracePt t="150047" x="1365250" y="3251200"/>
          <p14:tracePt t="150064" x="1371600" y="3238500"/>
          <p14:tracePt t="150080" x="1384300" y="3225800"/>
          <p14:tracePt t="150097" x="1397000" y="3213100"/>
          <p14:tracePt t="150113" x="1422400" y="3155950"/>
          <p14:tracePt t="150130" x="1460500" y="3105150"/>
          <p14:tracePt t="150147" x="1485900" y="3086100"/>
          <p14:tracePt t="150163" x="1517650" y="3048000"/>
          <p14:tracePt t="150180" x="1549400" y="3028950"/>
          <p14:tracePt t="150197" x="1574800" y="3022600"/>
          <p14:tracePt t="150213" x="1574800" y="3016250"/>
          <p14:tracePt t="150230" x="1587500" y="3016250"/>
          <p14:tracePt t="150246" x="1625600" y="3009900"/>
          <p14:tracePt t="150263" x="1651000" y="2997200"/>
          <p14:tracePt t="150280" x="1670050" y="2997200"/>
          <p14:tracePt t="150296" x="1701800" y="2965450"/>
          <p14:tracePt t="150313" x="1733550" y="2933700"/>
          <p14:tracePt t="150330" x="1758950" y="2889250"/>
          <p14:tracePt t="150346" x="1765300" y="2876550"/>
          <p14:tracePt t="150362" x="1778000" y="2844800"/>
          <p14:tracePt t="150379" x="1778000" y="2819400"/>
          <p14:tracePt t="150395" x="1778000" y="2813050"/>
          <p14:tracePt t="150412" x="1784350" y="2806700"/>
          <p14:tracePt t="150445" x="1784350" y="2819400"/>
          <p14:tracePt t="150461" x="1784350" y="2832100"/>
          <p14:tracePt t="150478" x="1778000" y="2851150"/>
          <p14:tracePt t="150495" x="1778000" y="2870200"/>
          <p14:tracePt t="150513" x="1771650" y="2921000"/>
          <p14:tracePt t="150528" x="1771650" y="3009900"/>
          <p14:tracePt t="150545" x="1771650" y="3060700"/>
          <p14:tracePt t="150562" x="1771650" y="3187700"/>
          <p14:tracePt t="150578" x="1765300" y="3257550"/>
          <p14:tracePt t="150595" x="1765300" y="3384550"/>
          <p14:tracePt t="150612" x="1752600" y="3486150"/>
          <p14:tracePt t="150628" x="1746250" y="3530600"/>
          <p14:tracePt t="150645" x="1746250" y="3600450"/>
          <p14:tracePt t="150661" x="1746250" y="3632200"/>
          <p14:tracePt t="150678" x="1746250" y="3638550"/>
          <p14:tracePt t="150681" x="1746250" y="3644900"/>
          <p14:tracePt t="150695" x="1746250" y="3651250"/>
          <p14:tracePt t="150711" x="1746250" y="3663950"/>
          <p14:tracePt t="150728" x="1746250" y="3670300"/>
          <p14:tracePt t="150744" x="1746250" y="3683000"/>
          <p14:tracePt t="150760" x="1758950" y="3695700"/>
          <p14:tracePt t="150778" x="1765300" y="3702050"/>
          <p14:tracePt t="150794" x="1771650" y="3714750"/>
          <p14:tracePt t="150811" x="1778000" y="3727450"/>
          <p14:tracePt t="150828" x="1784350" y="3727450"/>
          <p14:tracePt t="150844" x="1797050" y="3733800"/>
          <p14:tracePt t="150861" x="1803400" y="3740150"/>
          <p14:tracePt t="150877" x="1847850" y="3765550"/>
          <p14:tracePt t="150894" x="1879600" y="3784600"/>
          <p14:tracePt t="150911" x="1924050" y="3803650"/>
          <p14:tracePt t="150927" x="2044700" y="3860800"/>
          <p14:tracePt t="150943" x="2216150" y="3911600"/>
          <p14:tracePt t="150961" x="2438400" y="3962400"/>
          <p14:tracePt t="150977" x="2552700" y="3968750"/>
          <p14:tracePt t="150993" x="2794000" y="3981450"/>
          <p14:tracePt t="151010" x="3022600" y="3943350"/>
          <p14:tracePt t="151027" x="3124200" y="3917950"/>
          <p14:tracePt t="151043" x="3321050" y="3860800"/>
          <p14:tracePt t="151060" x="3467100" y="3835400"/>
          <p14:tracePt t="151076" x="3517900" y="3835400"/>
          <p14:tracePt t="151094" x="3613150" y="3822700"/>
          <p14:tracePt t="151109" x="3670300" y="3822700"/>
          <p14:tracePt t="151126" x="3702050" y="3822700"/>
          <p14:tracePt t="151143" x="3727450" y="3829050"/>
          <p14:tracePt t="151159" x="3752850" y="3835400"/>
          <p14:tracePt t="151176" x="3771900" y="3835400"/>
          <p14:tracePt t="151193" x="3810000" y="3841750"/>
          <p14:tracePt t="151210" x="3835400" y="3848100"/>
          <p14:tracePt t="151226" x="3892550" y="3848100"/>
          <p14:tracePt t="151242" x="3968750" y="3854450"/>
          <p14:tracePt t="151259" x="4006850" y="3854450"/>
          <p14:tracePt t="151276" x="4102100" y="3860800"/>
          <p14:tracePt t="151292" x="4216400" y="3860800"/>
          <p14:tracePt t="151309" x="4279900" y="3860800"/>
          <p14:tracePt t="151326" x="4394200" y="3860800"/>
          <p14:tracePt t="151342" x="4489450" y="3860800"/>
          <p14:tracePt t="151359" x="4540250" y="3860800"/>
          <p14:tracePt t="151375" x="4591050" y="3867150"/>
          <p14:tracePt t="151392" x="4635500" y="3873500"/>
          <p14:tracePt t="151410" x="4667250" y="3879850"/>
          <p14:tracePt t="151425" x="4679950" y="3886200"/>
          <p14:tracePt t="151442" x="4692650" y="3898900"/>
          <p14:tracePt t="151459" x="4711700" y="3898900"/>
          <p14:tracePt t="151475" x="4724400" y="3898900"/>
          <p14:tracePt t="151492" x="4730750" y="3898900"/>
          <p14:tracePt t="151509" x="4756150" y="3898900"/>
          <p14:tracePt t="151525" x="4762500" y="3898900"/>
          <p14:tracePt t="151541" x="4768850" y="3898900"/>
          <p14:tracePt t="151558" x="4781550" y="3898900"/>
          <p14:tracePt t="151575" x="4800600" y="3898900"/>
          <p14:tracePt t="151608" x="4806950" y="3898900"/>
          <p14:tracePt t="151662" x="4806950" y="3892550"/>
          <p14:tracePt t="151705" x="4806950" y="3886200"/>
          <p14:tracePt t="151739" x="4800600" y="3886200"/>
          <p14:tracePt t="151753" x="4787900" y="3886200"/>
          <p14:tracePt t="151760" x="4781550" y="3886200"/>
          <p14:tracePt t="151777" x="4762500" y="3886200"/>
          <p14:tracePt t="151790" x="4711700" y="3892550"/>
          <p14:tracePt t="151807" x="4673600" y="3898900"/>
          <p14:tracePt t="151824" x="4597400" y="3905250"/>
          <p14:tracePt t="151840" x="4540250" y="3905250"/>
          <p14:tracePt t="151857" x="4470400" y="3924300"/>
          <p14:tracePt t="151874" x="4375150" y="3943350"/>
          <p14:tracePt t="151890" x="4356100" y="3949700"/>
          <p14:tracePt t="151907" x="4298950" y="3956050"/>
          <p14:tracePt t="151923" x="4267200" y="3968750"/>
          <p14:tracePt t="151941" x="4260850" y="3975100"/>
          <p14:tracePt t="151957" x="4248150" y="3975100"/>
          <p14:tracePt t="151973" x="4241800" y="3975100"/>
          <p14:tracePt t="152020" x="4248150" y="3975100"/>
          <p14:tracePt t="152034" x="4254500" y="3975100"/>
          <p14:tracePt t="152055" x="4260850" y="3975100"/>
          <p14:tracePt t="152062" x="4267200" y="3975100"/>
          <p14:tracePt t="152073" x="4279900" y="3975100"/>
          <p14:tracePt t="152090" x="4292600" y="3975100"/>
          <p14:tracePt t="152106" x="4298950" y="3975100"/>
          <p14:tracePt t="152123" x="4298950" y="3981450"/>
          <p14:tracePt t="152141" x="4343400" y="3987800"/>
          <p14:tracePt t="152156" x="4368800" y="3987800"/>
          <p14:tracePt t="152173" x="4381500" y="3994150"/>
          <p14:tracePt t="152189" x="4419600" y="3994150"/>
          <p14:tracePt t="152206" x="4445000" y="3994150"/>
          <p14:tracePt t="152223" x="4457700" y="3987800"/>
          <p14:tracePt t="152240" x="4457700" y="3981450"/>
          <p14:tracePt t="152280" x="4464050" y="3975100"/>
          <p14:tracePt t="152357" x="4470400" y="39687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spc="-94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12</a:t>
            </a:r>
            <a:endParaRPr lang="en-US" sz="2400" spc="-150" dirty="0" smtClean="0">
              <a:solidFill>
                <a:srgbClr val="000000"/>
              </a:solidFill>
              <a:latin typeface="Arial" charset="0"/>
              <a:ea typeface="新細明體" charset="-120"/>
            </a:endParaRPr>
          </a:p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Of Lecture part B</a:t>
            </a:r>
            <a:endParaRPr lang="en-US" sz="2800" spc="-15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53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5321"/>
    </mc:Choice>
    <mc:Fallback>
      <p:transition advTm="253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450" x="4749800" y="2698750"/>
          <p14:tracePt t="2467" x="4762500" y="2692400"/>
          <p14:tracePt t="2484" x="4794250" y="2673350"/>
          <p14:tracePt t="2500" x="4826000" y="2660650"/>
          <p14:tracePt t="2517" x="4876800" y="2635250"/>
          <p14:tracePt t="2533" x="4959350" y="2590800"/>
          <p14:tracePt t="2550" x="5035550" y="2559050"/>
          <p14:tracePt t="2567" x="5143500" y="2495550"/>
          <p14:tracePt t="2583" x="5219700" y="2438400"/>
          <p14:tracePt t="2600" x="5334000" y="2362200"/>
          <p14:tracePt t="2617" x="5492750" y="2260600"/>
          <p14:tracePt t="2633" x="5619750" y="2171700"/>
          <p14:tracePt t="2651" x="5791200" y="2051050"/>
          <p14:tracePt t="2666" x="5861050" y="2000250"/>
          <p14:tracePt t="2683" x="6089650" y="1879600"/>
          <p14:tracePt t="2700" x="6267450" y="1758950"/>
          <p14:tracePt t="2716" x="6350000" y="1708150"/>
          <p14:tracePt t="2732" x="6477000" y="1593850"/>
          <p14:tracePt t="2750" x="6616700" y="1485900"/>
          <p14:tracePt t="2766" x="6673850" y="1428750"/>
          <p14:tracePt t="2783" x="6877050" y="1308100"/>
          <p14:tracePt t="2799" x="7029450" y="1231900"/>
          <p14:tracePt t="2816" x="7092950" y="1193800"/>
          <p14:tracePt t="2833" x="7232650" y="1111250"/>
          <p14:tracePt t="2849" x="7315200" y="1060450"/>
          <p14:tracePt t="2866" x="7512050" y="965200"/>
          <p14:tracePt t="2883" x="7727950" y="863600"/>
          <p14:tracePt t="2899" x="7816850" y="819150"/>
          <p14:tracePt t="2915" x="8001000" y="749300"/>
          <p14:tracePt t="2932" x="8172450" y="698500"/>
          <p14:tracePt t="2948" x="8267700" y="679450"/>
          <p14:tracePt t="2965" x="8401050" y="641350"/>
          <p14:tracePt t="2982" x="8483600" y="622300"/>
          <p14:tracePt t="2998" x="8521700" y="622300"/>
          <p14:tracePt t="3015" x="8566150" y="609600"/>
          <p14:tracePt t="3031" x="8597900" y="596900"/>
          <p14:tracePt t="3048" x="8616950" y="596900"/>
          <p14:tracePt t="3065" x="8636000" y="590550"/>
          <p14:tracePt t="3082" x="8661400" y="584200"/>
          <p14:tracePt t="3098" x="8686800" y="577850"/>
          <p14:tracePt t="3115" x="8699500" y="577850"/>
          <p14:tracePt t="3131" x="8705850" y="577850"/>
          <p14:tracePt t="3149" x="8724900" y="577850"/>
          <p14:tracePt t="3164" x="8731250" y="577850"/>
          <p14:tracePt t="3181" x="8743950" y="577850"/>
          <p14:tracePt t="3198" x="8756650" y="584200"/>
          <p14:tracePt t="3248" x="8756650" y="596900"/>
          <p14:tracePt t="3264" x="8756650" y="603250"/>
          <p14:tracePt t="3281" x="8756650" y="609600"/>
          <p14:tracePt t="3297" x="8756650" y="615950"/>
          <p14:tracePt t="3347" x="8756650" y="628650"/>
          <p14:tracePt t="3364" x="8756650" y="635000"/>
          <p14:tracePt t="3381" x="8756650" y="647700"/>
          <p14:tracePt t="3414" x="8756650" y="654050"/>
          <p14:tracePt t="3430" x="8756650" y="660400"/>
          <p14:tracePt t="3480" x="8756650" y="666750"/>
          <p14:tracePt t="3496" x="8756650" y="673100"/>
          <p14:tracePt t="3513" x="8756650" y="679450"/>
          <p14:tracePt t="3530" x="8756650" y="685800"/>
          <p14:tracePt t="3547" x="8750300" y="698500"/>
          <p14:tracePt t="3580" x="8743950" y="704850"/>
          <p14:tracePt t="3597" x="8737600" y="717550"/>
          <p14:tracePt t="3613" x="8737600" y="723900"/>
          <p14:tracePt t="3629" x="8737600" y="730250"/>
          <p14:tracePt t="3646" x="8731250" y="736600"/>
          <p14:tracePt t="3662" x="8724900" y="736600"/>
          <p14:tracePt t="3680" x="8724900" y="742950"/>
          <p14:tracePt t="3696" x="8724900" y="755650"/>
          <p14:tracePt t="3712" x="8718550" y="768350"/>
          <p14:tracePt t="3730" x="8712200" y="768350"/>
          <p14:tracePt t="3745" x="8699500" y="793750"/>
          <p14:tracePt t="3762" x="8693150" y="806450"/>
          <p14:tracePt t="3765" x="8674100" y="838200"/>
          <p14:tracePt t="3779" x="8636000" y="901700"/>
          <p14:tracePt t="3796" x="8623300" y="933450"/>
          <p14:tracePt t="3812" x="8597900" y="977900"/>
          <p14:tracePt t="3829" x="8559800" y="1073150"/>
          <p14:tracePt t="3845" x="8521700" y="1174750"/>
          <p14:tracePt t="3862" x="8502650" y="1231900"/>
          <p14:tracePt t="3879" x="8477250" y="1327150"/>
          <p14:tracePt t="3895" x="8464550" y="1409700"/>
          <p14:tracePt t="3913" x="8451850" y="1485900"/>
          <p14:tracePt t="3928" x="8445500" y="1530350"/>
          <p14:tracePt t="3945" x="8439150" y="1568450"/>
          <p14:tracePt t="3962" x="8439150" y="1606550"/>
          <p14:tracePt t="3978" x="8439150" y="1612900"/>
          <p14:tracePt t="3995" x="8445500" y="1631950"/>
          <p14:tracePt t="4012" x="8445500" y="1638300"/>
          <p14:tracePt t="4028" x="8451850" y="1644650"/>
          <p14:tracePt t="4045" x="8451850" y="1651000"/>
          <p14:tracePt t="4129" x="8458200" y="1651000"/>
          <p14:tracePt t="4145" x="8464550" y="1651000"/>
          <p14:tracePt t="4179" x="8470900" y="1651000"/>
          <p14:tracePt t="4194" x="8477250" y="1651000"/>
          <p14:tracePt t="4228" x="8489950" y="1651000"/>
          <p14:tracePt t="4260" x="8496300" y="1657350"/>
          <p14:tracePt t="4294" x="8502650" y="1663700"/>
          <p14:tracePt t="4327" x="8509000" y="1670050"/>
          <p14:tracePt t="4343" x="8509000" y="1676400"/>
          <p14:tracePt t="4410" x="8515350" y="1689100"/>
          <p14:tracePt t="4461" x="8521700" y="1695450"/>
          <p14:tracePt t="4477" x="8534400" y="1695450"/>
          <p14:tracePt t="4510" x="8540750" y="1695450"/>
          <p14:tracePt t="4560" x="8540750" y="1689100"/>
          <p14:tracePt t="4593" x="8547100" y="1682750"/>
          <p14:tracePt t="4626" x="8547100" y="1676400"/>
          <p14:tracePt t="4760" x="8534400" y="1682750"/>
          <p14:tracePt t="4776" x="8528050" y="1689100"/>
          <p14:tracePt t="4792" x="8521700" y="1695450"/>
          <p14:tracePt t="4810" x="8496300" y="1701800"/>
          <p14:tracePt t="4825" x="8426450" y="1733550"/>
          <p14:tracePt t="4842" x="8369300" y="1758950"/>
          <p14:tracePt t="4859" x="8223250" y="1828800"/>
          <p14:tracePt t="4875" x="8020050" y="1924050"/>
          <p14:tracePt t="4892" x="7766050" y="2032000"/>
          <p14:tracePt t="4909" x="7613650" y="2108200"/>
          <p14:tracePt t="4925" x="7321550" y="2254250"/>
          <p14:tracePt t="4943" x="7023100" y="2413000"/>
          <p14:tracePt t="4958" x="6870700" y="2501900"/>
          <p14:tracePt t="4975" x="6578600" y="2717800"/>
          <p14:tracePt t="4992" x="6305550" y="2927350"/>
          <p14:tracePt t="5008" x="6191250" y="3022600"/>
          <p14:tracePt t="5025" x="6070600" y="3124200"/>
          <p14:tracePt t="5041" x="5740400" y="3460750"/>
          <p14:tracePt t="5058" x="5645150" y="3556000"/>
          <p14:tracePt t="5075" x="5486400" y="3708400"/>
          <p14:tracePt t="5091" x="5429250" y="3771900"/>
          <p14:tracePt t="5108" x="5334000" y="3886200"/>
          <p14:tracePt t="5125" x="5251450" y="4038600"/>
          <p14:tracePt t="5141" x="5200650" y="4140200"/>
          <p14:tracePt t="5157" x="5149850" y="4286250"/>
          <p14:tracePt t="5174" x="5099050" y="4413250"/>
          <p14:tracePt t="5624" x="4908550" y="4489450"/>
          <p14:tracePt t="5639" x="4819650" y="4495800"/>
          <p14:tracePt t="5656" x="4635500" y="4540250"/>
          <p14:tracePt t="5673" x="4559300" y="4546600"/>
          <p14:tracePt t="5689" x="4356100" y="4597400"/>
          <p14:tracePt t="5706" x="4133850" y="4673600"/>
          <p14:tracePt t="5723" x="4025900" y="4718050"/>
          <p14:tracePt t="5740" x="3829050" y="4787900"/>
          <p14:tracePt t="5757" x="3619500" y="4870450"/>
          <p14:tracePt t="5773" x="3524250" y="4914900"/>
          <p14:tracePt t="5790" x="3340100" y="4984750"/>
          <p14:tracePt t="5805" x="3225800" y="5054600"/>
          <p14:tracePt t="5822" x="3181350" y="5080000"/>
          <p14:tracePt t="5839" x="3117850" y="5118100"/>
          <p14:tracePt t="5855" x="3060700" y="5187950"/>
          <p14:tracePt t="5873" x="3035300" y="5219700"/>
          <p14:tracePt t="5888" x="2990850" y="5257800"/>
          <p14:tracePt t="5905" x="2946400" y="5308600"/>
          <p14:tracePt t="5923" x="2876550" y="5365750"/>
          <p14:tracePt t="5938" x="2857500" y="5384800"/>
          <p14:tracePt t="5955" x="2819400" y="5410200"/>
          <p14:tracePt t="5973" x="2813050" y="5448300"/>
          <p14:tracePt t="5988" x="2819400" y="5448300"/>
          <p14:tracePt t="6735" x="2857500" y="5454650"/>
          <p14:tracePt t="6752" x="2889250" y="5467350"/>
          <p14:tracePt t="6769" x="2914650" y="5467350"/>
          <p14:tracePt t="6785" x="2927350" y="5467350"/>
          <p14:tracePt t="6803" x="2959100" y="5467350"/>
          <p14:tracePt t="6819" x="2971800" y="5467350"/>
          <p14:tracePt t="6835" x="2978150" y="5467350"/>
          <p14:tracePt t="6852" x="2997200" y="5467350"/>
          <p14:tracePt t="6868" x="3003550" y="5467350"/>
          <p14:tracePt t="6902" x="3016250" y="5473700"/>
          <p14:tracePt t="6918" x="3022600" y="5473700"/>
          <p14:tracePt t="6936" x="3028950" y="5473700"/>
          <p14:tracePt t="6968" x="3035300" y="5473700"/>
          <p14:tracePt t="7001" x="3041650" y="5473700"/>
          <p14:tracePt t="7036" x="3048000" y="5473700"/>
          <p14:tracePt t="7068" x="3054350" y="5467350"/>
          <p14:tracePt t="7084" x="3060700" y="5461000"/>
          <p14:tracePt t="7118" x="3067050" y="5461000"/>
          <p14:tracePt t="7134" x="3073400" y="5454650"/>
          <p14:tracePt t="7151" x="3079750" y="5448300"/>
          <p14:tracePt t="7167" x="3086100" y="5441950"/>
          <p14:tracePt t="7184" x="3092450" y="5435600"/>
          <p14:tracePt t="7200" x="3111500" y="5429250"/>
          <p14:tracePt t="7217" x="3130550" y="5410200"/>
          <p14:tracePt t="7234" x="3143250" y="5397500"/>
          <p14:tracePt t="7251" x="3168650" y="5378450"/>
          <p14:tracePt t="7267" x="3181350" y="5359400"/>
          <p14:tracePt t="7284" x="3194050" y="5353050"/>
          <p14:tracePt t="7287" x="3194050" y="5346700"/>
          <p14:tracePt t="7300" x="3200400" y="5340350"/>
          <p14:tracePt t="7317" x="3206750" y="5327650"/>
          <p14:tracePt t="7334" x="3213100" y="5327650"/>
          <p14:tracePt t="7350" x="3213100" y="5321300"/>
          <p14:tracePt t="7366" x="3219450" y="5314950"/>
          <p14:tracePt t="7383" x="3225800" y="5308600"/>
          <p14:tracePt t="7400" x="3225800" y="5302250"/>
          <p14:tracePt t="7433" x="3232150" y="5289550"/>
          <p14:tracePt t="7450" x="3232150" y="5283200"/>
          <p14:tracePt t="7483" x="3232150" y="5257800"/>
          <p14:tracePt t="7499" x="3232150" y="5226050"/>
          <p14:tracePt t="7516" x="3225800" y="5168900"/>
          <p14:tracePt t="7533" x="3219450" y="5124450"/>
          <p14:tracePt t="7549" x="3194050" y="5041900"/>
          <p14:tracePt t="7566" x="3149600" y="4940300"/>
          <p14:tracePt t="7582" x="3124200" y="4883150"/>
          <p14:tracePt t="7599" x="3079750" y="4787900"/>
          <p14:tracePt t="7616" x="3022600" y="4686300"/>
          <p14:tracePt t="7632" x="2997200" y="4654550"/>
          <p14:tracePt t="7649" x="2933700" y="4559300"/>
          <p14:tracePt t="7666" x="2876550" y="4495800"/>
          <p14:tracePt t="7682" x="2838450" y="4470400"/>
          <p14:tracePt t="7699" x="2794000" y="4419600"/>
          <p14:tracePt t="7715" x="2768600" y="4381500"/>
          <p14:tracePt t="7732" x="2743200" y="4362450"/>
          <p14:tracePt t="7749" x="2724150" y="4330700"/>
          <p14:tracePt t="7765" x="2705100" y="4305300"/>
          <p14:tracePt t="7782" x="2698750" y="4292600"/>
          <p14:tracePt t="7785" x="2686050" y="4286250"/>
          <p14:tracePt t="7799" x="2679700" y="4273550"/>
          <p14:tracePt t="7815" x="2673350" y="4267200"/>
          <p14:tracePt t="7834" x="2667000" y="4248150"/>
          <p14:tracePt t="7848" x="2660650" y="4248150"/>
          <p14:tracePt t="7865" x="2660650" y="4241800"/>
          <p14:tracePt t="7882" x="2654300" y="4241800"/>
          <p14:tracePt t="8048" x="2654300" y="4254500"/>
          <p14:tracePt t="8064" x="2654300" y="4260850"/>
          <p14:tracePt t="8081" x="2654300" y="4267200"/>
          <p14:tracePt t="8098" x="2654300" y="4273550"/>
          <p14:tracePt t="8114" x="2647950" y="4324350"/>
          <p14:tracePt t="8131" x="2641600" y="4362450"/>
          <p14:tracePt t="8148" x="2635250" y="4457700"/>
          <p14:tracePt t="8164" x="2622550" y="4533900"/>
          <p14:tracePt t="8180" x="2616200" y="4660900"/>
          <p14:tracePt t="8197" x="2616200" y="4794250"/>
          <p14:tracePt t="8214" x="2616200" y="4857750"/>
          <p14:tracePt t="8231" x="2603500" y="4946650"/>
          <p14:tracePt t="8247" x="2609850" y="4997450"/>
          <p14:tracePt t="8263" x="2609850" y="5016500"/>
          <p14:tracePt t="8282" x="2609850" y="5041900"/>
          <p14:tracePt t="8297" x="2609850" y="5054600"/>
          <p14:tracePt t="8464" x="2622550" y="5054600"/>
          <p14:tracePt t="8479" x="2628900" y="5060950"/>
          <p14:tracePt t="8496" x="2641600" y="5060950"/>
          <p14:tracePt t="8513" x="2667000" y="5067300"/>
          <p14:tracePt t="8529" x="2736850" y="5086350"/>
          <p14:tracePt t="8546" x="2781300" y="5105400"/>
          <p14:tracePt t="8563" x="2914650" y="5143500"/>
          <p14:tracePt t="8579" x="3098800" y="5187950"/>
          <p14:tracePt t="8597" x="3314700" y="5213350"/>
          <p14:tracePt t="8612" x="3403600" y="5226050"/>
          <p14:tracePt t="8629" x="3568700" y="5238750"/>
          <p14:tracePt t="8646" x="3676650" y="5238750"/>
          <p14:tracePt t="8662" x="3695700" y="5232400"/>
          <p14:tracePt t="8679" x="3714750" y="5232400"/>
          <p14:tracePt t="8695" x="3740150" y="5226050"/>
          <p14:tracePt t="8712" x="3746500" y="5226050"/>
          <p14:tracePt t="8762" x="3752850" y="5226050"/>
          <p14:tracePt t="8795" x="3752850" y="5232400"/>
          <p14:tracePt t="8812" x="3765550" y="5232400"/>
          <p14:tracePt t="8828" x="3784600" y="5238750"/>
          <p14:tracePt t="8845" x="3803650" y="5245100"/>
          <p14:tracePt t="8862" x="3867150" y="5251450"/>
          <p14:tracePt t="8879" x="4000500" y="5264150"/>
          <p14:tracePt t="8895" x="4076700" y="5270500"/>
          <p14:tracePt t="8912" x="4260850" y="5302250"/>
          <p14:tracePt t="8928" x="4489450" y="5321300"/>
          <p14:tracePt t="8944" x="4616450" y="5321300"/>
          <p14:tracePt t="8961" x="4851400" y="5321300"/>
          <p14:tracePt t="8978" x="5054600" y="5334000"/>
          <p14:tracePt t="8995" x="5219700" y="5334000"/>
          <p14:tracePt t="9011" x="5295900" y="5334000"/>
          <p14:tracePt t="9027" x="5365750" y="5340350"/>
          <p14:tracePt t="9046" x="5543550" y="5340350"/>
          <p14:tracePt t="9061" x="5588000" y="5340350"/>
          <p14:tracePt t="9079" x="5613400" y="5340350"/>
          <p14:tracePt t="9095" x="5664200" y="5340350"/>
          <p14:tracePt t="9110" x="5676900" y="5340350"/>
          <p14:tracePt t="9128" x="5683250" y="5340350"/>
          <p14:tracePt t="9144" x="5695950" y="5340350"/>
          <p14:tracePt t="9210" x="5689600" y="5340350"/>
          <p14:tracePt t="9229" x="5683250" y="5340350"/>
          <p14:tracePt t="9260" x="5683250" y="5346700"/>
          <p14:tracePt t="9277" x="5676900" y="5353050"/>
          <p14:tracePt t="9327" x="5670550" y="5353050"/>
          <p14:tracePt t="9393" x="5664200" y="5353050"/>
          <p14:tracePt t="9460" x="5657850" y="5353050"/>
          <p14:tracePt t="10025" x="5537200" y="5365750"/>
          <p14:tracePt t="10041" x="5346700" y="5359400"/>
          <p14:tracePt t="10058" x="5219700" y="5359400"/>
          <p14:tracePt t="10074" x="4946650" y="5359400"/>
          <p14:tracePt t="10091" x="4705350" y="5359400"/>
          <p14:tracePt t="10109" x="4476750" y="5378450"/>
          <p14:tracePt t="10123" x="4362450" y="5384800"/>
          <p14:tracePt t="10140" x="4191000" y="5416550"/>
          <p14:tracePt t="10157" x="4083050" y="5454650"/>
          <p14:tracePt t="10173" x="4025900" y="5480050"/>
          <p14:tracePt t="10190" x="3975100" y="5499100"/>
          <p14:tracePt t="10207" x="3803650" y="5562600"/>
          <p14:tracePt t="10224" x="3771900" y="5600700"/>
          <p14:tracePt t="10240" x="3714750" y="5613400"/>
          <p14:tracePt t="10257" x="3638550" y="5645150"/>
          <p14:tracePt t="10273" x="3613150" y="5651500"/>
          <p14:tracePt t="10291" x="3581400" y="5657850"/>
          <p14:tracePt t="10306" x="3562350" y="5657850"/>
          <p14:tracePt t="10310" x="3543300" y="5657850"/>
          <p14:tracePt t="10323" x="3517900" y="5664200"/>
          <p14:tracePt t="10340" x="3486150" y="5695950"/>
          <p14:tracePt t="10356" x="3460750" y="5708650"/>
          <p14:tracePt t="10373" x="3429000" y="5727700"/>
          <p14:tracePt t="10390" x="3384550" y="5765800"/>
          <p14:tracePt t="10406" x="3371850" y="5772150"/>
          <p14:tracePt t="10423" x="3352800" y="5791200"/>
          <p14:tracePt t="10439" x="3340100" y="5797550"/>
          <p14:tracePt t="10456" x="3333750" y="5803900"/>
          <p14:tracePt t="10473" x="3333750" y="5810250"/>
          <p14:tracePt t="10489" x="3327400" y="5816600"/>
          <p14:tracePt t="10607" x="3333750" y="5816600"/>
          <p14:tracePt t="10622" x="3346450" y="5816600"/>
          <p14:tracePt t="10655" x="3359150" y="5816600"/>
          <p14:tracePt t="10672" x="3371850" y="5816600"/>
          <p14:tracePt t="10688" x="3384550" y="5816600"/>
          <p14:tracePt t="10705" x="3441700" y="5816600"/>
          <p14:tracePt t="10722" x="3530600" y="5816600"/>
          <p14:tracePt t="10739" x="3663950" y="5835650"/>
          <p14:tracePt t="10755" x="3752850" y="5848350"/>
          <p14:tracePt t="10772" x="3917950" y="5861050"/>
          <p14:tracePt t="10788" x="4076700" y="5880100"/>
          <p14:tracePt t="10805" x="4152900" y="5880100"/>
          <p14:tracePt t="10823" x="4330700" y="5899150"/>
          <p14:tracePt t="10838" x="4489450" y="5918200"/>
          <p14:tracePt t="10854" x="4565650" y="5937250"/>
          <p14:tracePt t="10872" x="4711700" y="5956300"/>
          <p14:tracePt t="10888" x="4775200" y="5962650"/>
          <p14:tracePt t="10904" x="4883150" y="5994400"/>
          <p14:tracePt t="10921" x="4991100" y="6007100"/>
          <p14:tracePt t="10937" x="5041900" y="6019800"/>
          <p14:tracePt t="10954" x="5149850" y="6026150"/>
          <p14:tracePt t="10971" x="5257800" y="6038850"/>
          <p14:tracePt t="10987" x="5295900" y="6038850"/>
          <p14:tracePt t="11004" x="5372100" y="6045200"/>
          <p14:tracePt t="11021" x="5429250" y="6045200"/>
          <p14:tracePt t="11037" x="5461000" y="6051550"/>
          <p14:tracePt t="11054" x="5499100" y="6051550"/>
          <p14:tracePt t="11070" x="5543550" y="6057900"/>
          <p14:tracePt t="11087" x="5549900" y="6057900"/>
          <p14:tracePt t="11104" x="5562600" y="6057900"/>
          <p14:tracePt t="11121" x="5575300" y="6064250"/>
          <p14:tracePt t="11137" x="5594350" y="6064250"/>
          <p14:tracePt t="11221" x="5600700" y="6070600"/>
          <p14:tracePt t="11353" x="5594350" y="6070600"/>
          <p14:tracePt t="11403" x="5588000" y="6070600"/>
          <p14:tracePt t="11436" x="5581650" y="6070600"/>
          <p14:tracePt t="11453" x="5568950" y="6076950"/>
          <p14:tracePt t="11469" x="5556250" y="6076950"/>
          <p14:tracePt t="11486" x="5537200" y="6083300"/>
          <p14:tracePt t="11503" x="5480050" y="6089650"/>
          <p14:tracePt t="11519" x="5429250" y="6102350"/>
          <p14:tracePt t="11536" x="5295900" y="6115050"/>
          <p14:tracePt t="11552" x="5137150" y="6134100"/>
          <p14:tracePt t="11568" x="5060950" y="6146800"/>
          <p14:tracePt t="11585" x="4902200" y="6178550"/>
          <p14:tracePt t="11602" x="4737100" y="6203950"/>
          <p14:tracePt t="11619" x="4635500" y="6216650"/>
          <p14:tracePt t="11637" x="4464050" y="6267450"/>
          <p14:tracePt t="11652" x="4305300" y="6299200"/>
          <p14:tracePt t="11668" x="4248150" y="6311900"/>
          <p14:tracePt t="11685" x="4140200" y="6343650"/>
          <p14:tracePt t="11701" x="4070350" y="6369050"/>
          <p14:tracePt t="11719" x="4038600" y="6375400"/>
          <p14:tracePt t="11735" x="4000500" y="6381750"/>
          <p14:tracePt t="11752" x="3975100" y="6394450"/>
          <p14:tracePt t="11768" x="3956050" y="6407150"/>
          <p14:tracePt t="11784" x="3949700" y="6413500"/>
          <p14:tracePt t="11801" x="3937000" y="6419850"/>
          <p14:tracePt t="11819" x="3924300" y="6419850"/>
          <p14:tracePt t="11834" x="3917950" y="6419850"/>
          <p14:tracePt t="16335" x="3873500" y="6419850"/>
          <p14:tracePt t="16353" x="3829050" y="6419850"/>
          <p14:tracePt t="16369" x="3810000" y="6419850"/>
          <p14:tracePt t="16385" x="3790950" y="6419850"/>
          <p14:tracePt t="16402" x="3689350" y="6407150"/>
          <p14:tracePt t="16419" x="3651250" y="6400800"/>
          <p14:tracePt t="16435" x="3606800" y="6381750"/>
          <p14:tracePt t="16452" x="3473450" y="6356350"/>
          <p14:tracePt t="16468" x="3416300" y="6337300"/>
          <p14:tracePt t="16485" x="3352800" y="6318250"/>
          <p14:tracePt t="16502" x="3206750" y="6273800"/>
          <p14:tracePt t="16518" x="3060700" y="6223000"/>
          <p14:tracePt t="16536" x="2901950" y="6184900"/>
          <p14:tracePt t="16552" x="2832100" y="6153150"/>
          <p14:tracePt t="16568" x="2711450" y="6115050"/>
          <p14:tracePt t="16585" x="2622550" y="6070600"/>
          <p14:tracePt t="16601" x="2590800" y="6064250"/>
          <p14:tracePt t="16618" x="2552700" y="6051550"/>
          <p14:tracePt t="16635" x="2501900" y="6038850"/>
          <p14:tracePt t="16651" x="2470150" y="6026150"/>
          <p14:tracePt t="16668" x="2419350" y="6013450"/>
          <p14:tracePt t="16684" x="2368550" y="5988050"/>
          <p14:tracePt t="16701" x="2349500" y="5975350"/>
          <p14:tracePt t="16719" x="2311400" y="5956300"/>
          <p14:tracePt t="16734" x="2292350" y="5949950"/>
          <p14:tracePt t="16751" x="2273300" y="5937250"/>
          <p14:tracePt t="16768" x="2247900" y="5930900"/>
          <p14:tracePt t="16801" x="2228850" y="5924550"/>
          <p14:tracePt t="16817" x="2209800" y="5918200"/>
          <p14:tracePt t="16851" x="2190750" y="5911850"/>
          <p14:tracePt t="16867" x="2184400" y="5911850"/>
          <p14:tracePt t="16917" x="2171700" y="5911850"/>
          <p14:tracePt t="16950" x="2165350" y="5911850"/>
          <p14:tracePt t="16966" x="2159000" y="5911850"/>
          <p14:tracePt t="17000" x="2146300" y="5905500"/>
          <p14:tracePt t="17017" x="2139950" y="5905500"/>
          <p14:tracePt t="17034" x="2133600" y="5905500"/>
          <p14:tracePt t="17050" x="2120900" y="5905500"/>
          <p14:tracePt t="17066" x="2114550" y="5905500"/>
          <p14:tracePt t="17083" x="2082800" y="5899150"/>
          <p14:tracePt t="17100" x="2051050" y="5886450"/>
          <p14:tracePt t="17117" x="2000250" y="5886450"/>
          <p14:tracePt t="17133" x="1968500" y="5873750"/>
          <p14:tracePt t="17149" x="1930400" y="5873750"/>
          <p14:tracePt t="17167" x="1898650" y="5867400"/>
          <p14:tracePt t="17183" x="1873250" y="5861050"/>
          <p14:tracePt t="17200" x="1854200" y="5861050"/>
          <p14:tracePt t="17216" x="1835150" y="5861050"/>
          <p14:tracePt t="17233" x="1822450" y="5861050"/>
          <p14:tracePt t="17249" x="1809750" y="5861050"/>
          <p14:tracePt t="17266" x="1797050" y="5861050"/>
          <p14:tracePt t="17282" x="1790700" y="5861050"/>
          <p14:tracePt t="17300" x="1771650" y="5861050"/>
          <p14:tracePt t="17315" x="1746250" y="5854700"/>
          <p14:tracePt t="17349" x="1720850" y="5848350"/>
          <p14:tracePt t="17365" x="1708150" y="5842000"/>
          <p14:tracePt t="17382" x="1682750" y="5835650"/>
          <p14:tracePt t="17399" x="1631950" y="5822950"/>
          <p14:tracePt t="17415" x="1606550" y="5810250"/>
          <p14:tracePt t="17433" x="1562100" y="5797550"/>
          <p14:tracePt t="17448" x="1511300" y="5778500"/>
          <p14:tracePt t="17465" x="1485900" y="5772150"/>
          <p14:tracePt t="17482" x="1454150" y="5772150"/>
          <p14:tracePt t="17498" x="1428750" y="5765800"/>
          <p14:tracePt t="17515" x="1422400" y="5765800"/>
          <p14:tracePt t="17532" x="1416050" y="5765800"/>
          <p14:tracePt t="17548" x="1409700" y="5765800"/>
          <p14:tracePt t="17565" x="1403350" y="5765800"/>
          <p14:tracePt t="17597" x="1397000" y="5772150"/>
          <p14:tracePt t="17648" x="1390650" y="5772150"/>
          <p14:tracePt t="17681" x="1390650" y="5778500"/>
          <p14:tracePt t="17698" x="1384300" y="5778500"/>
          <p14:tracePt t="17731" x="1384300" y="5784850"/>
          <p14:tracePt t="17764" x="1371600" y="5791200"/>
          <p14:tracePt t="17797" x="1365250" y="5797550"/>
          <p14:tracePt t="17814" x="1358900" y="5797550"/>
          <p14:tracePt t="17847" x="1352550" y="5803900"/>
          <p14:tracePt t="17863" x="1346200" y="5803900"/>
          <p14:tracePt t="17932" x="1339850" y="5803900"/>
          <p14:tracePt t="17947" x="1333500" y="5803900"/>
          <p14:tracePt t="17997" x="1327150" y="5803900"/>
          <p14:tracePt t="18064" x="1339850" y="5803900"/>
          <p14:tracePt t="18096" x="1346200" y="5803900"/>
          <p14:tracePt t="18113" x="1352550" y="5803900"/>
          <p14:tracePt t="18129" x="1358900" y="5797550"/>
          <p14:tracePt t="18146" x="1365250" y="5797550"/>
          <p14:tracePt t="18163" x="1371600" y="5797550"/>
          <p14:tracePt t="18179" x="1377950" y="5797550"/>
          <p14:tracePt t="18196" x="1390650" y="5797550"/>
          <p14:tracePt t="18229" x="1409700" y="5797550"/>
          <p14:tracePt t="18246" x="1441450" y="5797550"/>
          <p14:tracePt t="18262" x="1454150" y="5797550"/>
          <p14:tracePt t="18279" x="1473200" y="5797550"/>
          <p14:tracePt t="18296" x="1530350" y="5797550"/>
          <p14:tracePt t="18312" x="1555750" y="5797550"/>
          <p14:tracePt t="18329" x="1574800" y="5797550"/>
          <p14:tracePt t="18345" x="1612900" y="5797550"/>
          <p14:tracePt t="18362" x="1638300" y="5803900"/>
          <p14:tracePt t="18379" x="1663700" y="5803900"/>
          <p14:tracePt t="18395" x="1670050" y="5810250"/>
          <p14:tracePt t="18413" x="1682750" y="5810250"/>
          <p14:tracePt t="18445" x="1689100" y="5810250"/>
          <p14:tracePt t="18461" x="1695450" y="5810250"/>
          <p14:tracePt t="18478" x="1701800" y="5810250"/>
          <p14:tracePt t="18512" x="1708150" y="5810250"/>
          <p14:tracePt t="18528" x="1714500" y="5810250"/>
          <p14:tracePt t="18578" x="1720850" y="5810250"/>
          <p14:tracePt t="18611" x="1727200" y="5810250"/>
          <p14:tracePt t="18627" x="1733550" y="5810250"/>
          <p14:tracePt t="18644" x="1739900" y="5810250"/>
          <p14:tracePt t="18661" x="1752600" y="5810250"/>
          <p14:tracePt t="18677" x="1765300" y="5810250"/>
          <p14:tracePt t="18695" x="1797050" y="5810250"/>
          <p14:tracePt t="18711" x="1854200" y="5810250"/>
          <p14:tracePt t="18727" x="1892300" y="5810250"/>
          <p14:tracePt t="18744" x="1981200" y="5810250"/>
          <p14:tracePt t="18761" x="2095500" y="5816600"/>
          <p14:tracePt t="18777" x="2165350" y="5816600"/>
          <p14:tracePt t="18794" x="2317750" y="5816600"/>
          <p14:tracePt t="18810" x="2533650" y="5835650"/>
          <p14:tracePt t="18828" x="2749550" y="5854700"/>
          <p14:tracePt t="18843" x="2851150" y="5867400"/>
          <p14:tracePt t="18860" x="3041650" y="5886450"/>
          <p14:tracePt t="18877" x="3206750" y="5899150"/>
          <p14:tracePt t="18893" x="3276600" y="5905500"/>
          <p14:tracePt t="18910" x="3327400" y="5918200"/>
          <p14:tracePt t="18927" x="3441700" y="5924550"/>
          <p14:tracePt t="18943" x="3460750" y="5924550"/>
          <p14:tracePt t="18960" x="3479800" y="5924550"/>
          <p14:tracePt t="18993" x="3486150" y="5924550"/>
          <p14:tracePt t="19011" x="3486150" y="5918200"/>
          <p14:tracePt t="19043" x="3492500" y="5918200"/>
          <p14:tracePt t="19076" x="3498850" y="5911850"/>
          <p14:tracePt t="19193" x="3505200" y="5911850"/>
          <p14:tracePt t="19259" x="3511550" y="5911850"/>
          <p14:tracePt t="19276" x="3517900" y="5905500"/>
          <p14:tracePt t="19309" x="3517900" y="5899150"/>
          <p14:tracePt t="19326" x="3524250" y="5899150"/>
          <p14:tracePt t="19342" x="3530600" y="5899150"/>
          <p14:tracePt t="19358" x="3536950" y="5899150"/>
          <p14:tracePt t="19375" x="3543300" y="5892800"/>
          <p14:tracePt t="19391" x="3549650" y="5892800"/>
          <p14:tracePt t="19425" x="3556000" y="5892800"/>
          <p14:tracePt t="19441" x="3562350" y="5892800"/>
          <p14:tracePt t="19475" x="3568700" y="5886450"/>
          <p14:tracePt t="19491" x="3575050" y="5886450"/>
          <p14:tracePt t="19525" x="3581400" y="5886450"/>
          <p14:tracePt t="19541" x="3587750" y="5886450"/>
          <p14:tracePt t="19574" x="3594100" y="5880100"/>
          <p14:tracePt t="19724" x="3594100" y="5886450"/>
          <p14:tracePt t="20305" x="3568700" y="5886450"/>
          <p14:tracePt t="20323" x="3543300" y="5886450"/>
          <p14:tracePt t="20339" x="3530600" y="5886450"/>
          <p14:tracePt t="20355" x="3492500" y="5886450"/>
          <p14:tracePt t="20372" x="3448050" y="5886450"/>
          <p14:tracePt t="20388" x="3429000" y="5886450"/>
          <p14:tracePt t="20392" x="3403600" y="5886450"/>
          <p14:tracePt t="20405" x="3378200" y="5886450"/>
          <p14:tracePt t="20422" x="3321050" y="5886450"/>
          <p14:tracePt t="20438" x="3302000" y="5886450"/>
          <p14:tracePt t="20455" x="3263900" y="5886450"/>
          <p14:tracePt t="20471" x="3219450" y="5886450"/>
          <p14:tracePt t="20488" x="3200400" y="5886450"/>
          <p14:tracePt t="20506" x="3149600" y="5886450"/>
          <p14:tracePt t="20521" x="3111500" y="5886450"/>
          <p14:tracePt t="20538" x="3092450" y="5886450"/>
          <p14:tracePt t="20554" x="3048000" y="5886450"/>
          <p14:tracePt t="20571" x="3028950" y="5886450"/>
          <p14:tracePt t="20588" x="2978150" y="5886450"/>
          <p14:tracePt t="20604" x="2940050" y="5886450"/>
          <p14:tracePt t="20621" x="2927350" y="5886450"/>
          <p14:tracePt t="20639" x="2895600" y="5886450"/>
          <p14:tracePt t="20654" x="2876550" y="5886450"/>
          <p14:tracePt t="20671" x="2870200" y="5886450"/>
          <p14:tracePt t="20687" x="2863850" y="5880100"/>
          <p14:tracePt t="20704" x="2857500" y="5880100"/>
          <p14:tracePt t="20738" x="2844800" y="5880100"/>
          <p14:tracePt t="20787" x="2844800" y="5873750"/>
          <p14:tracePt t="20803" x="2838450" y="5873750"/>
          <p14:tracePt t="20837" x="2832100" y="5873750"/>
          <p14:tracePt t="20854" x="2825750" y="5867400"/>
          <p14:tracePt t="20920" x="2813050" y="5867400"/>
          <p14:tracePt t="20986" x="2806700" y="5867400"/>
          <p14:tracePt t="21053" x="2806700" y="5861050"/>
          <p14:tracePt t="21185" x="2819400" y="5861050"/>
          <p14:tracePt t="21219" x="2832100" y="5861050"/>
          <p14:tracePt t="21236" x="2851150" y="5861050"/>
          <p14:tracePt t="21252" x="2863850" y="5861050"/>
          <p14:tracePt t="21269" x="2914650" y="5861050"/>
          <p14:tracePt t="21285" x="3003550" y="5861050"/>
          <p14:tracePt t="21302" x="3067050" y="5861050"/>
          <p14:tracePt t="21318" x="3257550" y="5861050"/>
          <p14:tracePt t="21335" x="3498850" y="5886450"/>
          <p14:tracePt t="21352" x="3638550" y="5892800"/>
          <p14:tracePt t="21369" x="3937000" y="5918200"/>
          <p14:tracePt t="21385" x="4273550" y="5962650"/>
          <p14:tracePt t="21403" x="4584700" y="6000750"/>
          <p14:tracePt t="21418" x="4711700" y="6019800"/>
          <p14:tracePt t="21435" x="4946650" y="6064250"/>
          <p14:tracePt t="21453" x="5162550" y="6096000"/>
          <p14:tracePt t="21468" x="5264150" y="6115050"/>
          <p14:tracePt t="21485" x="5365750" y="6121400"/>
          <p14:tracePt t="21501" x="5613400" y="6172200"/>
          <p14:tracePt t="21517" x="5708650" y="6191250"/>
          <p14:tracePt t="21534" x="5784850" y="6216650"/>
          <p14:tracePt t="21551" x="5943600" y="6261100"/>
          <p14:tracePt t="21567" x="6064250" y="6292850"/>
          <p14:tracePt t="21585" x="6159500" y="6305550"/>
          <p14:tracePt t="21600" x="6191250" y="6324600"/>
          <p14:tracePt t="21618" x="6242050" y="6337300"/>
          <p14:tracePt t="21634" x="6273800" y="6343650"/>
          <p14:tracePt t="21651" x="6286500" y="6350000"/>
          <p14:tracePt t="21667" x="6305550" y="6350000"/>
          <p14:tracePt t="21684" x="6311900" y="6350000"/>
          <p14:tracePt t="21717" x="6318250" y="6343650"/>
          <p14:tracePt t="21733" x="6318250" y="6330950"/>
          <p14:tracePt t="21750" x="6324600" y="6324600"/>
          <p14:tracePt t="21768" x="6324600" y="6311900"/>
          <p14:tracePt t="21785" x="6337300" y="6305550"/>
          <p14:tracePt t="21801" x="6343650" y="6299200"/>
          <p14:tracePt t="21817" x="6356350" y="6286500"/>
          <p14:tracePt t="21833" x="6369050" y="6280150"/>
          <p14:tracePt t="21850" x="6394450" y="6267450"/>
          <p14:tracePt t="21867" x="6407150" y="6261100"/>
          <p14:tracePt t="21884" x="6419850" y="6261100"/>
          <p14:tracePt t="21900" x="6457950" y="6248400"/>
          <p14:tracePt t="21917" x="6489700" y="6235700"/>
          <p14:tracePt t="21920" x="6502400" y="6229350"/>
          <p14:tracePt t="21949" x="6521450" y="6223000"/>
          <p14:tracePt t="21966" x="6527800" y="6216650"/>
          <p14:tracePt t="22016" x="6527800" y="6210300"/>
          <p14:tracePt t="22116" x="6521450" y="6210300"/>
          <p14:tracePt t="22132" x="6515100" y="6210300"/>
          <p14:tracePt t="22148" x="6508750" y="6210300"/>
          <p14:tracePt t="22166" x="6502400" y="6210300"/>
          <p14:tracePt t="22198" x="6496050" y="6210300"/>
          <p14:tracePt t="22232" x="6477000" y="6210300"/>
          <p14:tracePt t="22248" x="6432550" y="6210300"/>
          <p14:tracePt t="22265" x="6311900" y="6184900"/>
          <p14:tracePt t="22282" x="6223000" y="6165850"/>
          <p14:tracePt t="22299" x="5962650" y="6121400"/>
          <p14:tracePt t="22315" x="5594350" y="6070600"/>
          <p14:tracePt t="22331" x="5378450" y="6045200"/>
          <p14:tracePt t="22349" x="4883150" y="5969000"/>
          <p14:tracePt t="22364" x="4343400" y="5911850"/>
          <p14:tracePt t="22381" x="4089400" y="5867400"/>
          <p14:tracePt t="22399" x="3638550" y="5842000"/>
          <p14:tracePt t="22415" x="3251200" y="5803900"/>
          <p14:tracePt t="22431" x="3124200" y="5791200"/>
          <p14:tracePt t="22435" x="2965450" y="5778500"/>
          <p14:tracePt t="22448" x="2838450" y="5772150"/>
          <p14:tracePt t="22464" x="2724150" y="5746750"/>
          <p14:tracePt t="22481" x="2419350" y="5708650"/>
          <p14:tracePt t="22497" x="2311400" y="5695950"/>
          <p14:tracePt t="22514" x="2197100" y="5689600"/>
          <p14:tracePt t="22531" x="2006600" y="5664200"/>
          <p14:tracePt t="22547" x="1841500" y="5645150"/>
          <p14:tracePt t="22564" x="1752600" y="5638800"/>
          <p14:tracePt t="22581" x="1568450" y="5626100"/>
          <p14:tracePt t="22597" x="1390650" y="5613400"/>
          <p14:tracePt t="22614" x="1301750" y="5613400"/>
          <p14:tracePt t="22631" x="1162050" y="5594350"/>
          <p14:tracePt t="22647" x="1041400" y="5562600"/>
          <p14:tracePt t="22665" x="927100" y="5511800"/>
          <p14:tracePt t="22680" x="876300" y="5505450"/>
          <p14:tracePt t="22697" x="793750" y="5505450"/>
          <p14:tracePt t="22714" x="723900" y="5499100"/>
          <p14:tracePt t="22730" x="704850" y="5499100"/>
          <p14:tracePt t="22747" x="692150" y="5499100"/>
          <p14:tracePt t="22763" x="666750" y="5492750"/>
          <p14:tracePt t="22797" x="660400" y="5492750"/>
          <p14:tracePt t="22863" x="660400" y="5499100"/>
          <p14:tracePt t="22880" x="666750" y="5499100"/>
          <p14:tracePt t="22896" x="666750" y="5505450"/>
          <p14:tracePt t="22913" x="673100" y="5505450"/>
          <p14:tracePt t="22930" x="685800" y="5511800"/>
          <p14:tracePt t="22946" x="698500" y="5518150"/>
          <p14:tracePt t="22962" x="704850" y="5518150"/>
          <p14:tracePt t="22979" x="717550" y="5518150"/>
          <p14:tracePt t="22996" x="742950" y="5518150"/>
          <p14:tracePt t="23012" x="749300" y="5518150"/>
          <p14:tracePt t="23029" x="781050" y="5518150"/>
          <p14:tracePt t="23046" x="825500" y="5518150"/>
          <p14:tracePt t="23062" x="857250" y="5518150"/>
          <p14:tracePt t="23079" x="933450" y="5518150"/>
          <p14:tracePt t="23095" x="984250" y="5518150"/>
          <p14:tracePt t="23112" x="1117600" y="5505450"/>
          <p14:tracePt t="23128" x="1257300" y="5499100"/>
          <p14:tracePt t="23145" x="1333500" y="5486400"/>
          <p14:tracePt t="23162" x="1466850" y="5467350"/>
          <p14:tracePt t="23178" x="1549400" y="5461000"/>
          <p14:tracePt t="23195" x="1568450" y="5454650"/>
          <p14:tracePt t="23212" x="1593850" y="5441950"/>
          <p14:tracePt t="23228" x="1606550" y="5435600"/>
          <p14:tracePt t="23245" x="1612900" y="54356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spc="-94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46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4388"/>
    </mc:Choice>
    <mc:Fallback>
      <p:transition advTm="24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51" x="2514600" y="6305550"/>
          <p14:tracePt t="1368" x="2495550" y="6273800"/>
          <p14:tracePt t="1385" x="2457450" y="6216650"/>
          <p14:tracePt t="1401" x="2438400" y="6172200"/>
          <p14:tracePt t="1417" x="2419350" y="6140450"/>
          <p14:tracePt t="1434" x="2381250" y="6057900"/>
          <p14:tracePt t="1451" x="2368550" y="6013450"/>
          <p14:tracePt t="1468" x="2343150" y="5969000"/>
          <p14:tracePt t="1484" x="2330450" y="5937250"/>
          <p14:tracePt t="1501" x="2317750" y="5911850"/>
          <p14:tracePt t="1518" x="2311400" y="5880100"/>
          <p14:tracePt t="1534" x="2305050" y="5854700"/>
          <p14:tracePt t="1551" x="2298700" y="5829300"/>
          <p14:tracePt t="1567" x="2298700" y="5791200"/>
          <p14:tracePt t="1584" x="2298700" y="5778500"/>
          <p14:tracePt t="1601" x="2298700" y="5759450"/>
          <p14:tracePt t="1617" x="2298700" y="5734050"/>
          <p14:tracePt t="1633" x="2292350" y="5727700"/>
          <p14:tracePt t="1651" x="2292350" y="5708650"/>
          <p14:tracePt t="1667" x="2292350" y="5702300"/>
          <p14:tracePt t="1683" x="2292350" y="5695950"/>
          <p14:tracePt t="1700" x="2292350" y="5689600"/>
          <p14:tracePt t="1717" x="2298700" y="5683250"/>
          <p14:tracePt t="1733" x="2305050" y="5676900"/>
          <p14:tracePt t="1750" x="2324100" y="5664200"/>
          <p14:tracePt t="1784" x="2343150" y="5657850"/>
          <p14:tracePt t="1800" x="2355850" y="5651500"/>
          <p14:tracePt t="1816" x="2362200" y="5651500"/>
          <p14:tracePt t="1833" x="2381250" y="5638800"/>
          <p14:tracePt t="1849" x="2400300" y="5632450"/>
          <p14:tracePt t="1866" x="2413000" y="5626100"/>
          <p14:tracePt t="1883" x="2438400" y="5619750"/>
          <p14:tracePt t="1899" x="2451100" y="5619750"/>
          <p14:tracePt t="1916" x="2463800" y="5619750"/>
          <p14:tracePt t="1932" x="2476500" y="5619750"/>
          <p14:tracePt t="1949" x="2489200" y="5619750"/>
          <p14:tracePt t="1966" x="2501900" y="5626100"/>
          <p14:tracePt t="1982" x="2508250" y="5632450"/>
          <p14:tracePt t="2001" x="2514600" y="5638800"/>
          <p14:tracePt t="2016" x="2527300" y="5645150"/>
          <p14:tracePt t="2032" x="2533650" y="5645150"/>
          <p14:tracePt t="2049" x="2540000" y="5645150"/>
          <p14:tracePt t="2065" x="2552700" y="5645150"/>
          <p14:tracePt t="2082" x="2559050" y="5651500"/>
          <p14:tracePt t="2100" x="2571750" y="5651500"/>
          <p14:tracePt t="2115" x="2584450" y="5651500"/>
          <p14:tracePt t="2132" x="2597150" y="5657850"/>
          <p14:tracePt t="2149" x="2603500" y="5664200"/>
          <p14:tracePt t="2165" x="2609850" y="5664200"/>
          <p14:tracePt t="2181" x="2622550" y="5670550"/>
          <p14:tracePt t="2198" x="2635250" y="5676900"/>
          <p14:tracePt t="2215" x="2641600" y="5676900"/>
          <p14:tracePt t="2265" x="2647950" y="5676900"/>
          <p14:tracePt t="2282" x="2654300" y="5683250"/>
          <p14:tracePt t="2298" x="2660650" y="5683250"/>
          <p14:tracePt t="2331" x="2667000" y="5683250"/>
          <p14:tracePt t="2348" x="2679700" y="5683250"/>
          <p14:tracePt t="2366" x="2679700" y="5689600"/>
          <p14:tracePt t="2397" x="2686050" y="5689600"/>
          <p14:tracePt t="2415" x="2698750" y="5695950"/>
          <p14:tracePt t="2447" x="2705100" y="5695950"/>
          <p14:tracePt t="2464" x="2711450" y="5702300"/>
          <p14:tracePt t="2480" x="2717800" y="5702300"/>
          <p14:tracePt t="2530" x="2724150" y="5702300"/>
          <p14:tracePt t="2564" x="2724150" y="5708650"/>
          <p14:tracePt t="2580" x="2730500" y="5708650"/>
          <p14:tracePt t="2613" x="2736850" y="5708650"/>
          <p14:tracePt t="2647" x="2743200" y="5708650"/>
          <p14:tracePt t="2697" x="2749550" y="5708650"/>
          <p14:tracePt t="2796" x="2755900" y="5708650"/>
          <p14:tracePt t="2846" x="2762250" y="5715000"/>
          <p14:tracePt t="2863" x="2774950" y="5715000"/>
          <p14:tracePt t="2879" x="2787650" y="5721350"/>
          <p14:tracePt t="2896" x="2794000" y="5721350"/>
          <p14:tracePt t="2913" x="2838450" y="5734050"/>
          <p14:tracePt t="2929" x="2946400" y="5759450"/>
          <p14:tracePt t="2946" x="3009900" y="5778500"/>
          <p14:tracePt t="2962" x="3092450" y="5797550"/>
          <p14:tracePt t="2979" x="3321050" y="5848350"/>
          <p14:tracePt t="2996" x="3467100" y="5873750"/>
          <p14:tracePt t="3012" x="3810000" y="5930900"/>
          <p14:tracePt t="3029" x="4000500" y="5943600"/>
          <p14:tracePt t="3045" x="4508500" y="6007100"/>
          <p14:tracePt t="3062" x="4648200" y="6019800"/>
          <p14:tracePt t="3078" x="4775200" y="6038850"/>
          <p14:tracePt t="3095" x="4991100" y="6057900"/>
          <p14:tracePt t="3112" x="5181600" y="6083300"/>
          <p14:tracePt t="3129" x="5353050" y="6108700"/>
          <p14:tracePt t="3145" x="5429250" y="6121400"/>
          <p14:tracePt t="3161" x="5549900" y="6140450"/>
          <p14:tracePt t="3178" x="5632450" y="6165850"/>
          <p14:tracePt t="3195" x="5676900" y="6172200"/>
          <p14:tracePt t="3211" x="5759450" y="6197600"/>
          <p14:tracePt t="3229" x="5778500" y="6197600"/>
          <p14:tracePt t="3244" x="5829300" y="6210300"/>
          <p14:tracePt t="3262" x="5886450" y="6210300"/>
          <p14:tracePt t="3278" x="5918200" y="6210300"/>
          <p14:tracePt t="3294" x="5981700" y="6203950"/>
          <p14:tracePt t="3312" x="6026150" y="6203950"/>
          <p14:tracePt t="3328" x="6045200" y="6203950"/>
          <p14:tracePt t="3344" x="6083300" y="6203950"/>
          <p14:tracePt t="3361" x="6127750" y="6203950"/>
          <p14:tracePt t="3377" x="6146800" y="6203950"/>
          <p14:tracePt t="3394" x="6203950" y="6210300"/>
          <p14:tracePt t="3411" x="6261100" y="6210300"/>
          <p14:tracePt t="3427" x="6299200" y="6210300"/>
          <p14:tracePt t="3445" x="6356350" y="6210300"/>
          <p14:tracePt t="3460" x="6419850" y="6203950"/>
          <p14:tracePt t="3477" x="6457950" y="6191250"/>
          <p14:tracePt t="3494" x="6508750" y="6184900"/>
          <p14:tracePt t="3510" x="6546850" y="6178550"/>
          <p14:tracePt t="3527" x="6565900" y="6172200"/>
          <p14:tracePt t="3544" x="6591300" y="6159500"/>
          <p14:tracePt t="3560" x="6604000" y="6159500"/>
          <p14:tracePt t="3576" x="6610350" y="6153150"/>
          <p14:tracePt t="3594" x="6623050" y="6153150"/>
          <p14:tracePt t="3627" x="6629400" y="6146800"/>
          <p14:tracePt t="3643" x="6635750" y="6146800"/>
          <p14:tracePt t="3743" x="6642100" y="6146800"/>
          <p14:tracePt t="3843" x="6642100" y="6134100"/>
          <p14:tracePt t="3859" x="6623050" y="6127750"/>
          <p14:tracePt t="3876" x="6604000" y="6121400"/>
          <p14:tracePt t="3893" x="6489700" y="6083300"/>
          <p14:tracePt t="3909" x="6400800" y="6064250"/>
          <p14:tracePt t="3925" x="6108700" y="6007100"/>
          <p14:tracePt t="3943" x="5638800" y="5937250"/>
          <p14:tracePt t="3959" x="5092700" y="5861050"/>
          <p14:tracePt t="3977" x="4845050" y="5829300"/>
          <p14:tracePt t="3992" x="4343400" y="5797550"/>
          <p14:tracePt t="4009" x="4133850" y="5797550"/>
          <p14:tracePt t="4025" x="3695700" y="5797550"/>
          <p14:tracePt t="4041" x="3289300" y="5822950"/>
          <p14:tracePt t="4058" x="3098800" y="5835650"/>
          <p14:tracePt t="4076" x="2768600" y="5854700"/>
          <p14:tracePt t="4092" x="2508250" y="5854700"/>
          <p14:tracePt t="4108" x="2393950" y="5854700"/>
          <p14:tracePt t="4125" x="2216150" y="5854700"/>
          <p14:tracePt t="4141" x="2070100" y="5842000"/>
          <p14:tracePt t="4158" x="2006600" y="5842000"/>
          <p14:tracePt t="4175" x="1930400" y="5835650"/>
          <p14:tracePt t="4192" x="1860550" y="5835650"/>
          <p14:tracePt t="4210" x="1790700" y="5835650"/>
          <p14:tracePt t="4225" x="1752600" y="5835650"/>
          <p14:tracePt t="4241" x="1670050" y="5842000"/>
          <p14:tracePt t="4259" x="1593850" y="5854700"/>
          <p14:tracePt t="4274" x="1555750" y="5854700"/>
          <p14:tracePt t="4291" x="1498600" y="5854700"/>
          <p14:tracePt t="4295" x="1447800" y="5861050"/>
          <p14:tracePt t="4307" x="1333500" y="5867400"/>
          <p14:tracePt t="4324" x="1276350" y="5867400"/>
          <p14:tracePt t="4341" x="1212850" y="5867400"/>
          <p14:tracePt t="4358" x="1085850" y="5867400"/>
          <p14:tracePt t="4374" x="984250" y="5867400"/>
          <p14:tracePt t="4393" x="908050" y="5867400"/>
          <p14:tracePt t="4407" x="882650" y="5867400"/>
          <p14:tracePt t="4424" x="850900" y="5867400"/>
          <p14:tracePt t="4441" x="831850" y="5867400"/>
          <p14:tracePt t="4457" x="825500" y="5867400"/>
          <p14:tracePt t="5935" x="844550" y="5867400"/>
          <p14:tracePt t="5952" x="895350" y="5867400"/>
          <p14:tracePt t="5968" x="939800" y="5867400"/>
          <p14:tracePt t="5985" x="990600" y="5867400"/>
          <p14:tracePt t="6002" x="1187450" y="5867400"/>
          <p14:tracePt t="6018" x="1250950" y="5867400"/>
          <p14:tracePt t="6036" x="1390650" y="5867400"/>
          <p14:tracePt t="6051" x="1473200" y="5886450"/>
          <p14:tracePt t="6068" x="1651000" y="5918200"/>
          <p14:tracePt t="6085" x="1828800" y="5930900"/>
          <p14:tracePt t="6101" x="1905000" y="5937250"/>
          <p14:tracePt t="6118" x="2051050" y="5949950"/>
          <p14:tracePt t="6135" x="2171700" y="5962650"/>
          <p14:tracePt t="6151" x="2222500" y="5975350"/>
          <p14:tracePt t="6168" x="2349500" y="5981700"/>
          <p14:tracePt t="6184" x="2444750" y="5981700"/>
          <p14:tracePt t="6201" x="2482850" y="5975350"/>
          <p14:tracePt t="6219" x="2546350" y="5962650"/>
          <p14:tracePt t="6234" x="2590800" y="5949950"/>
          <p14:tracePt t="6251" x="2609850" y="5943600"/>
          <p14:tracePt t="6268" x="2635250" y="5937250"/>
          <p14:tracePt t="6284" x="2647950" y="5924550"/>
          <p14:tracePt t="6301" x="2654300" y="5924550"/>
          <p14:tracePt t="6304" x="2667000" y="5918200"/>
          <p14:tracePt t="6317" x="2673350" y="5911850"/>
          <p14:tracePt t="6334" x="2686050" y="5911850"/>
          <p14:tracePt t="6352" x="2705100" y="5905500"/>
          <p14:tracePt t="6367" x="2717800" y="5899150"/>
          <p14:tracePt t="6384" x="2730500" y="5892800"/>
          <p14:tracePt t="6401" x="2755900" y="5886450"/>
          <p14:tracePt t="6417" x="2768600" y="5873750"/>
          <p14:tracePt t="6433" x="2774950" y="5873750"/>
          <p14:tracePt t="6450" x="2787650" y="5867400"/>
          <p14:tracePt t="6467" x="2794000" y="5861050"/>
          <p14:tracePt t="6484" x="2800350" y="5854700"/>
          <p14:tracePt t="6500" x="2806700" y="5854700"/>
          <p14:tracePt t="6534" x="2813050" y="5854700"/>
          <p14:tracePt t="6600" x="2819400" y="5854700"/>
          <p14:tracePt t="6668" x="2832100" y="5854700"/>
          <p14:tracePt t="6683" x="2838450" y="5854700"/>
          <p14:tracePt t="6699" x="2863850" y="5861050"/>
          <p14:tracePt t="6716" x="2946400" y="5880100"/>
          <p14:tracePt t="6732" x="2997200" y="5886450"/>
          <p14:tracePt t="6749" x="3206750" y="5918200"/>
          <p14:tracePt t="6766" x="3473450" y="5943600"/>
          <p14:tracePt t="6782" x="3676650" y="5981700"/>
          <p14:tracePt t="6799" x="4127500" y="6064250"/>
          <p14:tracePt t="6815" x="4679950" y="6172200"/>
          <p14:tracePt t="6832" x="4959350" y="6216650"/>
          <p14:tracePt t="6850" x="5454650" y="6305550"/>
          <p14:tracePt t="6865" x="5822950" y="6356350"/>
          <p14:tracePt t="6882" x="5969000" y="6381750"/>
          <p14:tracePt t="6899" x="6210300" y="6400800"/>
          <p14:tracePt t="6915" x="6299200" y="6413500"/>
          <p14:tracePt t="6932" x="6445250" y="6438900"/>
          <p14:tracePt t="6949" x="6578600" y="6470650"/>
          <p14:tracePt t="6965" x="6642100" y="6489700"/>
          <p14:tracePt t="6982" x="6819900" y="6534150"/>
          <p14:tracePt t="6998" x="6851650" y="6540500"/>
          <p14:tracePt t="7015" x="6877050" y="6546850"/>
          <p14:tracePt t="7032" x="6927850" y="6553200"/>
          <p14:tracePt t="7048" x="6978650" y="6559550"/>
          <p14:tracePt t="7065" x="6997700" y="6559550"/>
          <p14:tracePt t="7081" x="7042150" y="6572250"/>
          <p14:tracePt t="7098" x="7086600" y="6565900"/>
          <p14:tracePt t="7115" x="7131050" y="6553200"/>
          <p14:tracePt t="7131" x="7150100" y="6546850"/>
          <p14:tracePt t="7148" x="7162800" y="6540500"/>
          <p14:tracePt t="7165" x="7194550" y="6521450"/>
          <p14:tracePt t="7181" x="7226300" y="6508750"/>
          <p14:tracePt t="7197" x="7232650" y="6496050"/>
          <p14:tracePt t="7214" x="7245350" y="6483350"/>
          <p14:tracePt t="7231" x="7245350" y="6470650"/>
          <p14:tracePt t="7248" x="7251700" y="6470650"/>
          <p14:tracePt t="7281" x="7251700" y="6464300"/>
          <p14:tracePt t="7348" x="7251700" y="6451600"/>
          <p14:tracePt t="7380" x="7251700" y="6445250"/>
          <p14:tracePt t="7413" x="7239000" y="6432550"/>
          <p14:tracePt t="7432" x="7219950" y="6426200"/>
          <p14:tracePt t="7446" x="7162800" y="6407150"/>
          <p14:tracePt t="7463" x="7118350" y="6388100"/>
          <p14:tracePt t="7481" x="6946900" y="6330950"/>
          <p14:tracePt t="7497" x="6692900" y="6254750"/>
          <p14:tracePt t="7513" x="6540500" y="6216650"/>
          <p14:tracePt t="7530" x="6108700" y="6121400"/>
          <p14:tracePt t="7546" x="5568950" y="6057900"/>
          <p14:tracePt t="7563" x="4953000" y="5994400"/>
          <p14:tracePt t="7580" x="4610100" y="5981700"/>
          <p14:tracePt t="7597" x="4241800" y="5962650"/>
          <p14:tracePt t="7614" x="3251200" y="5930900"/>
          <p14:tracePt t="7629" x="2940050" y="5930900"/>
          <p14:tracePt t="7646" x="2673350" y="5918200"/>
          <p14:tracePt t="7663" x="2235200" y="5918200"/>
          <p14:tracePt t="7679" x="1917700" y="5918200"/>
          <p14:tracePt t="7698" x="1663700" y="5918200"/>
          <p14:tracePt t="7713" x="1555750" y="5918200"/>
          <p14:tracePt t="7729" x="1384300" y="5918200"/>
          <p14:tracePt t="7746" x="1270000" y="5924550"/>
          <p14:tracePt t="7762" x="1206500" y="5924550"/>
          <p14:tracePt t="7779" x="1111250" y="5937250"/>
          <p14:tracePt t="7796" x="1028700" y="5937250"/>
          <p14:tracePt t="7813" x="977900" y="5924550"/>
          <p14:tracePt t="7816" x="939800" y="5924550"/>
          <p14:tracePt t="7830" x="895350" y="5924550"/>
          <p14:tracePt t="7846" x="819150" y="5924550"/>
          <p14:tracePt t="7862" x="781050" y="5924550"/>
          <p14:tracePt t="7880" x="679450" y="5956300"/>
          <p14:tracePt t="7896" x="565150" y="5975350"/>
          <p14:tracePt t="7912" x="482600" y="5994400"/>
          <p14:tracePt t="7929" x="368300" y="6013450"/>
          <p14:tracePt t="7945" x="323850" y="6019800"/>
          <p14:tracePt t="7961" x="260350" y="6045200"/>
          <p14:tracePt t="7979" x="234950" y="6051550"/>
          <p14:tracePt t="7995" x="222250" y="6051550"/>
          <p14:tracePt t="8012" x="209550" y="6057900"/>
          <p14:tracePt t="8044" x="209550" y="6064250"/>
          <p14:tracePt t="8146" x="215900" y="6064250"/>
          <p14:tracePt t="8161" x="228600" y="6064250"/>
          <p14:tracePt t="8177" x="241300" y="6064250"/>
          <p14:tracePt t="8194" x="254000" y="6051550"/>
          <p14:tracePt t="8211" x="266700" y="6045200"/>
          <p14:tracePt t="8227" x="273050" y="6038850"/>
          <p14:tracePt t="8246" x="355600" y="5994400"/>
          <p14:tracePt t="8260" x="387350" y="5981700"/>
          <p14:tracePt t="8277" x="419100" y="5956300"/>
          <p14:tracePt t="8294" x="482600" y="5905500"/>
          <p14:tracePt t="8310" x="552450" y="5867400"/>
          <p14:tracePt t="8327" x="565150" y="5848350"/>
          <p14:tracePt t="8331" x="584200" y="5835650"/>
          <p14:tracePt t="8344" x="596900" y="5829300"/>
          <p14:tracePt t="8360" x="615950" y="5810250"/>
          <p14:tracePt t="8378" x="635000" y="5797550"/>
          <p14:tracePt t="8393" x="641350" y="5791200"/>
          <p14:tracePt t="8410" x="654050" y="5784850"/>
          <p14:tracePt t="8428" x="660400" y="5778500"/>
          <p14:tracePt t="8460" x="673100" y="5778500"/>
          <p14:tracePt t="8477" x="679450" y="5778500"/>
          <p14:tracePt t="8510" x="685800" y="5772150"/>
          <p14:tracePt t="8576" x="698500" y="5772150"/>
          <p14:tracePt t="8659" x="704850" y="5772150"/>
          <p14:tracePt t="8693" x="711200" y="5772150"/>
          <p14:tracePt t="8709" x="717550" y="5772150"/>
          <p14:tracePt t="8742" x="723900" y="5772150"/>
          <p14:tracePt t="8759" x="730250" y="5772150"/>
          <p14:tracePt t="8792" x="736600" y="5772150"/>
          <p14:tracePt t="8809" x="749300" y="5772150"/>
          <p14:tracePt t="8827" x="781050" y="5765800"/>
          <p14:tracePt t="8842" x="806450" y="5753100"/>
          <p14:tracePt t="8859" x="844550" y="5753100"/>
          <p14:tracePt t="8876" x="1066800" y="5708650"/>
          <p14:tracePt t="8892" x="1155700" y="5689600"/>
          <p14:tracePt t="8908" x="1257300" y="5670550"/>
          <p14:tracePt t="8925" x="1492250" y="5626100"/>
          <p14:tracePt t="8941" x="1746250" y="5594350"/>
          <p14:tracePt t="8960" x="2000250" y="5543550"/>
          <p14:tracePt t="8975" x="2139950" y="5524500"/>
          <p14:tracePt t="8991" x="2432050" y="5473700"/>
          <p14:tracePt t="9009" x="2711450" y="5454650"/>
          <p14:tracePt t="9024" x="2838450" y="5454650"/>
          <p14:tracePt t="9041" x="3079750" y="5435600"/>
          <p14:tracePt t="9058" x="3181350" y="5435600"/>
          <p14:tracePt t="9074" x="3384550" y="5435600"/>
          <p14:tracePt t="9091" x="3498850" y="5435600"/>
          <p14:tracePt t="9108" x="3702050" y="5448300"/>
          <p14:tracePt t="9124" x="3854450" y="5461000"/>
          <p14:tracePt t="9142" x="3987800" y="5480050"/>
          <p14:tracePt t="9157" x="4051300" y="5480050"/>
          <p14:tracePt t="9174" x="4171950" y="5505450"/>
          <p14:tracePt t="9191" x="4254500" y="5518150"/>
          <p14:tracePt t="9207" x="4286250" y="5518150"/>
          <p14:tracePt t="9224" x="4324350" y="5537200"/>
          <p14:tracePt t="9241" x="4349750" y="5543550"/>
          <p14:tracePt t="9257" x="4356100" y="5543550"/>
          <p14:tracePt t="9274" x="4381500" y="5556250"/>
          <p14:tracePt t="9290" x="4394200" y="5562600"/>
          <p14:tracePt t="9307" x="4400550" y="5562600"/>
          <p14:tracePt t="9324" x="4406900" y="5575300"/>
          <p14:tracePt t="9340" x="4419600" y="5588000"/>
          <p14:tracePt t="9357" x="4432300" y="5588000"/>
          <p14:tracePt t="9360" x="4438650" y="5594350"/>
          <p14:tracePt t="9373" x="4445000" y="5594350"/>
          <p14:tracePt t="9390" x="4457700" y="5600700"/>
          <p14:tracePt t="9407" x="4464050" y="5607050"/>
          <p14:tracePt t="9423" x="4483100" y="5619750"/>
          <p14:tracePt t="9440" x="4508500" y="5626100"/>
          <p14:tracePt t="9458" x="4527550" y="5638800"/>
          <p14:tracePt t="9473" x="4533900" y="5638800"/>
          <p14:tracePt t="9490" x="4546600" y="5638800"/>
          <p14:tracePt t="9506" x="4572000" y="5645150"/>
          <p14:tracePt t="9523" x="4597400" y="5645150"/>
          <p14:tracePt t="9539" x="4603750" y="5645150"/>
          <p14:tracePt t="9556" x="4616450" y="5645150"/>
          <p14:tracePt t="9573" x="4622800" y="5645150"/>
          <p14:tracePt t="9590" x="4629150" y="5645150"/>
          <p14:tracePt t="10104" x="4629150" y="5664200"/>
          <p14:tracePt t="10121" x="4622800" y="5683250"/>
          <p14:tracePt t="10137" x="4616450" y="5727700"/>
          <p14:tracePt t="10154" x="4591050" y="5778500"/>
          <p14:tracePt t="10172" x="4572000" y="5810250"/>
          <p14:tracePt t="10187" x="4559300" y="5822950"/>
          <p14:tracePt t="10204" x="4540250" y="5848350"/>
          <p14:tracePt t="10221" x="4521200" y="5867400"/>
          <p14:tracePt t="10237" x="4508500" y="5873750"/>
          <p14:tracePt t="10254" x="4489450" y="5886450"/>
          <p14:tracePt t="10270" x="4483100" y="5886450"/>
          <p14:tracePt t="10304" x="4476750" y="5886450"/>
          <p14:tracePt t="10438" x="4483100" y="5880100"/>
          <p14:tracePt t="10453" x="4489450" y="5873750"/>
          <p14:tracePt t="10470" x="4495800" y="5867400"/>
          <p14:tracePt t="10486" x="4502150" y="5848350"/>
          <p14:tracePt t="10503" x="4527550" y="5810250"/>
          <p14:tracePt t="10519" x="4533900" y="5791200"/>
          <p14:tracePt t="10536" x="4559300" y="5740400"/>
          <p14:tracePt t="10553" x="4584700" y="5695950"/>
          <p14:tracePt t="10569" x="4591050" y="5676900"/>
          <p14:tracePt t="10586" x="4603750" y="5638800"/>
          <p14:tracePt t="10602" x="4616450" y="5613400"/>
          <p14:tracePt t="10619" x="4616450" y="5600700"/>
          <p14:tracePt t="10636" x="4616450" y="5594350"/>
          <p14:tracePt t="10652" x="4616450" y="5588000"/>
          <p14:tracePt t="10720" x="4603750" y="5594350"/>
          <p14:tracePt t="10752" x="4603750" y="5600700"/>
          <p14:tracePt t="10786" x="4597400" y="5613400"/>
          <p14:tracePt t="10818" x="4591050" y="5613400"/>
          <p14:tracePt t="10835" x="4584700" y="5619750"/>
          <p14:tracePt t="10868" x="4578350" y="5626100"/>
          <p14:tracePt t="10885" x="4565650" y="5632450"/>
          <p14:tracePt t="10902" x="4559300" y="5638800"/>
          <p14:tracePt t="10935" x="4552950" y="5645150"/>
          <p14:tracePt t="10951" x="4546600" y="5651500"/>
          <p14:tracePt t="10985" x="4540250" y="5657850"/>
          <p14:tracePt t="11002" x="4533900" y="5657850"/>
          <p14:tracePt t="11051" x="4533900" y="5664200"/>
          <p14:tracePt t="11068" x="4540250" y="5664200"/>
          <p14:tracePt t="11084" x="4552950" y="5664200"/>
          <p14:tracePt t="11101" x="4559300" y="5664200"/>
          <p14:tracePt t="11118" x="4597400" y="5657850"/>
          <p14:tracePt t="11134" x="4648200" y="5651500"/>
          <p14:tracePt t="11151" x="4660900" y="5645150"/>
          <p14:tracePt t="11168" x="4718050" y="5638800"/>
          <p14:tracePt t="11184" x="4756150" y="5626100"/>
          <p14:tracePt t="11201" x="4781550" y="5626100"/>
          <p14:tracePt t="11217" x="4794250" y="5619750"/>
          <p14:tracePt t="11234" x="4800600" y="5619750"/>
          <p14:tracePt t="11334" x="4794250" y="5619750"/>
          <p14:tracePt t="11350" x="4787900" y="5626100"/>
          <p14:tracePt t="11400" x="4775200" y="5632450"/>
          <p14:tracePt t="11416" x="4762500" y="5645150"/>
          <p14:tracePt t="11433" x="4756150" y="5645150"/>
          <p14:tracePt t="11450" x="4718050" y="5664200"/>
          <p14:tracePt t="11466" x="4673600" y="5683250"/>
          <p14:tracePt t="11483" x="4648200" y="5715000"/>
          <p14:tracePt t="11499" x="4629150" y="5721350"/>
          <p14:tracePt t="11516" x="4591050" y="5740400"/>
          <p14:tracePt t="11533" x="4565650" y="5753100"/>
          <p14:tracePt t="11550" x="4552950" y="5759450"/>
          <p14:tracePt t="11566" x="4546600" y="5765800"/>
          <p14:tracePt t="11583" x="4540250" y="5772150"/>
          <p14:tracePt t="11616" x="4533900" y="5772150"/>
          <p14:tracePt t="11649" x="4527550" y="5772150"/>
          <p14:tracePt t="11750" x="4533900" y="5778500"/>
          <p14:tracePt t="11765" x="4540250" y="5778500"/>
          <p14:tracePt t="11782" x="4546600" y="5778500"/>
          <p14:tracePt t="11815" x="4552950" y="5778500"/>
          <p14:tracePt t="11831" x="4559300" y="5778500"/>
          <p14:tracePt t="11848" x="4572000" y="5778500"/>
          <p14:tracePt t="11865" x="4597400" y="5778500"/>
          <p14:tracePt t="11898" x="4629150" y="5784850"/>
          <p14:tracePt t="11914" x="4648200" y="5784850"/>
          <p14:tracePt t="11933" x="4679950" y="5797550"/>
          <p14:tracePt t="11948" x="4686300" y="5797550"/>
          <p14:tracePt t="11965" x="4699000" y="5803900"/>
          <p14:tracePt t="11982" x="4718050" y="5822950"/>
          <p14:tracePt t="11998" x="4724400" y="5829300"/>
          <p14:tracePt t="12014" x="4724400" y="5835650"/>
          <p14:tracePt t="12031" x="4737100" y="5835650"/>
          <p14:tracePt t="12047" x="4743450" y="5848350"/>
          <p14:tracePt t="12064" x="4749800" y="5848350"/>
          <p14:tracePt t="12081" x="4756150" y="5861050"/>
          <p14:tracePt t="12097" x="4768850" y="5867400"/>
          <p14:tracePt t="12115" x="4787900" y="5886450"/>
          <p14:tracePt t="12131" x="4813300" y="5899150"/>
          <p14:tracePt t="12147" x="4845050" y="5918200"/>
          <p14:tracePt t="12164" x="4908550" y="5949950"/>
          <p14:tracePt t="12180" x="4953000" y="5969000"/>
          <p14:tracePt t="12197" x="5010150" y="5994400"/>
          <p14:tracePt t="12214" x="5067300" y="6013450"/>
          <p14:tracePt t="12230" x="5086350" y="6019800"/>
          <p14:tracePt t="12247" x="5118100" y="6026150"/>
          <p14:tracePt t="12263" x="5143500" y="6026150"/>
          <p14:tracePt t="12280" x="5149850" y="6026150"/>
          <p14:tracePt t="12298" x="5168900" y="6026150"/>
          <p14:tracePt t="12313" x="5175250" y="6026150"/>
          <p14:tracePt t="12330" x="5181600" y="6026150"/>
          <p14:tracePt t="12346" x="5187950" y="6026150"/>
          <p14:tracePt t="12380" x="5194300" y="6026150"/>
          <p14:tracePt t="12546" x="5194300" y="6032500"/>
          <p14:tracePt t="13160" x="5175250" y="6038850"/>
          <p14:tracePt t="13178" x="5118100" y="6051550"/>
          <p14:tracePt t="13193" x="5073650" y="6064250"/>
          <p14:tracePt t="13210" x="4991100" y="6089650"/>
          <p14:tracePt t="13227" x="4870450" y="6115050"/>
          <p14:tracePt t="13243" x="4800600" y="6134100"/>
          <p14:tracePt t="13260" x="4654550" y="6172200"/>
          <p14:tracePt t="13277" x="4540250" y="6191250"/>
          <p14:tracePt t="13293" x="4483100" y="6203950"/>
          <p14:tracePt t="13310" x="4413250" y="6210300"/>
          <p14:tracePt t="13326" x="4375150" y="6210300"/>
          <p14:tracePt t="13343" x="4362450" y="6210300"/>
          <p14:tracePt t="13361" x="4343400" y="6210300"/>
          <p14:tracePt t="13376" x="4337050" y="6210300"/>
          <p14:tracePt t="13459" x="4324350" y="6210300"/>
          <p14:tracePt t="13476" x="4311650" y="6210300"/>
          <p14:tracePt t="13494" x="4248150" y="6203950"/>
          <p14:tracePt t="13509" x="4210050" y="6197600"/>
          <p14:tracePt t="13526" x="4191000" y="6178550"/>
          <p14:tracePt t="13542" x="4159250" y="61658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59436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list,"sort</a:t>
            </a:r>
            <a:r>
              <a:rPr lang="en-GB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") </a:t>
            </a:r>
            <a:endParaRPr lang="en-GB" altLang="en-US" sz="28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endParaRPr lang="en-GB" altLang="en-US" sz="28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tuple,"sort</a:t>
            </a:r>
            <a:r>
              <a:rPr lang="en-GB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False</a:t>
            </a:r>
            <a:endParaRPr lang="en-GB" altLang="en-US" sz="28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g=</a:t>
            </a:r>
            <a:r>
              <a:rPr lang="en-GB" altLang="en-US" sz="2800" b="1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[]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</a:t>
            </a:r>
            <a:r>
              <a:rPr lang="en-GB" altLang="en-US" sz="28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sort</a:t>
            </a:r>
            <a:r>
              <a:rPr lang="en-GB" alt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endParaRPr lang="en-GB" altLang="en-US" sz="28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g,sort</a:t>
            </a:r>
            <a:r>
              <a:rPr lang="en-GB" alt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 # You need the quotes</a:t>
            </a:r>
            <a:r>
              <a:rPr lang="en-US" altLang="en-US" sz="2800" dirty="0" smtClean="0">
                <a:solidFill>
                  <a:srgbClr val="C0A1A1"/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 err="1" smtClean="0">
                <a:solidFill>
                  <a:srgbClr val="C0A1A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dirty="0" smtClean="0">
                <a:solidFill>
                  <a:srgbClr val="C0A1A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C0A1A1"/>
                </a:solidFill>
                <a:latin typeface="Lucida Console" panose="020B0609040504020204" pitchFamily="49" charset="0"/>
              </a:rPr>
              <a:t>(most recent call last):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 smtClean="0">
                <a:solidFill>
                  <a:srgbClr val="C0A1A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800" dirty="0">
                <a:solidFill>
                  <a:srgbClr val="C0A1A1"/>
                </a:solidFill>
                <a:latin typeface="Lucida Console" panose="020B0609040504020204" pitchFamily="49" charset="0"/>
              </a:rPr>
              <a:t>File "&lt;</a:t>
            </a:r>
            <a:r>
              <a:rPr lang="en-US" altLang="en-US" sz="2800" dirty="0" err="1">
                <a:solidFill>
                  <a:srgbClr val="C0A1A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dirty="0">
                <a:solidFill>
                  <a:srgbClr val="C0A1A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en-US" sz="2800" dirty="0">
                <a:solidFill>
                  <a:srgbClr val="C0A1A1"/>
                </a:solidFill>
                <a:latin typeface="Lucida Console" panose="020B0609040504020204" pitchFamily="49" charset="0"/>
              </a:rPr>
              <a:t>: name 'sort' is 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not </a:t>
            </a:r>
            <a:r>
              <a:rPr lang="en-US" alt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defined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dirty="0">
              <a:solidFill>
                <a:srgbClr val="C0A1A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 smtClean="0">
                <a:latin typeface="Elephant" panose="02020904090505020303" pitchFamily="18" charset="0"/>
              </a:rPr>
              <a:t>Built-ins dealing with attributes 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7923487"/>
      </p:ext>
    </p:extLst>
  </p:cSld>
  <p:clrMapOvr>
    <a:masterClrMapping/>
  </p:clrMapOvr>
  <p:transition spd="med" advTm="994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885" x="4730750" y="3771900"/>
          <p14:tracePt t="11892" x="4705350" y="3727450"/>
          <p14:tracePt t="11906" x="4679950" y="3670300"/>
          <p14:tracePt t="11915" x="4641850" y="3606800"/>
          <p14:tracePt t="11932" x="4591050" y="3511550"/>
          <p14:tracePt t="11949" x="4470400" y="3282950"/>
          <p14:tracePt t="11965" x="4394200" y="3136900"/>
          <p14:tracePt t="11983" x="4057650" y="2552700"/>
          <p14:tracePt t="11999" x="3949700" y="2400300"/>
          <p14:tracePt t="12015" x="3860800" y="2286000"/>
          <p14:tracePt t="12032" x="3708400" y="2070100"/>
          <p14:tracePt t="12048" x="3606800" y="1885950"/>
          <p14:tracePt t="12065" x="3556000" y="1816100"/>
          <p14:tracePt t="12069" x="3517900" y="1733550"/>
          <p14:tracePt t="12082" x="3467100" y="1663700"/>
          <p14:tracePt t="12098" x="3390900" y="1562100"/>
          <p14:tracePt t="12116" x="3321050" y="1466850"/>
          <p14:tracePt t="12131" x="3270250" y="1409700"/>
          <p14:tracePt t="12148" x="3213100" y="1295400"/>
          <p14:tracePt t="12165" x="3136900" y="1174750"/>
          <p14:tracePt t="12181" x="3086100" y="1104900"/>
          <p14:tracePt t="12198" x="2971800" y="952500"/>
          <p14:tracePt t="12215" x="2895600" y="812800"/>
          <p14:tracePt t="12231" x="2857500" y="768350"/>
          <p14:tracePt t="12248" x="2819400" y="717550"/>
          <p14:tracePt t="12264" x="2781300" y="660400"/>
          <p14:tracePt t="12281" x="2774950" y="660400"/>
          <p14:tracePt t="12298" x="2762250" y="654050"/>
          <p14:tracePt t="12334" x="2755900" y="654050"/>
          <p14:tracePt t="12488" x="2755900" y="660400"/>
          <p14:tracePt t="12509" x="2755900" y="666750"/>
          <p14:tracePt t="12531" x="2755900" y="673100"/>
          <p14:tracePt t="12537" x="2755900" y="679450"/>
          <p14:tracePt t="12557" x="2755900" y="692150"/>
          <p14:tracePt t="12580" x="2762250" y="698500"/>
          <p14:tracePt t="12600" x="2762250" y="704850"/>
          <p14:tracePt t="12607" x="2762250" y="711200"/>
          <p14:tracePt t="12628" x="2762250" y="717550"/>
          <p14:tracePt t="12635" x="2762250" y="723900"/>
          <p14:tracePt t="12650" x="2762250" y="730250"/>
          <p14:tracePt t="12663" x="2762250" y="736600"/>
          <p14:tracePt t="12684" x="2762250" y="742950"/>
          <p14:tracePt t="12700" x="2762250" y="749300"/>
          <p14:tracePt t="12713" x="2762250" y="755650"/>
          <p14:tracePt t="12729" x="2755900" y="787400"/>
          <p14:tracePt t="12747" x="2755900" y="825500"/>
          <p14:tracePt t="12762" x="2755900" y="850900"/>
          <p14:tracePt t="12780" x="2755900" y="889000"/>
          <p14:tracePt t="12797" x="2755900" y="927100"/>
          <p14:tracePt t="12812" x="2755900" y="952500"/>
          <p14:tracePt t="12829" x="2755900" y="977900"/>
          <p14:tracePt t="12846" x="2755900" y="984250"/>
          <p14:tracePt t="12879" x="2762250" y="990600"/>
          <p14:tracePt t="12896" x="2768600" y="990600"/>
          <p14:tracePt t="12937" x="2774950" y="990600"/>
          <p14:tracePt t="12965" x="2781300" y="990600"/>
          <p14:tracePt t="13000" x="2787650" y="990600"/>
          <p14:tracePt t="13035" x="2794000" y="990600"/>
          <p14:tracePt t="13057" x="2800350" y="990600"/>
          <p14:tracePt t="13077" x="2806700" y="990600"/>
          <p14:tracePt t="13098" x="2813050" y="990600"/>
          <p14:tracePt t="13105" x="2819400" y="990600"/>
          <p14:tracePt t="13126" x="2825750" y="990600"/>
          <p14:tracePt t="13147" x="2832100" y="990600"/>
          <p14:tracePt t="13162" x="2838450" y="990600"/>
          <p14:tracePt t="13168" x="2851150" y="990600"/>
          <p14:tracePt t="13177" x="2863850" y="990600"/>
          <p14:tracePt t="13195" x="2876550" y="990600"/>
          <p14:tracePt t="13211" x="2901950" y="990600"/>
          <p14:tracePt t="13227" x="2914650" y="990600"/>
          <p14:tracePt t="13245" x="2952750" y="996950"/>
          <p14:tracePt t="13261" x="2959100" y="996950"/>
          <p14:tracePt t="13278" x="2965450" y="1003300"/>
          <p14:tracePt t="13295" x="2978150" y="1003300"/>
          <p14:tracePt t="13327" x="2984500" y="1009650"/>
          <p14:tracePt t="13350" x="2990850" y="1009650"/>
          <p14:tracePt t="13360" x="2990850" y="1016000"/>
          <p14:tracePt t="13380" x="2997200" y="1016000"/>
          <p14:tracePt t="13399" x="3003550" y="1016000"/>
          <p14:tracePt t="13410" x="3009900" y="1016000"/>
          <p14:tracePt t="13430" x="3016250" y="1016000"/>
          <p14:tracePt t="13443" x="3022600" y="1022350"/>
          <p14:tracePt t="13460" x="3035300" y="1022350"/>
          <p14:tracePt t="13477" x="3060700" y="1022350"/>
          <p14:tracePt t="13494" x="3092450" y="1022350"/>
          <p14:tracePt t="13511" x="3117850" y="1028700"/>
          <p14:tracePt t="13527" x="3251200" y="1035050"/>
          <p14:tracePt t="13543" x="3289300" y="1035050"/>
          <p14:tracePt t="13561" x="3384550" y="1035050"/>
          <p14:tracePt t="13577" x="3422650" y="1035050"/>
          <p14:tracePt t="13593" x="3492500" y="1035050"/>
          <p14:tracePt t="13610" x="3556000" y="1035050"/>
          <p14:tracePt t="13627" x="3587750" y="1035050"/>
          <p14:tracePt t="13643" x="3638550" y="1035050"/>
          <p14:tracePt t="13660" x="3683000" y="1035050"/>
          <p14:tracePt t="13676" x="3695700" y="1035050"/>
          <p14:tracePt t="13693" x="3727450" y="1041400"/>
          <p14:tracePt t="13709" x="3765550" y="1041400"/>
          <p14:tracePt t="13726" x="3771900" y="1041400"/>
          <p14:tracePt t="13743" x="3784600" y="1035050"/>
          <p14:tracePt t="13759" x="3797300" y="1035050"/>
          <p14:tracePt t="13776" x="3810000" y="1035050"/>
          <p14:tracePt t="13793" x="3816350" y="1035050"/>
          <p14:tracePt t="13809" x="3822700" y="1035050"/>
          <p14:tracePt t="13848" x="3829050" y="1035050"/>
          <p14:tracePt t="13877" x="3835400" y="1035050"/>
          <p14:tracePt t="13897" x="3841750" y="1035050"/>
          <p14:tracePt t="13918" x="3848100" y="1035050"/>
          <p14:tracePt t="13927" x="3854450" y="1035050"/>
          <p14:tracePt t="13960" x="3860800" y="1035050"/>
          <p14:tracePt t="14002" x="3867150" y="1041400"/>
          <p14:tracePt t="14017" x="3873500" y="1041400"/>
          <p14:tracePt t="14038" x="3879850" y="1041400"/>
          <p14:tracePt t="14060" x="3886200" y="1047750"/>
          <p14:tracePt t="14087" x="3892550" y="1047750"/>
          <p14:tracePt t="14107" x="3898900" y="1054100"/>
          <p14:tracePt t="14129" x="3905250" y="1054100"/>
          <p14:tracePt t="14150" x="3911600" y="1054100"/>
          <p14:tracePt t="14157" x="3917950" y="1054100"/>
          <p14:tracePt t="14178" x="3924300" y="1060450"/>
          <p14:tracePt t="14213" x="3930650" y="1066800"/>
          <p14:tracePt t="14227" x="3937000" y="1066800"/>
          <p14:tracePt t="14248" x="3943350" y="1073150"/>
          <p14:tracePt t="14290" x="3949700" y="1073150"/>
          <p14:tracePt t="14318" x="3956050" y="1079500"/>
          <p14:tracePt t="14346" x="3962400" y="1079500"/>
          <p14:tracePt t="30353" x="3937000" y="1079500"/>
          <p14:tracePt t="30360" x="3898900" y="1085850"/>
          <p14:tracePt t="30368" x="3854450" y="1098550"/>
          <p14:tracePt t="30384" x="3740150" y="1104900"/>
          <p14:tracePt t="30403" x="3568700" y="1123950"/>
          <p14:tracePt t="30418" x="3448050" y="1143000"/>
          <p14:tracePt t="30435" x="3352800" y="1168400"/>
          <p14:tracePt t="30452" x="3213100" y="1212850"/>
          <p14:tracePt t="30468" x="3130550" y="1238250"/>
          <p14:tracePt t="30485" x="3022600" y="1244600"/>
          <p14:tracePt t="30501" x="2863850" y="1282700"/>
          <p14:tracePt t="30518" x="2743200" y="1301750"/>
          <p14:tracePt t="30536" x="2559050" y="1327150"/>
          <p14:tracePt t="30552" x="2419350" y="1327150"/>
          <p14:tracePt t="30568" x="2266950" y="1327150"/>
          <p14:tracePt t="30585" x="2082800" y="1327150"/>
          <p14:tracePt t="30601" x="2012950" y="1333500"/>
          <p14:tracePt t="30617" x="1955800" y="1346200"/>
          <p14:tracePt t="30635" x="1885950" y="1339850"/>
          <p14:tracePt t="30651" x="1854200" y="1339850"/>
          <p14:tracePt t="30669" x="1828800" y="1333500"/>
          <p14:tracePt t="30684" x="1816100" y="1320800"/>
          <p14:tracePt t="30700" x="1790700" y="1308100"/>
          <p14:tracePt t="30718" x="1758950" y="1301750"/>
          <p14:tracePt t="30734" x="1720850" y="1295400"/>
          <p14:tracePt t="30751" x="1676400" y="1282700"/>
          <p14:tracePt t="30768" x="1587500" y="1250950"/>
          <p14:tracePt t="30784" x="1543050" y="1238250"/>
          <p14:tracePt t="30800" x="1485900" y="1225550"/>
          <p14:tracePt t="30817" x="1358900" y="1187450"/>
          <p14:tracePt t="30833" x="1263650" y="1168400"/>
          <p14:tracePt t="30851" x="1143000" y="1149350"/>
          <p14:tracePt t="30867" x="1085850" y="1130300"/>
          <p14:tracePt t="30884" x="1041400" y="1123950"/>
          <p14:tracePt t="30900" x="1009650" y="1123950"/>
          <p14:tracePt t="30917" x="996950" y="1123950"/>
          <p14:tracePt t="30933" x="990600" y="1123950"/>
          <p14:tracePt t="31216" x="990600" y="1130300"/>
          <p14:tracePt t="31222" x="990600" y="1136650"/>
          <p14:tracePt t="31251" x="990600" y="1143000"/>
          <p14:tracePt t="31321" x="996950" y="1143000"/>
          <p14:tracePt t="31335" x="1003300" y="1143000"/>
          <p14:tracePt t="31356" x="1009650" y="1143000"/>
          <p14:tracePt t="31363" x="1016000" y="1143000"/>
          <p14:tracePt t="31370" x="1022350" y="1143000"/>
          <p14:tracePt t="31381" x="1028700" y="1136650"/>
          <p14:tracePt t="31399" x="1047750" y="1130300"/>
          <p14:tracePt t="31415" x="1066800" y="1123950"/>
          <p14:tracePt t="31431" x="1092200" y="1117600"/>
          <p14:tracePt t="31448" x="1130300" y="1111250"/>
          <p14:tracePt t="31465" x="1149350" y="1111250"/>
          <p14:tracePt t="31481" x="1187450" y="1111250"/>
          <p14:tracePt t="31498" x="1231900" y="1104900"/>
          <p14:tracePt t="31514" x="1263650" y="1104900"/>
          <p14:tracePt t="31532" x="1308100" y="1098550"/>
          <p14:tracePt t="31547" x="1333500" y="1098550"/>
          <p14:tracePt t="31564" x="1358900" y="1098550"/>
          <p14:tracePt t="31581" x="1377950" y="1098550"/>
          <p14:tracePt t="31598" x="1390650" y="1098550"/>
          <p14:tracePt t="31614" x="1403350" y="1098550"/>
          <p14:tracePt t="31631" x="1416050" y="1098550"/>
          <p14:tracePt t="31647" x="1416050" y="1104900"/>
          <p14:tracePt t="31665" x="1428750" y="1104900"/>
          <p14:tracePt t="31681" x="1435100" y="1104900"/>
          <p14:tracePt t="31697" x="1441450" y="1104900"/>
          <p14:tracePt t="31714" x="1447800" y="1104900"/>
          <p14:tracePt t="31730" x="1454150" y="1104900"/>
          <p14:tracePt t="31766" x="1460500" y="1111250"/>
          <p14:tracePt t="31780" x="1466850" y="1111250"/>
          <p14:tracePt t="31800" x="1473200" y="1111250"/>
          <p14:tracePt t="31813" x="1479550" y="1117600"/>
          <p14:tracePt t="31830" x="1485900" y="1117600"/>
          <p14:tracePt t="31847" x="1492250" y="1117600"/>
          <p14:tracePt t="31863" x="1504950" y="1117600"/>
          <p14:tracePt t="31880" x="1511300" y="1117600"/>
          <p14:tracePt t="31897" x="1524000" y="1117600"/>
          <p14:tracePt t="31913" x="1530350" y="1117600"/>
          <p14:tracePt t="31930" x="1536700" y="1117600"/>
          <p14:tracePt t="31947" x="1555750" y="1123950"/>
          <p14:tracePt t="31962" x="1562100" y="1123950"/>
          <p14:tracePt t="31980" x="1574800" y="1130300"/>
          <p14:tracePt t="31996" x="1587500" y="1136650"/>
          <p14:tracePt t="32013" x="1606550" y="1136650"/>
          <p14:tracePt t="32030" x="1631950" y="1143000"/>
          <p14:tracePt t="32046" x="1663700" y="1143000"/>
          <p14:tracePt t="32063" x="1682750" y="1149350"/>
          <p14:tracePt t="32080" x="1727200" y="1155700"/>
          <p14:tracePt t="32096" x="1746250" y="1155700"/>
          <p14:tracePt t="32112" x="1771650" y="1162050"/>
          <p14:tracePt t="32129" x="1803400" y="1168400"/>
          <p14:tracePt t="32146" x="1828800" y="1174750"/>
          <p14:tracePt t="32163" x="1854200" y="1181100"/>
          <p14:tracePt t="32179" x="1860550" y="1187450"/>
          <p14:tracePt t="32196" x="1879600" y="1187450"/>
          <p14:tracePt t="32212" x="1892300" y="1187450"/>
          <p14:tracePt t="32229" x="1898650" y="1193800"/>
          <p14:tracePt t="32245" x="1905000" y="1193800"/>
          <p14:tracePt t="32262" x="1911350" y="1193800"/>
          <p14:tracePt t="32278" x="1924050" y="1193800"/>
          <p14:tracePt t="32298" x="1930400" y="1200150"/>
          <p14:tracePt t="32311" x="1936750" y="1200150"/>
          <p14:tracePt t="32339" x="1943100" y="1206500"/>
          <p14:tracePt t="32348" x="1949450" y="1206500"/>
          <p14:tracePt t="32367" x="1955800" y="1206500"/>
          <p14:tracePt t="32382" x="1962150" y="1212850"/>
          <p14:tracePt t="32395" x="1974850" y="1219200"/>
          <p14:tracePt t="32428" x="1981200" y="1225550"/>
          <p14:tracePt t="32445" x="2000250" y="1231900"/>
          <p14:tracePt t="32461" x="2025650" y="1250950"/>
          <p14:tracePt t="32478" x="2063750" y="1270000"/>
          <p14:tracePt t="32494" x="2082800" y="1282700"/>
          <p14:tracePt t="32511" x="2127250" y="1327150"/>
          <p14:tracePt t="32528" x="2178050" y="1384300"/>
          <p14:tracePt t="32544" x="2197100" y="1390650"/>
          <p14:tracePt t="48472" x="2209800" y="1397000"/>
          <p14:tracePt t="48478" x="2228850" y="1409700"/>
          <p14:tracePt t="48488" x="2254250" y="1416050"/>
          <p14:tracePt t="48507" x="2393950" y="1511300"/>
          <p14:tracePt t="48523" x="2520950" y="1606550"/>
          <p14:tracePt t="48539" x="2686050" y="1733550"/>
          <p14:tracePt t="48556" x="2946400" y="1885950"/>
          <p14:tracePt t="48572" x="3111500" y="1987550"/>
          <p14:tracePt t="48589" x="3225800" y="2076450"/>
          <p14:tracePt t="48606" x="3327400" y="2152650"/>
          <p14:tracePt t="48622" x="3365500" y="2178050"/>
          <p14:tracePt t="48639" x="3409950" y="2190750"/>
          <p14:tracePt t="48655" x="3454400" y="2216150"/>
          <p14:tracePt t="48672" x="3467100" y="2228850"/>
          <p14:tracePt t="48689" x="3473450" y="2235200"/>
          <p14:tracePt t="48705" x="3486150" y="2241550"/>
          <p14:tracePt t="48722" x="3492500" y="2241550"/>
          <p14:tracePt t="48754" x="3498850" y="2241550"/>
          <p14:tracePt t="48771" x="3505200" y="2254250"/>
          <p14:tracePt t="48788" x="3511550" y="2266950"/>
          <p14:tracePt t="48805" x="3524250" y="2273300"/>
          <p14:tracePt t="48822" x="3543300" y="2292350"/>
          <p14:tracePt t="48838" x="3568700" y="2311400"/>
          <p14:tracePt t="48855" x="3581400" y="2324100"/>
          <p14:tracePt t="48872" x="3600450" y="2330450"/>
          <p14:tracePt t="48888" x="3613150" y="2336800"/>
          <p14:tracePt t="48921" x="3619500" y="2336800"/>
          <p14:tracePt t="49019" x="3625850" y="2330450"/>
          <p14:tracePt t="49025" x="3632200" y="2330450"/>
          <p14:tracePt t="49040" x="3638550" y="2330450"/>
          <p14:tracePt t="49068" x="3644900" y="2324100"/>
          <p14:tracePt t="49075" x="3651250" y="2324100"/>
          <p14:tracePt t="49090" x="3663950" y="2324100"/>
          <p14:tracePt t="49104" x="3676650" y="2317750"/>
          <p14:tracePt t="49120" x="3727450" y="2311400"/>
          <p14:tracePt t="49138" x="3810000" y="2305050"/>
          <p14:tracePt t="49154" x="3848100" y="2298700"/>
          <p14:tracePt t="49171" x="3981450" y="2279650"/>
          <p14:tracePt t="49187" x="4095750" y="2260600"/>
          <p14:tracePt t="49203" x="4165600" y="2247900"/>
          <p14:tracePt t="49220" x="4273550" y="2235200"/>
          <p14:tracePt t="49237" x="4375150" y="2216150"/>
          <p14:tracePt t="49253" x="4419600" y="2216150"/>
          <p14:tracePt t="49270" x="4476750" y="2209800"/>
          <p14:tracePt t="49287" x="4508500" y="2209800"/>
          <p14:tracePt t="49303" x="4527550" y="2203450"/>
          <p14:tracePt t="49320" x="4552950" y="2203450"/>
          <p14:tracePt t="49336" x="4578350" y="2203450"/>
          <p14:tracePt t="49353" x="4584700" y="2203450"/>
          <p14:tracePt t="49370" x="4597400" y="2203450"/>
          <p14:tracePt t="49386" x="4603750" y="2203450"/>
          <p14:tracePt t="49403" x="4616450" y="2203450"/>
          <p14:tracePt t="49419" x="4622800" y="2203450"/>
          <p14:tracePt t="49453" x="4629150" y="2203450"/>
          <p14:tracePt t="49516" x="4629150" y="2209800"/>
          <p14:tracePt t="49566" x="4629150" y="2216150"/>
          <p14:tracePt t="49607" x="4622800" y="2216150"/>
          <p14:tracePt t="49628" x="4616450" y="2216150"/>
          <p14:tracePt t="49650" x="4610100" y="2216150"/>
          <p14:tracePt t="49657" x="4603750" y="2216150"/>
          <p14:tracePt t="49671" x="4597400" y="2222500"/>
          <p14:tracePt t="49685" x="4565650" y="2222500"/>
          <p14:tracePt t="49702" x="4540250" y="2228850"/>
          <p14:tracePt t="49718" x="4476750" y="2241550"/>
          <p14:tracePt t="49735" x="4292600" y="2247900"/>
          <p14:tracePt t="49751" x="3981450" y="2260600"/>
          <p14:tracePt t="49768" x="3771900" y="2260600"/>
          <p14:tracePt t="49785" x="3219450" y="2273300"/>
          <p14:tracePt t="49801" x="2590800" y="2305050"/>
          <p14:tracePt t="49819" x="2012950" y="2336800"/>
          <p14:tracePt t="49834" x="1739900" y="2368550"/>
          <p14:tracePt t="49851" x="1333500" y="2393950"/>
          <p14:tracePt t="49868" x="1092200" y="2438400"/>
          <p14:tracePt t="49884" x="1003300" y="2457450"/>
          <p14:tracePt t="49901" x="895350" y="2482850"/>
          <p14:tracePt t="49917" x="831850" y="2508250"/>
          <p14:tracePt t="49934" x="819150" y="2508250"/>
          <p14:tracePt t="49951" x="806450" y="2520950"/>
          <p14:tracePt t="49967" x="800100" y="2520950"/>
          <p14:tracePt t="50057" x="793750" y="2520950"/>
          <p14:tracePt t="50078" x="787400" y="2520950"/>
          <p14:tracePt t="50091" x="787400" y="2514600"/>
          <p14:tracePt t="50106" x="781050" y="2514600"/>
          <p14:tracePt t="50120" x="774700" y="2514600"/>
          <p14:tracePt t="50127" x="768350" y="2514600"/>
          <p14:tracePt t="50148" x="762000" y="2514600"/>
          <p14:tracePt t="50169" x="755650" y="2514600"/>
          <p14:tracePt t="50218" x="749300" y="2514600"/>
          <p14:tracePt t="50450" x="755650" y="2514600"/>
          <p14:tracePt t="50457" x="762000" y="2514600"/>
          <p14:tracePt t="50471" x="768350" y="2514600"/>
          <p14:tracePt t="50482" x="774700" y="2514600"/>
          <p14:tracePt t="50499" x="812800" y="2527300"/>
          <p14:tracePt t="50515" x="850900" y="2540000"/>
          <p14:tracePt t="50532" x="990600" y="2590800"/>
          <p14:tracePt t="50549" x="1212850" y="2679700"/>
          <p14:tracePt t="50565" x="1377950" y="2743200"/>
          <p14:tracePt t="50583" x="1752600" y="2876550"/>
          <p14:tracePt t="50598" x="2178050" y="3016250"/>
          <p14:tracePt t="50615" x="2381250" y="3073400"/>
          <p14:tracePt t="50632" x="2730500" y="3130550"/>
          <p14:tracePt t="50648" x="2876550" y="3155950"/>
          <p14:tracePt t="50665" x="3079750" y="3155950"/>
          <p14:tracePt t="50682" x="3244850" y="3149600"/>
          <p14:tracePt t="50698" x="3302000" y="3143250"/>
          <p14:tracePt t="50715" x="3384550" y="3117850"/>
          <p14:tracePt t="50731" x="3448050" y="3092450"/>
          <p14:tracePt t="50748" x="3467100" y="3086100"/>
          <p14:tracePt t="50765" x="3492500" y="3073400"/>
          <p14:tracePt t="50781" x="3511550" y="3060700"/>
          <p14:tracePt t="50798" x="3517900" y="3060700"/>
          <p14:tracePt t="50815" x="3524250" y="3060700"/>
          <p14:tracePt t="50899" x="3524250" y="3054350"/>
          <p14:tracePt t="50934" x="3530600" y="3054350"/>
          <p14:tracePt t="51242" x="3543300" y="3048000"/>
          <p14:tracePt t="51249" x="3556000" y="3048000"/>
          <p14:tracePt t="51265" x="3575050" y="3048000"/>
          <p14:tracePt t="51279" x="3600450" y="3041650"/>
          <p14:tracePt t="51296" x="3657600" y="3035300"/>
          <p14:tracePt t="51313" x="3746500" y="3022600"/>
          <p14:tracePt t="51329" x="3797300" y="3022600"/>
          <p14:tracePt t="51347" x="3892550" y="3009900"/>
          <p14:tracePt t="51363" x="3994150" y="3009900"/>
          <p14:tracePt t="51379" x="4044950" y="3009900"/>
          <p14:tracePt t="51396" x="4140200" y="3016250"/>
          <p14:tracePt t="51412" x="4222750" y="3022600"/>
          <p14:tracePt t="51428" x="4248150" y="3028950"/>
          <p14:tracePt t="51446" x="4298950" y="3028950"/>
          <p14:tracePt t="51463" x="4343400" y="3035300"/>
          <p14:tracePt t="51479" x="4362450" y="3035300"/>
          <p14:tracePt t="51496" x="4394200" y="3041650"/>
          <p14:tracePt t="51512" x="4425950" y="3041650"/>
          <p14:tracePt t="51529" x="4438650" y="3041650"/>
          <p14:tracePt t="51546" x="4457700" y="3041650"/>
          <p14:tracePt t="51562" x="4464050" y="3041650"/>
          <p14:tracePt t="51579" x="4476750" y="3041650"/>
          <p14:tracePt t="51595" x="4483100" y="3041650"/>
          <p14:tracePt t="51628" x="4495800" y="3041650"/>
          <p14:tracePt t="51712" x="4489450" y="3041650"/>
          <p14:tracePt t="51762" x="4483100" y="3041650"/>
          <p14:tracePt t="51775" x="4470400" y="3041650"/>
          <p14:tracePt t="51790" x="4451350" y="3041650"/>
          <p14:tracePt t="51804" x="4419600" y="3041650"/>
          <p14:tracePt t="51813" x="4368800" y="3048000"/>
          <p14:tracePt t="51828" x="4279900" y="3048000"/>
          <p14:tracePt t="51844" x="4178300" y="3054350"/>
          <p14:tracePt t="51861" x="3663950" y="3092450"/>
          <p14:tracePt t="51877" x="3429000" y="3105150"/>
          <p14:tracePt t="51895" x="2965450" y="3149600"/>
          <p14:tracePt t="51911" x="2774950" y="3162300"/>
          <p14:tracePt t="51928" x="2476500" y="3206750"/>
          <p14:tracePt t="51944" x="2260600" y="3251200"/>
          <p14:tracePt t="51960" x="2197100" y="3257550"/>
          <p14:tracePt t="51964" x="2127250" y="3276600"/>
          <p14:tracePt t="51977" x="2089150" y="3276600"/>
          <p14:tracePt t="51994" x="2038350" y="3295650"/>
          <p14:tracePt t="52010" x="2012950" y="3308350"/>
          <p14:tracePt t="52028" x="1981200" y="3314700"/>
          <p14:tracePt t="52044" x="1968500" y="3321050"/>
          <p14:tracePt t="52061" x="1968500" y="3327400"/>
          <p14:tracePt t="52077" x="1955800" y="3327400"/>
          <p14:tracePt t="52093" x="1949450" y="3333750"/>
          <p14:tracePt t="52127" x="1943100" y="3333750"/>
          <p14:tracePt t="52143" x="1930400" y="3333750"/>
          <p14:tracePt t="52161" x="1924050" y="3333750"/>
          <p14:tracePt t="52177" x="1917700" y="3333750"/>
          <p14:tracePt t="52193" x="1905000" y="3340100"/>
          <p14:tracePt t="52210" x="1879600" y="3352800"/>
          <p14:tracePt t="52226" x="1866900" y="3359150"/>
          <p14:tracePt t="52243" x="1847850" y="3365500"/>
          <p14:tracePt t="52260" x="1803400" y="3384550"/>
          <p14:tracePt t="52277" x="1752600" y="3390900"/>
          <p14:tracePt t="52295" x="1708150" y="3403600"/>
          <p14:tracePt t="52309" x="1676400" y="3403600"/>
          <p14:tracePt t="52326" x="1644650" y="3409950"/>
          <p14:tracePt t="52343" x="1625600" y="3409950"/>
          <p14:tracePt t="52359" x="1600200" y="3409950"/>
          <p14:tracePt t="52376" x="1593850" y="3409950"/>
          <p14:tracePt t="52393" x="1587500" y="3409950"/>
          <p14:tracePt t="52425" x="1581150" y="3409950"/>
          <p14:tracePt t="52463" x="1574800" y="3409950"/>
          <p14:tracePt t="52533" x="1568450" y="3416300"/>
          <p14:tracePt t="55401" x="1581150" y="3416300"/>
          <p14:tracePt t="55407" x="1625600" y="3409950"/>
          <p14:tracePt t="55422" x="1676400" y="3397250"/>
          <p14:tracePt t="55431" x="1778000" y="3378200"/>
          <p14:tracePt t="55449" x="1879600" y="3359150"/>
          <p14:tracePt t="55465" x="2171700" y="3314700"/>
          <p14:tracePt t="55482" x="2520950" y="3251200"/>
          <p14:tracePt t="55500" x="2895600" y="3175000"/>
          <p14:tracePt t="55515" x="3105150" y="3117850"/>
          <p14:tracePt t="55531" x="3282950" y="3067050"/>
          <p14:tracePt t="55548" x="3841750" y="2825750"/>
          <p14:tracePt t="55565" x="4013200" y="2730500"/>
          <p14:tracePt t="55582" x="4311650" y="2565400"/>
          <p14:tracePt t="55597" x="4419600" y="2514600"/>
          <p14:tracePt t="55615" x="4514850" y="2463800"/>
          <p14:tracePt t="55632" x="4692650" y="2355850"/>
          <p14:tracePt t="55647" x="4718050" y="2343150"/>
          <p14:tracePt t="55665" x="4743450" y="2324100"/>
          <p14:tracePt t="55682" x="4762500" y="2298700"/>
          <p14:tracePt t="55697" x="4775200" y="2292350"/>
          <p14:tracePt t="55714" x="4794250" y="2266950"/>
          <p14:tracePt t="55731" x="4806950" y="2266950"/>
          <p14:tracePt t="55748" x="4813300" y="2266950"/>
          <p14:tracePt t="55764" x="4826000" y="2266950"/>
          <p14:tracePt t="55781" x="4845050" y="2266950"/>
          <p14:tracePt t="55797" x="4857750" y="2266950"/>
          <p14:tracePt t="55814" x="4883150" y="2266950"/>
          <p14:tracePt t="55830" x="4895850" y="2266950"/>
          <p14:tracePt t="55864" x="4902200" y="2273300"/>
          <p14:tracePt t="55880" x="4908550" y="2273300"/>
          <p14:tracePt t="55919" x="4908550" y="2266950"/>
          <p14:tracePt t="55962" x="4902200" y="2266950"/>
          <p14:tracePt t="55990" x="4895850" y="2266950"/>
          <p14:tracePt t="56004" x="4889500" y="2273300"/>
          <p14:tracePt t="56032" x="4883150" y="2273300"/>
          <p14:tracePt t="56060" x="4876800" y="2279650"/>
          <p14:tracePt t="56095" x="4870450" y="2279650"/>
          <p14:tracePt t="56165" x="4864100" y="2279650"/>
          <p14:tracePt t="56193" x="4857750" y="2279650"/>
          <p14:tracePt t="56249" x="4851400" y="2279650"/>
          <p14:tracePt t="56283" x="4845050" y="2286000"/>
          <p14:tracePt t="56312" x="4838700" y="2286000"/>
          <p14:tracePt t="56355" x="4832350" y="2292350"/>
          <p14:tracePt t="56382" x="4826000" y="2292350"/>
          <p14:tracePt t="56389" x="4826000" y="2298700"/>
          <p14:tracePt t="56425" x="4819650" y="2298700"/>
          <p14:tracePt t="56460" x="4813300" y="2298700"/>
          <p14:tracePt t="56495" x="4806950" y="2298700"/>
          <p14:tracePt t="56523" x="4800600" y="2298700"/>
          <p14:tracePt t="56530" x="4794250" y="2298700"/>
          <p14:tracePt t="56551" x="4787900" y="2298700"/>
          <p14:tracePt t="56565" x="4781550" y="2298700"/>
          <p14:tracePt t="56572" x="4775200" y="2298700"/>
          <p14:tracePt t="56585" x="4762500" y="2298700"/>
          <p14:tracePt t="56594" x="4749800" y="2298700"/>
          <p14:tracePt t="56611" x="4730750" y="2298700"/>
          <p14:tracePt t="56628" x="4667250" y="2298700"/>
          <p14:tracePt t="56644" x="4572000" y="2305050"/>
          <p14:tracePt t="56661" x="4508500" y="2305050"/>
          <p14:tracePt t="56677" x="4419600" y="2305050"/>
          <p14:tracePt t="56694" x="4311650" y="2311400"/>
          <p14:tracePt t="56711" x="4273550" y="2311400"/>
          <p14:tracePt t="56727" x="4210050" y="2311400"/>
          <p14:tracePt t="56744" x="4152900" y="2311400"/>
          <p14:tracePt t="56761" x="4108450" y="2311400"/>
          <p14:tracePt t="56777" x="4089400" y="2311400"/>
          <p14:tracePt t="56794" x="4070350" y="2311400"/>
          <p14:tracePt t="56811" x="4013200" y="2311400"/>
          <p14:tracePt t="56827" x="3994150" y="2305050"/>
          <p14:tracePt t="56843" x="3975100" y="2305050"/>
          <p14:tracePt t="56860" x="3917950" y="2298700"/>
          <p14:tracePt t="56877" x="3898900" y="2298700"/>
          <p14:tracePt t="56894" x="3860800" y="2298700"/>
          <p14:tracePt t="56910" x="3841750" y="2298700"/>
          <p14:tracePt t="56927" x="3803650" y="2305050"/>
          <p14:tracePt t="56944" x="3771900" y="2311400"/>
          <p14:tracePt t="56960" x="3752850" y="2311400"/>
          <p14:tracePt t="56977" x="3708400" y="2324100"/>
          <p14:tracePt t="56993" x="3676650" y="2330450"/>
          <p14:tracePt t="57009" x="3657600" y="2336800"/>
          <p14:tracePt t="57026" x="3632200" y="2343150"/>
          <p14:tracePt t="57043" x="3600450" y="2355850"/>
          <p14:tracePt t="57059" x="3587750" y="2355850"/>
          <p14:tracePt t="57077" x="3562350" y="2355850"/>
          <p14:tracePt t="57092" x="3530600" y="2355850"/>
          <p14:tracePt t="57109" x="3505200" y="2355850"/>
          <p14:tracePt t="57126" x="3460750" y="2362200"/>
          <p14:tracePt t="57142" x="3416300" y="2368550"/>
          <p14:tracePt t="57159" x="3397250" y="2368550"/>
          <p14:tracePt t="57176" x="3371850" y="2368550"/>
          <p14:tracePt t="57192" x="3359150" y="2368550"/>
          <p14:tracePt t="57209" x="3346450" y="2368550"/>
          <p14:tracePt t="57226" x="3340100" y="2368550"/>
          <p14:tracePt t="57259" x="3333750" y="2368550"/>
          <p14:tracePt t="57964" x="3340100" y="2368550"/>
          <p14:tracePt t="57978" x="3352800" y="2368550"/>
          <p14:tracePt t="57985" x="3365500" y="2368550"/>
          <p14:tracePt t="57993" x="3384550" y="2368550"/>
          <p14:tracePt t="58009" x="3397250" y="2368550"/>
          <p14:tracePt t="58023" x="3416300" y="2374900"/>
          <p14:tracePt t="58040" x="3473450" y="2381250"/>
          <p14:tracePt t="58056" x="3530600" y="2387600"/>
          <p14:tracePt t="58073" x="3575050" y="2387600"/>
          <p14:tracePt t="58090" x="3651250" y="2400300"/>
          <p14:tracePt t="58106" x="3733800" y="2393950"/>
          <p14:tracePt t="58122" x="3765550" y="2393950"/>
          <p14:tracePt t="58141" x="3829050" y="2387600"/>
          <p14:tracePt t="58156" x="3898900" y="2387600"/>
          <p14:tracePt t="58173" x="3924300" y="2387600"/>
          <p14:tracePt t="58189" x="3975100" y="2381250"/>
          <p14:tracePt t="58205" x="3994150" y="2381250"/>
          <p14:tracePt t="58222" x="4025900" y="2374900"/>
          <p14:tracePt t="58239" x="4051300" y="2374900"/>
          <p14:tracePt t="58256" x="4064000" y="2374900"/>
          <p14:tracePt t="58273" x="4076700" y="2374900"/>
          <p14:tracePt t="58289" x="4089400" y="2368550"/>
          <p14:tracePt t="58305" x="4095750" y="2368550"/>
          <p14:tracePt t="58322" x="4114800" y="2368550"/>
          <p14:tracePt t="58338" x="4127500" y="2368550"/>
          <p14:tracePt t="58355" x="4140200" y="2368550"/>
          <p14:tracePt t="58372" x="4140200" y="2362200"/>
          <p14:tracePt t="58389" x="4146550" y="2362200"/>
          <p14:tracePt t="58427" x="4152900" y="2355850"/>
          <p14:tracePt t="58518" x="4159250" y="2355850"/>
          <p14:tracePt t="58561" x="4165600" y="2355850"/>
          <p14:tracePt t="58588" x="4171950" y="2355850"/>
          <p14:tracePt t="58638" x="4178300" y="2355850"/>
          <p14:tracePt t="58645" x="4178300" y="2349500"/>
          <p14:tracePt t="58666" x="4184650" y="2349500"/>
          <p14:tracePt t="58680" x="4191000" y="2349500"/>
          <p14:tracePt t="58708" x="4197350" y="2349500"/>
          <p14:tracePt t="58715" x="4203700" y="2349500"/>
          <p14:tracePt t="58995" x="4197350" y="2349500"/>
          <p14:tracePt t="59220" x="4191000" y="2349500"/>
          <p14:tracePt t="59262" x="4184650" y="2349500"/>
          <p14:tracePt t="59276" x="4178300" y="2349500"/>
          <p14:tracePt t="59318" x="4171950" y="2349500"/>
          <p14:tracePt t="59332" x="4165600" y="2349500"/>
          <p14:tracePt t="59339" x="4159250" y="2349500"/>
          <p14:tracePt t="59351" x="4152900" y="2349500"/>
          <p14:tracePt t="59368" x="4133850" y="2362200"/>
          <p14:tracePt t="59385" x="4127500" y="2362200"/>
          <p14:tracePt t="59402" x="4083050" y="2387600"/>
          <p14:tracePt t="59418" x="4013200" y="2406650"/>
          <p14:tracePt t="59435" x="3981450" y="2419350"/>
          <p14:tracePt t="59452" x="3905250" y="2438400"/>
          <p14:tracePt t="59468" x="3867150" y="2451100"/>
          <p14:tracePt t="59484" x="3803650" y="2470150"/>
          <p14:tracePt t="59501" x="3759200" y="2482850"/>
          <p14:tracePt t="59518" x="3733800" y="2489200"/>
          <p14:tracePt t="59534" x="3702050" y="2495550"/>
          <p14:tracePt t="59551" x="3670300" y="2501900"/>
          <p14:tracePt t="59567" x="3657600" y="2508250"/>
          <p14:tracePt t="59585" x="3638550" y="2508250"/>
          <p14:tracePt t="59601" x="3613150" y="2508250"/>
          <p14:tracePt t="59617" x="3606800" y="2508250"/>
          <p14:tracePt t="59634" x="3594100" y="2508250"/>
          <p14:tracePt t="59650" x="3575050" y="2508250"/>
          <p14:tracePt t="59667" x="3568700" y="2508250"/>
          <p14:tracePt t="59684" x="3556000" y="2508250"/>
          <p14:tracePt t="59718" x="3549650" y="2508250"/>
          <p14:tracePt t="59739" x="3543300" y="2508250"/>
          <p14:tracePt t="59746" x="3536950" y="2508250"/>
          <p14:tracePt t="59788" x="3530600" y="2508250"/>
          <p14:tracePt t="59809" x="3524250" y="2508250"/>
          <p14:tracePt t="59817" x="3517900" y="2508250"/>
          <p14:tracePt t="59858" x="3517900" y="2501900"/>
          <p14:tracePt t="59879" x="3511550" y="2501900"/>
          <p14:tracePt t="59901" x="3511550" y="2495550"/>
          <p14:tracePt t="59907" x="3505200" y="2495550"/>
          <p14:tracePt t="59928" x="3498850" y="2489200"/>
          <p14:tracePt t="59943" x="3492500" y="2489200"/>
          <p14:tracePt t="59952" x="3486150" y="2489200"/>
          <p14:tracePt t="59971" x="3486150" y="2482850"/>
          <p14:tracePt t="59983" x="3479800" y="2482850"/>
          <p14:tracePt t="60020" x="3467100" y="2476500"/>
          <p14:tracePt t="60041" x="3460750" y="2476500"/>
          <p14:tracePt t="60069" x="3454400" y="2476500"/>
          <p14:tracePt t="60090" x="3448050" y="2470150"/>
          <p14:tracePt t="60104" x="3441700" y="2470150"/>
          <p14:tracePt t="60132" x="3441700" y="2463800"/>
          <p14:tracePt t="60139" x="3441700" y="2457450"/>
          <p14:tracePt t="60174" x="3441700" y="2451100"/>
          <p14:tracePt t="60202" x="3448050" y="2444750"/>
          <p14:tracePt t="60209" x="3454400" y="2444750"/>
          <p14:tracePt t="60223" x="3460750" y="2444750"/>
          <p14:tracePt t="60232" x="3473450" y="2438400"/>
          <p14:tracePt t="60248" x="3486150" y="2432050"/>
          <p14:tracePt t="60266" x="3543300" y="2413000"/>
          <p14:tracePt t="60282" x="3644900" y="2374900"/>
          <p14:tracePt t="60300" x="3765550" y="2336800"/>
          <p14:tracePt t="60315" x="3829050" y="2317750"/>
          <p14:tracePt t="60331" x="3968750" y="2273300"/>
          <p14:tracePt t="60348" x="4032250" y="2260600"/>
          <p14:tracePt t="60365" x="4140200" y="2235200"/>
          <p14:tracePt t="60382" x="4184650" y="2228850"/>
          <p14:tracePt t="60400" x="4260850" y="2203450"/>
          <p14:tracePt t="60414" x="4279900" y="2203450"/>
          <p14:tracePt t="60431" x="4305300" y="2203450"/>
          <p14:tracePt t="60448" x="4318000" y="2197100"/>
          <p14:tracePt t="60464" x="4337050" y="2197100"/>
          <p14:tracePt t="60482" x="4343400" y="2197100"/>
          <p14:tracePt t="60498" x="4349750" y="2197100"/>
          <p14:tracePt t="60514" x="4356100" y="2197100"/>
          <p14:tracePt t="60722" x="4349750" y="2197100"/>
          <p14:tracePt t="60806" x="4349750" y="2203450"/>
          <p14:tracePt t="60883" x="4349750" y="2209800"/>
          <p14:tracePt t="60911" x="4343400" y="2209800"/>
          <p14:tracePt t="60946" x="4337050" y="2216150"/>
          <p14:tracePt t="60960" x="4330700" y="2216150"/>
          <p14:tracePt t="61051" x="4324350" y="2216150"/>
          <p14:tracePt t="61072" x="4311650" y="2216150"/>
          <p14:tracePt t="61086" x="4311650" y="2222500"/>
          <p14:tracePt t="61093" x="4298950" y="2222500"/>
          <p14:tracePt t="61100" x="4292600" y="2222500"/>
          <p14:tracePt t="61116" x="4279900" y="2222500"/>
          <p14:tracePt t="61129" x="4260850" y="2228850"/>
          <p14:tracePt t="61145" x="4178300" y="2247900"/>
          <p14:tracePt t="61162" x="4127500" y="2254250"/>
          <p14:tracePt t="61178" x="3981450" y="2286000"/>
          <p14:tracePt t="61195" x="3841750" y="2305050"/>
          <p14:tracePt t="61213" x="3708400" y="2324100"/>
          <p14:tracePt t="61228" x="3657600" y="2324100"/>
          <p14:tracePt t="61245" x="3587750" y="2330450"/>
          <p14:tracePt t="61262" x="3543300" y="2330450"/>
          <p14:tracePt t="61278" x="3517900" y="2330450"/>
          <p14:tracePt t="61295" x="3505200" y="2330450"/>
          <p14:tracePt t="61312" x="3454400" y="2330450"/>
          <p14:tracePt t="61328" x="3435350" y="2330450"/>
          <p14:tracePt t="61345" x="3409950" y="2330450"/>
          <p14:tracePt t="61361" x="3397250" y="2336800"/>
          <p14:tracePt t="61378" x="3378200" y="2336800"/>
          <p14:tracePt t="61395" x="3371850" y="2343150"/>
          <p14:tracePt t="61411" x="3365500" y="2343150"/>
          <p14:tracePt t="61428" x="3352800" y="2349500"/>
          <p14:tracePt t="61445" x="3346450" y="2355850"/>
          <p14:tracePt t="61461" x="3340100" y="2355850"/>
          <p14:tracePt t="61478" x="3333750" y="2362200"/>
          <p14:tracePt t="61494" x="3327400" y="2362200"/>
          <p14:tracePt t="61542" x="3321050" y="2362200"/>
          <p14:tracePt t="61563" x="3314700" y="2362200"/>
          <p14:tracePt t="61584" x="3308350" y="2362200"/>
          <p14:tracePt t="61613" x="3302000" y="2362200"/>
          <p14:tracePt t="61633" x="3295650" y="2362200"/>
          <p14:tracePt t="61661" x="3289300" y="2362200"/>
          <p14:tracePt t="61725" x="3282950" y="2362200"/>
          <p14:tracePt t="61731" x="3276600" y="2362200"/>
          <p14:tracePt t="61767" x="3276600" y="2355850"/>
          <p14:tracePt t="61823" x="3276600" y="2349500"/>
          <p14:tracePt t="61893" x="3282950" y="2349500"/>
          <p14:tracePt t="62334" x="3289300" y="2349500"/>
          <p14:tracePt t="63548" x="3295650" y="2349500"/>
          <p14:tracePt t="63569" x="3314700" y="2355850"/>
          <p14:tracePt t="63575" x="3321050" y="2355850"/>
          <p14:tracePt t="63590" x="3333750" y="2362200"/>
          <p14:tracePt t="63604" x="3340100" y="2368550"/>
          <p14:tracePt t="63620" x="3352800" y="2381250"/>
          <p14:tracePt t="63653" x="3365500" y="2393950"/>
          <p14:tracePt t="63670" x="3378200" y="2406650"/>
          <p14:tracePt t="63689" x="3384550" y="2419350"/>
          <p14:tracePt t="63703" x="3397250" y="2425700"/>
          <p14:tracePt t="63720" x="3403600" y="2425700"/>
          <p14:tracePt t="63737" x="3403600" y="2432050"/>
          <p14:tracePt t="63753" x="3409950" y="2432050"/>
          <p14:tracePt t="63770" x="3416300" y="2438400"/>
          <p14:tracePt t="63787" x="3416300" y="2444750"/>
          <p14:tracePt t="63823" x="3422650" y="2444750"/>
          <p14:tracePt t="63836" x="3429000" y="2451100"/>
          <p14:tracePt t="63856" x="3435350" y="2457450"/>
          <p14:tracePt t="63878" x="3441700" y="2457450"/>
          <p14:tracePt t="63948" x="3448050" y="2463800"/>
          <p14:tracePt t="63962" x="3454400" y="2463800"/>
          <p14:tracePt t="63997" x="3460750" y="2463800"/>
          <p14:tracePt t="64032" x="3467100" y="2463800"/>
          <p14:tracePt t="64067" x="3473450" y="2463800"/>
          <p14:tracePt t="64102" x="3473450" y="2457450"/>
          <p14:tracePt t="64200" x="3467100" y="2457450"/>
          <p14:tracePt t="64228" x="3454400" y="2451100"/>
          <p14:tracePt t="64249" x="3448050" y="2451100"/>
          <p14:tracePt t="64270" x="3441700" y="2444750"/>
          <p14:tracePt t="64276" x="3435350" y="2444750"/>
          <p14:tracePt t="64299" x="3429000" y="2438400"/>
          <p14:tracePt t="64313" x="3422650" y="2438400"/>
          <p14:tracePt t="64334" x="3416300" y="2432050"/>
          <p14:tracePt t="64341" x="3409950" y="2432050"/>
          <p14:tracePt t="64350" x="3403600" y="2432050"/>
          <p14:tracePt t="64390" x="3397250" y="2425700"/>
          <p14:tracePt t="64403" x="3390900" y="2419350"/>
          <p14:tracePt t="64419" x="3390900" y="2413000"/>
          <p14:tracePt t="64432" x="3384550" y="2413000"/>
          <p14:tracePt t="64439" x="3378200" y="2413000"/>
          <p14:tracePt t="64460" x="3371850" y="2406650"/>
          <p14:tracePt t="64481" x="3365500" y="2400300"/>
          <p14:tracePt t="64509" x="3359150" y="2393950"/>
          <p14:tracePt t="64530" x="3352800" y="2393950"/>
          <p14:tracePt t="64544" x="3346450" y="2393950"/>
          <p14:tracePt t="64559" x="3340100" y="2393950"/>
          <p14:tracePt t="64579" x="3333750" y="2393950"/>
          <p14:tracePt t="64601" x="3327400" y="2393950"/>
          <p14:tracePt t="64628" x="3321050" y="2393950"/>
          <p14:tracePt t="64649" x="3314700" y="2393950"/>
          <p14:tracePt t="64691" x="3308350" y="2393950"/>
          <p14:tracePt t="64719" x="3302000" y="2393950"/>
          <p14:tracePt t="64811" x="3295650" y="2393950"/>
          <p14:tracePt t="64838" x="3289300" y="2393950"/>
          <p14:tracePt t="67566" x="3289300" y="2400300"/>
          <p14:tracePt t="67587" x="3289300" y="2406650"/>
          <p14:tracePt t="67594" x="3289300" y="2413000"/>
          <p14:tracePt t="67610" x="3282950" y="2419350"/>
          <p14:tracePt t="67629" x="3282950" y="2425700"/>
          <p14:tracePt t="67640" x="3276600" y="2432050"/>
          <p14:tracePt t="67658" x="3276600" y="2470150"/>
          <p14:tracePt t="67673" x="3270250" y="2489200"/>
          <p14:tracePt t="67689" x="3251200" y="2546350"/>
          <p14:tracePt t="67707" x="3251200" y="2622550"/>
          <p14:tracePt t="67722" x="3244850" y="2667000"/>
          <p14:tracePt t="67739" x="3244850" y="2736850"/>
          <p14:tracePt t="67756" x="3244850" y="2781300"/>
          <p14:tracePt t="67772" x="3244850" y="2794000"/>
          <p14:tracePt t="67790" x="3244850" y="2806700"/>
          <p14:tracePt t="67806" x="3244850" y="2832100"/>
          <p14:tracePt t="67822" x="3244850" y="2838450"/>
          <p14:tracePt t="67889" x="3244850" y="2844800"/>
          <p14:tracePt t="67959" x="3244850" y="2851150"/>
          <p14:tracePt t="67987" x="3244850" y="2857500"/>
          <p14:tracePt t="68008" x="3244850" y="2863850"/>
          <p14:tracePt t="68029" x="3244850" y="2870200"/>
          <p14:tracePt t="68036" x="3244850" y="2876550"/>
          <p14:tracePt t="68057" x="3251200" y="2876550"/>
          <p14:tracePt t="68072" x="3251200" y="2882900"/>
          <p14:tracePt t="68078" x="3251200" y="2889250"/>
          <p14:tracePt t="68099" x="3251200" y="2895600"/>
          <p14:tracePt t="68107" x="3251200" y="2901950"/>
          <p14:tracePt t="68121" x="3251200" y="2908300"/>
          <p14:tracePt t="68138" x="3251200" y="2914650"/>
          <p14:tracePt t="68157" x="3251200" y="2921000"/>
          <p14:tracePt t="68171" x="3251200" y="2927350"/>
          <p14:tracePt t="68187" x="3251200" y="2933700"/>
          <p14:tracePt t="68204" x="3251200" y="2940050"/>
          <p14:tracePt t="68221" x="3251200" y="2946400"/>
          <p14:tracePt t="68238" x="3251200" y="2952750"/>
          <p14:tracePt t="68266" x="3251200" y="2959100"/>
          <p14:tracePt t="68288" x="3251200" y="2965450"/>
          <p14:tracePt t="68294" x="3257550" y="2965450"/>
          <p14:tracePt t="68309" x="3257550" y="2971800"/>
          <p14:tracePt t="68320" x="3257550" y="2978150"/>
          <p14:tracePt t="68340" x="3257550" y="2984500"/>
          <p14:tracePt t="68365" x="3257550" y="2990850"/>
          <p14:tracePt t="68407" x="3257550" y="2997200"/>
          <p14:tracePt t="68422" x="3257550" y="3003550"/>
          <p14:tracePt t="68427" x="3257550" y="3009900"/>
          <p14:tracePt t="68450" x="3257550" y="3016250"/>
          <p14:tracePt t="68457" x="3257550" y="3022600"/>
          <p14:tracePt t="68478" x="3257550" y="3028950"/>
          <p14:tracePt t="68491" x="3257550" y="3041650"/>
          <p14:tracePt t="68503" x="3257550" y="3054350"/>
          <p14:tracePt t="68520" x="3257550" y="3079750"/>
          <p14:tracePt t="68537" x="3257550" y="3092450"/>
          <p14:tracePt t="68554" x="3257550" y="3117850"/>
          <p14:tracePt t="68570" x="3257550" y="3149600"/>
          <p14:tracePt t="68586" x="3257550" y="3155950"/>
          <p14:tracePt t="68603" x="3257550" y="3162300"/>
          <p14:tracePt t="68619" x="3257550" y="3168650"/>
          <p14:tracePt t="68702" x="3257550" y="3175000"/>
          <p14:tracePt t="69229" x="3263900" y="3175000"/>
          <p14:tracePt t="69236" x="3276600" y="3175000"/>
          <p14:tracePt t="69253" x="3282950" y="3175000"/>
          <p14:tracePt t="69267" x="3295650" y="3168650"/>
          <p14:tracePt t="69284" x="3308350" y="3168650"/>
          <p14:tracePt t="69301" x="3327400" y="3168650"/>
          <p14:tracePt t="69317" x="3340100" y="3162300"/>
          <p14:tracePt t="69334" x="3378200" y="3155950"/>
          <p14:tracePt t="69350" x="3416300" y="3149600"/>
          <p14:tracePt t="69367" x="3448050" y="3143250"/>
          <p14:tracePt t="69384" x="3505200" y="3143250"/>
          <p14:tracePt t="69400" x="3581400" y="3143250"/>
          <p14:tracePt t="69417" x="3619500" y="3143250"/>
          <p14:tracePt t="69433" x="3708400" y="3143250"/>
          <p14:tracePt t="69450" x="3803650" y="3136900"/>
          <p14:tracePt t="69468" x="3886200" y="3117850"/>
          <p14:tracePt t="69483" x="3924300" y="3117850"/>
          <p14:tracePt t="69500" x="3962400" y="3117850"/>
          <p14:tracePt t="69517" x="4051300" y="3111500"/>
          <p14:tracePt t="69533" x="4076700" y="3111500"/>
          <p14:tracePt t="69550" x="4114800" y="3111500"/>
          <p14:tracePt t="69567" x="4165600" y="3111500"/>
          <p14:tracePt t="69584" x="4222750" y="3111500"/>
          <p14:tracePt t="69599" x="4254500" y="3105150"/>
          <p14:tracePt t="69616" x="4305300" y="3105150"/>
          <p14:tracePt t="69633" x="4337050" y="3105150"/>
          <p14:tracePt t="69650" x="4349750" y="3105150"/>
          <p14:tracePt t="69666" x="4362450" y="3105150"/>
          <p14:tracePt t="69683" x="4381500" y="3105150"/>
          <p14:tracePt t="69699" x="4387850" y="3105150"/>
          <p14:tracePt t="69716" x="4394200" y="3105150"/>
          <p14:tracePt t="69732" x="4400550" y="3105150"/>
          <p14:tracePt t="69749" x="4406900" y="3105150"/>
          <p14:tracePt t="69783" x="4413250" y="3105150"/>
          <p14:tracePt t="69799" x="4432300" y="3105150"/>
          <p14:tracePt t="69815" x="4432300" y="3111500"/>
          <p14:tracePt t="69832" x="4438650" y="3111500"/>
          <p14:tracePt t="69861" x="4445000" y="3111500"/>
          <p14:tracePt t="69888" x="4457700" y="3111500"/>
          <p14:tracePt t="69909" x="4464050" y="3111500"/>
          <p14:tracePt t="69930" x="4470400" y="3117850"/>
          <p14:tracePt t="69937" x="4476750" y="3117850"/>
          <p14:tracePt t="69959" x="4483100" y="3117850"/>
          <p14:tracePt t="69973" x="4483100" y="3124200"/>
          <p14:tracePt t="69994" x="4489450" y="3124200"/>
          <p14:tracePt t="70008" x="4495800" y="3124200"/>
          <p14:tracePt t="70022" x="4502150" y="3124200"/>
          <p14:tracePt t="70063" x="4508500" y="3130550"/>
          <p14:tracePt t="70084" x="4514850" y="3130550"/>
          <p14:tracePt t="75706" x="4432300" y="3130550"/>
          <p14:tracePt t="75713" x="4273550" y="3149600"/>
          <p14:tracePt t="75726" x="4102100" y="3175000"/>
          <p14:tracePt t="75733" x="3962400" y="3187700"/>
          <p14:tracePt t="75745" x="3835400" y="3187700"/>
          <p14:tracePt t="75762" x="3575050" y="3232150"/>
          <p14:tracePt t="75778" x="3460750" y="3244850"/>
          <p14:tracePt t="75795" x="3187700" y="3263900"/>
          <p14:tracePt t="75798" x="3060700" y="3276600"/>
          <p14:tracePt t="75812" x="2940050" y="3282950"/>
          <p14:tracePt t="75828" x="2825750" y="3282950"/>
          <p14:tracePt t="75844" x="2616200" y="3308350"/>
          <p14:tracePt t="75861" x="2413000" y="3333750"/>
          <p14:tracePt t="75877" x="2311400" y="3333750"/>
          <p14:tracePt t="75895" x="2146300" y="3359150"/>
          <p14:tracePt t="75911" x="2051050" y="3365500"/>
          <p14:tracePt t="75928" x="2000250" y="3365500"/>
          <p14:tracePt t="75944" x="1924050" y="3365500"/>
          <p14:tracePt t="75961" x="1879600" y="3371850"/>
          <p14:tracePt t="75978" x="1873250" y="3378200"/>
          <p14:tracePt t="75994" x="1866900" y="3378200"/>
          <p14:tracePt t="76011" x="1860550" y="3384550"/>
          <p14:tracePt t="76028" x="1847850" y="3384550"/>
          <p14:tracePt t="76044" x="1841500" y="3384550"/>
          <p14:tracePt t="76060" x="1835150" y="3384550"/>
          <p14:tracePt t="76077" x="1809750" y="3390900"/>
          <p14:tracePt t="76094" x="1797050" y="3397250"/>
          <p14:tracePt t="76110" x="1771650" y="3397250"/>
          <p14:tracePt t="76127" x="1733550" y="3403600"/>
          <p14:tracePt t="76143" x="1682750" y="3416300"/>
          <p14:tracePt t="76161" x="1631950" y="3429000"/>
          <p14:tracePt t="76177" x="1600200" y="3441700"/>
          <p14:tracePt t="76193" x="1536700" y="3448050"/>
          <p14:tracePt t="76210" x="1454150" y="3460750"/>
          <p14:tracePt t="76227" x="1397000" y="3473450"/>
          <p14:tracePt t="76243" x="1282700" y="3492500"/>
          <p14:tracePt t="76260" x="1162050" y="3517900"/>
          <p14:tracePt t="76276" x="1104900" y="3536950"/>
          <p14:tracePt t="76293" x="1022350" y="3556000"/>
          <p14:tracePt t="76310" x="971550" y="3562350"/>
          <p14:tracePt t="76326" x="952500" y="3562350"/>
          <p14:tracePt t="76343" x="933450" y="3562350"/>
          <p14:tracePt t="76359" x="920750" y="3562350"/>
          <p14:tracePt t="76449" x="920750" y="3556000"/>
          <p14:tracePt t="76477" x="920750" y="3549650"/>
          <p14:tracePt t="76498" x="927100" y="3543300"/>
          <p14:tracePt t="76505" x="927100" y="3536950"/>
          <p14:tracePt t="76519" x="933450" y="3530600"/>
          <p14:tracePt t="77203" x="952500" y="3530600"/>
          <p14:tracePt t="77210" x="971550" y="3524250"/>
          <p14:tracePt t="77226" x="990600" y="3517900"/>
          <p14:tracePt t="77239" x="1054100" y="3511550"/>
          <p14:tracePt t="77257" x="1079500" y="3498850"/>
          <p14:tracePt t="77273" x="1130300" y="3486150"/>
          <p14:tracePt t="77290" x="1162050" y="3473450"/>
          <p14:tracePt t="77293" x="1181100" y="3467100"/>
          <p14:tracePt t="77307" x="1200150" y="3460750"/>
          <p14:tracePt t="77323" x="1244600" y="3454400"/>
          <p14:tracePt t="77339" x="1263650" y="3448050"/>
          <p14:tracePt t="77357" x="1295400" y="3441700"/>
          <p14:tracePt t="77373" x="1320800" y="3441700"/>
          <p14:tracePt t="77390" x="1346200" y="3435350"/>
          <p14:tracePt t="77406" x="1377950" y="3429000"/>
          <p14:tracePt t="77422" x="1409700" y="3422650"/>
          <p14:tracePt t="77439" x="1428750" y="3422650"/>
          <p14:tracePt t="77456" x="1460500" y="3416300"/>
          <p14:tracePt t="77472" x="1485900" y="3416300"/>
          <p14:tracePt t="77491" x="1504950" y="3409950"/>
          <p14:tracePt t="77506" x="1511300" y="3409950"/>
          <p14:tracePt t="77522" x="1517650" y="3409950"/>
          <p14:tracePt t="77539" x="1530350" y="3409950"/>
          <p14:tracePt t="77572" x="1536700" y="3409950"/>
          <p14:tracePt t="77589" x="1543050" y="3409950"/>
          <p14:tracePt t="77609" x="1549400" y="3409950"/>
          <p14:tracePt t="77652" x="1555750" y="3409950"/>
          <p14:tracePt t="77673" x="1562100" y="3409950"/>
          <p14:tracePt t="77701" x="1568450" y="3409950"/>
          <p14:tracePt t="77764" x="1574800" y="3409950"/>
          <p14:tracePt t="77821" x="1581150" y="3403600"/>
          <p14:tracePt t="78968" x="1587500" y="3409950"/>
          <p14:tracePt t="78974" x="1587500" y="3422650"/>
          <p14:tracePt t="78984" x="1593850" y="3429000"/>
          <p14:tracePt t="79000" x="1593850" y="3435350"/>
          <p14:tracePt t="79017" x="1600200" y="3448050"/>
          <p14:tracePt t="79034" x="1606550" y="3454400"/>
          <p14:tracePt t="79051" x="1606550" y="3473450"/>
          <p14:tracePt t="79067" x="1612900" y="3492500"/>
          <p14:tracePt t="79083" x="1619250" y="3505200"/>
          <p14:tracePt t="79100" x="1625600" y="3530600"/>
          <p14:tracePt t="79117" x="1638300" y="3549650"/>
          <p14:tracePt t="79133" x="1638300" y="3562350"/>
          <p14:tracePt t="79150" x="1644650" y="3587750"/>
          <p14:tracePt t="79167" x="1657350" y="3594100"/>
          <p14:tracePt t="79183" x="1657350" y="3606800"/>
          <p14:tracePt t="79200" x="1663700" y="3619500"/>
          <p14:tracePt t="79216" x="1670050" y="3625850"/>
          <p14:tracePt t="79233" x="1670050" y="3632200"/>
          <p14:tracePt t="79249" x="1676400" y="3638550"/>
          <p14:tracePt t="79266" x="1676400" y="3651250"/>
          <p14:tracePt t="79283" x="1676400" y="3657600"/>
          <p14:tracePt t="79299" x="1676400" y="3663950"/>
          <p14:tracePt t="79319" x="1682750" y="3670300"/>
          <p14:tracePt t="79333" x="1682750" y="3676650"/>
          <p14:tracePt t="79353" x="1689100" y="3683000"/>
          <p14:tracePt t="79369" x="1689100" y="3689350"/>
          <p14:tracePt t="79382" x="1689100" y="3702050"/>
          <p14:tracePt t="79398" x="1695450" y="3702050"/>
          <p14:tracePt t="79416" x="1695450" y="3721100"/>
          <p14:tracePt t="79432" x="1701800" y="3746500"/>
          <p14:tracePt t="79449" x="1708150" y="3759200"/>
          <p14:tracePt t="79466" x="1714500" y="3784600"/>
          <p14:tracePt t="79482" x="1714500" y="3797300"/>
          <p14:tracePt t="79499" x="1727200" y="3816350"/>
          <p14:tracePt t="79515" x="1727200" y="3829050"/>
          <p14:tracePt t="79532" x="1739900" y="3829050"/>
          <p14:tracePt t="79549" x="1746250" y="3835400"/>
          <p14:tracePt t="79565" x="1752600" y="3841750"/>
          <p14:tracePt t="79598" x="1765300" y="3848100"/>
          <p14:tracePt t="79615" x="1771650" y="3848100"/>
          <p14:tracePt t="79648" x="1778000" y="3848100"/>
          <p14:tracePt t="79665" x="1784350" y="3848100"/>
          <p14:tracePt t="79717" x="1790700" y="3848100"/>
          <p14:tracePt t="79724" x="1797050" y="3848100"/>
          <p14:tracePt t="79745" x="1803400" y="3848100"/>
          <p14:tracePt t="79752" x="1809750" y="3848100"/>
          <p14:tracePt t="79774" x="1816100" y="3848100"/>
          <p14:tracePt t="79788" x="1822450" y="3848100"/>
          <p14:tracePt t="79808" x="1828800" y="3848100"/>
          <p14:tracePt t="79822" x="1841500" y="3854450"/>
          <p14:tracePt t="79837" x="1847850" y="3854450"/>
          <p14:tracePt t="79847" x="1860550" y="3854450"/>
          <p14:tracePt t="79865" x="1885950" y="3860800"/>
          <p14:tracePt t="79881" x="1898650" y="3860800"/>
          <p14:tracePt t="79897" x="1924050" y="3860800"/>
          <p14:tracePt t="79914" x="1955800" y="3860800"/>
          <p14:tracePt t="79930" x="1968500" y="3860800"/>
          <p14:tracePt t="79947" x="1981200" y="3860800"/>
          <p14:tracePt t="79964" x="2000250" y="3860800"/>
          <p14:tracePt t="79980" x="2006600" y="3860800"/>
          <p14:tracePt t="79997" x="2019300" y="3854450"/>
          <p14:tracePt t="80013" x="2025650" y="3854450"/>
          <p14:tracePt t="80030" x="2038350" y="3854450"/>
          <p14:tracePt t="80047" x="2051050" y="3848100"/>
          <p14:tracePt t="80063" x="2057400" y="3848100"/>
          <p14:tracePt t="80081" x="2063750" y="3848100"/>
          <p14:tracePt t="80131" x="2070100" y="3848100"/>
          <p14:tracePt t="80180" x="2076450" y="3848100"/>
          <p14:tracePt t="80229" x="2082800" y="3848100"/>
          <p14:tracePt t="80264" x="2089150" y="3848100"/>
          <p14:tracePt t="80383" x="2082800" y="3848100"/>
          <p14:tracePt t="80418" x="2076450" y="3848100"/>
          <p14:tracePt t="81289" x="2076450" y="3854450"/>
          <p14:tracePt t="81331" x="2076450" y="3860800"/>
          <p14:tracePt t="81337" x="2076450" y="3867150"/>
          <p14:tracePt t="81366" x="2082800" y="3873500"/>
          <p14:tracePt t="81387" x="2089150" y="3879850"/>
          <p14:tracePt t="81408" x="2095500" y="3886200"/>
          <p14:tracePt t="81414" x="2101850" y="3892550"/>
          <p14:tracePt t="81428" x="2114550" y="3911600"/>
          <p14:tracePt t="81442" x="2127250" y="3930650"/>
          <p14:tracePt t="81458" x="2165350" y="3994150"/>
          <p14:tracePt t="81475" x="2197100" y="4032250"/>
          <p14:tracePt t="81492" x="2260600" y="4108450"/>
          <p14:tracePt t="81508" x="2330450" y="4191000"/>
          <p14:tracePt t="81525" x="2374900" y="4222750"/>
          <p14:tracePt t="81542" x="2457450" y="4279900"/>
          <p14:tracePt t="81558" x="2578100" y="4311650"/>
          <p14:tracePt t="81576" x="2641600" y="4330700"/>
          <p14:tracePt t="81591" x="2800350" y="4356100"/>
          <p14:tracePt t="81608" x="2876550" y="4362450"/>
          <p14:tracePt t="81626" x="3048000" y="4349750"/>
          <p14:tracePt t="81642" x="3086100" y="4349750"/>
          <p14:tracePt t="81658" x="3105150" y="4343400"/>
          <p14:tracePt t="81674" x="3136900" y="4330700"/>
          <p14:tracePt t="81691" x="3143250" y="4324350"/>
          <p14:tracePt t="81707" x="3149600" y="4324350"/>
          <p14:tracePt t="81724" x="3155950" y="4324350"/>
          <p14:tracePt t="81740" x="3162300" y="4324350"/>
          <p14:tracePt t="81765" x="3168650" y="4318000"/>
          <p14:tracePt t="81821" x="3175000" y="4318000"/>
          <p14:tracePt t="81892" x="3175000" y="4311650"/>
          <p14:tracePt t="81927" x="3181350" y="4311650"/>
          <p14:tracePt t="81941" x="3187700" y="4305300"/>
          <p14:tracePt t="81948" x="3194050" y="4305300"/>
          <p14:tracePt t="81962" x="3200400" y="4305300"/>
          <p14:tracePt t="81973" x="3206750" y="4305300"/>
          <p14:tracePt t="81990" x="3219450" y="4305300"/>
          <p14:tracePt t="82006" x="3238500" y="4305300"/>
          <p14:tracePt t="82023" x="3295650" y="4305300"/>
          <p14:tracePt t="82040" x="3371850" y="4305300"/>
          <p14:tracePt t="82057" x="3429000" y="4305300"/>
          <p14:tracePt t="82073" x="3530600" y="4318000"/>
          <p14:tracePt t="82089" x="3625850" y="4324350"/>
          <p14:tracePt t="82106" x="3663950" y="4324350"/>
          <p14:tracePt t="82123" x="3721100" y="4330700"/>
          <p14:tracePt t="82139" x="3746500" y="4337050"/>
          <p14:tracePt t="82156" x="3759200" y="4337050"/>
          <p14:tracePt t="82173" x="3765550" y="4343400"/>
          <p14:tracePt t="82189" x="3765550" y="4349750"/>
          <p14:tracePt t="82228" x="3759200" y="4356100"/>
          <p14:tracePt t="82249" x="3746500" y="4356100"/>
          <p14:tracePt t="82258" x="3746500" y="4362450"/>
          <p14:tracePt t="82298" x="3740150" y="4362450"/>
          <p14:tracePt t="82312" x="3733800" y="4362450"/>
          <p14:tracePt t="82326" x="3727450" y="4362450"/>
          <p14:tracePt t="82347" x="3721100" y="4362450"/>
          <p14:tracePt t="82360" x="3714750" y="4362450"/>
          <p14:tracePt t="82382" x="3708400" y="4368800"/>
          <p14:tracePt t="82396" x="3689350" y="4368800"/>
          <p14:tracePt t="82410" x="3663950" y="4375150"/>
          <p14:tracePt t="82417" x="3625850" y="4381500"/>
          <p14:tracePt t="82431" x="3575050" y="4387850"/>
          <p14:tracePt t="82441" x="3498850" y="4400550"/>
          <p14:tracePt t="82456" x="3390900" y="4419600"/>
          <p14:tracePt t="82472" x="3149600" y="4451350"/>
          <p14:tracePt t="82488" x="2838450" y="4495800"/>
          <p14:tracePt t="82505" x="2692400" y="4521200"/>
          <p14:tracePt t="82522" x="2552700" y="4533900"/>
          <p14:tracePt t="82538" x="2216150" y="4584700"/>
          <p14:tracePt t="82555" x="2152650" y="4591050"/>
          <p14:tracePt t="82572" x="2051050" y="4603750"/>
          <p14:tracePt t="82588" x="2019300" y="4610100"/>
          <p14:tracePt t="82605" x="1968500" y="4610100"/>
          <p14:tracePt t="82621" x="1943100" y="4616450"/>
          <p14:tracePt t="82638" x="1936750" y="4616450"/>
          <p14:tracePt t="82655" x="1930400" y="4622800"/>
          <p14:tracePt t="82671" x="1924050" y="4622800"/>
          <p14:tracePt t="82687" x="1917700" y="4622800"/>
          <p14:tracePt t="82705" x="1911350" y="4622800"/>
          <p14:tracePt t="82721" x="1898650" y="4622800"/>
          <p14:tracePt t="82754" x="1885950" y="4616450"/>
          <p14:tracePt t="82771" x="1873250" y="4616450"/>
          <p14:tracePt t="82788" x="1866900" y="4616450"/>
          <p14:tracePt t="82805" x="1847850" y="4610100"/>
          <p14:tracePt t="82821" x="1828800" y="4610100"/>
          <p14:tracePt t="82838" x="1784350" y="4610100"/>
          <p14:tracePt t="82853" x="1771650" y="4603750"/>
          <p14:tracePt t="82870" x="1739900" y="4603750"/>
          <p14:tracePt t="82887" x="1720850" y="4597400"/>
          <p14:tracePt t="82903" x="1708150" y="4597400"/>
          <p14:tracePt t="82920" x="1701800" y="4597400"/>
          <p14:tracePt t="82950" x="1695450" y="4597400"/>
          <p14:tracePt t="82957" x="1689100" y="4584700"/>
          <p14:tracePt t="82973" x="1689100" y="4572000"/>
          <p14:tracePt t="83709" x="1689100" y="4578350"/>
          <p14:tracePt t="83800" x="1695450" y="4578350"/>
          <p14:tracePt t="83912" x="1701800" y="4578350"/>
          <p14:tracePt t="83919" x="1708150" y="4578350"/>
          <p14:tracePt t="83982" x="1714500" y="4578350"/>
          <p14:tracePt t="84010" x="1720850" y="4578350"/>
          <p14:tracePt t="84052" x="1727200" y="4584700"/>
          <p14:tracePt t="84080" x="1733550" y="4584700"/>
          <p14:tracePt t="84101" x="1733550" y="4591050"/>
          <p14:tracePt t="84129" x="1739900" y="4591050"/>
          <p14:tracePt t="84150" x="1746250" y="4597400"/>
          <p14:tracePt t="84164" x="1752600" y="4597400"/>
          <p14:tracePt t="84192" x="1758950" y="4597400"/>
          <p14:tracePt t="84200" x="1765300" y="4597400"/>
          <p14:tracePt t="84220" x="1771650" y="4597400"/>
          <p14:tracePt t="84262" x="1778000" y="4603750"/>
          <p14:tracePt t="84283" x="1784350" y="4603750"/>
          <p14:tracePt t="84311" x="1797050" y="4603750"/>
          <p14:tracePt t="84325" x="1803400" y="4603750"/>
          <p14:tracePt t="84339" x="1809750" y="4603750"/>
          <p14:tracePt t="84361" x="1809750" y="4610100"/>
          <p14:tracePt t="84375" x="1816100" y="4610100"/>
          <p14:tracePt t="84384" x="1822450" y="4616450"/>
          <p14:tracePt t="84398" x="1828800" y="4616450"/>
          <p14:tracePt t="84415" x="1841500" y="4629150"/>
          <p14:tracePt t="84432" x="1860550" y="4635500"/>
          <p14:tracePt t="84448" x="1873250" y="4648200"/>
          <p14:tracePt t="84466" x="1898650" y="4660900"/>
          <p14:tracePt t="84481" x="1930400" y="4673600"/>
          <p14:tracePt t="84498" x="1943100" y="4679950"/>
          <p14:tracePt t="84515" x="1968500" y="4692650"/>
          <p14:tracePt t="84531" x="1981200" y="4699000"/>
          <p14:tracePt t="84548" x="2000250" y="4705350"/>
          <p14:tracePt t="84564" x="2019300" y="4718050"/>
          <p14:tracePt t="84598" x="2032000" y="4724400"/>
          <p14:tracePt t="84614" x="2044700" y="4730750"/>
          <p14:tracePt t="84648" x="2057400" y="4737100"/>
          <p14:tracePt t="84664" x="2063750" y="4743450"/>
          <p14:tracePt t="84681" x="2082800" y="4749800"/>
          <p14:tracePt t="84697" x="2089150" y="4756150"/>
          <p14:tracePt t="84714" x="2101850" y="4768850"/>
          <p14:tracePt t="84730" x="2114550" y="4775200"/>
          <p14:tracePt t="84747" x="2127250" y="4781550"/>
          <p14:tracePt t="84764" x="2152650" y="4800600"/>
          <p14:tracePt t="84781" x="2184400" y="4813300"/>
          <p14:tracePt t="84797" x="2203450" y="4819650"/>
          <p14:tracePt t="84814" x="2216150" y="4832350"/>
          <p14:tracePt t="84831" x="2298700" y="4864100"/>
          <p14:tracePt t="84847" x="2317750" y="4876800"/>
          <p14:tracePt t="84863" x="2349500" y="4883150"/>
          <p14:tracePt t="84880" x="2400300" y="4902200"/>
          <p14:tracePt t="84897" x="2451100" y="4921250"/>
          <p14:tracePt t="84914" x="2489200" y="4933950"/>
          <p14:tracePt t="84930" x="2501900" y="4940300"/>
          <p14:tracePt t="84946" x="2533650" y="4953000"/>
          <p14:tracePt t="84964" x="2559050" y="4959350"/>
          <p14:tracePt t="84996" x="2578100" y="4965700"/>
          <p14:tracePt t="85013" x="2590800" y="4972050"/>
          <p14:tracePt t="85029" x="2597150" y="4972050"/>
          <p14:tracePt t="85047" x="2603500" y="4972050"/>
          <p14:tracePt t="85062" x="2609850" y="4972050"/>
          <p14:tracePt t="85079" x="2616200" y="4978400"/>
          <p14:tracePt t="85098" x="2622550" y="4978400"/>
          <p14:tracePt t="85147" x="2622550" y="4984750"/>
          <p14:tracePt t="85153" x="2628900" y="4991100"/>
          <p14:tracePt t="85162" x="2628900" y="4997450"/>
          <p14:tracePt t="85179" x="2635250" y="4997450"/>
          <p14:tracePt t="86106" x="2641600" y="4997450"/>
          <p14:tracePt t="86113" x="2654300" y="4997450"/>
          <p14:tracePt t="86129" x="2667000" y="4997450"/>
          <p14:tracePt t="86142" x="2673350" y="4997450"/>
          <p14:tracePt t="86159" x="2698750" y="4997450"/>
          <p14:tracePt t="86176" x="2724150" y="5003800"/>
          <p14:tracePt t="86208" x="2749550" y="5003800"/>
          <p14:tracePt t="86226" x="2768600" y="5010150"/>
          <p14:tracePt t="86242" x="2781300" y="5010150"/>
          <p14:tracePt t="86259" x="2813050" y="5016500"/>
          <p14:tracePt t="86275" x="2857500" y="5022850"/>
          <p14:tracePt t="86292" x="2876550" y="5022850"/>
          <p14:tracePt t="86309" x="2933700" y="5029200"/>
          <p14:tracePt t="86326" x="2997200" y="5054600"/>
          <p14:tracePt t="86341" x="3035300" y="5054600"/>
          <p14:tracePt t="86359" x="3092450" y="5067300"/>
          <p14:tracePt t="86375" x="3149600" y="5080000"/>
          <p14:tracePt t="86391" x="3175000" y="5086350"/>
          <p14:tracePt t="86408" x="3194050" y="5086350"/>
          <p14:tracePt t="86425" x="3206750" y="5086350"/>
          <p14:tracePt t="86442" x="3232150" y="5086350"/>
          <p14:tracePt t="86445" x="3238500" y="5086350"/>
          <p14:tracePt t="86458" x="3251200" y="5086350"/>
          <p14:tracePt t="86474" x="3263900" y="5086350"/>
          <p14:tracePt t="86491" x="3270250" y="5086350"/>
          <p14:tracePt t="86507" x="3282950" y="5086350"/>
          <p14:tracePt t="86524" x="3289300" y="5086350"/>
          <p14:tracePt t="86541" x="3295650" y="5086350"/>
          <p14:tracePt t="86557" x="3308350" y="5086350"/>
          <p14:tracePt t="86574" x="3308350" y="5080000"/>
          <p14:tracePt t="86591" x="3314700" y="5080000"/>
          <p14:tracePt t="86607" x="3327400" y="5067300"/>
          <p14:tracePt t="86625" x="3340100" y="5060950"/>
          <p14:tracePt t="86640" x="3352800" y="5054600"/>
          <p14:tracePt t="86657" x="3371850" y="5022850"/>
          <p14:tracePt t="86674" x="3397250" y="4997450"/>
          <p14:tracePt t="86690" x="3409950" y="4965700"/>
          <p14:tracePt t="86707" x="3429000" y="4933950"/>
          <p14:tracePt t="86724" x="3492500" y="4768850"/>
          <p14:tracePt t="86740" x="3511550" y="4711700"/>
          <p14:tracePt t="86758" x="3549650" y="4603750"/>
          <p14:tracePt t="86773" x="3562350" y="4546600"/>
          <p14:tracePt t="86790" x="3600450" y="4476750"/>
          <p14:tracePt t="86807" x="3619500" y="4413250"/>
          <p14:tracePt t="86823" x="3625850" y="4400550"/>
          <p14:tracePt t="86840" x="3644900" y="4356100"/>
          <p14:tracePt t="86857" x="3657600" y="4324350"/>
          <p14:tracePt t="86873" x="3657600" y="4305300"/>
          <p14:tracePt t="86891" x="3670300" y="4260850"/>
          <p14:tracePt t="86907" x="3683000" y="4229100"/>
          <p14:tracePt t="86923" x="3689350" y="4216400"/>
          <p14:tracePt t="86940" x="3695700" y="4191000"/>
          <p14:tracePt t="86956" x="3702050" y="4171950"/>
          <p14:tracePt t="86973" x="3702050" y="4165600"/>
          <p14:tracePt t="86990" x="3708400" y="4159250"/>
          <p14:tracePt t="87007" x="3708400" y="4152900"/>
          <p14:tracePt t="87094" x="3702050" y="4152900"/>
          <p14:tracePt t="87115" x="3695700" y="4159250"/>
          <p14:tracePt t="87136" x="3689350" y="4165600"/>
          <p14:tracePt t="87157" x="3683000" y="4171950"/>
          <p14:tracePt t="87179" x="3683000" y="4178300"/>
          <p14:tracePt t="87200" x="3676650" y="4178300"/>
          <p14:tracePt t="87206" x="3670300" y="4184650"/>
          <p14:tracePt t="87214" x="3657600" y="4184650"/>
          <p14:tracePt t="87227" x="3644900" y="4191000"/>
          <p14:tracePt t="87238" x="3625850" y="4191000"/>
          <p14:tracePt t="87256" x="3575050" y="4197350"/>
          <p14:tracePt t="87272" x="3543300" y="4197350"/>
          <p14:tracePt t="87288" x="3486150" y="4197350"/>
          <p14:tracePt t="87305" x="3429000" y="4191000"/>
          <p14:tracePt t="87322" x="3409950" y="4184650"/>
          <p14:tracePt t="87338" x="3390900" y="4178300"/>
          <p14:tracePt t="87354" x="3352800" y="4165600"/>
          <p14:tracePt t="87371" x="3346450" y="4165600"/>
          <p14:tracePt t="87388" x="3340100" y="4159250"/>
          <p14:tracePt t="87405" x="3340100" y="4152900"/>
          <p14:tracePt t="87421" x="3340100" y="4140200"/>
          <p14:tracePt t="87438" x="3346450" y="4127500"/>
          <p14:tracePt t="87454" x="3359150" y="4114800"/>
          <p14:tracePt t="87458" x="3365500" y="4114800"/>
          <p14:tracePt t="87471" x="3371850" y="4095750"/>
          <p14:tracePt t="87488" x="3429000" y="4044950"/>
          <p14:tracePt t="87504" x="3467100" y="4000500"/>
          <p14:tracePt t="87521" x="3587750" y="3873500"/>
          <p14:tracePt t="87538" x="3708400" y="3708400"/>
          <p14:tracePt t="87554" x="3771900" y="3600450"/>
          <p14:tracePt t="87571" x="3924300" y="3384550"/>
          <p14:tracePt t="87587" x="4070350" y="3149600"/>
          <p14:tracePt t="87604" x="4133850" y="3048000"/>
          <p14:tracePt t="87621" x="4248150" y="2832100"/>
          <p14:tracePt t="87637" x="4298950" y="2736850"/>
          <p14:tracePt t="87655" x="4394200" y="2590800"/>
          <p14:tracePt t="87670" x="4419600" y="2520950"/>
          <p14:tracePt t="87687" x="4457700" y="2476500"/>
          <p14:tracePt t="87704" x="4508500" y="2368550"/>
          <p14:tracePt t="87720" x="4514850" y="2349500"/>
          <p14:tracePt t="87737" x="4521200" y="2330450"/>
          <p14:tracePt t="87754" x="4527550" y="2317750"/>
          <p14:tracePt t="87795" x="4521200" y="2324100"/>
          <p14:tracePt t="87817" x="4514850" y="2324100"/>
          <p14:tracePt t="87831" x="4508500" y="2324100"/>
          <p14:tracePt t="87859" x="4502150" y="2324100"/>
          <p14:tracePt t="87865" x="4495800" y="2324100"/>
          <p14:tracePt t="87880" x="4489450" y="2317750"/>
          <p14:tracePt t="87901" x="4483100" y="2317750"/>
          <p14:tracePt t="87915" x="4476750" y="2311400"/>
          <p14:tracePt t="87929" x="4470400" y="2305050"/>
          <p14:tracePt t="87938" x="4470400" y="2298700"/>
          <p14:tracePt t="87953" x="4464050" y="2292350"/>
          <p14:tracePt t="87971" x="4451350" y="2286000"/>
          <p14:tracePt t="87986" x="4438650" y="2279650"/>
          <p14:tracePt t="88002" x="4432300" y="2279650"/>
          <p14:tracePt t="88020" x="4400550" y="2273300"/>
          <p14:tracePt t="88036" x="4387850" y="2266950"/>
          <p14:tracePt t="88052" x="4349750" y="2247900"/>
          <p14:tracePt t="88069" x="4298950" y="2235200"/>
          <p14:tracePt t="88086" x="4286250" y="2235200"/>
          <p14:tracePt t="88102" x="4254500" y="2228850"/>
          <p14:tracePt t="88119" x="4235450" y="2222500"/>
          <p14:tracePt t="88135" x="4229100" y="2216150"/>
          <p14:tracePt t="88153" x="4210050" y="2216150"/>
          <p14:tracePt t="88169" x="4203700" y="2216150"/>
          <p14:tracePt t="88185" x="4203700" y="2209800"/>
          <p14:tracePt t="88202" x="4184650" y="2209800"/>
          <p14:tracePt t="88218" x="4178300" y="2203450"/>
          <p14:tracePt t="88235" x="4171950" y="2203450"/>
          <p14:tracePt t="88252" x="4165600" y="2203450"/>
          <p14:tracePt t="88328" x="4159250" y="2209800"/>
          <p14:tracePt t="88349" x="4159250" y="2216150"/>
          <p14:tracePt t="88356" x="4159250" y="2222500"/>
          <p14:tracePt t="88371" x="4159250" y="2228850"/>
          <p14:tracePt t="88385" x="4159250" y="2235200"/>
          <p14:tracePt t="88401" x="4159250" y="2260600"/>
          <p14:tracePt t="88417" x="4159250" y="2279650"/>
          <p14:tracePt t="88434" x="4171950" y="2355850"/>
          <p14:tracePt t="88451" x="4210050" y="2482850"/>
          <p14:tracePt t="88468" x="4248150" y="2628900"/>
          <p14:tracePt t="88484" x="4279900" y="2692400"/>
          <p14:tracePt t="88500" x="4318000" y="2806700"/>
          <p14:tracePt t="88518" x="4349750" y="2889250"/>
          <p14:tracePt t="88534" x="4368800" y="2921000"/>
          <p14:tracePt t="88551" x="4381500" y="2965450"/>
          <p14:tracePt t="88567" x="4394200" y="2984500"/>
          <p14:tracePt t="88584" x="4394200" y="2990850"/>
          <p14:tracePt t="88601" x="4394200" y="2997200"/>
          <p14:tracePt t="88617" x="4394200" y="3009900"/>
          <p14:tracePt t="88672" x="4394200" y="3016250"/>
          <p14:tracePt t="88847" x="4387850" y="3016250"/>
          <p14:tracePt t="88889" x="4381500" y="3016250"/>
          <p14:tracePt t="88938" x="4375150" y="3016250"/>
          <p14:tracePt t="88967" x="4362450" y="3022600"/>
          <p14:tracePt t="88980" x="4356100" y="3028950"/>
          <p14:tracePt t="88987" x="4337050" y="3035300"/>
          <p14:tracePt t="89002" x="4324350" y="3048000"/>
          <p14:tracePt t="89016" x="4292600" y="3067050"/>
          <p14:tracePt t="89032" x="4203700" y="3143250"/>
          <p14:tracePt t="89049" x="4146550" y="3200400"/>
          <p14:tracePt t="89066" x="4000500" y="3346450"/>
          <p14:tracePt t="89082" x="3854450" y="3486150"/>
          <p14:tracePt t="89100" x="3733800" y="3632200"/>
          <p14:tracePt t="89115" x="3683000" y="3702050"/>
          <p14:tracePt t="89132" x="3600450" y="3816350"/>
          <p14:tracePt t="89149" x="3543300" y="3943350"/>
          <p14:tracePt t="89165" x="3511550" y="3994150"/>
          <p14:tracePt t="89182" x="3467100" y="4095750"/>
          <p14:tracePt t="89198" x="3422650" y="4197350"/>
          <p14:tracePt t="89215" x="3416300" y="4222750"/>
          <p14:tracePt t="89232" x="3403600" y="4260850"/>
          <p14:tracePt t="89248" x="3397250" y="4273550"/>
          <p14:tracePt t="89265" x="3397250" y="4279900"/>
          <p14:tracePt t="89282" x="3397250" y="4286250"/>
          <p14:tracePt t="89318" x="3390900" y="4292600"/>
          <p14:tracePt t="89422" x="3384550" y="4292600"/>
          <p14:tracePt t="89597" x="3384550" y="4286250"/>
          <p14:tracePt t="89667" x="3384550" y="4279900"/>
          <p14:tracePt t="89738" x="3390900" y="4279900"/>
          <p14:tracePt t="89969" x="3390900" y="4286250"/>
          <p14:tracePt t="89983" x="3384550" y="4292600"/>
          <p14:tracePt t="89990" x="3384550" y="4305300"/>
          <p14:tracePt t="90004" x="3378200" y="4311650"/>
          <p14:tracePt t="90013" x="3371850" y="4330700"/>
          <p14:tracePt t="90029" x="3365500" y="4349750"/>
          <p14:tracePt t="90046" x="3333750" y="4419600"/>
          <p14:tracePt t="90062" x="3295650" y="4533900"/>
          <p14:tracePt t="90079" x="3282950" y="4584700"/>
          <p14:tracePt t="90096" x="3244850" y="4711700"/>
          <p14:tracePt t="90112" x="3200400" y="4806950"/>
          <p14:tracePt t="90129" x="3181350" y="4864100"/>
          <p14:tracePt t="90145" x="3143250" y="4946650"/>
          <p14:tracePt t="90162" x="3124200" y="5016500"/>
          <p14:tracePt t="90179" x="3105150" y="5060950"/>
          <p14:tracePt t="90195" x="3098800" y="5067300"/>
          <p14:tracePt t="90212" x="3092450" y="5080000"/>
          <p14:tracePt t="90228" x="3092450" y="5092700"/>
          <p14:tracePt t="90545" x="3098800" y="5092700"/>
          <p14:tracePt t="90579" x="3105150" y="5092700"/>
          <p14:tracePt t="90600" x="3111500" y="5092700"/>
          <p14:tracePt t="90635" x="3117850" y="5092700"/>
          <p14:tracePt t="90663" x="3124200" y="5092700"/>
          <p14:tracePt t="90719" x="3130550" y="5092700"/>
          <p14:tracePt t="90740" x="3136900" y="5092700"/>
          <p14:tracePt t="90789" x="3143250" y="5092700"/>
          <p14:tracePt t="90811" x="3149600" y="5092700"/>
          <p14:tracePt t="90852" x="3155950" y="5092700"/>
          <p14:tracePt t="90914" x="3162300" y="5092700"/>
          <p14:tracePt t="90992" x="3168650" y="5092700"/>
          <p14:tracePt t="91042" x="3168650" y="5099050"/>
          <p14:tracePt t="91063" x="3168650" y="5105400"/>
          <p14:tracePt t="91069" x="3168650" y="5111750"/>
          <p14:tracePt t="91084" x="3168650" y="5118100"/>
          <p14:tracePt t="91092" x="3162300" y="5130800"/>
          <p14:tracePt t="91108" x="3143250" y="5149850"/>
          <p14:tracePt t="91126" x="3105150" y="5238750"/>
          <p14:tracePt t="91142" x="3022600" y="5391150"/>
          <p14:tracePt t="91159" x="2971800" y="5486400"/>
          <p14:tracePt t="91175" x="2863850" y="5683250"/>
          <p14:tracePt t="91191" x="2825750" y="5784850"/>
          <p14:tracePt t="91208" x="2717800" y="5988050"/>
          <p14:tracePt t="91225" x="2635250" y="6159500"/>
          <p14:tracePt t="91241" x="2609850" y="6229350"/>
          <p14:tracePt t="91258" x="2559050" y="6330950"/>
          <p14:tracePt t="91274" x="2540000" y="6381750"/>
          <p14:tracePt t="91291" x="2533650" y="6394450"/>
          <p14:tracePt t="91308" x="2520950" y="6419850"/>
          <p14:tracePt t="91324" x="2520950" y="6426200"/>
          <p14:tracePt t="91341" x="2520950" y="6432550"/>
          <p14:tracePt t="93036" x="2559050" y="6400800"/>
          <p14:tracePt t="93042" x="2616200" y="6350000"/>
          <p14:tracePt t="93057" x="2679700" y="6267450"/>
          <p14:tracePt t="93068" x="2749550" y="6184900"/>
          <p14:tracePt t="93085" x="2984500" y="5886450"/>
          <p14:tracePt t="93101" x="3130550" y="5676900"/>
          <p14:tracePt t="93118" x="3448050" y="5073650"/>
          <p14:tracePt t="93134" x="3594100" y="4679950"/>
          <p14:tracePt t="93151" x="3822700" y="3879850"/>
          <p14:tracePt t="93169" x="4000500" y="3092450"/>
          <p14:tracePt t="93184" x="4114800" y="2603500"/>
          <p14:tracePt t="93202" x="4152900" y="2425700"/>
          <p14:tracePt t="93218" x="4197350" y="2247900"/>
          <p14:tracePt t="93235" x="4203700" y="2190750"/>
          <p14:tracePt t="93252" x="4210050" y="2101850"/>
          <p14:tracePt t="93268" x="4222750" y="2019300"/>
          <p14:tracePt t="93284" x="4222750" y="1987550"/>
          <p14:tracePt t="93302" x="4222750" y="1930400"/>
          <p14:tracePt t="93317" x="4229100" y="1873250"/>
          <p14:tracePt t="93334" x="4229100" y="1854200"/>
          <p14:tracePt t="93351" x="4229100" y="1784350"/>
          <p14:tracePt t="93367" x="4235450" y="1708150"/>
          <p14:tracePt t="93384" x="4248150" y="1651000"/>
          <p14:tracePt t="93401" x="4254500" y="1568450"/>
          <p14:tracePt t="93418" x="4267200" y="1485900"/>
          <p14:tracePt t="93435" x="4286250" y="1428750"/>
          <p14:tracePt t="93450" x="4292600" y="1403350"/>
          <p14:tracePt t="93467" x="4292600" y="1371600"/>
          <p14:tracePt t="93484" x="4305300" y="1346200"/>
          <p14:tracePt t="93500" x="4305300" y="1339850"/>
          <p14:tracePt t="93517" x="4311650" y="1327150"/>
          <p14:tracePt t="93534" x="4318000" y="1308100"/>
          <p14:tracePt t="93550" x="4324350" y="1301750"/>
          <p14:tracePt t="93567" x="4324350" y="1295400"/>
          <p14:tracePt t="93570" x="4324350" y="1282700"/>
          <p14:tracePt t="93589" x="4324350" y="1270000"/>
          <p14:tracePt t="93624" x="4318000" y="1263650"/>
          <p14:tracePt t="93638" x="4311650" y="1263650"/>
          <p14:tracePt t="93645" x="4305300" y="1263650"/>
          <p14:tracePt t="93659" x="4298950" y="1263650"/>
          <p14:tracePt t="93687" x="4286250" y="1263650"/>
          <p14:tracePt t="93694" x="4279900" y="1263650"/>
          <p14:tracePt t="93708" x="4267200" y="1263650"/>
          <p14:tracePt t="93717" x="4254500" y="1263650"/>
          <p14:tracePt t="93732" x="4235450" y="1276350"/>
          <p14:tracePt t="93750" x="4191000" y="1282700"/>
          <p14:tracePt t="93766" x="4133850" y="1282700"/>
          <p14:tracePt t="93782" x="4095750" y="1289050"/>
          <p14:tracePt t="93800" x="4025900" y="1289050"/>
          <p14:tracePt t="93816" x="3962400" y="1282700"/>
          <p14:tracePt t="93833" x="3917950" y="1270000"/>
          <p14:tracePt t="93849" x="3867150" y="1263650"/>
          <p14:tracePt t="93865" x="3848100" y="1257300"/>
          <p14:tracePt t="93883" x="3803650" y="1244600"/>
          <p14:tracePt t="93899" x="3790950" y="1244600"/>
          <p14:tracePt t="93916" x="3784600" y="1244600"/>
          <p14:tracePt t="93932" x="3771900" y="1231900"/>
          <p14:tracePt t="93949" x="3759200" y="1231900"/>
          <p14:tracePt t="93965" x="3759200" y="1225550"/>
          <p14:tracePt t="93982" x="3740150" y="1219200"/>
          <p14:tracePt t="93998" x="3727450" y="1219200"/>
          <p14:tracePt t="94015" x="3721100" y="1219200"/>
          <p14:tracePt t="94032" x="3714750" y="1219200"/>
          <p14:tracePt t="94049" x="3708400" y="1212850"/>
          <p14:tracePt t="94068" x="3702050" y="1212850"/>
          <p14:tracePt t="94094" x="3702050" y="1206500"/>
          <p14:tracePt t="94116" x="3702050" y="1200150"/>
          <p14:tracePt t="94136" x="3702050" y="1193800"/>
          <p14:tracePt t="94157" x="3708400" y="1187450"/>
          <p14:tracePt t="94164" x="3714750" y="1187450"/>
          <p14:tracePt t="94185" x="3714750" y="1181100"/>
          <p14:tracePt t="94199" x="3721100" y="1181100"/>
          <p14:tracePt t="94206" x="3727450" y="1181100"/>
          <p14:tracePt t="94220" x="3740150" y="1174750"/>
          <p14:tracePt t="94230" x="3759200" y="1174750"/>
          <p14:tracePt t="94249" x="3816350" y="1168400"/>
          <p14:tracePt t="94265" x="3860800" y="1155700"/>
          <p14:tracePt t="94282" x="3956050" y="1136650"/>
          <p14:tracePt t="94298" x="4064000" y="1111250"/>
          <p14:tracePt t="94314" x="4102100" y="1098550"/>
          <p14:tracePt t="94331" x="4197350" y="1073150"/>
          <p14:tracePt t="94347" x="4254500" y="1066800"/>
          <p14:tracePt t="94364" x="4267200" y="1060450"/>
          <p14:tracePt t="94381" x="4292600" y="1060450"/>
          <p14:tracePt t="94397" x="4305300" y="1060450"/>
          <p14:tracePt t="94465" x="4298950" y="1066800"/>
          <p14:tracePt t="94515" x="4292600" y="1066800"/>
          <p14:tracePt t="94549" x="4286250" y="1073150"/>
          <p14:tracePt t="94577" x="4286250" y="1079500"/>
          <p14:tracePt t="94619" x="4279900" y="1079500"/>
          <p14:tracePt t="94634" x="4279900" y="1073150"/>
          <p14:tracePt t="96290" x="4235450" y="1066800"/>
          <p14:tracePt t="96297" x="4171950" y="1054100"/>
          <p14:tracePt t="96311" x="4108450" y="1054100"/>
          <p14:tracePt t="96323" x="4032250" y="1047750"/>
          <p14:tracePt t="96340" x="3816350" y="1047750"/>
          <p14:tracePt t="96357" x="3689350" y="1073150"/>
          <p14:tracePt t="96374" x="3441700" y="1111250"/>
          <p14:tracePt t="96390" x="3238500" y="1155700"/>
          <p14:tracePt t="96407" x="3117850" y="1187450"/>
          <p14:tracePt t="96424" x="2908300" y="1257300"/>
          <p14:tracePt t="96440" x="2749550" y="1327150"/>
          <p14:tracePt t="96457" x="2692400" y="1358900"/>
          <p14:tracePt t="96473" x="2609850" y="1390650"/>
          <p14:tracePt t="96490" x="2565400" y="1403350"/>
          <p14:tracePt t="96507" x="2444750" y="1409700"/>
          <p14:tracePt t="96523" x="2381250" y="1416050"/>
          <p14:tracePt t="96540" x="2305050" y="1428750"/>
          <p14:tracePt t="96557" x="2133600" y="1416050"/>
          <p14:tracePt t="96573" x="1930400" y="1397000"/>
          <p14:tracePt t="96589" x="1816100" y="1397000"/>
          <p14:tracePt t="96606" x="1530350" y="1358900"/>
          <p14:tracePt t="96623" x="1327150" y="1339850"/>
          <p14:tracePt t="96639" x="1257300" y="1333500"/>
          <p14:tracePt t="96656" x="1162050" y="1314450"/>
          <p14:tracePt t="96672" x="1149350" y="1314450"/>
          <p14:tracePt t="96689" x="1143000" y="1314450"/>
          <p14:tracePt t="96717" x="1143000" y="1308100"/>
          <p14:tracePt t="96732" x="1143000" y="1301750"/>
          <p14:tracePt t="96753" x="1143000" y="1295400"/>
          <p14:tracePt t="96774" x="1149350" y="1295400"/>
          <p14:tracePt t="96781" x="1155700" y="1289050"/>
          <p14:tracePt t="96802" x="1155700" y="1282700"/>
          <p14:tracePt t="96809" x="1155700" y="1276350"/>
          <p14:tracePt t="96830" x="1162050" y="1270000"/>
          <p14:tracePt t="96851" x="1162050" y="1263650"/>
          <p14:tracePt t="96858" x="1168400" y="1263650"/>
          <p14:tracePt t="96879" x="1168400" y="1257300"/>
          <p14:tracePt t="96900" x="1174750" y="125730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59436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>
                <a:latin typeface="Lucida Console" panose="020B0609040504020204" pitchFamily="49" charset="0"/>
              </a:rPr>
              <a:t>class </a:t>
            </a:r>
            <a:r>
              <a:rPr lang="en-GB" alt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):</a:t>
            </a:r>
            <a:r>
              <a:rPr lang="en-GB" altLang="en-US" sz="2800" dirty="0">
                <a:latin typeface="Lucida Console" panose="020B0609040504020204" pitchFamily="49" charset="0"/>
              </a:rPr>
              <a:t>pass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</a:t>
            </a:r>
            <a:r>
              <a:rPr lang="en-GB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); g=</a:t>
            </a:r>
            <a:r>
              <a:rPr lang="en-GB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.a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=5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True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alse</a:t>
            </a:r>
            <a:endParaRPr lang="en-GB" altLang="en-US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800" dirty="0">
                <a:latin typeface="Lucida Console" panose="020B0609040504020204" pitchFamily="49" charset="0"/>
              </a:rPr>
              <a:t>")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dirty="0">
              <a:solidFill>
                <a:srgbClr val="C0A1A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Built-ins dealing with attributes </a:t>
            </a:r>
            <a:endParaRPr lang="en-GB" altLang="en-US" sz="4400" dirty="0" smtClean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44241"/>
      </p:ext>
    </p:extLst>
  </p:cSld>
  <p:clrMapOvr>
    <a:masterClrMapping/>
  </p:clrMapOvr>
  <p:transition spd="med" advTm="353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97" x="1174750" y="1270000"/>
          <p14:tracePt t="1604" x="1168400" y="1301750"/>
          <p14:tracePt t="1618" x="1168400" y="1327150"/>
          <p14:tracePt t="1627" x="1168400" y="1346200"/>
          <p14:tracePt t="1644" x="1162050" y="1377950"/>
          <p14:tracePt t="1661" x="1162050" y="1447800"/>
          <p14:tracePt t="1677" x="1168400" y="1511300"/>
          <p14:tracePt t="1694" x="1193800" y="1606550"/>
          <p14:tracePt t="1710" x="1212850" y="1663700"/>
          <p14:tracePt t="1727" x="1225550" y="1720850"/>
          <p14:tracePt t="1744" x="1301750" y="1911350"/>
          <p14:tracePt t="1760" x="1327150" y="1974850"/>
          <p14:tracePt t="1779" x="1371600" y="2076450"/>
          <p14:tracePt t="1793" x="1397000" y="2108200"/>
          <p14:tracePt t="1810" x="1422400" y="2152650"/>
          <p14:tracePt t="1827" x="1428750" y="2165350"/>
          <p14:tracePt t="1843" x="1441450" y="2190750"/>
          <p14:tracePt t="1860" x="1454150" y="2216150"/>
          <p14:tracePt t="1877" x="1460500" y="2235200"/>
          <p14:tracePt t="1893" x="1466850" y="2247900"/>
          <p14:tracePt t="1910" x="1473200" y="2260600"/>
          <p14:tracePt t="1926" x="1473200" y="2273300"/>
          <p14:tracePt t="1943" x="1473200" y="2279650"/>
          <p14:tracePt t="1960" x="1479550" y="2292350"/>
          <p14:tracePt t="1977" x="1485900" y="2305050"/>
          <p14:tracePt t="1993" x="1485900" y="2311400"/>
          <p14:tracePt t="2010" x="1498600" y="2336800"/>
          <p14:tracePt t="2026" x="1511300" y="2374900"/>
          <p14:tracePt t="2042" x="1517650" y="2393950"/>
          <p14:tracePt t="2060" x="1543050" y="2444750"/>
          <p14:tracePt t="2076" x="1549400" y="2470150"/>
          <p14:tracePt t="2092" x="1562100" y="2514600"/>
          <p14:tracePt t="2110" x="1574800" y="2552700"/>
          <p14:tracePt t="2126" x="1593850" y="2571750"/>
          <p14:tracePt t="2143" x="1600200" y="2603500"/>
          <p14:tracePt t="2159" x="1612900" y="2622550"/>
          <p14:tracePt t="2176" x="1619250" y="2635250"/>
          <p14:tracePt t="2193" x="1619250" y="2647950"/>
          <p14:tracePt t="2209" x="1619250" y="2654300"/>
          <p14:tracePt t="2234" x="1619250" y="2660650"/>
          <p14:tracePt t="2276" x="1619250" y="2667000"/>
          <p14:tracePt t="2291" x="1625600" y="2667000"/>
          <p14:tracePt t="2298" x="1631950" y="2667000"/>
          <p14:tracePt t="5762" x="1657350" y="2654300"/>
          <p14:tracePt t="5776" x="1701800" y="2628900"/>
          <p14:tracePt t="5783" x="1746250" y="2609850"/>
          <p14:tracePt t="5797" x="1771650" y="2590800"/>
          <p14:tracePt t="5813" x="1847850" y="2546350"/>
          <p14:tracePt t="5829" x="1879600" y="2527300"/>
          <p14:tracePt t="5846" x="1943100" y="2489200"/>
          <p14:tracePt t="5863" x="2006600" y="2451100"/>
          <p14:tracePt t="5880" x="2038350" y="2425700"/>
          <p14:tracePt t="5896" x="2063750" y="2419350"/>
          <p14:tracePt t="5912" x="2076450" y="2406650"/>
          <p14:tracePt t="5930" x="2108200" y="2393950"/>
          <p14:tracePt t="5946" x="2114550" y="2387600"/>
          <p14:tracePt t="5979" x="2120900" y="2387600"/>
          <p14:tracePt t="5995" x="2127250" y="2381250"/>
          <p14:tracePt t="6021" x="2133600" y="2381250"/>
          <p14:tracePt t="6035" x="2139950" y="2381250"/>
          <p14:tracePt t="6063" x="2152650" y="2381250"/>
          <p14:tracePt t="6091" x="2165350" y="2381250"/>
          <p14:tracePt t="6105" x="2171700" y="2381250"/>
          <p14:tracePt t="6114" x="2184400" y="2381250"/>
          <p14:tracePt t="6129" x="2197100" y="2381250"/>
          <p14:tracePt t="6145" x="2266950" y="2374900"/>
          <p14:tracePt t="6162" x="2393950" y="2374900"/>
          <p14:tracePt t="6178" x="2470150" y="2368550"/>
          <p14:tracePt t="6195" x="2571750" y="2368550"/>
          <p14:tracePt t="6211" x="2901950" y="2355850"/>
          <p14:tracePt t="6229" x="3003550" y="2355850"/>
          <p14:tracePt t="6232" x="3117850" y="2355850"/>
          <p14:tracePt t="6248" x="3206750" y="2355850"/>
          <p14:tracePt t="6261" x="3295650" y="2355850"/>
          <p14:tracePt t="6278" x="3422650" y="2355850"/>
          <p14:tracePt t="6295" x="3498850" y="2355850"/>
          <p14:tracePt t="6311" x="3517900" y="2355850"/>
          <p14:tracePt t="6328" x="3549650" y="2355850"/>
          <p14:tracePt t="6346" x="3568700" y="2355850"/>
          <p14:tracePt t="6361" x="3581400" y="2355850"/>
          <p14:tracePt t="6378" x="3587750" y="2355850"/>
          <p14:tracePt t="6394" x="3594100" y="2355850"/>
          <p14:tracePt t="6491" x="3594100" y="2362200"/>
          <p14:tracePt t="6526" x="3594100" y="2368550"/>
          <p14:tracePt t="6582" x="3587750" y="2368550"/>
          <p14:tracePt t="6673" x="3581400" y="2362200"/>
          <p14:tracePt t="6701" x="3575050" y="2355850"/>
          <p14:tracePt t="6961" x="3549650" y="2355850"/>
          <p14:tracePt t="6968" x="3524250" y="2362200"/>
          <p14:tracePt t="6978" x="3479800" y="2381250"/>
          <p14:tracePt t="6992" x="3435350" y="2400300"/>
          <p14:tracePt t="7009" x="3333750" y="2444750"/>
          <p14:tracePt t="7025" x="3213100" y="2489200"/>
          <p14:tracePt t="7042" x="3149600" y="2508250"/>
          <p14:tracePt t="7059" x="2952750" y="2571750"/>
          <p14:tracePt t="7075" x="2755900" y="2641600"/>
          <p14:tracePt t="7092" x="2647950" y="2673350"/>
          <p14:tracePt t="7109" x="2393950" y="2787650"/>
          <p14:tracePt t="7125" x="2254250" y="2844800"/>
          <p14:tracePt t="7142" x="1949450" y="2965450"/>
          <p14:tracePt t="7159" x="1701800" y="3073400"/>
          <p14:tracePt t="7175" x="1612900" y="3130550"/>
          <p14:tracePt t="7191" x="1460500" y="3187700"/>
          <p14:tracePt t="7208" x="1390650" y="3213100"/>
          <p14:tracePt t="7224" x="1371600" y="3219450"/>
          <p14:tracePt t="7242" x="1346200" y="3232150"/>
          <p14:tracePt t="7258" x="1339850" y="3238500"/>
          <p14:tracePt t="7312" x="1339850" y="3232150"/>
          <p14:tracePt t="7326" x="1333500" y="3232150"/>
          <p14:tracePt t="7332" x="1327150" y="3232150"/>
          <p14:tracePt t="7346" x="1314450" y="3232150"/>
          <p14:tracePt t="7358" x="1301750" y="3232150"/>
          <p14:tracePt t="7375" x="1276350" y="3244850"/>
          <p14:tracePt t="7391" x="1263650" y="3244850"/>
          <p14:tracePt t="7407" x="1231900" y="3251200"/>
          <p14:tracePt t="7424" x="1206500" y="3263900"/>
          <p14:tracePt t="7441" x="1200150" y="3270250"/>
          <p14:tracePt t="7457" x="1193800" y="3276600"/>
          <p14:tracePt t="7474" x="1193800" y="3282950"/>
          <p14:tracePt t="7894" x="1193800" y="3276600"/>
          <p14:tracePt t="7929" x="1193800" y="3270250"/>
          <p14:tracePt t="7943" x="1193800" y="3263900"/>
          <p14:tracePt t="7984" x="1193800" y="3251200"/>
          <p14:tracePt t="8007" x="1200150" y="3251200"/>
          <p14:tracePt t="8013" x="1200150" y="3244850"/>
          <p14:tracePt t="8027" x="1200150" y="3238500"/>
          <p14:tracePt t="8038" x="1200150" y="3232150"/>
          <p14:tracePt t="8056" x="1206500" y="3213100"/>
          <p14:tracePt t="8072" x="1212850" y="3194050"/>
          <p14:tracePt t="8088" x="1212850" y="3155950"/>
          <p14:tracePt t="8105" x="1219200" y="3098800"/>
          <p14:tracePt t="8121" x="1219200" y="3067050"/>
          <p14:tracePt t="8139" x="1225550" y="3022600"/>
          <p14:tracePt t="8154" x="1231900" y="2959100"/>
          <p14:tracePt t="8171" x="1231900" y="2933700"/>
          <p14:tracePt t="8188" x="1244600" y="2863850"/>
          <p14:tracePt t="8205" x="1244600" y="2838450"/>
          <p14:tracePt t="8221" x="1250950" y="2768600"/>
          <p14:tracePt t="8238" x="1263650" y="2717800"/>
          <p14:tracePt t="8255" x="1270000" y="2692400"/>
          <p14:tracePt t="8271" x="1276350" y="2647950"/>
          <p14:tracePt t="8287" x="1295400" y="2616200"/>
          <p14:tracePt t="8304" x="1301750" y="2590800"/>
          <p14:tracePt t="8321" x="1308100" y="2559050"/>
          <p14:tracePt t="8337" x="1320800" y="2540000"/>
          <p14:tracePt t="8354" x="1320800" y="2527300"/>
          <p14:tracePt t="8371" x="1327150" y="2514600"/>
          <p14:tracePt t="8388" x="1327150" y="2495550"/>
          <p14:tracePt t="8404" x="1327150" y="2482850"/>
          <p14:tracePt t="8421" x="1327150" y="2463800"/>
          <p14:tracePt t="8436" x="1327150" y="2457450"/>
          <p14:tracePt t="8454" x="1333500" y="2444750"/>
          <p14:tracePt t="8487" x="1333500" y="2438400"/>
          <p14:tracePt t="8506" x="1339850" y="2432050"/>
          <p14:tracePt t="8595" x="1339850" y="2438400"/>
          <p14:tracePt t="8637" x="1339850" y="2444750"/>
          <p14:tracePt t="8658" x="1339850" y="2451100"/>
          <p14:tracePt t="8686" x="1339850" y="2457450"/>
          <p14:tracePt t="8700" x="1339850" y="2463800"/>
          <p14:tracePt t="8707" x="1339850" y="2476500"/>
          <p14:tracePt t="8719" x="1339850" y="2495550"/>
          <p14:tracePt t="8736" x="1339850" y="2546350"/>
          <p14:tracePt t="8752" x="1339850" y="2571750"/>
          <p14:tracePt t="8770" x="1339850" y="2654300"/>
          <p14:tracePt t="8787" x="1339850" y="2730500"/>
          <p14:tracePt t="8803" x="1339850" y="2787650"/>
          <p14:tracePt t="8820" x="1346200" y="2863850"/>
          <p14:tracePt t="8836" x="1346200" y="2895600"/>
          <p14:tracePt t="8852" x="1358900" y="2959100"/>
          <p14:tracePt t="8869" x="1365250" y="3003550"/>
          <p14:tracePt t="8886" x="1365250" y="3016250"/>
          <p14:tracePt t="8902" x="1365250" y="3028950"/>
          <p14:tracePt t="8919" x="1371600" y="3035300"/>
          <p14:tracePt t="9170" x="1377950" y="3035300"/>
          <p14:tracePt t="9422" x="1384300" y="3035300"/>
          <p14:tracePt t="9478" x="1390650" y="3035300"/>
          <p14:tracePt t="9521" x="1397000" y="3035300"/>
          <p14:tracePt t="9527" x="1403350" y="3035300"/>
          <p14:tracePt t="9555" x="1409700" y="3035300"/>
          <p14:tracePt t="9577" x="1409700" y="3028950"/>
          <p14:tracePt t="9591" x="1416050" y="3028950"/>
          <p14:tracePt t="9612" x="1422400" y="3022600"/>
          <p14:tracePt t="9626" x="1428750" y="3022600"/>
          <p14:tracePt t="9640" x="1435100" y="3022600"/>
          <p14:tracePt t="9647" x="1441450" y="3016250"/>
          <p14:tracePt t="9668" x="1447800" y="3016250"/>
          <p14:tracePt t="9682" x="1447800" y="3009900"/>
          <p14:tracePt t="9688" x="1454150" y="3009900"/>
          <p14:tracePt t="9710" x="1460500" y="3003550"/>
          <p14:tracePt t="9731" x="1466850" y="3003550"/>
          <p14:tracePt t="9737" x="1473200" y="3003550"/>
          <p14:tracePt t="9759" x="1479550" y="3003550"/>
          <p14:tracePt t="9801" x="1479550" y="2997200"/>
          <p14:tracePt t="9808" x="1485900" y="2990850"/>
          <p14:tracePt t="9927" x="1485900" y="2984500"/>
          <p14:tracePt t="9969" x="1479550" y="2984500"/>
          <p14:tracePt t="9997" x="1466850" y="2984500"/>
          <p14:tracePt t="10018" x="1460500" y="2984500"/>
          <p14:tracePt t="10039" x="1454150" y="2984500"/>
          <p14:tracePt t="10046" x="1447800" y="2984500"/>
          <p14:tracePt t="10067" x="1441450" y="2990850"/>
          <p14:tracePt t="10083" x="1435100" y="2990850"/>
          <p14:tracePt t="10088" x="1428750" y="2990850"/>
          <p14:tracePt t="10103" x="1416050" y="2997200"/>
          <p14:tracePt t="10114" x="1403350" y="2997200"/>
          <p14:tracePt t="10131" x="1371600" y="3003550"/>
          <p14:tracePt t="10148" x="1358900" y="3003550"/>
          <p14:tracePt t="10165" x="1333500" y="3016250"/>
          <p14:tracePt t="10181" x="1314450" y="3022600"/>
          <p14:tracePt t="10198" x="1308100" y="3022600"/>
          <p14:tracePt t="10215" x="1301750" y="3022600"/>
          <p14:tracePt t="10247" x="1295400" y="3022600"/>
          <p14:tracePt t="10291" x="1289050" y="3028950"/>
          <p14:tracePt t="10327" x="1282700" y="3035300"/>
          <p14:tracePt t="10348" x="1276350" y="3035300"/>
          <p14:tracePt t="10383" x="1270000" y="3035300"/>
          <p14:tracePt t="10432" x="1263650" y="3035300"/>
          <p14:tracePt t="10487" x="1257300" y="3035300"/>
          <p14:tracePt t="10726" x="1263650" y="3035300"/>
          <p14:tracePt t="10754" x="1270000" y="3035300"/>
          <p14:tracePt t="10762" x="1276350" y="3035300"/>
          <p14:tracePt t="10775" x="1282700" y="3035300"/>
          <p14:tracePt t="10789" x="1289050" y="3035300"/>
          <p14:tracePt t="10803" x="1301750" y="3035300"/>
          <p14:tracePt t="10812" x="1320800" y="3035300"/>
          <p14:tracePt t="10828" x="1339850" y="3035300"/>
          <p14:tracePt t="10846" x="1397000" y="3035300"/>
          <p14:tracePt t="10862" x="1447800" y="3035300"/>
          <p14:tracePt t="10879" x="1479550" y="3048000"/>
          <p14:tracePt t="10895" x="1555750" y="3048000"/>
          <p14:tracePt t="10912" x="1600200" y="3054350"/>
          <p14:tracePt t="10929" x="1625600" y="3054350"/>
          <p14:tracePt t="10945" x="1676400" y="3060700"/>
          <p14:tracePt t="10961" x="1695450" y="3067050"/>
          <p14:tracePt t="10979" x="1720850" y="3067050"/>
          <p14:tracePt t="10995" x="1727200" y="3067050"/>
          <p14:tracePt t="11011" x="1733550" y="3073400"/>
          <p14:tracePt t="11028" x="1739900" y="3073400"/>
          <p14:tracePt t="11061" x="1746250" y="3073400"/>
          <p14:tracePt t="11090" x="1752600" y="3073400"/>
          <p14:tracePt t="11113" x="1758950" y="3073400"/>
          <p14:tracePt t="11161" x="1765300" y="3073400"/>
          <p14:tracePt t="11189" x="1771650" y="3073400"/>
          <p14:tracePt t="11224" x="1778000" y="3073400"/>
          <p14:tracePt t="11245" x="1784350" y="3073400"/>
          <p14:tracePt t="11301" x="1790700" y="3073400"/>
          <p14:tracePt t="11336" x="1803400" y="3073400"/>
          <p14:tracePt t="11357" x="1809750" y="3073400"/>
          <p14:tracePt t="11371" x="1816100" y="3073400"/>
          <p14:tracePt t="11385" x="1822450" y="3073400"/>
          <p14:tracePt t="11399" x="1828800" y="3073400"/>
          <p14:tracePt t="11410" x="1835150" y="3073400"/>
          <p14:tracePt t="11427" x="1841500" y="3073400"/>
          <p14:tracePt t="11443" x="1866900" y="3073400"/>
          <p14:tracePt t="11460" x="1879600" y="3073400"/>
          <p14:tracePt t="11477" x="1892300" y="3073400"/>
          <p14:tracePt t="11493" x="1917700" y="3079750"/>
          <p14:tracePt t="11510" x="1930400" y="3079750"/>
          <p14:tracePt t="11543" x="1949450" y="3079750"/>
          <p14:tracePt t="11576" x="1962150" y="3079750"/>
          <p14:tracePt t="11617" x="1968500" y="3079750"/>
          <p14:tracePt t="11673" x="1974850" y="3079750"/>
          <p14:tracePt t="11701" x="1981200" y="3079750"/>
          <p14:tracePt t="12590" x="1968500" y="3079750"/>
          <p14:tracePt t="12604" x="1949450" y="3079750"/>
          <p14:tracePt t="12611" x="1924050" y="3079750"/>
          <p14:tracePt t="12626" x="1892300" y="3079750"/>
          <p14:tracePt t="12640" x="1873250" y="3079750"/>
          <p14:tracePt t="12656" x="1816100" y="3092450"/>
          <p14:tracePt t="12672" x="1784350" y="3092450"/>
          <p14:tracePt t="12689" x="1746250" y="3092450"/>
          <p14:tracePt t="12706" x="1714500" y="3092450"/>
          <p14:tracePt t="12724" x="1689100" y="3092450"/>
          <p14:tracePt t="12739" x="1676400" y="3086100"/>
          <p14:tracePt t="12755" x="1644650" y="3086100"/>
          <p14:tracePt t="12773" x="1625600" y="3086100"/>
          <p14:tracePt t="12788" x="1619250" y="3086100"/>
          <p14:tracePt t="12806" x="1612900" y="3086100"/>
          <p14:tracePt t="12822" x="1606550" y="3086100"/>
          <p14:tracePt t="12842" x="1593850" y="3086100"/>
          <p14:tracePt t="12870" x="1587500" y="3079750"/>
          <p14:tracePt t="12891" x="1581150" y="3079750"/>
          <p14:tracePt t="12913" x="1574800" y="3073400"/>
          <p14:tracePt t="12941" x="1568450" y="3073400"/>
          <p14:tracePt t="12956" x="1562100" y="3067050"/>
          <p14:tracePt t="12969" x="1549400" y="3067050"/>
          <p14:tracePt t="12990" x="1543050" y="3067050"/>
          <p14:tracePt t="13004" x="1530350" y="3060700"/>
          <p14:tracePt t="13011" x="1524000" y="3060700"/>
          <p14:tracePt t="13025" x="1517650" y="3060700"/>
          <p14:tracePt t="13040" x="1473200" y="3054350"/>
          <p14:tracePt t="13055" x="1460500" y="3048000"/>
          <p14:tracePt t="13071" x="1441450" y="3048000"/>
          <p14:tracePt t="13088" x="1397000" y="3048000"/>
          <p14:tracePt t="13104" x="1352550" y="3041650"/>
          <p14:tracePt t="13121" x="1327150" y="3041650"/>
          <p14:tracePt t="13138" x="1295400" y="3041650"/>
          <p14:tracePt t="13154" x="1263650" y="3035300"/>
          <p14:tracePt t="13171" x="1250950" y="3035300"/>
          <p14:tracePt t="13187" x="1231900" y="3035300"/>
          <p14:tracePt t="13222" x="1225550" y="3041650"/>
          <p14:tracePt t="13383" x="1231900" y="3041650"/>
          <p14:tracePt t="13397" x="1244600" y="3041650"/>
          <p14:tracePt t="13406" x="1257300" y="3041650"/>
          <p14:tracePt t="13420" x="1276350" y="3041650"/>
          <p14:tracePt t="13436" x="1352550" y="3041650"/>
          <p14:tracePt t="13454" x="1485900" y="3041650"/>
          <p14:tracePt t="13470" x="1549400" y="3041650"/>
          <p14:tracePt t="13487" x="1612900" y="3041650"/>
          <p14:tracePt t="13503" x="1778000" y="3054350"/>
          <p14:tracePt t="13519" x="1816100" y="3054350"/>
          <p14:tracePt t="13537" x="1879600" y="3054350"/>
          <p14:tracePt t="13553" x="1892300" y="3054350"/>
          <p14:tracePt t="13570" x="1924050" y="3060700"/>
          <p14:tracePt t="13586" x="1936750" y="3060700"/>
          <p14:tracePt t="13628" x="1943100" y="3060700"/>
          <p14:tracePt t="14357" x="1974850" y="3060700"/>
          <p14:tracePt t="14364" x="2025650" y="3060700"/>
          <p14:tracePt t="14378" x="2089150" y="3060700"/>
          <p14:tracePt t="14387" x="2152650" y="3060700"/>
          <p14:tracePt t="14400" x="2228850" y="3060700"/>
          <p14:tracePt t="14416" x="2406650" y="3060700"/>
          <p14:tracePt t="14435" x="2578100" y="3079750"/>
          <p14:tracePt t="14449" x="2654300" y="3092450"/>
          <p14:tracePt t="14466" x="2717800" y="3098800"/>
          <p14:tracePt t="14483" x="2800350" y="3124200"/>
          <p14:tracePt t="14499" x="2813050" y="3130550"/>
          <p14:tracePt t="14516" x="2819400" y="3130550"/>
          <p14:tracePt t="14549" x="2819400" y="3136900"/>
          <p14:tracePt t="14566" x="2819400" y="3143250"/>
          <p14:tracePt t="14603" x="2813050" y="3149600"/>
          <p14:tracePt t="14609" x="2806700" y="3149600"/>
          <p14:tracePt t="14619" x="2800350" y="3149600"/>
          <p14:tracePt t="14637" x="2794000" y="3149600"/>
          <p14:tracePt t="14649" x="2787650" y="3149600"/>
          <p14:tracePt t="14925" x="2800350" y="3149600"/>
          <p14:tracePt t="14939" x="2819400" y="3149600"/>
          <p14:tracePt t="14953" x="2851150" y="3149600"/>
          <p14:tracePt t="14960" x="2889250" y="3149600"/>
          <p14:tracePt t="14974" x="2940050" y="3143250"/>
          <p14:tracePt t="14988" x="2990850" y="3143250"/>
          <p14:tracePt t="14997" x="3054350" y="3143250"/>
          <p14:tracePt t="15014" x="3124200" y="3136900"/>
          <p14:tracePt t="15031" x="3187700" y="3136900"/>
          <p14:tracePt t="15047" x="3302000" y="3124200"/>
          <p14:tracePt t="15065" x="3340100" y="3124200"/>
          <p14:tracePt t="15081" x="3371850" y="3124200"/>
          <p14:tracePt t="15097" x="3409950" y="3124200"/>
          <p14:tracePt t="15114" x="3435350" y="3124200"/>
          <p14:tracePt t="15131" x="3441700" y="3124200"/>
          <p14:tracePt t="15147" x="3441700" y="3117850"/>
          <p14:tracePt t="15437" x="3435350" y="3117850"/>
          <p14:tracePt t="15475" x="3435350" y="3111500"/>
          <p14:tracePt t="15776" x="3422650" y="3111500"/>
          <p14:tracePt t="15783" x="3390900" y="3111500"/>
          <p14:tracePt t="15799" x="3340100" y="3111500"/>
          <p14:tracePt t="15812" x="3263900" y="3117850"/>
          <p14:tracePt t="15828" x="3213100" y="3117850"/>
          <p14:tracePt t="15845" x="3155950" y="3130550"/>
          <p14:tracePt t="15861" x="3022600" y="3149600"/>
          <p14:tracePt t="15878" x="2882900" y="3175000"/>
          <p14:tracePt t="15896" x="2698750" y="3194050"/>
          <p14:tracePt t="15911" x="2622550" y="3206750"/>
          <p14:tracePt t="15928" x="2520950" y="3225800"/>
          <p14:tracePt t="15945" x="2292350" y="3270250"/>
          <p14:tracePt t="15961" x="2082800" y="3321050"/>
          <p14:tracePt t="15978" x="1924050" y="3359150"/>
          <p14:tracePt t="15995" x="1816100" y="3378200"/>
          <p14:tracePt t="16011" x="1771650" y="3397250"/>
          <p14:tracePt t="16028" x="1714500" y="3409950"/>
          <p14:tracePt t="16044" x="1663700" y="3416300"/>
          <p14:tracePt t="16061" x="1638300" y="3422650"/>
          <p14:tracePt t="16078" x="1574800" y="3441700"/>
          <p14:tracePt t="16094" x="1543050" y="3454400"/>
          <p14:tracePt t="16111" x="1524000" y="3460750"/>
          <p14:tracePt t="16127" x="1504950" y="3473450"/>
          <p14:tracePt t="16144" x="1492250" y="3473450"/>
          <p14:tracePt t="16161" x="1473200" y="3479800"/>
          <p14:tracePt t="16193" x="1466850" y="3479800"/>
          <p14:tracePt t="16211" x="1460500" y="3486150"/>
          <p14:tracePt t="16227" x="1454150" y="3486150"/>
          <p14:tracePt t="16247" x="1447800" y="3486150"/>
          <p14:tracePt t="16295" x="1441450" y="3492500"/>
          <p14:tracePt t="16372" x="1435100" y="3492500"/>
          <p14:tracePt t="16456" x="1435100" y="3498850"/>
          <p14:tracePt t="16512" x="1428750" y="3505200"/>
          <p14:tracePt t="16555" x="1428750" y="3511550"/>
          <p14:tracePt t="16576" x="1435100" y="3511550"/>
          <p14:tracePt t="16582" x="1441450" y="3511550"/>
          <p14:tracePt t="16596" x="1447800" y="3511550"/>
          <p14:tracePt t="16609" x="1454150" y="3511550"/>
          <p14:tracePt t="16625" x="1466850" y="3511550"/>
          <p14:tracePt t="16642" x="1473200" y="3511550"/>
          <p14:tracePt t="16659" x="1498600" y="3511550"/>
          <p14:tracePt t="16675" x="1530350" y="3505200"/>
          <p14:tracePt t="16692" x="1555750" y="3505200"/>
          <p14:tracePt t="16709" x="1587500" y="3505200"/>
          <p14:tracePt t="16725" x="1625600" y="3498850"/>
          <p14:tracePt t="16742" x="1644650" y="3498850"/>
          <p14:tracePt t="16759" x="1695450" y="3486150"/>
          <p14:tracePt t="16775" x="1727200" y="3473450"/>
          <p14:tracePt t="16792" x="1771650" y="3460750"/>
          <p14:tracePt t="16808" x="1809750" y="3454400"/>
          <p14:tracePt t="16825" x="1816100" y="3454400"/>
          <p14:tracePt t="16842" x="1828800" y="3448050"/>
          <p14:tracePt t="16905" x="1822450" y="3448050"/>
          <p14:tracePt t="16919" x="1816100" y="3448050"/>
          <p14:tracePt t="16968" x="1809750" y="3448050"/>
          <p14:tracePt t="17003" x="1803400" y="3448050"/>
          <p14:tracePt t="17540" x="1797050" y="3448050"/>
          <p14:tracePt t="17547" x="1771650" y="3448050"/>
          <p14:tracePt t="17556" x="1758950" y="3448050"/>
          <p14:tracePt t="17572" x="1752600" y="3448050"/>
          <p14:tracePt t="17589" x="1714500" y="3454400"/>
          <p14:tracePt t="17605" x="1695450" y="3454400"/>
          <p14:tracePt t="17622" x="1651000" y="3467100"/>
          <p14:tracePt t="17639" x="1612900" y="3486150"/>
          <p14:tracePt t="17655" x="1593850" y="3492500"/>
          <p14:tracePt t="17672" x="1568450" y="3505200"/>
          <p14:tracePt t="17688" x="1530350" y="3517900"/>
          <p14:tracePt t="17705" x="1517650" y="3524250"/>
          <p14:tracePt t="17722" x="1498600" y="3530600"/>
          <p14:tracePt t="17738" x="1498600" y="3536950"/>
          <p14:tracePt t="17755" x="1492250" y="3536950"/>
          <p14:tracePt t="17772" x="1479550" y="3543300"/>
          <p14:tracePt t="17808" x="1473200" y="3543300"/>
          <p14:tracePt t="17855" x="1466850" y="3543300"/>
          <p14:tracePt t="17968" x="1460500" y="3543300"/>
          <p14:tracePt t="18100" x="1466850" y="3543300"/>
          <p14:tracePt t="18129" x="1473200" y="3536950"/>
          <p14:tracePt t="18150" x="1473200" y="3530600"/>
          <p14:tracePt t="18171" x="1479550" y="3530600"/>
          <p14:tracePt t="18178" x="1485900" y="3530600"/>
          <p14:tracePt t="18186" x="1492250" y="3524250"/>
          <p14:tracePt t="18227" x="1492250" y="3517900"/>
          <p14:tracePt t="18255" x="1498600" y="3511550"/>
          <p14:tracePt t="18276" x="1504950" y="3511550"/>
          <p14:tracePt t="18297" x="1511300" y="3511550"/>
          <p14:tracePt t="18318" x="1517650" y="3505200"/>
          <p14:tracePt t="18324" x="1524000" y="3505200"/>
          <p14:tracePt t="18416" x="1530350" y="3505200"/>
          <p14:tracePt t="18598" x="1530350" y="3498850"/>
          <p14:tracePt t="18640" x="1536700" y="3492500"/>
          <p14:tracePt t="18661" x="1536700" y="3486150"/>
          <p14:tracePt t="18760" x="1543050" y="3479800"/>
          <p14:tracePt t="18858" x="1549400" y="3479800"/>
          <p14:tracePt t="18907" x="1555750" y="3479800"/>
          <p14:tracePt t="18949" x="1562100" y="3479800"/>
          <p14:tracePt t="18977" x="1568450" y="3479800"/>
          <p14:tracePt t="18998" x="1581150" y="3479800"/>
          <p14:tracePt t="19012" x="1587500" y="3479800"/>
          <p14:tracePt t="19020" x="1593850" y="3479800"/>
          <p14:tracePt t="19034" x="1600200" y="3486150"/>
          <p14:tracePt t="19051" x="1631950" y="3486150"/>
          <p14:tracePt t="19068" x="1670050" y="3492500"/>
          <p14:tracePt t="19084" x="1689100" y="3492500"/>
          <p14:tracePt t="19100" x="1739900" y="3498850"/>
          <p14:tracePt t="19117" x="1771650" y="3498850"/>
          <p14:tracePt t="19134" x="1803400" y="3505200"/>
          <p14:tracePt t="19150" x="1822450" y="3505200"/>
          <p14:tracePt t="19167" x="1873250" y="3505200"/>
          <p14:tracePt t="19183" x="1879600" y="3505200"/>
          <p14:tracePt t="19200" x="1885950" y="3505200"/>
          <p14:tracePt t="19217" x="1898650" y="3505200"/>
          <p14:tracePt t="19233" x="1905000" y="3505200"/>
          <p14:tracePt t="20038" x="1930400" y="3505200"/>
          <p14:tracePt t="20052" x="1949450" y="3505200"/>
          <p14:tracePt t="20058" x="1968500" y="3505200"/>
          <p14:tracePt t="20073" x="2000250" y="3498850"/>
          <p14:tracePt t="20082" x="2019300" y="3492500"/>
          <p14:tracePt t="20097" x="2057400" y="3486150"/>
          <p14:tracePt t="20114" x="2127250" y="3467100"/>
          <p14:tracePt t="20130" x="2190750" y="3454400"/>
          <p14:tracePt t="20146" x="2222500" y="3448050"/>
          <p14:tracePt t="20164" x="2273300" y="3435350"/>
          <p14:tracePt t="20180" x="2305050" y="3416300"/>
          <p14:tracePt t="20196" x="2317750" y="3416300"/>
          <p14:tracePt t="20213" x="2336800" y="3416300"/>
          <p14:tracePt t="20230" x="2349500" y="3409950"/>
          <p14:tracePt t="20246" x="2362200" y="3403600"/>
          <p14:tracePt t="20263" x="2381250" y="3397250"/>
          <p14:tracePt t="20279" x="2400300" y="3397250"/>
          <p14:tracePt t="20297" x="2419350" y="3384550"/>
          <p14:tracePt t="20313" x="2438400" y="3378200"/>
          <p14:tracePt t="20329" x="2457450" y="3378200"/>
          <p14:tracePt t="20346" x="2470150" y="3371850"/>
          <p14:tracePt t="20362" x="2489200" y="3365500"/>
          <p14:tracePt t="20379" x="2501900" y="3359150"/>
          <p14:tracePt t="20396" x="2508250" y="3359150"/>
          <p14:tracePt t="20459" x="2508250" y="3352800"/>
          <p14:tracePt t="20521" x="2501900" y="3352800"/>
          <p14:tracePt t="20529" x="2495550" y="3352800"/>
          <p14:tracePt t="20550" x="2489200" y="3352800"/>
          <p14:tracePt t="20563" x="2476500" y="3352800"/>
          <p14:tracePt t="20570" x="2457450" y="3352800"/>
          <p14:tracePt t="20585" x="2425700" y="3352800"/>
          <p14:tracePt t="20595" x="2387600" y="3352800"/>
          <p14:tracePt t="20612" x="2286000" y="3352800"/>
          <p14:tracePt t="20628" x="2209800" y="3352800"/>
          <p14:tracePt t="20645" x="2057400" y="3352800"/>
          <p14:tracePt t="20662" x="1905000" y="3352800"/>
          <p14:tracePt t="20678" x="1809750" y="3365500"/>
          <p14:tracePt t="20695" x="1695450" y="3384550"/>
          <p14:tracePt t="20711" x="1600200" y="3397250"/>
          <p14:tracePt t="20728" x="1568450" y="3397250"/>
          <p14:tracePt t="20746" x="1530350" y="3416300"/>
          <p14:tracePt t="20761" x="1511300" y="3416300"/>
          <p14:tracePt t="20778" x="1498600" y="3416300"/>
          <p14:tracePt t="20795" x="1492250" y="3416300"/>
          <p14:tracePt t="20811" x="1479550" y="3416300"/>
          <p14:tracePt t="20844" x="1479550" y="3422650"/>
          <p14:tracePt t="20879" x="1473200" y="3422650"/>
          <p14:tracePt t="20899" x="1466850" y="3422650"/>
          <p14:tracePt t="20907" x="1460500" y="3422650"/>
          <p14:tracePt t="20921" x="1454150" y="3422650"/>
          <p14:tracePt t="20930" x="1441450" y="3422650"/>
          <p14:tracePt t="20943" x="1435100" y="3422650"/>
          <p14:tracePt t="21284" x="1422400" y="3422650"/>
          <p14:tracePt t="21290" x="1390650" y="3441700"/>
          <p14:tracePt t="21305" x="1371600" y="3448050"/>
          <p14:tracePt t="21313" x="1346200" y="3460750"/>
          <p14:tracePt t="21326" x="1327150" y="3473450"/>
          <p14:tracePt t="21342" x="1295400" y="3492500"/>
          <p14:tracePt t="21359" x="1282700" y="3498850"/>
          <p14:tracePt t="21362" x="1270000" y="3505200"/>
          <p14:tracePt t="21376" x="1244600" y="3511550"/>
          <p14:tracePt t="21392" x="1225550" y="3517900"/>
          <p14:tracePt t="21411" x="1212850" y="3524250"/>
          <p14:tracePt t="21425" x="1200150" y="3530600"/>
          <p14:tracePt t="21442" x="1193800" y="3530600"/>
          <p14:tracePt t="21459" x="1174750" y="3536950"/>
          <p14:tracePt t="21475" x="1168400" y="3536950"/>
          <p14:tracePt t="21543" x="1162050" y="3536950"/>
          <p14:tracePt t="21852" x="1168400" y="3536950"/>
          <p14:tracePt t="21872" x="1174750" y="3536950"/>
          <p14:tracePt t="21894" x="1181100" y="3536950"/>
          <p14:tracePt t="21914" x="1187450" y="3536950"/>
          <p14:tracePt t="21935" x="1193800" y="3536950"/>
          <p14:tracePt t="21943" x="1200150" y="3536950"/>
          <p14:tracePt t="21964" x="1206500" y="3536950"/>
          <p14:tracePt t="21970" x="1212850" y="3536950"/>
          <p14:tracePt t="21985" x="1219200" y="3536950"/>
          <p14:tracePt t="21993" x="1231900" y="3536950"/>
          <p14:tracePt t="22007" x="1244600" y="3536950"/>
          <p14:tracePt t="22024" x="1270000" y="3536950"/>
          <p14:tracePt t="22041" x="1371600" y="3524250"/>
          <p14:tracePt t="22057" x="1397000" y="3524250"/>
          <p14:tracePt t="22073" x="1441450" y="3517900"/>
          <p14:tracePt t="22090" x="1524000" y="3498850"/>
          <p14:tracePt t="22106" x="1600200" y="3492500"/>
          <p14:tracePt t="22123" x="1631950" y="3479800"/>
          <p14:tracePt t="22140" x="1670050" y="3473450"/>
          <p14:tracePt t="22157" x="1689100" y="3467100"/>
          <p14:tracePt t="22174" x="1695450" y="3467100"/>
          <p14:tracePt t="22224" x="1689100" y="3467100"/>
          <p14:tracePt t="22482" x="1695450" y="3467100"/>
          <p14:tracePt t="22503" x="1701800" y="3467100"/>
          <p14:tracePt t="22518" x="1708150" y="3467100"/>
          <p14:tracePt t="22532" x="1714500" y="3467100"/>
          <p14:tracePt t="22546" x="1720850" y="3467100"/>
          <p14:tracePt t="22567" x="1727200" y="3467100"/>
          <p14:tracePt t="22589" x="1733550" y="3467100"/>
          <p14:tracePt t="22595" x="1739900" y="3467100"/>
          <p14:tracePt t="22605" x="1746250" y="3467100"/>
          <p14:tracePt t="22624" x="1752600" y="3467100"/>
          <p14:tracePt t="22638" x="1758950" y="3467100"/>
          <p14:tracePt t="22665" x="1765300" y="3467100"/>
          <p14:tracePt t="22674" x="1771650" y="3467100"/>
          <p14:tracePt t="22714" x="1784350" y="3467100"/>
          <p14:tracePt t="22735" x="1790700" y="3467100"/>
          <p14:tracePt t="22784" x="1790700" y="3460750"/>
          <p14:tracePt t="23095" x="1822450" y="3460750"/>
          <p14:tracePt t="23101" x="1879600" y="3441700"/>
          <p14:tracePt t="23115" x="1943100" y="3429000"/>
          <p14:tracePt t="23123" x="2000250" y="3409950"/>
          <p14:tracePt t="23139" x="2063750" y="3390900"/>
          <p14:tracePt t="23152" x="2127250" y="3384550"/>
          <p14:tracePt t="23170" x="2254250" y="3346450"/>
          <p14:tracePt t="23186" x="2336800" y="3327400"/>
          <p14:tracePt t="23203" x="2387600" y="3314700"/>
          <p14:tracePt t="23220" x="2476500" y="3257550"/>
          <p14:tracePt t="23236" x="2527300" y="3244850"/>
          <p14:tracePt t="23252" x="2552700" y="3238500"/>
          <p14:tracePt t="23269" x="2578100" y="3219450"/>
          <p14:tracePt t="23286" x="2603500" y="3213100"/>
          <p14:tracePt t="23302" x="2616200" y="3206750"/>
          <p14:tracePt t="23319" x="2635250" y="3200400"/>
          <p14:tracePt t="23336" x="2641600" y="3187700"/>
          <p14:tracePt t="23352" x="2654300" y="3181350"/>
          <p14:tracePt t="23369" x="2660650" y="3181350"/>
          <p14:tracePt t="23386" x="2667000" y="3181350"/>
          <p14:tracePt t="23402" x="2673350" y="3175000"/>
          <p14:tracePt t="23424" x="2679700" y="3175000"/>
          <p14:tracePt t="23445" x="2686050" y="3175000"/>
          <p14:tracePt t="23508" x="2692400" y="3175000"/>
          <p14:tracePt t="23515" x="2692400" y="3168650"/>
          <p14:tracePt t="23529" x="2698750" y="3168650"/>
          <p14:tracePt t="23543" x="2705100" y="3168650"/>
          <p14:tracePt t="23578" x="2711450" y="3162300"/>
          <p14:tracePt t="23606" x="2717800" y="3162300"/>
          <p14:tracePt t="23613" x="2724150" y="3162300"/>
          <p14:tracePt t="23636" x="2724150" y="3155950"/>
          <p14:tracePt t="23675" x="2730500" y="3155950"/>
          <p14:tracePt t="23683" x="2730500" y="3149600"/>
          <p14:tracePt t="23718" x="2736850" y="3149600"/>
          <p14:tracePt t="23753" x="2743200" y="3149600"/>
          <p14:tracePt t="23788" x="2743200" y="3143250"/>
          <p14:tracePt t="23844" x="2749550" y="3143250"/>
          <p14:tracePt t="23887" x="2755900" y="3143250"/>
          <p14:tracePt t="24314" x="2755900" y="3149600"/>
          <p14:tracePt t="24350" x="2749550" y="3155950"/>
          <p14:tracePt t="24371" x="2743200" y="3155950"/>
          <p14:tracePt t="24378" x="2743200" y="3162300"/>
          <p14:tracePt t="24385" x="2736850" y="3168650"/>
          <p14:tracePt t="24401" x="2730500" y="3175000"/>
          <p14:tracePt t="24415" x="2724150" y="3194050"/>
          <p14:tracePt t="24432" x="2711450" y="3225800"/>
          <p14:tracePt t="24449" x="2692400" y="3276600"/>
          <p14:tracePt t="24465" x="2686050" y="3308350"/>
          <p14:tracePt t="24482" x="2679700" y="3365500"/>
          <p14:tracePt t="24498" x="2667000" y="3416300"/>
          <p14:tracePt t="24515" x="2667000" y="3435350"/>
          <p14:tracePt t="24532" x="2673350" y="3505200"/>
          <p14:tracePt t="24548" x="2673350" y="3562350"/>
          <p14:tracePt t="24565" x="2679700" y="3587750"/>
          <p14:tracePt t="24581" x="2692400" y="3657600"/>
          <p14:tracePt t="24598" x="2698750" y="3714750"/>
          <p14:tracePt t="24616" x="2717800" y="3778250"/>
          <p14:tracePt t="24631" x="2717800" y="3803650"/>
          <p14:tracePt t="24648" x="2724150" y="3835400"/>
          <p14:tracePt t="24665" x="2743200" y="3911600"/>
          <p14:tracePt t="24681" x="2749550" y="3937000"/>
          <p14:tracePt t="24697" x="2749550" y="3956050"/>
          <p14:tracePt t="24715" x="2762250" y="3981450"/>
          <p14:tracePt t="24731" x="2774950" y="3987800"/>
          <p14:tracePt t="24747" x="2781300" y="3987800"/>
          <p14:tracePt t="24764" x="2787650" y="3994150"/>
          <p14:tracePt t="24781" x="2794000" y="3994150"/>
          <p14:tracePt t="24800" x="2800350" y="3994150"/>
          <p14:tracePt t="24826" x="2800350" y="3987800"/>
          <p14:tracePt t="24848" x="2800350" y="3981450"/>
          <p14:tracePt t="24875" x="2806700" y="3981450"/>
          <p14:tracePt t="24896" x="2813050" y="3975100"/>
          <p14:tracePt t="24938" x="2819400" y="3968750"/>
          <p14:tracePt t="24945" x="2825750" y="3968750"/>
          <p14:tracePt t="24988" x="2825750" y="3962400"/>
          <p14:tracePt t="25107" x="2819400" y="3962400"/>
          <p14:tracePt t="25177" x="2819400" y="3956050"/>
          <p14:tracePt t="25247" x="2819400" y="3949700"/>
          <p14:tracePt t="25773" x="2813050" y="3949700"/>
          <p14:tracePt t="26159" x="2819400" y="3943350"/>
          <p14:tracePt t="26194" x="2819400" y="3937000"/>
          <p14:tracePt t="26222" x="2825750" y="3937000"/>
          <p14:tracePt t="26271" x="2832100" y="3937000"/>
          <p14:tracePt t="26369" x="2825750" y="3937000"/>
          <p14:tracePt t="26411" x="2825750" y="3943350"/>
          <p14:tracePt t="26439" x="2819400" y="3943350"/>
          <p14:tracePt t="26460" x="2813050" y="3943350"/>
          <p14:tracePt t="26474" x="2806700" y="3943350"/>
          <p14:tracePt t="26488" x="2800350" y="3943350"/>
          <p14:tracePt t="26502" x="2794000" y="3943350"/>
          <p14:tracePt t="26511" x="2787650" y="3943350"/>
          <p14:tracePt t="26525" x="2774950" y="3943350"/>
          <p14:tracePt t="26541" x="2755900" y="3943350"/>
          <p14:tracePt t="26558" x="2609850" y="3962400"/>
          <p14:tracePt t="26574" x="2533650" y="3962400"/>
          <p14:tracePt t="26591" x="2444750" y="3968750"/>
          <p14:tracePt t="26608" x="2228850" y="4000500"/>
          <p14:tracePt t="26624" x="1974850" y="4032250"/>
          <p14:tracePt t="26641" x="1860550" y="4044950"/>
          <p14:tracePt t="26657" x="1651000" y="4083050"/>
          <p14:tracePt t="26674" x="1498600" y="4102100"/>
          <p14:tracePt t="26691" x="1377950" y="4121150"/>
          <p14:tracePt t="26707" x="1327150" y="4133850"/>
          <p14:tracePt t="26724" x="1276350" y="4140200"/>
          <p14:tracePt t="26741" x="1238250" y="4146550"/>
          <p14:tracePt t="26774" x="1225550" y="4152900"/>
          <p14:tracePt t="26790" x="1219200" y="4152900"/>
          <p14:tracePt t="27083" x="1219200" y="4159250"/>
          <p14:tracePt t="27140" x="1219200" y="4165600"/>
          <p14:tracePt t="27161" x="1219200" y="4171950"/>
          <p14:tracePt t="27182" x="1225550" y="4178300"/>
          <p14:tracePt t="27190" x="1231900" y="4178300"/>
          <p14:tracePt t="27203" x="1231900" y="4184650"/>
          <p14:tracePt t="27210" x="1250950" y="4191000"/>
          <p14:tracePt t="27225" x="1263650" y="4203700"/>
          <p14:tracePt t="27239" x="1295400" y="4229100"/>
          <p14:tracePt t="27255" x="1422400" y="4305300"/>
          <p14:tracePt t="27272" x="1504950" y="4356100"/>
          <p14:tracePt t="27288" x="1689100" y="4470400"/>
          <p14:tracePt t="27305" x="1917700" y="4603750"/>
          <p14:tracePt t="27323" x="2139950" y="4705350"/>
          <p14:tracePt t="27338" x="2235200" y="4749800"/>
          <p14:tracePt t="27355" x="2393950" y="4800600"/>
          <p14:tracePt t="27372" x="2508250" y="4806950"/>
          <p14:tracePt t="27388" x="2552700" y="4806950"/>
          <p14:tracePt t="27405" x="2635250" y="4787900"/>
          <p14:tracePt t="27422" x="2692400" y="4768850"/>
          <p14:tracePt t="27438" x="2717800" y="4756150"/>
          <p14:tracePt t="27456" x="2755900" y="4743450"/>
          <p14:tracePt t="27471" x="2781300" y="4730750"/>
          <p14:tracePt t="27488" x="2794000" y="4718050"/>
          <p14:tracePt t="27505" x="2813050" y="4699000"/>
          <p14:tracePt t="27521" x="2819400" y="4692650"/>
          <p14:tracePt t="27538" x="2825750" y="4686300"/>
          <p14:tracePt t="27555" x="2832100" y="4686300"/>
          <p14:tracePt t="27571" x="2838450" y="4679950"/>
          <p14:tracePt t="27603" x="2844800" y="4679950"/>
          <p14:tracePt t="27631" x="2851150" y="4673600"/>
          <p14:tracePt t="27645" x="2857500" y="4673600"/>
          <p14:tracePt t="27652" x="2863850" y="4673600"/>
          <p14:tracePt t="27680" x="2870200" y="4667250"/>
          <p14:tracePt t="27722" x="2876550" y="4667250"/>
          <p14:tracePt t="27743" x="2876550" y="4660900"/>
          <p14:tracePt t="27771" x="2882900" y="4660900"/>
          <p14:tracePt t="27806" x="2889250" y="4660900"/>
          <p14:tracePt t="28065" x="2895600" y="4660900"/>
          <p14:tracePt t="28094" x="2901950" y="4660900"/>
          <p14:tracePt t="28100" x="2908300" y="4660900"/>
          <p14:tracePt t="28115" x="2914650" y="4660900"/>
          <p14:tracePt t="28137" x="2921000" y="4660900"/>
          <p14:tracePt t="28142" x="2927350" y="4660900"/>
          <p14:tracePt t="28157" x="2940050" y="4660900"/>
          <p14:tracePt t="28169" x="2959100" y="4660900"/>
          <p14:tracePt t="28186" x="3016250" y="4660900"/>
          <p14:tracePt t="28202" x="3054350" y="4660900"/>
          <p14:tracePt t="28220" x="3136900" y="4654550"/>
          <p14:tracePt t="28235" x="3238500" y="4654550"/>
          <p14:tracePt t="28252" x="3295650" y="4641850"/>
          <p14:tracePt t="28269" x="3384550" y="4641850"/>
          <p14:tracePt t="28285" x="3473450" y="4635500"/>
          <p14:tracePt t="28302" x="3498850" y="4635500"/>
          <p14:tracePt t="28318" x="3543300" y="4629150"/>
          <p14:tracePt t="28335" x="3568700" y="4622800"/>
          <p14:tracePt t="28353" x="3581400" y="4622800"/>
          <p14:tracePt t="28368" x="3587750" y="4622800"/>
          <p14:tracePt t="28444" x="3581400" y="4622800"/>
          <p14:tracePt t="28465" x="3575050" y="4622800"/>
          <p14:tracePt t="28472" x="3568700" y="4622800"/>
          <p14:tracePt t="28487" x="3562350" y="4622800"/>
          <p14:tracePt t="28501" x="3549650" y="4622800"/>
          <p14:tracePt t="28518" x="3517900" y="4622800"/>
          <p14:tracePt t="28535" x="3479800" y="4622800"/>
          <p14:tracePt t="28551" x="3340100" y="4622800"/>
          <p14:tracePt t="28568" x="3111500" y="4635500"/>
          <p14:tracePt t="28585" x="2819400" y="4648200"/>
          <p14:tracePt t="28601" x="2654300" y="4660900"/>
          <p14:tracePt t="28617" x="2298700" y="4679950"/>
          <p14:tracePt t="28634" x="1981200" y="4730750"/>
          <p14:tracePt t="28651" x="1866900" y="4749800"/>
          <p14:tracePt t="28668" x="1657350" y="4800600"/>
          <p14:tracePt t="28684" x="1504950" y="4845050"/>
          <p14:tracePt t="28700" x="1447800" y="4857750"/>
          <p14:tracePt t="28718" x="1390650" y="4876800"/>
          <p14:tracePt t="28734" x="1371600" y="4889500"/>
          <p14:tracePt t="28750" x="1365250" y="4889500"/>
          <p14:tracePt t="28767" x="1358900" y="4889500"/>
          <p14:tracePt t="29137" x="1365250" y="4889500"/>
          <p14:tracePt t="29165" x="1371600" y="4895850"/>
          <p14:tracePt t="29187" x="1371600" y="4902200"/>
          <p14:tracePt t="29194" x="1377950" y="4908550"/>
          <p14:tracePt t="29208" x="1384300" y="4908550"/>
          <p14:tracePt t="29218" x="1390650" y="4921250"/>
          <p14:tracePt t="29232" x="1403350" y="4933950"/>
          <p14:tracePt t="29248" x="1466850" y="4984750"/>
          <p14:tracePt t="29265" x="1593850" y="5067300"/>
          <p14:tracePt t="29282" x="1663700" y="5118100"/>
          <p14:tracePt t="29300" x="1866900" y="5226050"/>
          <p14:tracePt t="29315" x="2063750" y="5327650"/>
          <p14:tracePt t="29331" x="2159000" y="5372100"/>
          <p14:tracePt t="29349" x="2343150" y="5441950"/>
          <p14:tracePt t="29365" x="2476500" y="5492750"/>
          <p14:tracePt t="29381" x="2533650" y="5511800"/>
          <p14:tracePt t="29398" x="2641600" y="5524500"/>
          <p14:tracePt t="29415" x="2667000" y="5537200"/>
          <p14:tracePt t="29432" x="2749550" y="5530850"/>
          <p14:tracePt t="29435" x="2774950" y="5530850"/>
          <p14:tracePt t="29448" x="2806700" y="5524500"/>
          <p14:tracePt t="29465" x="2825750" y="5518150"/>
          <p14:tracePt t="29481" x="2870200" y="5505450"/>
          <p14:tracePt t="29498" x="2901950" y="5499100"/>
          <p14:tracePt t="29514" x="2914650" y="5492750"/>
          <p14:tracePt t="29531" x="2927350" y="5486400"/>
          <p14:tracePt t="29547" x="2940050" y="5486400"/>
          <p14:tracePt t="29564" x="2946400" y="5486400"/>
          <p14:tracePt t="29581" x="2952750" y="5486400"/>
          <p14:tracePt t="29597" x="2959100" y="5486400"/>
          <p14:tracePt t="29614" x="2965450" y="5486400"/>
          <p14:tracePt t="29630" x="2978150" y="5486400"/>
          <p14:tracePt t="29647" x="2984500" y="5486400"/>
          <p14:tracePt t="29664" x="2984500" y="5492750"/>
          <p14:tracePt t="29697" x="2990850" y="5492750"/>
          <p14:tracePt t="29716" x="2997200" y="5492750"/>
          <p14:tracePt t="29748" x="3003550" y="5492750"/>
          <p14:tracePt t="29875" x="3003550" y="5486400"/>
          <p14:tracePt t="29924" x="3009900" y="5480050"/>
          <p14:tracePt t="29959" x="3016250" y="5473700"/>
          <p14:tracePt t="29987" x="3028950" y="5473700"/>
          <p14:tracePt t="29993" x="3035300" y="5473700"/>
          <p14:tracePt t="30008" x="3041650" y="5473700"/>
          <p14:tracePt t="30016" x="3054350" y="5467350"/>
          <p14:tracePt t="30031" x="3067050" y="5461000"/>
          <p14:tracePt t="30046" x="3086100" y="5461000"/>
          <p14:tracePt t="30063" x="3143250" y="5441950"/>
          <p14:tracePt t="30079" x="3219450" y="5422900"/>
          <p14:tracePt t="30096" x="3257550" y="5410200"/>
          <p14:tracePt t="30113" x="3346450" y="5384800"/>
          <p14:tracePt t="30129" x="3397250" y="5372100"/>
          <p14:tracePt t="30145" x="3422650" y="5372100"/>
          <p14:tracePt t="30162" x="3454400" y="5365750"/>
          <p14:tracePt t="30179" x="3473450" y="5365750"/>
          <p14:tracePt t="30196" x="3479800" y="5365750"/>
          <p14:tracePt t="30212" x="3492500" y="5365750"/>
          <p14:tracePt t="30379" x="3486150" y="5365750"/>
          <p14:tracePt t="30407" x="3479800" y="5365750"/>
          <p14:tracePt t="30415" x="3473450" y="5372100"/>
          <p14:tracePt t="30430" x="3467100" y="5372100"/>
          <p14:tracePt t="30444" x="3460750" y="5372100"/>
          <p14:tracePt t="30461" x="3416300" y="5384800"/>
          <p14:tracePt t="30478" x="3302000" y="5403850"/>
          <p14:tracePt t="30494" x="3213100" y="5410200"/>
          <p14:tracePt t="30511" x="2971800" y="5441950"/>
          <p14:tracePt t="30528" x="2679700" y="5473700"/>
          <p14:tracePt t="30544" x="2540000" y="5486400"/>
          <p14:tracePt t="30561" x="2247900" y="5543550"/>
          <p14:tracePt t="30577" x="2019300" y="5588000"/>
          <p14:tracePt t="30594" x="1917700" y="5607050"/>
          <p14:tracePt t="30611" x="1771650" y="5632450"/>
          <p14:tracePt t="30627" x="1676400" y="5664200"/>
          <p14:tracePt t="30643" x="1644650" y="5670550"/>
          <p14:tracePt t="30660" x="1600200" y="5676900"/>
          <p14:tracePt t="30677" x="1587500" y="5683250"/>
          <p14:tracePt t="30694" x="1574800" y="5683250"/>
          <p14:tracePt t="30710" x="1568450" y="5683250"/>
          <p14:tracePt t="30727" x="1562100" y="5683250"/>
          <p14:tracePt t="30744" x="1555750" y="5683250"/>
          <p14:tracePt t="30760" x="1549400" y="5689600"/>
          <p14:tracePt t="30776" x="1543050" y="5689600"/>
          <p14:tracePt t="30793" x="1536700" y="5695950"/>
          <p14:tracePt t="30810" x="1517650" y="5695950"/>
          <p14:tracePt t="30843" x="1504950" y="5695950"/>
          <p14:tracePt t="30898" x="1498600" y="5695950"/>
          <p14:tracePt t="31045" x="1498600" y="5689600"/>
          <p14:tracePt t="31066" x="1498600" y="5683250"/>
          <p14:tracePt t="31073" x="1498600" y="5676900"/>
          <p14:tracePt t="31671" x="1511300" y="5651500"/>
          <p14:tracePt t="31679" x="1536700" y="5607050"/>
          <p14:tracePt t="31693" x="1562100" y="5537200"/>
          <p14:tracePt t="31707" x="1593850" y="5372100"/>
          <p14:tracePt t="31723" x="1606550" y="5276850"/>
          <p14:tracePt t="31740" x="1625600" y="5187950"/>
          <p14:tracePt t="31757" x="1625600" y="5010150"/>
          <p14:tracePt t="31774" x="1619250" y="4756150"/>
          <p14:tracePt t="31791" x="1574800" y="4419600"/>
          <p14:tracePt t="31806" x="1549400" y="4273550"/>
          <p14:tracePt t="31823" x="1504950" y="3956050"/>
          <p14:tracePt t="31840" x="1473200" y="3752850"/>
          <p14:tracePt t="31856" x="1460500" y="3663950"/>
          <p14:tracePt t="31873" x="1441450" y="3517900"/>
          <p14:tracePt t="31890" x="1428750" y="3448050"/>
          <p14:tracePt t="31906" x="1416050" y="3416300"/>
          <p14:tracePt t="31923" x="1403350" y="3333750"/>
          <p14:tracePt t="31939" x="1384300" y="3251200"/>
          <p14:tracePt t="31956" x="1377950" y="3219450"/>
          <p14:tracePt t="31973" x="1365250" y="3162300"/>
          <p14:tracePt t="31989" x="1358900" y="3124200"/>
          <p14:tracePt t="32005" x="1352550" y="3098800"/>
          <p14:tracePt t="32023" x="1339850" y="3067050"/>
          <p14:tracePt t="32039" x="1333500" y="3048000"/>
          <p14:tracePt t="32055" x="1327150" y="3028950"/>
          <p14:tracePt t="32073" x="1320800" y="3016250"/>
          <p14:tracePt t="32106" x="1314450" y="3016250"/>
          <p14:tracePt t="32122" x="1314450" y="3035300"/>
          <p14:tracePt t="32138" x="1314450" y="3041650"/>
          <p14:tracePt t="32155" x="1308100" y="3054350"/>
          <p14:tracePt t="32172" x="1308100" y="3073400"/>
          <p14:tracePt t="32189" x="1308100" y="3086100"/>
          <p14:tracePt t="32205" x="1295400" y="3111500"/>
          <p14:tracePt t="32221" x="1276350" y="3143250"/>
          <p14:tracePt t="32238" x="1257300" y="3168650"/>
          <p14:tracePt t="32255" x="1219200" y="3219450"/>
          <p14:tracePt t="32272" x="1187450" y="3282950"/>
          <p14:tracePt t="32289" x="1168400" y="3327400"/>
          <p14:tracePt t="32305" x="1162050" y="3340100"/>
          <p14:tracePt t="32321" x="1155700" y="3352800"/>
          <p14:tracePt t="32338" x="1149350" y="3365500"/>
          <p14:tracePt t="32355" x="1143000" y="3365500"/>
          <p14:tracePt t="32371" x="1143000" y="3371850"/>
          <p14:tracePt t="32388" x="1143000" y="3378200"/>
          <p14:tracePt t="32404" x="1155700" y="3384550"/>
          <p14:tracePt t="32422" x="1174750" y="3390900"/>
          <p14:tracePt t="32437" x="1187450" y="3390900"/>
          <p14:tracePt t="32454" x="1219200" y="3397250"/>
          <p14:tracePt t="32471" x="1282700" y="3397250"/>
          <p14:tracePt t="32487" x="1320800" y="3397250"/>
          <p14:tracePt t="32504" x="1441450" y="3416300"/>
          <p14:tracePt t="32521" x="1524000" y="3422650"/>
          <p14:tracePt t="32537" x="1562100" y="3422650"/>
          <p14:tracePt t="32554" x="1612900" y="3422650"/>
          <p14:tracePt t="32570" x="1644650" y="3422650"/>
          <p14:tracePt t="32604" x="1651000" y="3422650"/>
          <p14:tracePt t="32660" x="1644650" y="3422650"/>
          <p14:tracePt t="32681" x="1638300" y="3422650"/>
          <p14:tracePt t="32688" x="1631950" y="3422650"/>
          <p14:tracePt t="32702" x="1625600" y="3422650"/>
          <p14:tracePt t="32709" x="1619250" y="3422650"/>
          <p14:tracePt t="32723" x="1612900" y="3429000"/>
          <p14:tracePt t="32737" x="1600200" y="3429000"/>
          <p14:tracePt t="32753" x="1568450" y="3435350"/>
          <p14:tracePt t="32770" x="1555750" y="3441700"/>
          <p14:tracePt t="32787" x="1517650" y="3454400"/>
          <p14:tracePt t="32803" x="1492250" y="3460750"/>
          <p14:tracePt t="32819" x="1479550" y="3467100"/>
          <p14:tracePt t="32836" x="1473200" y="3479800"/>
          <p14:tracePt t="32869" x="1485900" y="3479800"/>
          <p14:tracePt t="32886" x="1530350" y="3492500"/>
          <p14:tracePt t="32902" x="1574800" y="3498850"/>
          <p14:tracePt t="32920" x="1847850" y="3549650"/>
          <p14:tracePt t="32935" x="1981200" y="3581400"/>
          <p14:tracePt t="32952" x="2108200" y="3594100"/>
          <p14:tracePt t="32969" x="2387600" y="3632200"/>
          <p14:tracePt t="32986" x="2444750" y="3644900"/>
          <p14:tracePt t="32989" x="2495550" y="3651250"/>
          <p14:tracePt t="33019" x="2546350" y="3657600"/>
          <p14:tracePt t="33035" x="2559050" y="3663950"/>
          <p14:tracePt t="33130" x="2559050" y="36576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59436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class </a:t>
            </a:r>
            <a:r>
              <a:rPr lang="en-GB" alt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):</a:t>
            </a:r>
            <a:r>
              <a:rPr lang="en-GB" altLang="en-US" sz="2800" dirty="0">
                <a:latin typeface="Lucida Console" panose="020B0609040504020204" pitchFamily="49" charset="0"/>
              </a:rPr>
              <a:t>pass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>
                <a:latin typeface="Lucida Console" panose="020B0609040504020204" pitchFamily="49" charset="0"/>
              </a:rPr>
              <a:t>=</a:t>
            </a:r>
            <a:r>
              <a:rPr lang="en-GB" alt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); </a:t>
            </a:r>
            <a:r>
              <a:rPr lang="en-GB" altLang="en-US" sz="2800" b="1" dirty="0">
                <a:solidFill>
                  <a:srgbClr val="0033CC"/>
                </a:solidFill>
                <a:latin typeface="Lucida Console" panose="020B0609040504020204" pitchFamily="49" charset="0"/>
              </a:rPr>
              <a:t>g</a:t>
            </a:r>
            <a:r>
              <a:rPr lang="en-GB" altLang="en-US" sz="2800" dirty="0">
                <a:latin typeface="Lucida Console" panose="020B0609040504020204" pitchFamily="49" charset="0"/>
              </a:rPr>
              <a:t>=</a:t>
            </a:r>
            <a:r>
              <a:rPr lang="en-GB" alt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>
                <a:latin typeface="Lucida Console" panose="020B0609040504020204" pitchFamily="49" charset="0"/>
              </a:rPr>
              <a:t>import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math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math</a:t>
            </a:r>
            <a:r>
              <a:rPr lang="en-GB" altLang="en-US" sz="2800" dirty="0" err="1">
                <a:latin typeface="Lucida Console" panose="020B0609040504020204" pitchFamily="49" charset="0"/>
              </a:rPr>
              <a:t>,"cos</a:t>
            </a:r>
            <a:r>
              <a:rPr lang="en-GB" altLang="en-US" sz="2800" dirty="0">
                <a:latin typeface="Lucida Console" panose="020B0609040504020204" pitchFamily="49" charset="0"/>
              </a:rPr>
              <a:t>")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True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.b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math.cos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800" dirty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True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.b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(3.1415926584</a:t>
            </a:r>
            <a:r>
              <a:rPr lang="en-GB" altLang="en-US" sz="2800" dirty="0"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-1.0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8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Built-ins dealing with attributes </a:t>
            </a:r>
            <a:endParaRPr lang="en-GB" altLang="en-US" sz="4400" dirty="0" smtClean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64099"/>
      </p:ext>
    </p:extLst>
  </p:cSld>
  <p:clrMapOvr>
    <a:masterClrMapping/>
  </p:clrMapOvr>
  <p:transition spd="med" advTm="767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81" x="2552700" y="3651250"/>
          <p14:tracePt t="1794" x="2546350" y="3644900"/>
          <p14:tracePt t="1822" x="2533650" y="3638550"/>
          <p14:tracePt t="1829" x="2533650" y="3632200"/>
          <p14:tracePt t="1845" x="2527300" y="3625850"/>
          <p14:tracePt t="1858" x="2527300" y="3619500"/>
          <p14:tracePt t="1875" x="2520950" y="3613150"/>
          <p14:tracePt t="1891" x="2520950" y="3606800"/>
          <p14:tracePt t="1908" x="2514600" y="3594100"/>
          <p14:tracePt t="1925" x="2508250" y="3575050"/>
          <p14:tracePt t="1942" x="2495550" y="3568700"/>
          <p14:tracePt t="1958" x="2489200" y="3556000"/>
          <p14:tracePt t="1975" x="2463800" y="3530600"/>
          <p14:tracePt t="1991" x="2444750" y="3492500"/>
          <p14:tracePt t="2008" x="2419350" y="3479800"/>
          <p14:tracePt t="2025" x="2406650" y="3467100"/>
          <p14:tracePt t="2041" x="2343150" y="3422650"/>
          <p14:tracePt t="2058" x="2324100" y="3416300"/>
          <p14:tracePt t="2075" x="2286000" y="3403600"/>
          <p14:tracePt t="2091" x="2266950" y="3403600"/>
          <p14:tracePt t="2108" x="2228850" y="3403600"/>
          <p14:tracePt t="2125" x="2197100" y="3403600"/>
          <p14:tracePt t="2141" x="2171700" y="3409950"/>
          <p14:tracePt t="2157" x="2139950" y="3416300"/>
          <p14:tracePt t="2174" x="2101850" y="3422650"/>
          <p14:tracePt t="2190" x="2076450" y="3429000"/>
          <p14:tracePt t="2194" x="2057400" y="3448050"/>
          <p14:tracePt t="2207" x="2038350" y="3448050"/>
          <p14:tracePt t="2223" x="1987550" y="3467100"/>
          <p14:tracePt t="2240" x="1962150" y="3467100"/>
          <p14:tracePt t="2258" x="1930400" y="3486150"/>
          <p14:tracePt t="2273" x="1885950" y="3498850"/>
          <p14:tracePt t="2290" x="1866900" y="3511550"/>
          <p14:tracePt t="2307" x="1822450" y="3530600"/>
          <p14:tracePt t="2323" x="1790700" y="3543300"/>
          <p14:tracePt t="2340" x="1771650" y="3549650"/>
          <p14:tracePt t="2357" x="1746250" y="3562350"/>
          <p14:tracePt t="2373" x="1739900" y="3562350"/>
          <p14:tracePt t="2390" x="1714500" y="3575050"/>
          <p14:tracePt t="2406" x="1708150" y="3575050"/>
          <p14:tracePt t="2423" x="1708150" y="3581400"/>
          <p14:tracePt t="2440" x="1701800" y="3581400"/>
          <p14:tracePt t="2456" x="1695450" y="3587750"/>
          <p14:tracePt t="2473" x="1689100" y="3594100"/>
          <p14:tracePt t="2490" x="1670050" y="3594100"/>
          <p14:tracePt t="3097" x="1663700" y="3587750"/>
          <p14:tracePt t="3111" x="1663700" y="3581400"/>
          <p14:tracePt t="3118" x="1657350" y="3575050"/>
          <p14:tracePt t="3139" x="1657350" y="3568700"/>
          <p14:tracePt t="3152" x="1651000" y="3562350"/>
          <p14:tracePt t="3159" x="1644650" y="3562350"/>
          <p14:tracePt t="3188" x="1638300" y="3562350"/>
          <p14:tracePt t="3209" x="1631950" y="3562350"/>
          <p14:tracePt t="3308" x="1638300" y="3562350"/>
          <p14:tracePt t="3321" x="1644650" y="3562350"/>
          <p14:tracePt t="3328" x="1651000" y="3562350"/>
          <p14:tracePt t="3350" x="1663700" y="3562350"/>
          <p14:tracePt t="3364" x="1670050" y="3556000"/>
          <p14:tracePt t="3372" x="1682750" y="3556000"/>
          <p14:tracePt t="3387" x="1708150" y="3556000"/>
          <p14:tracePt t="3403" x="1778000" y="3556000"/>
          <p14:tracePt t="3420" x="1866900" y="3556000"/>
          <p14:tracePt t="3436" x="1924050" y="3556000"/>
          <p14:tracePt t="3453" x="2063750" y="3568700"/>
          <p14:tracePt t="3469" x="2209800" y="3587750"/>
          <p14:tracePt t="3486" x="2286000" y="3594100"/>
          <p14:tracePt t="3504" x="2425700" y="3606800"/>
          <p14:tracePt t="3520" x="2546350" y="3613150"/>
          <p14:tracePt t="3535" x="2609850" y="3613150"/>
          <p14:tracePt t="3553" x="2660650" y="3625850"/>
          <p14:tracePt t="3569" x="2743200" y="3632200"/>
          <p14:tracePt t="3586" x="2800350" y="3632200"/>
          <p14:tracePt t="3603" x="2838450" y="3632200"/>
          <p14:tracePt t="3620" x="2851150" y="3632200"/>
          <p14:tracePt t="3636" x="2870200" y="3632200"/>
          <p14:tracePt t="3652" x="2889250" y="3632200"/>
          <p14:tracePt t="3669" x="2895600" y="3632200"/>
          <p14:tracePt t="3686" x="2901950" y="3619500"/>
          <p14:tracePt t="3702" x="2914650" y="3619500"/>
          <p14:tracePt t="3719" x="2914650" y="3613150"/>
          <p14:tracePt t="3735" x="2927350" y="3606800"/>
          <p14:tracePt t="3752" x="2940050" y="3606800"/>
          <p14:tracePt t="3785" x="2952750" y="3600450"/>
          <p14:tracePt t="3802" x="2965450" y="3600450"/>
          <p14:tracePt t="3819" x="2971800" y="3600450"/>
          <p14:tracePt t="3835" x="2978150" y="3594100"/>
          <p14:tracePt t="3851" x="2990850" y="3587750"/>
          <p14:tracePt t="3869" x="3028950" y="3581400"/>
          <p14:tracePt t="3885" x="3041650" y="3575050"/>
          <p14:tracePt t="3901" x="3054350" y="3568700"/>
          <p14:tracePt t="3918" x="3079750" y="3562350"/>
          <p14:tracePt t="3935" x="3105150" y="3556000"/>
          <p14:tracePt t="3951" x="3111500" y="3556000"/>
          <p14:tracePt t="3968" x="3124200" y="3549650"/>
          <p14:tracePt t="3984" x="3130550" y="3549650"/>
          <p14:tracePt t="4004" x="3130550" y="3543300"/>
          <p14:tracePt t="4018" x="3136900" y="3543300"/>
          <p14:tracePt t="4114" x="3136900" y="3536950"/>
          <p14:tracePt t="4142" x="3136900" y="3530600"/>
          <p14:tracePt t="4148" x="3136900" y="3524250"/>
          <p14:tracePt t="4961" x="3130550" y="3530600"/>
          <p14:tracePt t="4974" x="3105150" y="3556000"/>
          <p14:tracePt t="4984" x="3086100" y="3568700"/>
          <p14:tracePt t="4998" x="3073400" y="3581400"/>
          <p14:tracePt t="5014" x="3048000" y="3606800"/>
          <p14:tracePt t="5031" x="2984500" y="3657600"/>
          <p14:tracePt t="5047" x="2959100" y="3670300"/>
          <p14:tracePt t="5064" x="2940050" y="3683000"/>
          <p14:tracePt t="5081" x="2889250" y="3714750"/>
          <p14:tracePt t="5097" x="2838450" y="3733800"/>
          <p14:tracePt t="5113" x="2806700" y="3752850"/>
          <p14:tracePt t="5130" x="2730500" y="3784600"/>
          <p14:tracePt t="5147" x="2673350" y="3810000"/>
          <p14:tracePt t="5164" x="2635250" y="3829050"/>
          <p14:tracePt t="5180" x="2616200" y="3841750"/>
          <p14:tracePt t="5197" x="2578100" y="3860800"/>
          <p14:tracePt t="5214" x="2565400" y="3879850"/>
          <p14:tracePt t="5230" x="2559050" y="3886200"/>
          <p14:tracePt t="5247" x="2540000" y="3898900"/>
          <p14:tracePt t="5263" x="2527300" y="3905250"/>
          <p14:tracePt t="5280" x="2527300" y="3911600"/>
          <p14:tracePt t="5297" x="2520950" y="3911600"/>
          <p14:tracePt t="5313" x="2514600" y="3917950"/>
          <p14:tracePt t="5354" x="2514600" y="3924300"/>
          <p14:tracePt t="5473" x="2520950" y="3924300"/>
          <p14:tracePt t="5487" x="2527300" y="3924300"/>
          <p14:tracePt t="5494" x="2533650" y="3924300"/>
          <p14:tracePt t="5508" x="2540000" y="3924300"/>
          <p14:tracePt t="5522" x="2546350" y="3924300"/>
          <p14:tracePt t="5536" x="2552700" y="3924300"/>
          <p14:tracePt t="5545" x="2559050" y="3924300"/>
          <p14:tracePt t="5563" x="2571750" y="3924300"/>
          <p14:tracePt t="5579" x="2616200" y="3924300"/>
          <p14:tracePt t="5595" x="2660650" y="3924300"/>
          <p14:tracePt t="5612" x="2698750" y="3924300"/>
          <p14:tracePt t="5629" x="2768600" y="3924300"/>
          <p14:tracePt t="5645" x="2806700" y="3924300"/>
          <p14:tracePt t="5662" x="2870200" y="3924300"/>
          <p14:tracePt t="5678" x="2921000" y="3924300"/>
          <p14:tracePt t="5695" x="2952750" y="3924300"/>
          <p14:tracePt t="5712" x="2990850" y="3924300"/>
          <p14:tracePt t="5728" x="3016250" y="3917950"/>
          <p14:tracePt t="5731" x="3022600" y="3917950"/>
          <p14:tracePt t="5761" x="3041650" y="3917950"/>
          <p14:tracePt t="5795" x="3054350" y="3911600"/>
          <p14:tracePt t="5811" x="3060700" y="3911600"/>
          <p14:tracePt t="5828" x="3067050" y="3905250"/>
          <p14:tracePt t="5845" x="3073400" y="3905250"/>
          <p14:tracePt t="5861" x="3079750" y="3905250"/>
          <p14:tracePt t="5896" x="3086100" y="3905250"/>
          <p14:tracePt t="5915" x="3092450" y="3905250"/>
          <p14:tracePt t="5985" x="3098800" y="3905250"/>
          <p14:tracePt t="6006" x="3105150" y="3905250"/>
          <p14:tracePt t="6013" x="3111500" y="3905250"/>
          <p14:tracePt t="6055" x="3117850" y="3898900"/>
          <p14:tracePt t="6076" x="3124200" y="3898900"/>
          <p14:tracePt t="6083" x="3130550" y="3898900"/>
          <p14:tracePt t="6104" x="3136900" y="3898900"/>
          <p14:tracePt t="6118" x="3143250" y="3898900"/>
          <p14:tracePt t="6126" x="3149600" y="3898900"/>
          <p14:tracePt t="6143" x="3149600" y="3892550"/>
          <p14:tracePt t="6161" x="3168650" y="3892550"/>
          <p14:tracePt t="6177" x="3200400" y="3886200"/>
          <p14:tracePt t="6193" x="3225800" y="3886200"/>
          <p14:tracePt t="6210" x="3282950" y="3886200"/>
          <p14:tracePt t="6226" x="3340100" y="3886200"/>
          <p14:tracePt t="6243" x="3378200" y="3879850"/>
          <p14:tracePt t="6260" x="3441700" y="3879850"/>
          <p14:tracePt t="6277" x="3473450" y="3867150"/>
          <p14:tracePt t="6294" x="3524250" y="3867150"/>
          <p14:tracePt t="6309" x="3536950" y="3867150"/>
          <p14:tracePt t="6343" x="3543300" y="3867150"/>
          <p14:tracePt t="6385" x="3530600" y="3867150"/>
          <p14:tracePt t="6420" x="3517900" y="3867150"/>
          <p14:tracePt t="6427" x="3511550" y="3867150"/>
          <p14:tracePt t="6434" x="3498850" y="3867150"/>
          <p14:tracePt t="6448" x="3479800" y="3867150"/>
          <p14:tracePt t="6459" x="3460750" y="3873500"/>
          <p14:tracePt t="6476" x="3365500" y="3892550"/>
          <p14:tracePt t="6492" x="3289300" y="3905250"/>
          <p14:tracePt t="6509" x="3092450" y="3937000"/>
          <p14:tracePt t="6525" x="2851150" y="3987800"/>
          <p14:tracePt t="6542" x="2705100" y="4006850"/>
          <p14:tracePt t="6559" x="2578100" y="4038600"/>
          <p14:tracePt t="6575" x="2197100" y="4127500"/>
          <p14:tracePt t="6592" x="2063750" y="4159250"/>
          <p14:tracePt t="6609" x="1847850" y="4203700"/>
          <p14:tracePt t="6625" x="1651000" y="4229100"/>
          <p14:tracePt t="6641" x="1587500" y="4248150"/>
          <p14:tracePt t="6658" x="1441450" y="4286250"/>
          <p14:tracePt t="6675" x="1384300" y="4298950"/>
          <p14:tracePt t="6692" x="1289050" y="4324350"/>
          <p14:tracePt t="6708" x="1231900" y="4337050"/>
          <p14:tracePt t="6724" x="1212850" y="4343400"/>
          <p14:tracePt t="6742" x="1187450" y="4343400"/>
          <p14:tracePt t="6758" x="1174750" y="4343400"/>
          <p14:tracePt t="6775" x="1168400" y="4343400"/>
          <p14:tracePt t="6792" x="1162050" y="4343400"/>
          <p14:tracePt t="6828" x="1162050" y="4349750"/>
          <p14:tracePt t="6918" x="1155700" y="4356100"/>
          <p14:tracePt t="7156" x="1162050" y="4356100"/>
          <p14:tracePt t="7177" x="1162050" y="4349750"/>
          <p14:tracePt t="7184" x="1168400" y="4349750"/>
          <p14:tracePt t="7219" x="1174750" y="4349750"/>
          <p14:tracePt t="7248" x="1181100" y="4343400"/>
          <p14:tracePt t="7254" x="1187450" y="4343400"/>
          <p14:tracePt t="7276" x="1193800" y="4343400"/>
          <p14:tracePt t="7310" x="1200150" y="4343400"/>
          <p14:tracePt t="7346" x="1200150" y="4337050"/>
          <p14:tracePt t="7465" x="1200150" y="4330700"/>
          <p14:tracePt t="7486" x="1206500" y="4330700"/>
          <p14:tracePt t="7500" x="1206500" y="4324350"/>
          <p14:tracePt t="7508" x="1206500" y="4318000"/>
          <p14:tracePt t="7522" x="1212850" y="4311650"/>
          <p14:tracePt t="7539" x="1219200" y="4305300"/>
          <p14:tracePt t="7556" x="1225550" y="4292600"/>
          <p14:tracePt t="9138" x="1257300" y="4286250"/>
          <p14:tracePt t="9152" x="1295400" y="4267200"/>
          <p14:tracePt t="9158" x="1365250" y="4235450"/>
          <p14:tracePt t="9172" x="1441450" y="4216400"/>
          <p14:tracePt t="9183" x="1612900" y="4159250"/>
          <p14:tracePt t="9199" x="1828800" y="4089400"/>
          <p14:tracePt t="9216" x="2355850" y="3981450"/>
          <p14:tracePt t="9233" x="2679700" y="3930650"/>
          <p14:tracePt t="9250" x="3333750" y="3835400"/>
          <p14:tracePt t="9266" x="3968750" y="3790950"/>
          <p14:tracePt t="9283" x="4184650" y="3759200"/>
          <p14:tracePt t="9299" x="4591050" y="3695700"/>
          <p14:tracePt t="9316" x="4667250" y="3676650"/>
          <p14:tracePt t="9333" x="4737100" y="3657600"/>
          <p14:tracePt t="9349" x="4806950" y="3644900"/>
          <p14:tracePt t="9366" x="4838700" y="3632200"/>
          <p14:tracePt t="9383" x="4851400" y="3632200"/>
          <p14:tracePt t="9433" x="4864100" y="3632200"/>
          <p14:tracePt t="9460" x="4870450" y="3632200"/>
          <p14:tracePt t="9474" x="4876800" y="3632200"/>
          <p14:tracePt t="9502" x="4883150" y="3632200"/>
          <p14:tracePt t="9509" x="4889500" y="3632200"/>
          <p14:tracePt t="9530" x="4895850" y="3632200"/>
          <p14:tracePt t="9572" x="4895850" y="3638550"/>
          <p14:tracePt t="9615" x="4889500" y="3638550"/>
          <p14:tracePt t="9622" x="4883150" y="3638550"/>
          <p14:tracePt t="9643" x="4876800" y="3638550"/>
          <p14:tracePt t="9651" x="4870450" y="3638550"/>
          <p14:tracePt t="9671" x="4864100" y="3644900"/>
          <p14:tracePt t="9706" x="4857750" y="3651250"/>
          <p14:tracePt t="9712" x="4851400" y="3651250"/>
          <p14:tracePt t="9720" x="4845050" y="3657600"/>
          <p14:tracePt t="9734" x="4832350" y="3657600"/>
          <p14:tracePt t="9748" x="4826000" y="3657600"/>
          <p14:tracePt t="9764" x="4813300" y="3663950"/>
          <p14:tracePt t="9781" x="4794250" y="3676650"/>
          <p14:tracePt t="9785" x="4762500" y="3689350"/>
          <p14:tracePt t="9798" x="4724400" y="3695700"/>
          <p14:tracePt t="9814" x="4667250" y="3714750"/>
          <p14:tracePt t="9832" x="4470400" y="3765550"/>
          <p14:tracePt t="9847" x="4387850" y="3784600"/>
          <p14:tracePt t="9864" x="4222750" y="3810000"/>
          <p14:tracePt t="9881" x="4038600" y="3854450"/>
          <p14:tracePt t="9897" x="3949700" y="3860800"/>
          <p14:tracePt t="9914" x="3835400" y="3886200"/>
          <p14:tracePt t="9931" x="3511550" y="3924300"/>
          <p14:tracePt t="9947" x="3397250" y="3937000"/>
          <p14:tracePt t="9964" x="3282950" y="3956050"/>
          <p14:tracePt t="9980" x="3079750" y="3968750"/>
          <p14:tracePt t="9998" x="2901950" y="3975100"/>
          <p14:tracePt t="10015" x="2711450" y="3994150"/>
          <p14:tracePt t="10030" x="2628900" y="4006850"/>
          <p14:tracePt t="10047" x="2501900" y="4013200"/>
          <p14:tracePt t="10064" x="2432050" y="4025900"/>
          <p14:tracePt t="10080" x="2393950" y="4025900"/>
          <p14:tracePt t="10097" x="2343150" y="4032250"/>
          <p14:tracePt t="10113" x="2292350" y="4038600"/>
          <p14:tracePt t="10129" x="2279650" y="4038600"/>
          <p14:tracePt t="10147" x="2228850" y="4057650"/>
          <p14:tracePt t="10163" x="2184400" y="4076700"/>
          <p14:tracePt t="10179" x="2171700" y="4083050"/>
          <p14:tracePt t="10197" x="2127250" y="4083050"/>
          <p14:tracePt t="10213" x="2089150" y="4083050"/>
          <p14:tracePt t="10229" x="2063750" y="4089400"/>
          <p14:tracePt t="10246" x="2025650" y="4095750"/>
          <p14:tracePt t="10262" x="1974850" y="4108450"/>
          <p14:tracePt t="10279" x="1943100" y="4114800"/>
          <p14:tracePt t="10296" x="1885950" y="4121150"/>
          <p14:tracePt t="10312" x="1841500" y="4133850"/>
          <p14:tracePt t="10330" x="1797050" y="4140200"/>
          <p14:tracePt t="10346" x="1784350" y="4140200"/>
          <p14:tracePt t="10362" x="1771650" y="4140200"/>
          <p14:tracePt t="10379" x="1758950" y="4140200"/>
          <p14:tracePt t="10413" x="1752600" y="4140200"/>
          <p14:tracePt t="14258" x="1771650" y="4121150"/>
          <p14:tracePt t="14272" x="1816100" y="4095750"/>
          <p14:tracePt t="14279" x="1873250" y="4057650"/>
          <p14:tracePt t="14293" x="1943100" y="4006850"/>
          <p14:tracePt t="14302" x="2000250" y="3968750"/>
          <p14:tracePt t="14315" x="2057400" y="3943350"/>
          <p14:tracePt t="14331" x="2159000" y="3879850"/>
          <p14:tracePt t="14349" x="2222500" y="3835400"/>
          <p14:tracePt t="14365" x="2254250" y="3810000"/>
          <p14:tracePt t="14382" x="2317750" y="3752850"/>
          <p14:tracePt t="14399" x="2362200" y="3702050"/>
          <p14:tracePt t="14415" x="2387600" y="3663950"/>
          <p14:tracePt t="14432" x="2406650" y="3644900"/>
          <p14:tracePt t="14448" x="2457450" y="3575050"/>
          <p14:tracePt t="14465" x="2463800" y="3556000"/>
          <p14:tracePt t="14481" x="2482850" y="3543300"/>
          <p14:tracePt t="14498" x="2501900" y="3524250"/>
          <p14:tracePt t="14515" x="2508250" y="3505200"/>
          <p14:tracePt t="14532" x="2520950" y="3498850"/>
          <p14:tracePt t="14548" x="2527300" y="3498850"/>
          <p14:tracePt t="14564" x="2540000" y="3492500"/>
          <p14:tracePt t="14581" x="2546350" y="3492500"/>
          <p14:tracePt t="14598" x="2559050" y="3492500"/>
          <p14:tracePt t="14614" x="2578100" y="3492500"/>
          <p14:tracePt t="14631" x="2603500" y="3486150"/>
          <p14:tracePt t="14647" x="2622550" y="3479800"/>
          <p14:tracePt t="14665" x="2673350" y="3467100"/>
          <p14:tracePt t="14681" x="2749550" y="3441700"/>
          <p14:tracePt t="14697" x="2781300" y="3429000"/>
          <p14:tracePt t="14714" x="2832100" y="3403600"/>
          <p14:tracePt t="14731" x="2870200" y="3390900"/>
          <p14:tracePt t="14747" x="2882900" y="3384550"/>
          <p14:tracePt t="14764" x="2895600" y="3378200"/>
          <p14:tracePt t="14780" x="2908300" y="3371850"/>
          <p14:tracePt t="14799" x="2914650" y="3365500"/>
          <p14:tracePt t="14889" x="2908300" y="3365500"/>
          <p14:tracePt t="14924" x="2901950" y="3365500"/>
          <p14:tracePt t="14959" x="2895600" y="3365500"/>
          <p14:tracePt t="15413" x="2889250" y="3365500"/>
          <p14:tracePt t="15434" x="2889250" y="3371850"/>
          <p14:tracePt t="15462" x="2889250" y="3384550"/>
          <p14:tracePt t="15469" x="2882900" y="3390900"/>
          <p14:tracePt t="15490" x="2876550" y="3403600"/>
          <p14:tracePt t="15513" x="2870200" y="3416300"/>
          <p14:tracePt t="15525" x="2870200" y="3429000"/>
          <p14:tracePt t="15532" x="2870200" y="3435350"/>
          <p14:tracePt t="15553" x="2870200" y="3448050"/>
          <p14:tracePt t="15562" x="2870200" y="3454400"/>
          <p14:tracePt t="15577" x="2870200" y="3460750"/>
          <p14:tracePt t="15595" x="2863850" y="3467100"/>
          <p14:tracePt t="15611" x="2863850" y="3486150"/>
          <p14:tracePt t="15627" x="2863850" y="3492500"/>
          <p14:tracePt t="15645" x="2863850" y="3505200"/>
          <p14:tracePt t="15660" x="2863850" y="3511550"/>
          <p14:tracePt t="15677" x="2863850" y="3524250"/>
          <p14:tracePt t="15694" x="2863850" y="3536950"/>
          <p14:tracePt t="15710" x="2863850" y="3543300"/>
          <p14:tracePt t="15727" x="2863850" y="3562350"/>
          <p14:tracePt t="15744" x="2870200" y="3581400"/>
          <p14:tracePt t="15760" x="2876550" y="3594100"/>
          <p14:tracePt t="15777" x="2895600" y="3638550"/>
          <p14:tracePt t="15793" x="2914650" y="3683000"/>
          <p14:tracePt t="15810" x="2933700" y="3714750"/>
          <p14:tracePt t="15827" x="2965450" y="3765550"/>
          <p14:tracePt t="15843" x="2997200" y="3790950"/>
          <p14:tracePt t="15860" x="3009900" y="3803650"/>
          <p14:tracePt t="15876" x="3016250" y="3810000"/>
          <p14:tracePt t="15893" x="3035300" y="3822700"/>
          <p14:tracePt t="15910" x="3041650" y="3829050"/>
          <p14:tracePt t="15943" x="3041650" y="3835400"/>
          <p14:tracePt t="15960" x="3041650" y="3841750"/>
          <p14:tracePt t="15981" x="3041650" y="3854450"/>
          <p14:tracePt t="16016" x="3041650" y="3860800"/>
          <p14:tracePt t="16023" x="3041650" y="3867150"/>
          <p14:tracePt t="16044" x="3041650" y="3873500"/>
          <p14:tracePt t="16051" x="3041650" y="3879850"/>
          <p14:tracePt t="16086" x="3041650" y="3886200"/>
          <p14:tracePt t="16121" x="3041650" y="3892550"/>
          <p14:tracePt t="16367" x="3035300" y="3892550"/>
          <p14:tracePt t="16374" x="3028950" y="3892550"/>
          <p14:tracePt t="16395" x="3022600" y="3892550"/>
          <p14:tracePt t="16423" x="3016250" y="3892550"/>
          <p14:tracePt t="16472" x="3009900" y="3892550"/>
          <p14:tracePt t="16493" x="2997200" y="3892550"/>
          <p14:tracePt t="16507" x="2990850" y="3892550"/>
          <p14:tracePt t="16521" x="2984500" y="3892550"/>
          <p14:tracePt t="16535" x="2978150" y="3892550"/>
          <p14:tracePt t="16556" x="2971800" y="3892550"/>
          <p14:tracePt t="16563" x="2965450" y="3892550"/>
          <p14:tracePt t="16577" x="2959100" y="3892550"/>
          <p14:tracePt t="16591" x="2933700" y="3892550"/>
          <p14:tracePt t="16607" x="2921000" y="3892550"/>
          <p14:tracePt t="16624" x="2901950" y="3892550"/>
          <p14:tracePt t="16641" x="2857500" y="3892550"/>
          <p14:tracePt t="16657" x="2813050" y="3892550"/>
          <p14:tracePt t="16676" x="2762250" y="3898900"/>
          <p14:tracePt t="16690" x="2743200" y="3898900"/>
          <p14:tracePt t="16707" x="2698750" y="3911600"/>
          <p14:tracePt t="16724" x="2647950" y="3917950"/>
          <p14:tracePt t="16740" x="2628900" y="3924300"/>
          <p14:tracePt t="16757" x="2584450" y="3943350"/>
          <p14:tracePt t="16774" x="2571750" y="3949700"/>
          <p14:tracePt t="16790" x="2559050" y="3949700"/>
          <p14:tracePt t="16807" x="2540000" y="3949700"/>
          <p14:tracePt t="16823" x="2527300" y="3949700"/>
          <p14:tracePt t="16840" x="2514600" y="3949700"/>
          <p14:tracePt t="16857" x="2508250" y="3949700"/>
          <p14:tracePt t="16908" x="2501900" y="3956050"/>
          <p14:tracePt t="16913" x="2495550" y="3956050"/>
          <p14:tracePt t="17026" x="2489200" y="3956050"/>
          <p14:tracePt t="17040" x="2482850" y="3956050"/>
          <p14:tracePt t="17061" x="2476500" y="3956050"/>
          <p14:tracePt t="17478" x="2470150" y="3956050"/>
          <p14:tracePt t="17484" x="2470150" y="3968750"/>
          <p14:tracePt t="17498" x="2457450" y="3981450"/>
          <p14:tracePt t="17507" x="2451100" y="3994150"/>
          <p14:tracePt t="17521" x="2444750" y="4006850"/>
          <p14:tracePt t="17538" x="2438400" y="4025900"/>
          <p14:tracePt t="17555" x="2432050" y="4051300"/>
          <p14:tracePt t="17571" x="2425700" y="4057650"/>
          <p14:tracePt t="17587" x="2413000" y="4076700"/>
          <p14:tracePt t="17604" x="2400300" y="4083050"/>
          <p14:tracePt t="17620" x="2393950" y="4089400"/>
          <p14:tracePt t="17637" x="2393950" y="4095750"/>
          <p14:tracePt t="17654" x="2387600" y="4102100"/>
          <p14:tracePt t="17670" x="2387600" y="4108450"/>
          <p14:tracePt t="17708" x="2381250" y="4114800"/>
          <p14:tracePt t="17721" x="2374900" y="4114800"/>
          <p14:tracePt t="17737" x="2374900" y="4121150"/>
          <p14:tracePt t="17753" x="2368550" y="4121150"/>
          <p14:tracePt t="17770" x="2362200" y="4127500"/>
          <p14:tracePt t="17793" x="2362200" y="4133850"/>
          <p14:tracePt t="17814" x="2355850" y="4140200"/>
          <p14:tracePt t="17856" x="2355850" y="4146550"/>
          <p14:tracePt t="17863" x="2355850" y="4152900"/>
          <p14:tracePt t="17884" x="2349500" y="4159250"/>
          <p14:tracePt t="17891" x="2343150" y="4159250"/>
          <p14:tracePt t="17912" x="2336800" y="4159250"/>
          <p14:tracePt t="18264" x="2311400" y="4171950"/>
          <p14:tracePt t="18278" x="2266950" y="4191000"/>
          <p14:tracePt t="18287" x="2197100" y="4210050"/>
          <p14:tracePt t="18301" x="2146300" y="4229100"/>
          <p14:tracePt t="18318" x="2032000" y="4273550"/>
          <p14:tracePt t="18335" x="1968500" y="4305300"/>
          <p14:tracePt t="18352" x="1943100" y="4311650"/>
          <p14:tracePt t="18368" x="1911350" y="4330700"/>
          <p14:tracePt t="18384" x="1873250" y="4349750"/>
          <p14:tracePt t="18401" x="1847850" y="4356100"/>
          <p14:tracePt t="18419" x="1841500" y="4368800"/>
          <p14:tracePt t="18434" x="1835150" y="4368800"/>
          <p14:tracePt t="18451" x="1822450" y="4375150"/>
          <p14:tracePt t="18468" x="1816100" y="4381500"/>
          <p14:tracePt t="18485" x="1809750" y="4387850"/>
          <p14:tracePt t="18501" x="1797050" y="4387850"/>
          <p14:tracePt t="18518" x="1778000" y="4394200"/>
          <p14:tracePt t="18534" x="1771650" y="4400550"/>
          <p14:tracePt t="18551" x="1752600" y="4400550"/>
          <p14:tracePt t="18567" x="1733550" y="4413250"/>
          <p14:tracePt t="18584" x="1727200" y="4413250"/>
          <p14:tracePt t="18601" x="1701800" y="4425950"/>
          <p14:tracePt t="18617" x="1670050" y="4438650"/>
          <p14:tracePt t="18634" x="1657350" y="4445000"/>
          <p14:tracePt t="18651" x="1631950" y="4457700"/>
          <p14:tracePt t="18667" x="1619250" y="4457700"/>
          <p14:tracePt t="18685" x="1600200" y="4470400"/>
          <p14:tracePt t="18700" x="1593850" y="4476750"/>
          <p14:tracePt t="18717" x="1581150" y="4476750"/>
          <p14:tracePt t="18734" x="1574800" y="4476750"/>
          <p14:tracePt t="18750" x="1568450" y="4483100"/>
          <p14:tracePt t="18767" x="1562100" y="4483100"/>
          <p14:tracePt t="18783" x="1543050" y="4483100"/>
          <p14:tracePt t="18800" x="1511300" y="4489450"/>
          <p14:tracePt t="18816" x="1498600" y="4489450"/>
          <p14:tracePt t="18833" x="1447800" y="4489450"/>
          <p14:tracePt t="18849" x="1397000" y="4502150"/>
          <p14:tracePt t="18867" x="1352550" y="4508500"/>
          <p14:tracePt t="18883" x="1327150" y="4508500"/>
          <p14:tracePt t="18899" x="1289050" y="4514850"/>
          <p14:tracePt t="18916" x="1257300" y="4521200"/>
          <p14:tracePt t="18932" x="1250950" y="4527550"/>
          <p14:tracePt t="18949" x="1244600" y="4527550"/>
          <p14:tracePt t="18966" x="1231900" y="4527550"/>
          <p14:tracePt t="19007" x="1225550" y="4533900"/>
          <p14:tracePt t="19056" x="1225550" y="4540250"/>
          <p14:tracePt t="19127" x="1225550" y="4546600"/>
          <p14:tracePt t="19218" x="1219200" y="4552950"/>
          <p14:tracePt t="19267" x="1219200" y="4559300"/>
          <p14:tracePt t="19308" x="1219200" y="4565650"/>
          <p14:tracePt t="19358" x="1219200" y="4572000"/>
          <p14:tracePt t="19449" x="1219200" y="4578350"/>
          <p14:tracePt t="19477" x="1225550" y="4584700"/>
          <p14:tracePt t="19512" x="1231900" y="4584700"/>
          <p14:tracePt t="19547" x="1238250" y="4591050"/>
          <p14:tracePt t="19596" x="1244600" y="4591050"/>
          <p14:tracePt t="19638" x="1250950" y="4591050"/>
          <p14:tracePt t="19659" x="1257300" y="4591050"/>
          <p14:tracePt t="19666" x="1257300" y="4597400"/>
          <p14:tracePt t="19702" x="1263650" y="4597400"/>
          <p14:tracePt t="19708" x="1263650" y="4603750"/>
          <p14:tracePt t="19723" x="1270000" y="4603750"/>
          <p14:tracePt t="19731" x="1276350" y="4603750"/>
          <p14:tracePt t="19746" x="1282700" y="4603750"/>
          <p14:tracePt t="19763" x="1289050" y="4610100"/>
          <p14:tracePt t="19780" x="1301750" y="4616450"/>
          <p14:tracePt t="19796" x="1314450" y="4616450"/>
          <p14:tracePt t="19814" x="1352550" y="4629150"/>
          <p14:tracePt t="19829" x="1390650" y="4641850"/>
          <p14:tracePt t="19846" x="1409700" y="4648200"/>
          <p14:tracePt t="19863" x="1447800" y="4654550"/>
          <p14:tracePt t="19879" x="1479550" y="4667250"/>
          <p14:tracePt t="19896" x="1492250" y="4667250"/>
          <p14:tracePt t="19913" x="1517650" y="4673600"/>
          <p14:tracePt t="19929" x="1524000" y="4673600"/>
          <p14:tracePt t="19933" x="1530350" y="4679950"/>
          <p14:tracePt t="19947" x="1536700" y="4679950"/>
          <p14:tracePt t="19968" x="1536700" y="4686300"/>
          <p14:tracePt t="19989" x="1543050" y="4686300"/>
          <p14:tracePt t="20010" x="1549400" y="4686300"/>
          <p14:tracePt t="20052" x="1555750" y="4686300"/>
          <p14:tracePt t="20087" x="1562100" y="4686300"/>
          <p14:tracePt t="20129" x="1568450" y="4692650"/>
          <p14:tracePt t="20228" x="1562100" y="4692650"/>
          <p14:tracePt t="20249" x="1555750" y="4692650"/>
          <p14:tracePt t="20319" x="1549400" y="4692650"/>
          <p14:tracePt t="20339" x="1543050" y="4692650"/>
          <p14:tracePt t="20368" x="1536700" y="4692650"/>
          <p14:tracePt t="20388" x="1530350" y="4692650"/>
          <p14:tracePt t="20403" x="1524000" y="4692650"/>
          <p14:tracePt t="20409" x="1517650" y="4692650"/>
          <p14:tracePt t="20424" x="1511300" y="4692650"/>
          <p14:tracePt t="20431" x="1498600" y="4692650"/>
          <p14:tracePt t="20444" x="1492250" y="4692650"/>
          <p14:tracePt t="20461" x="1454150" y="4686300"/>
          <p14:tracePt t="20477" x="1441450" y="4686300"/>
          <p14:tracePt t="20494" x="1409700" y="4686300"/>
          <p14:tracePt t="20511" x="1377950" y="4686300"/>
          <p14:tracePt t="20527" x="1365250" y="4686300"/>
          <p14:tracePt t="20544" x="1339850" y="4686300"/>
          <p14:tracePt t="20560" x="1333500" y="4686300"/>
          <p14:tracePt t="20577" x="1327150" y="4686300"/>
          <p14:tracePt t="20593" x="1314450" y="4686300"/>
          <p14:tracePt t="20610" x="1308100" y="4686300"/>
          <p14:tracePt t="20627" x="1301750" y="4686300"/>
          <p14:tracePt t="20643" x="1295400" y="4686300"/>
          <p14:tracePt t="20669" x="1282700" y="4686300"/>
          <p14:tracePt t="20691" x="1276350" y="4686300"/>
          <p14:tracePt t="20711" x="1270000" y="4686300"/>
          <p14:tracePt t="20718" x="1270000" y="4692650"/>
          <p14:tracePt t="20739" x="1263650" y="4692650"/>
          <p14:tracePt t="20761" x="1257300" y="4692650"/>
          <p14:tracePt t="20782" x="1250950" y="4692650"/>
          <p14:tracePt t="20809" x="1244600" y="4692650"/>
          <p14:tracePt t="20830" x="1238250" y="4692650"/>
          <p14:tracePt t="20851" x="1231900" y="4692650"/>
          <p14:tracePt t="20894" x="1225550" y="4692650"/>
          <p14:tracePt t="20929" x="1219200" y="4692650"/>
          <p14:tracePt t="20971" x="1212850" y="4692650"/>
          <p14:tracePt t="20993" x="1206500" y="4699000"/>
          <p14:tracePt t="21020" x="1200150" y="4699000"/>
          <p14:tracePt t="21062" x="1193800" y="4699000"/>
          <p14:tracePt t="21139" x="1187450" y="4699000"/>
          <p14:tracePt t="21349" x="1181100" y="4699000"/>
          <p14:tracePt t="21476" x="1181100" y="4705350"/>
          <p14:tracePt t="22212" x="1181100" y="4711700"/>
          <p14:tracePt t="22275" x="1181100" y="4718050"/>
          <p14:tracePt t="22331" x="1174750" y="4718050"/>
          <p14:tracePt t="23208" x="1174750" y="4711700"/>
          <p14:tracePt t="23243" x="1181100" y="4711700"/>
          <p14:tracePt t="23285" x="1187450" y="4711700"/>
          <p14:tracePt t="23312" x="1193800" y="4711700"/>
          <p14:tracePt t="23334" x="1200150" y="4711700"/>
          <p14:tracePt t="23369" x="1206500" y="4711700"/>
          <p14:tracePt t="23404" x="1212850" y="4711700"/>
          <p14:tracePt t="23447" x="1219200" y="4711700"/>
          <p14:tracePt t="23475" x="1225550" y="4711700"/>
          <p14:tracePt t="23496" x="1231900" y="4711700"/>
          <p14:tracePt t="23524" x="1238250" y="4711700"/>
          <p14:tracePt t="23545" x="1244600" y="4711700"/>
          <p14:tracePt t="23587" x="1250950" y="4711700"/>
          <p14:tracePt t="23615" x="1263650" y="4711700"/>
          <p14:tracePt t="23650" x="1270000" y="4711700"/>
          <p14:tracePt t="23656" x="1276350" y="4711700"/>
          <p14:tracePt t="23666" x="1282700" y="4711700"/>
          <p14:tracePt t="23686" x="1289050" y="4711700"/>
          <p14:tracePt t="23720" x="1295400" y="4705350"/>
          <p14:tracePt t="23734" x="1301750" y="4705350"/>
          <p14:tracePt t="23755" x="1308100" y="4705350"/>
          <p14:tracePt t="23776" x="1314450" y="4705350"/>
          <p14:tracePt t="23797" x="1320800" y="4705350"/>
          <p14:tracePt t="23818" x="1327150" y="4705350"/>
          <p14:tracePt t="23825" x="1327150" y="4699000"/>
          <p14:tracePt t="23867" x="1333500" y="4699000"/>
          <p14:tracePt t="23874" x="1339850" y="4699000"/>
          <p14:tracePt t="23916" x="1346200" y="4699000"/>
          <p14:tracePt t="23944" x="1352550" y="4699000"/>
          <p14:tracePt t="23965" x="1358900" y="4699000"/>
          <p14:tracePt t="23986" x="1365250" y="4699000"/>
          <p14:tracePt t="24036" x="1371600" y="4699000"/>
          <p14:tracePt t="24071" x="1377950" y="4699000"/>
          <p14:tracePt t="24085" x="1384300" y="4699000"/>
          <p14:tracePt t="24127" x="1390650" y="4699000"/>
          <p14:tracePt t="24149" x="1397000" y="4699000"/>
          <p14:tracePt t="24211" x="1397000" y="4705350"/>
          <p14:tracePt t="24218" x="1403350" y="4705350"/>
          <p14:tracePt t="24231" x="1409700" y="4705350"/>
          <p14:tracePt t="24247" x="1416050" y="4705350"/>
          <p14:tracePt t="24288" x="1422400" y="4705350"/>
          <p14:tracePt t="24295" x="1428750" y="4705350"/>
          <p14:tracePt t="24569" x="1435100" y="4711700"/>
          <p14:tracePt t="24730" x="1441450" y="4711700"/>
          <p14:tracePt t="24779" x="1447800" y="4711700"/>
          <p14:tracePt t="24807" x="1454150" y="4711700"/>
          <p14:tracePt t="24848" x="1460500" y="4711700"/>
          <p14:tracePt t="24856" x="1466850" y="4718050"/>
          <p14:tracePt t="24898" x="1473200" y="4718050"/>
          <p14:tracePt t="25031" x="1479550" y="4718050"/>
          <p14:tracePt t="25066" x="1485900" y="4718050"/>
          <p14:tracePt t="25123" x="1492250" y="4718050"/>
          <p14:tracePt t="25193" x="1498600" y="4718050"/>
          <p14:tracePt t="25768" x="1504950" y="4711700"/>
          <p14:tracePt t="25901" x="1511300" y="4711700"/>
          <p14:tracePt t="25909" x="1511300" y="4705350"/>
          <p14:tracePt t="25943" x="1517650" y="4699000"/>
          <p14:tracePt t="25950" x="1517650" y="4692650"/>
          <p14:tracePt t="25964" x="1524000" y="4692650"/>
          <p14:tracePt t="25974" x="1530350" y="4686300"/>
          <p14:tracePt t="25995" x="1536700" y="4679950"/>
          <p14:tracePt t="26013" x="1543050" y="4673600"/>
          <p14:tracePt t="26025" x="1549400" y="4673600"/>
          <p14:tracePt t="26044" x="1549400" y="4667250"/>
          <p14:tracePt t="26069" x="1562100" y="4660900"/>
          <p14:tracePt t="26090" x="1568450" y="4648200"/>
          <p14:tracePt t="26111" x="1574800" y="4641850"/>
          <p14:tracePt t="26118" x="1581150" y="4635500"/>
          <p14:tracePt t="26132" x="1593850" y="4622800"/>
          <p14:tracePt t="26141" x="1600200" y="4616450"/>
          <p14:tracePt t="26157" x="1606550" y="4610100"/>
          <p14:tracePt t="26175" x="1619250" y="4597400"/>
          <p14:tracePt t="26191" x="1638300" y="4572000"/>
          <p14:tracePt t="26208" x="1644650" y="4565650"/>
          <p14:tracePt t="26224" x="1663700" y="4546600"/>
          <p14:tracePt t="26241" x="1670050" y="4533900"/>
          <p14:tracePt t="26258" x="1676400" y="4514850"/>
          <p14:tracePt t="26274" x="1689100" y="4508500"/>
          <p14:tracePt t="26294" x="1689100" y="4502150"/>
          <p14:tracePt t="26308" x="1695450" y="4502150"/>
          <p14:tracePt t="26324" x="1701800" y="4495800"/>
          <p14:tracePt t="26340" x="1701800" y="4489450"/>
          <p14:tracePt t="26357" x="1708150" y="4483100"/>
          <p14:tracePt t="26373" x="1714500" y="4476750"/>
          <p14:tracePt t="26407" x="1720850" y="4470400"/>
          <p14:tracePt t="26423" x="1727200" y="4451350"/>
          <p14:tracePt t="26441" x="1733550" y="4438650"/>
          <p14:tracePt t="26456" x="1739900" y="4425950"/>
          <p14:tracePt t="26473" x="1752600" y="4406900"/>
          <p14:tracePt t="26490" x="1771650" y="4394200"/>
          <p14:tracePt t="26506" x="1771650" y="4387850"/>
          <p14:tracePt t="26523" x="1784350" y="4368800"/>
          <p14:tracePt t="26540" x="1803400" y="4356100"/>
          <p14:tracePt t="26556" x="1809750" y="4343400"/>
          <p14:tracePt t="26573" x="1828800" y="4330700"/>
          <p14:tracePt t="26589" x="1866900" y="4267200"/>
          <p14:tracePt t="26606" x="1955800" y="4140200"/>
          <p14:tracePt t="26623" x="2063750" y="3943350"/>
          <p14:tracePt t="26639" x="2127250" y="3848100"/>
          <p14:tracePt t="26656" x="2228850" y="3619500"/>
          <p14:tracePt t="26673" x="2324100" y="3409950"/>
          <p14:tracePt t="26689" x="2368550" y="3295650"/>
          <p14:tracePt t="26706" x="2451100" y="3098800"/>
          <p14:tracePt t="26722" x="2520950" y="2933700"/>
          <p14:tracePt t="26739" x="2540000" y="2857500"/>
          <p14:tracePt t="26756" x="2590800" y="2698750"/>
          <p14:tracePt t="26772" x="2628900" y="2565400"/>
          <p14:tracePt t="26789" x="2647950" y="2508250"/>
          <p14:tracePt t="26806" x="2667000" y="2425700"/>
          <p14:tracePt t="26822" x="2679700" y="2355850"/>
          <p14:tracePt t="26838" x="2679700" y="2324100"/>
          <p14:tracePt t="26855" x="2686050" y="2279650"/>
          <p14:tracePt t="26872" x="2692400" y="2266950"/>
          <p14:tracePt t="26889" x="2692400" y="2241550"/>
          <p14:tracePt t="26905" x="2692400" y="2216150"/>
          <p14:tracePt t="26922" x="2698750" y="2203450"/>
          <p14:tracePt t="26939" x="2705100" y="2178050"/>
          <p14:tracePt t="26955" x="2711450" y="2159000"/>
          <p14:tracePt t="26988" x="2711450" y="2152650"/>
          <p14:tracePt t="27030" x="2711450" y="2159000"/>
          <p14:tracePt t="27050" x="2705100" y="2171700"/>
          <p14:tracePt t="27072" x="2705100" y="2178050"/>
          <p14:tracePt t="27093" x="2705100" y="2184400"/>
          <p14:tracePt t="27100" x="2705100" y="2190750"/>
          <p14:tracePt t="27142" x="2698750" y="2190750"/>
          <p14:tracePt t="27170" x="2698750" y="2197100"/>
          <p14:tracePt t="27191" x="2692400" y="2203450"/>
          <p14:tracePt t="27233" x="2686050" y="2209800"/>
          <p14:tracePt t="27450" x="2679700" y="2209800"/>
          <p14:tracePt t="27514" x="2673350" y="2209800"/>
          <p14:tracePt t="28095" x="2667000" y="2216150"/>
          <p14:tracePt t="28124" x="2667000" y="2222500"/>
          <p14:tracePt t="28138" x="2667000" y="2228850"/>
          <p14:tracePt t="28152" x="2660650" y="2235200"/>
          <p14:tracePt t="28166" x="2660650" y="2241550"/>
          <p14:tracePt t="28173" x="2654300" y="2247900"/>
          <p14:tracePt t="28187" x="2641600" y="2260600"/>
          <p14:tracePt t="28201" x="2635250" y="2279650"/>
          <p14:tracePt t="28217" x="2571750" y="2368550"/>
          <p14:tracePt t="28234" x="2533650" y="2438400"/>
          <p14:tracePt t="28251" x="2419350" y="2641600"/>
          <p14:tracePt t="28267" x="2286000" y="2882900"/>
          <p14:tracePt t="28284" x="2190750" y="3016250"/>
          <p14:tracePt t="28300" x="1993900" y="3321050"/>
          <p14:tracePt t="28317" x="1790700" y="3613150"/>
          <p14:tracePt t="28335" x="1619250" y="3854450"/>
          <p14:tracePt t="28350" x="1555750" y="3962400"/>
          <p14:tracePt t="28367" x="1435100" y="4140200"/>
          <p14:tracePt t="28384" x="1352550" y="4298950"/>
          <p14:tracePt t="28400" x="1314450" y="4356100"/>
          <p14:tracePt t="28416" x="1282700" y="4432300"/>
          <p14:tracePt t="28433" x="1263650" y="4470400"/>
          <p14:tracePt t="28449" x="1257300" y="4483100"/>
          <p14:tracePt t="28467" x="1257300" y="4495800"/>
          <p14:tracePt t="28483" x="1257300" y="4514850"/>
          <p14:tracePt t="28503" x="1257300" y="4521200"/>
          <p14:tracePt t="28524" x="1257300" y="4527550"/>
          <p14:tracePt t="28545" x="1257300" y="4533900"/>
          <p14:tracePt t="28572" x="1257300" y="4540250"/>
          <p14:tracePt t="28587" x="1257300" y="4552950"/>
          <p14:tracePt t="28593" x="1257300" y="4559300"/>
          <p14:tracePt t="28608" x="1257300" y="4565650"/>
          <p14:tracePt t="28616" x="1257300" y="4572000"/>
          <p14:tracePt t="28636" x="1263650" y="4578350"/>
          <p14:tracePt t="28649" x="1263650" y="4584700"/>
          <p14:tracePt t="28665" x="1270000" y="4597400"/>
          <p14:tracePt t="28683" x="1270000" y="4603750"/>
          <p14:tracePt t="28701" x="1276350" y="4610100"/>
          <p14:tracePt t="28715" x="1282700" y="4610100"/>
          <p14:tracePt t="28755" x="1282700" y="4616450"/>
          <p14:tracePt t="28776" x="1282700" y="4622800"/>
          <p14:tracePt t="28785" x="1289050" y="4622800"/>
          <p14:tracePt t="28804" x="1289050" y="4629150"/>
          <p14:tracePt t="28825" x="1295400" y="4635500"/>
          <p14:tracePt t="28853" x="1301750" y="4641850"/>
          <p14:tracePt t="28888" x="1308100" y="4648200"/>
          <p14:tracePt t="28924" x="1314450" y="4648200"/>
          <p14:tracePt t="28966" x="1320800" y="4654550"/>
          <p14:tracePt t="29036" x="1327150" y="4654550"/>
          <p14:tracePt t="29295" x="1339850" y="4654550"/>
          <p14:tracePt t="29309" x="1346200" y="4654550"/>
          <p14:tracePt t="29316" x="1352550" y="4654550"/>
          <p14:tracePt t="29333" x="1365250" y="4654550"/>
          <p14:tracePt t="29346" x="1403350" y="4654550"/>
          <p14:tracePt t="29363" x="1435100" y="4654550"/>
          <p14:tracePt t="29380" x="1511300" y="4660900"/>
          <p14:tracePt t="29396" x="1562100" y="4660900"/>
          <p14:tracePt t="29413" x="1651000" y="4660900"/>
          <p14:tracePt t="29430" x="1733550" y="4660900"/>
          <p14:tracePt t="29446" x="1771650" y="4660900"/>
          <p14:tracePt t="29463" x="1822450" y="4654550"/>
          <p14:tracePt t="29479" x="1847850" y="4648200"/>
          <p14:tracePt t="29496" x="1860550" y="4641850"/>
          <p14:tracePt t="29513" x="1873250" y="4641850"/>
          <p14:tracePt t="29529" x="1879600" y="4641850"/>
          <p14:tracePt t="29646" x="1879600" y="4635500"/>
          <p14:tracePt t="29751" x="1873250" y="4635500"/>
          <p14:tracePt t="29807" x="1866900" y="4635500"/>
          <p14:tracePt t="29877" x="1866900" y="4622800"/>
          <p14:tracePt t="30295" x="1873250" y="4622800"/>
          <p14:tracePt t="30309" x="1885950" y="4622800"/>
          <p14:tracePt t="30316" x="1911350" y="4622800"/>
          <p14:tracePt t="30330" x="1930400" y="4622800"/>
          <p14:tracePt t="30343" x="1962150" y="4622800"/>
          <p14:tracePt t="30360" x="2038350" y="4622800"/>
          <p14:tracePt t="30376" x="2076450" y="4622800"/>
          <p14:tracePt t="30393" x="2159000" y="4622800"/>
          <p14:tracePt t="30409" x="2222500" y="4622800"/>
          <p14:tracePt t="30426" x="2254250" y="4622800"/>
          <p14:tracePt t="30443" x="2311400" y="4622800"/>
          <p14:tracePt t="30459" x="2349500" y="4629150"/>
          <p14:tracePt t="30476" x="2368550" y="4629150"/>
          <p14:tracePt t="30493" x="2406650" y="4629150"/>
          <p14:tracePt t="30509" x="2413000" y="4629150"/>
          <p14:tracePt t="30527" x="2438400" y="4629150"/>
          <p14:tracePt t="30542" x="2470150" y="4629150"/>
          <p14:tracePt t="30559" x="2482850" y="4629150"/>
          <p14:tracePt t="30576" x="2501900" y="4629150"/>
          <p14:tracePt t="30592" x="2514600" y="4629150"/>
          <p14:tracePt t="30609" x="2527300" y="4629150"/>
          <p14:tracePt t="30625" x="2552700" y="4635500"/>
          <p14:tracePt t="30642" x="2571750" y="4635500"/>
          <p14:tracePt t="30659" x="2584450" y="4635500"/>
          <p14:tracePt t="30675" x="2622550" y="4635500"/>
          <p14:tracePt t="30692" x="2641600" y="4635500"/>
          <p14:tracePt t="30709" x="2679700" y="4635500"/>
          <p14:tracePt t="30725" x="2698750" y="4641850"/>
          <p14:tracePt t="30742" x="2724150" y="4641850"/>
          <p14:tracePt t="30758" x="2755900" y="4641850"/>
          <p14:tracePt t="30775" x="2768600" y="4641850"/>
          <p14:tracePt t="30793" x="2781300" y="4641850"/>
          <p14:tracePt t="30808" x="2800350" y="4641850"/>
          <p14:tracePt t="30825" x="2813050" y="4641850"/>
          <p14:tracePt t="30842" x="2838450" y="4641850"/>
          <p14:tracePt t="30859" x="2844800" y="4641850"/>
          <p14:tracePt t="30875" x="2851150" y="4641850"/>
          <p14:tracePt t="30891" x="2863850" y="4648200"/>
          <p14:tracePt t="30924" x="2870200" y="4654550"/>
          <p14:tracePt t="30941" x="2876550" y="4654550"/>
          <p14:tracePt t="30958" x="2882900" y="4654550"/>
          <p14:tracePt t="30989" x="2889250" y="4654550"/>
          <p14:tracePt t="31024" x="2895600" y="4654550"/>
          <p14:tracePt t="31053" x="2901950" y="4660900"/>
          <p14:tracePt t="31124" x="2908300" y="4660900"/>
          <p14:tracePt t="31206" x="2914650" y="4667250"/>
          <p14:tracePt t="31235" x="2921000" y="4667250"/>
          <p14:tracePt t="31270" x="2927350" y="4667250"/>
          <p14:tracePt t="31319" x="2933700" y="4667250"/>
          <p14:tracePt t="31347" x="2940050" y="4667250"/>
          <p14:tracePt t="31444" x="2952750" y="4667250"/>
          <p14:tracePt t="31494" x="2959100" y="4667250"/>
          <p14:tracePt t="31578" x="2965450" y="4667250"/>
          <p14:tracePt t="31606" x="2971800" y="4673600"/>
          <p14:tracePt t="31642" x="2978150" y="4673600"/>
          <p14:tracePt t="31733" x="2984500" y="4673600"/>
          <p14:tracePt t="32405" x="2978150" y="4673600"/>
          <p14:tracePt t="32413" x="2971800" y="4673600"/>
          <p14:tracePt t="32422" x="2965450" y="4679950"/>
          <p14:tracePt t="32435" x="2959100" y="4679950"/>
          <p14:tracePt t="32453" x="2946400" y="4679950"/>
          <p14:tracePt t="32469" x="2908300" y="4686300"/>
          <p14:tracePt t="32486" x="2825750" y="4705350"/>
          <p14:tracePt t="32502" x="2774950" y="4705350"/>
          <p14:tracePt t="32519" x="2628900" y="4711700"/>
          <p14:tracePt t="32535" x="2501900" y="4730750"/>
          <p14:tracePt t="32553" x="2381250" y="4737100"/>
          <p14:tracePt t="32569" x="2343150" y="4737100"/>
          <p14:tracePt t="32585" x="2266950" y="4737100"/>
          <p14:tracePt t="32602" x="2222500" y="4737100"/>
          <p14:tracePt t="32619" x="2209800" y="4737100"/>
          <p14:tracePt t="32622" x="2203450" y="4737100"/>
          <p14:tracePt t="32652" x="2197100" y="4737100"/>
          <p14:tracePt t="32672" x="2190750" y="4737100"/>
          <p14:tracePt t="32700" x="2184400" y="4737100"/>
          <p14:tracePt t="32735" x="2184400" y="4730750"/>
          <p14:tracePt t="32784" x="2184400" y="4724400"/>
          <p14:tracePt t="32805" x="2178050" y="4724400"/>
          <p14:tracePt t="32812" x="2165350" y="4718050"/>
          <p14:tracePt t="32821" x="2159000" y="4718050"/>
          <p14:tracePt t="32835" x="2159000" y="4711700"/>
          <p14:tracePt t="32851" x="2139950" y="4699000"/>
          <p14:tracePt t="33397" x="2133600" y="4692650"/>
          <p14:tracePt t="33403" x="2127250" y="4686300"/>
          <p14:tracePt t="33419" x="2127250" y="4667250"/>
          <p14:tracePt t="33432" x="2101850" y="4648200"/>
          <p14:tracePt t="33449" x="2095500" y="4635500"/>
          <p14:tracePt t="33466" x="2070100" y="4597400"/>
          <p14:tracePt t="33482" x="2063750" y="4584700"/>
          <p14:tracePt t="33499" x="2025650" y="4552950"/>
          <p14:tracePt t="33516" x="1987550" y="4514850"/>
          <p14:tracePt t="33531" x="1981200" y="4502150"/>
          <p14:tracePt t="33549" x="1955800" y="4483100"/>
          <p14:tracePt t="33566" x="1936750" y="4464050"/>
          <p14:tracePt t="33582" x="1930400" y="4457700"/>
          <p14:tracePt t="33599" x="1917700" y="4445000"/>
          <p14:tracePt t="33615" x="1898650" y="4438650"/>
          <p14:tracePt t="33631" x="1892300" y="4438650"/>
          <p14:tracePt t="33649" x="1879600" y="4438650"/>
          <p14:tracePt t="33665" x="1873250" y="4432300"/>
          <p14:tracePt t="33682" x="1866900" y="4432300"/>
          <p14:tracePt t="33699" x="1854200" y="4425950"/>
          <p14:tracePt t="33715" x="1841500" y="4425950"/>
          <p14:tracePt t="33748" x="1828800" y="4425950"/>
          <p14:tracePt t="33765" x="1816100" y="4425950"/>
          <p14:tracePt t="33782" x="1784350" y="4425950"/>
          <p14:tracePt t="33798" x="1771650" y="4425950"/>
          <p14:tracePt t="33814" x="1752600" y="4432300"/>
          <p14:tracePt t="33832" x="1720850" y="4445000"/>
          <p14:tracePt t="33848" x="1676400" y="4451350"/>
          <p14:tracePt t="33865" x="1657350" y="4457700"/>
          <p14:tracePt t="33881" x="1631950" y="4470400"/>
          <p14:tracePt t="33898" x="1593850" y="4483100"/>
          <p14:tracePt t="33915" x="1568450" y="4502150"/>
          <p14:tracePt t="33931" x="1555750" y="4508500"/>
          <p14:tracePt t="33947" x="1536700" y="4514850"/>
          <p14:tracePt t="33965" x="1524000" y="4527550"/>
          <p14:tracePt t="33980" x="1511300" y="4533900"/>
          <p14:tracePt t="33997" x="1498600" y="4546600"/>
          <p14:tracePt t="34014" x="1485900" y="4559300"/>
          <p14:tracePt t="34055" x="1473200" y="4572000"/>
          <p14:tracePt t="34084" x="1466850" y="4578350"/>
          <p14:tracePt t="34125" x="1460500" y="4584700"/>
          <p14:tracePt t="34154" x="1460500" y="4591050"/>
          <p14:tracePt t="34195" x="1473200" y="4597400"/>
          <p14:tracePt t="34203" x="1479550" y="4597400"/>
          <p14:tracePt t="34224" x="1485900" y="4597400"/>
          <p14:tracePt t="34238" x="1498600" y="4597400"/>
          <p14:tracePt t="34246" x="1511300" y="4597400"/>
          <p14:tracePt t="34263" x="1536700" y="4597400"/>
          <p14:tracePt t="34280" x="1600200" y="4597400"/>
          <p14:tracePt t="34296" x="1701800" y="4591050"/>
          <p14:tracePt t="34313" x="1765300" y="4591050"/>
          <p14:tracePt t="34330" x="1905000" y="4591050"/>
          <p14:tracePt t="34346" x="2038350" y="4584700"/>
          <p14:tracePt t="34365" x="2165350" y="4584700"/>
          <p14:tracePt t="34379" x="2228850" y="4584700"/>
          <p14:tracePt t="34396" x="2266950" y="4584700"/>
          <p14:tracePt t="34413" x="2349500" y="4584700"/>
          <p14:tracePt t="34429" x="2387600" y="4591050"/>
          <p14:tracePt t="34446" x="2400300" y="4603750"/>
          <p14:tracePt t="34463" x="2419350" y="4616450"/>
          <p14:tracePt t="34479" x="2432050" y="4629150"/>
          <p14:tracePt t="34495" x="2432050" y="4635500"/>
          <p14:tracePt t="34512" x="2432050" y="4641850"/>
          <p14:tracePt t="34528" x="2438400" y="4648200"/>
          <p14:tracePt t="34616" x="2444750" y="4648200"/>
          <p14:tracePt t="34715" x="2438400" y="4641850"/>
          <p14:tracePt t="34736" x="2432050" y="4635500"/>
          <p14:tracePt t="34749" x="2419350" y="4635500"/>
          <p14:tracePt t="34756" x="2419350" y="4629150"/>
          <p14:tracePt t="34765" x="2406650" y="4622800"/>
          <p14:tracePt t="34781" x="2393950" y="4616450"/>
          <p14:tracePt t="34794" x="2368550" y="4610100"/>
          <p14:tracePt t="34811" x="2298700" y="4584700"/>
          <p14:tracePt t="34828" x="2178050" y="4546600"/>
          <p14:tracePt t="34844" x="2108200" y="4527550"/>
          <p14:tracePt t="34861" x="1943100" y="4508500"/>
          <p14:tracePt t="34878" x="1797050" y="4489450"/>
          <p14:tracePt t="34894" x="1746250" y="4483100"/>
          <p14:tracePt t="34911" x="1663700" y="4476750"/>
          <p14:tracePt t="34927" x="1606550" y="4476750"/>
          <p14:tracePt t="34944" x="1593850" y="4476750"/>
          <p14:tracePt t="34960" x="1581150" y="4476750"/>
          <p14:tracePt t="34977" x="1574800" y="4476750"/>
          <p14:tracePt t="34995" x="1568450" y="4476750"/>
          <p14:tracePt t="35079" x="1562100" y="4483100"/>
          <p14:tracePt t="35128" x="1568450" y="4483100"/>
          <p14:tracePt t="35135" x="1581150" y="4483100"/>
          <p14:tracePt t="35149" x="1587500" y="4483100"/>
          <p14:tracePt t="35160" x="1593850" y="4483100"/>
          <p14:tracePt t="35178" x="1631950" y="4483100"/>
          <p14:tracePt t="35193" x="1676400" y="4483100"/>
          <p14:tracePt t="35210" x="1797050" y="4483100"/>
          <p14:tracePt t="35227" x="1936750" y="4495800"/>
          <p14:tracePt t="35243" x="2012950" y="4508500"/>
          <p14:tracePt t="35259" x="2171700" y="4527550"/>
          <p14:tracePt t="35276" x="2311400" y="4533900"/>
          <p14:tracePt t="35293" x="2381250" y="4546600"/>
          <p14:tracePt t="35309" x="2406650" y="4552950"/>
          <p14:tracePt t="35326" x="2501900" y="4578350"/>
          <p14:tracePt t="35343" x="2514600" y="4578350"/>
          <p14:tracePt t="35360" x="2527300" y="4578350"/>
          <p14:tracePt t="35376" x="2533650" y="4578350"/>
          <p14:tracePt t="35392" x="2540000" y="4584700"/>
          <p14:tracePt t="35416" x="2540000" y="4591050"/>
          <p14:tracePt t="35633" x="2552700" y="4591050"/>
          <p14:tracePt t="35640" x="2571750" y="4591050"/>
          <p14:tracePt t="35647" x="2597150" y="4584700"/>
          <p14:tracePt t="35662" x="2628900" y="4584700"/>
          <p14:tracePt t="35675" x="2724150" y="4565650"/>
          <p14:tracePt t="35691" x="2781300" y="4565650"/>
          <p14:tracePt t="35708" x="2832100" y="4559300"/>
          <p14:tracePt t="35725" x="2933700" y="4559300"/>
          <p14:tracePt t="35741" x="3041650" y="4559300"/>
          <p14:tracePt t="35758" x="3079750" y="4559300"/>
          <p14:tracePt t="35774" x="3149600" y="4572000"/>
          <p14:tracePt t="35791" x="3200400" y="4578350"/>
          <p14:tracePt t="35808" x="3213100" y="4578350"/>
          <p14:tracePt t="35824" x="3225800" y="4578350"/>
          <p14:tracePt t="35858" x="3225800" y="4584700"/>
          <p14:tracePt t="35874" x="3219450" y="4584700"/>
          <p14:tracePt t="35894" x="3213100" y="4584700"/>
          <p14:tracePt t="35908" x="3200400" y="4584700"/>
          <p14:tracePt t="35924" x="3194050" y="4584700"/>
          <p14:tracePt t="35941" x="3181350" y="4584700"/>
          <p14:tracePt t="35957" x="3124200" y="4578350"/>
          <p14:tracePt t="35973" x="3079750" y="4578350"/>
          <p14:tracePt t="35991" x="2965450" y="4565650"/>
          <p14:tracePt t="36007" x="2901950" y="4565650"/>
          <p14:tracePt t="36023" x="2743200" y="4552950"/>
          <p14:tracePt t="36040" x="2603500" y="4552950"/>
          <p14:tracePt t="36057" x="2552700" y="4552950"/>
          <p14:tracePt t="36073" x="2457450" y="4565650"/>
          <p14:tracePt t="36090" x="2400300" y="4572000"/>
          <p14:tracePt t="36106" x="2368550" y="4578350"/>
          <p14:tracePt t="36124" x="2343150" y="4591050"/>
          <p14:tracePt t="36140" x="2330450" y="4597400"/>
          <p14:tracePt t="36156" x="2324100" y="4597400"/>
          <p14:tracePt t="36173" x="2317750" y="4610100"/>
          <p14:tracePt t="36189" x="2330450" y="4610100"/>
          <p14:tracePt t="36206" x="2343150" y="4610100"/>
          <p14:tracePt t="36223" x="2381250" y="4616450"/>
          <p14:tracePt t="36239" x="2419350" y="4616450"/>
          <p14:tracePt t="36257" x="2540000" y="4629150"/>
          <p14:tracePt t="36272" x="2755900" y="4660900"/>
          <p14:tracePt t="36289" x="2857500" y="4686300"/>
          <p14:tracePt t="36306" x="3060700" y="4692650"/>
          <p14:tracePt t="36322" x="3194050" y="4711700"/>
          <p14:tracePt t="36339" x="3238500" y="4718050"/>
          <p14:tracePt t="36356" x="3276600" y="4730750"/>
          <p14:tracePt t="36372" x="3289300" y="4730750"/>
          <p14:tracePt t="36406" x="3289300" y="4737100"/>
          <p14:tracePt t="36433" x="3276600" y="4737100"/>
          <p14:tracePt t="36442" x="3270250" y="4730750"/>
          <p14:tracePt t="36455" x="3263900" y="4730750"/>
          <p14:tracePt t="36472" x="3219450" y="4730750"/>
          <p14:tracePt t="36489" x="3124200" y="4718050"/>
          <p14:tracePt t="36505" x="3048000" y="4705350"/>
          <p14:tracePt t="36522" x="2844800" y="4699000"/>
          <p14:tracePt t="36539" x="2654300" y="4686300"/>
          <p14:tracePt t="36555" x="2590800" y="4686300"/>
          <p14:tracePt t="36572" x="2527300" y="4686300"/>
          <p14:tracePt t="36588" x="2438400" y="4686300"/>
          <p14:tracePt t="36605" x="2425700" y="4686300"/>
          <p14:tracePt t="36622" x="2413000" y="4686300"/>
          <p14:tracePt t="36654" x="2438400" y="4679950"/>
          <p14:tracePt t="36672" x="2489200" y="4673600"/>
          <p14:tracePt t="36688" x="2540000" y="4667250"/>
          <p14:tracePt t="36705" x="2603500" y="4654550"/>
          <p14:tracePt t="36721" x="2882900" y="4635500"/>
          <p14:tracePt t="36738" x="2990850" y="4629150"/>
          <p14:tracePt t="36755" x="3143250" y="4616450"/>
          <p14:tracePt t="36771" x="3219450" y="4616450"/>
          <p14:tracePt t="36788" x="3251200" y="4616450"/>
          <p14:tracePt t="36804" x="3270250" y="4616450"/>
          <p14:tracePt t="36821" x="3276600" y="4616450"/>
          <p14:tracePt t="36854" x="3263900" y="4610100"/>
          <p14:tracePt t="36872" x="3251200" y="4610100"/>
          <p14:tracePt t="36888" x="3219450" y="4603750"/>
          <p14:tracePt t="36903" x="3194050" y="4603750"/>
          <p14:tracePt t="36920" x="3143250" y="4597400"/>
          <p14:tracePt t="36938" x="2990850" y="4584700"/>
          <p14:tracePt t="36953" x="2787650" y="4578350"/>
          <p14:tracePt t="36970" x="2705100" y="4565650"/>
          <p14:tracePt t="36987" x="2578100" y="4565650"/>
          <p14:tracePt t="37003" x="2508250" y="4559300"/>
          <p14:tracePt t="37021" x="2489200" y="4559300"/>
          <p14:tracePt t="37037" x="2470150" y="4559300"/>
          <p14:tracePt t="37073" x="2482850" y="4559300"/>
          <p14:tracePt t="37086" x="2495550" y="4559300"/>
          <p14:tracePt t="37103" x="2527300" y="4559300"/>
          <p14:tracePt t="37120" x="2590800" y="4559300"/>
          <p14:tracePt t="37136" x="2749550" y="4546600"/>
          <p14:tracePt t="37140" x="2857500" y="4546600"/>
          <p14:tracePt t="37156" x="2952750" y="4540250"/>
          <p14:tracePt t="37170" x="3130550" y="4521200"/>
          <p14:tracePt t="37186" x="3194050" y="4508500"/>
          <p14:tracePt t="37203" x="3270250" y="4489450"/>
          <p14:tracePt t="37219" x="3282950" y="4483100"/>
          <p14:tracePt t="37236" x="3289300" y="4483100"/>
          <p14:tracePt t="37253" x="3282950" y="4483100"/>
          <p14:tracePt t="37286" x="3263900" y="4483100"/>
          <p14:tracePt t="37302" x="3232150" y="4483100"/>
          <p14:tracePt t="37319" x="3200400" y="4483100"/>
          <p14:tracePt t="37337" x="3098800" y="4502150"/>
          <p14:tracePt t="37352" x="2895600" y="4521200"/>
          <p14:tracePt t="37369" x="2781300" y="4533900"/>
          <p14:tracePt t="37386" x="2578100" y="4546600"/>
          <p14:tracePt t="37402" x="2419350" y="4565650"/>
          <p14:tracePt t="37419" x="2368550" y="4565650"/>
          <p14:tracePt t="37436" x="2317750" y="4578350"/>
          <p14:tracePt t="37453" x="2298700" y="4584700"/>
          <p14:tracePt t="37470" x="2298700" y="4591050"/>
          <p14:tracePt t="37502" x="2336800" y="4591050"/>
          <p14:tracePt t="37519" x="2438400" y="4584700"/>
          <p14:tracePt t="37535" x="2501900" y="4584700"/>
          <p14:tracePt t="37552" x="2565400" y="4584700"/>
          <p14:tracePt t="37568" x="2781300" y="4584700"/>
          <p14:tracePt t="37585" x="3009900" y="4578350"/>
          <p14:tracePt t="37601" x="3098800" y="4578350"/>
          <p14:tracePt t="37618" x="3213100" y="4565650"/>
          <p14:tracePt t="37635" x="3251200" y="4559300"/>
          <p14:tracePt t="37638" x="3263900" y="4559300"/>
          <p14:tracePt t="37680" x="3257550" y="4559300"/>
          <p14:tracePt t="37695" x="3251200" y="4559300"/>
          <p14:tracePt t="37703" x="3244850" y="4559300"/>
          <p14:tracePt t="37718" x="3232150" y="4559300"/>
          <p14:tracePt t="37734" x="3175000" y="4559300"/>
          <p14:tracePt t="37752" x="3048000" y="4559300"/>
          <p14:tracePt t="37768" x="2946400" y="4565650"/>
          <p14:tracePt t="37784" x="2743200" y="4597400"/>
          <p14:tracePt t="37801" x="2571750" y="4616450"/>
          <p14:tracePt t="37817" x="2495550" y="4622800"/>
          <p14:tracePt t="37835" x="2400300" y="4641850"/>
          <p14:tracePt t="37851" x="2355850" y="4654550"/>
          <p14:tracePt t="37867" x="2343150" y="4660900"/>
          <p14:tracePt t="37884" x="2343150" y="4667250"/>
          <p14:tracePt t="37917" x="2343150" y="4673600"/>
          <p14:tracePt t="37934" x="2362200" y="4679950"/>
          <p14:tracePt t="37950" x="2393950" y="4679950"/>
          <p14:tracePt t="37968" x="2470150" y="4686300"/>
          <p14:tracePt t="37984" x="2533650" y="4686300"/>
          <p14:tracePt t="37999" x="2686050" y="4686300"/>
          <p14:tracePt t="38017" x="2921000" y="4654550"/>
          <p14:tracePt t="38033" x="3117850" y="4572000"/>
          <p14:tracePt t="38050" x="3175000" y="4533900"/>
          <p14:tracePt t="38067" x="3244850" y="4470400"/>
          <p14:tracePt t="38083" x="3257550" y="4445000"/>
          <p14:tracePt t="38099" x="3257550" y="4438650"/>
          <p14:tracePt t="38116" x="3251200" y="4438650"/>
          <p14:tracePt t="38133" x="3232150" y="4438650"/>
          <p14:tracePt t="38151" x="3194050" y="4438650"/>
          <p14:tracePt t="38166" x="3079750" y="4438650"/>
          <p14:tracePt t="38183" x="2990850" y="4438650"/>
          <p14:tracePt t="38200" x="2660650" y="4438650"/>
          <p14:tracePt t="38216" x="2559050" y="4451350"/>
          <p14:tracePt t="38232" x="2470150" y="4457700"/>
          <p14:tracePt t="38249" x="2336800" y="4489450"/>
          <p14:tracePt t="38266" x="2286000" y="4502150"/>
          <p14:tracePt t="38284" x="2266950" y="4521200"/>
          <p14:tracePt t="38315" x="2266950" y="4527550"/>
          <p14:tracePt t="38333" x="2298700" y="4527550"/>
          <p14:tracePt t="38349" x="2317750" y="4527550"/>
          <p14:tracePt t="38365" x="2419350" y="4533900"/>
          <p14:tracePt t="38382" x="2489200" y="4552950"/>
          <p14:tracePt t="38399" x="2679700" y="4559300"/>
          <p14:tracePt t="38415" x="2806700" y="4559300"/>
          <p14:tracePt t="38432" x="3041650" y="4559300"/>
          <p14:tracePt t="38448" x="3206750" y="4559300"/>
          <p14:tracePt t="38466" x="3276600" y="4552950"/>
          <p14:tracePt t="38482" x="3295650" y="4546600"/>
          <p14:tracePt t="38499" x="3295650" y="4540250"/>
          <p14:tracePt t="38516" x="3295650" y="4533900"/>
          <p14:tracePt t="38548" x="3270250" y="4533900"/>
          <p14:tracePt t="38565" x="3175000" y="4527550"/>
          <p14:tracePt t="38581" x="3111500" y="4527550"/>
          <p14:tracePt t="38600" x="2908300" y="4527550"/>
          <p14:tracePt t="38614" x="2705100" y="4552950"/>
          <p14:tracePt t="38631" x="2628900" y="4559300"/>
          <p14:tracePt t="38648" x="2508250" y="4591050"/>
          <p14:tracePt t="38664" x="2457450" y="4610100"/>
          <p14:tracePt t="38681" x="2444750" y="4610100"/>
          <p14:tracePt t="38698" x="2432050" y="4616450"/>
          <p14:tracePt t="38734" x="2432050" y="4622800"/>
          <p14:tracePt t="38761" x="2432050" y="4629150"/>
          <p14:tracePt t="38775" x="2438400" y="4629150"/>
          <p14:tracePt t="38803" x="2444750" y="4629150"/>
          <p14:tracePt t="38816" x="2451100" y="4629150"/>
          <p14:tracePt t="38852" x="2457450" y="4629150"/>
          <p14:tracePt t="38873" x="2463800" y="4629150"/>
          <p14:tracePt t="38894" x="2470150" y="4629150"/>
          <p14:tracePt t="38922" x="2476500" y="4622800"/>
          <p14:tracePt t="38936" x="2482850" y="4622800"/>
          <p14:tracePt t="38943" x="2482850" y="4616450"/>
          <p14:tracePt t="38956" x="2489200" y="4610100"/>
          <p14:tracePt t="38966" x="2501900" y="4603750"/>
          <p14:tracePt t="38979" x="2508250" y="4591050"/>
          <p14:tracePt t="38997" x="2520950" y="4559300"/>
          <p14:tracePt t="39013" x="2565400" y="4476750"/>
          <p14:tracePt t="39030" x="2597150" y="4406900"/>
          <p14:tracePt t="39046" x="2654300" y="4222750"/>
          <p14:tracePt t="39063" x="2686050" y="3994150"/>
          <p14:tracePt t="39079" x="2705100" y="3740150"/>
          <p14:tracePt t="39097" x="2705100" y="3498850"/>
          <p14:tracePt t="39113" x="2705100" y="3397250"/>
          <p14:tracePt t="39129" x="2692400" y="3219450"/>
          <p14:tracePt t="39146" x="2686050" y="3098800"/>
          <p14:tracePt t="39163" x="2686050" y="3060700"/>
          <p14:tracePt t="39166" x="2679700" y="3041650"/>
          <p14:tracePt t="39179" x="2673350" y="3035300"/>
          <p14:tracePt t="39197" x="2667000" y="3022600"/>
          <p14:tracePt t="39212" x="2660650" y="3022600"/>
          <p14:tracePt t="39244" x="2654300" y="3028950"/>
          <p14:tracePt t="39265" x="2647950" y="3035300"/>
          <p14:tracePt t="39286" x="2647950" y="3041650"/>
          <p14:tracePt t="39314" x="2647950" y="3048000"/>
          <p14:tracePt t="39329" x="2647950" y="3054350"/>
          <p14:tracePt t="39342" x="2647950" y="3060700"/>
          <p14:tracePt t="39350" x="2654300" y="3067050"/>
          <p14:tracePt t="39365" x="2667000" y="3067050"/>
          <p14:tracePt t="39379" x="2679700" y="3073400"/>
          <p14:tracePt t="39395" x="2743200" y="3086100"/>
          <p14:tracePt t="39412" x="2851150" y="3117850"/>
          <p14:tracePt t="39428" x="2914650" y="3124200"/>
          <p14:tracePt t="39445" x="2984500" y="3143250"/>
          <p14:tracePt t="39462" x="3117850" y="3168650"/>
          <p14:tracePt t="39478" x="3251200" y="3200400"/>
          <p14:tracePt t="39495" x="3302000" y="3206750"/>
          <p14:tracePt t="39511" x="3359150" y="3213100"/>
          <p14:tracePt t="39528" x="3384550" y="3225800"/>
          <p14:tracePt t="39545" x="3390900" y="3225800"/>
          <p14:tracePt t="39596" x="3371850" y="3225800"/>
          <p14:tracePt t="39601" x="3346450" y="3225800"/>
          <p14:tracePt t="39616" x="3308350" y="3232150"/>
          <p14:tracePt t="39627" x="3251200" y="3251200"/>
          <p14:tracePt t="39644" x="3187700" y="3257550"/>
          <p14:tracePt t="39661" x="3041650" y="3295650"/>
          <p14:tracePt t="39678" x="2971800" y="3308350"/>
          <p14:tracePt t="39694" x="2889250" y="3333750"/>
          <p14:tracePt t="39710" x="2870200" y="3340100"/>
          <p14:tracePt t="39728" x="2851150" y="3340100"/>
          <p14:tracePt t="39744" x="2844800" y="3346450"/>
          <p14:tracePt t="39761" x="2851150" y="3346450"/>
          <p14:tracePt t="39777" x="2889250" y="3346450"/>
          <p14:tracePt t="39794" x="2990850" y="3346450"/>
          <p14:tracePt t="39810" x="3041650" y="3346450"/>
          <p14:tracePt t="39827" x="3143250" y="3340100"/>
          <p14:tracePt t="39844" x="3251200" y="3346450"/>
          <p14:tracePt t="39861" x="3308350" y="3352800"/>
          <p14:tracePt t="39877" x="3321050" y="3352800"/>
          <p14:tracePt t="39893" x="3333750" y="3352800"/>
          <p14:tracePt t="39952" x="3327400" y="3352800"/>
          <p14:tracePt t="40057" x="3321050" y="3359150"/>
          <p14:tracePt t="40114" x="3314700" y="3365500"/>
          <p14:tracePt t="40121" x="3308350" y="3371850"/>
          <p14:tracePt t="40135" x="3302000" y="3378200"/>
          <p14:tracePt t="40143" x="3289300" y="3397250"/>
          <p14:tracePt t="40159" x="3263900" y="3429000"/>
          <p14:tracePt t="40176" x="3168650" y="3543300"/>
          <p14:tracePt t="40192" x="3105150" y="3638550"/>
          <p14:tracePt t="40209" x="2914650" y="3898900"/>
          <p14:tracePt t="40226" x="2724150" y="4210050"/>
          <p14:tracePt t="40242" x="2641600" y="4337050"/>
          <p14:tracePt t="40259" x="2533650" y="4546600"/>
          <p14:tracePt t="40276" x="2457450" y="4711700"/>
          <p14:tracePt t="40292" x="2438400" y="4756150"/>
          <p14:tracePt t="40309" x="2413000" y="4819650"/>
          <p14:tracePt t="40325" x="2406650" y="4851400"/>
          <p14:tracePt t="40342" x="2406650" y="4857750"/>
          <p14:tracePt t="40359" x="2406650" y="4870450"/>
          <p14:tracePt t="40395" x="2413000" y="4870450"/>
          <p14:tracePt t="40415" x="2419350" y="4870450"/>
          <p14:tracePt t="40443" x="2425700" y="4870450"/>
          <p14:tracePt t="40527" x="2425700" y="4876800"/>
          <p14:tracePt t="40555" x="2425700" y="4883150"/>
          <p14:tracePt t="40576" x="2425700" y="4889500"/>
          <p14:tracePt t="40625" x="2432050" y="4889500"/>
          <p14:tracePt t="40646" x="2438400" y="4889500"/>
          <p14:tracePt t="40674" x="2444750" y="4883150"/>
          <p14:tracePt t="40688" x="2451100" y="4876800"/>
          <p14:tracePt t="40710" x="2451100" y="4870450"/>
          <p14:tracePt t="40725" x="2451100" y="4864100"/>
          <p14:tracePt t="40766" x="2451100" y="4857750"/>
          <p14:tracePt t="40780" x="2451100" y="4851400"/>
          <p14:tracePt t="40786" x="2451100" y="4845050"/>
          <p14:tracePt t="40794" x="2444750" y="4832350"/>
          <p14:tracePt t="40810" x="2438400" y="4819650"/>
          <p14:tracePt t="40823" x="2432050" y="4800600"/>
          <p14:tracePt t="40840" x="2387600" y="4743450"/>
          <p14:tracePt t="40858" x="2311400" y="4654550"/>
          <p14:tracePt t="40873" x="2254250" y="4603750"/>
          <p14:tracePt t="40890" x="2127250" y="4508500"/>
          <p14:tracePt t="40907" x="1962150" y="4413250"/>
          <p14:tracePt t="40923" x="1885950" y="4387850"/>
          <p14:tracePt t="40941" x="1714500" y="4343400"/>
          <p14:tracePt t="40957" x="1581150" y="4324350"/>
          <p14:tracePt t="40973" x="1517650" y="4324350"/>
          <p14:tracePt t="40990" x="1428750" y="4330700"/>
          <p14:tracePt t="41006" x="1365250" y="4337050"/>
          <p14:tracePt t="41023" x="1339850" y="4349750"/>
          <p14:tracePt t="41040" x="1314450" y="4362450"/>
          <p14:tracePt t="41056" x="1308100" y="4375150"/>
          <p14:tracePt t="41073" x="1301750" y="4394200"/>
          <p14:tracePt t="41090" x="1295400" y="4394200"/>
          <p14:tracePt t="41106" x="1295400" y="4400550"/>
          <p14:tracePt t="41123" x="1295400" y="4406900"/>
          <p14:tracePt t="41271" x="1289050" y="4413250"/>
          <p14:tracePt t="41305" x="1289050" y="4419600"/>
          <p14:tracePt t="41341" x="1282700" y="4419600"/>
          <p14:tracePt t="41348" x="1282700" y="4425950"/>
          <p14:tracePt t="41376" x="1276350" y="4432300"/>
          <p14:tracePt t="41397" x="1276350" y="4438650"/>
          <p14:tracePt t="41425" x="1270000" y="4445000"/>
          <p14:tracePt t="43129" x="1270000" y="4451350"/>
          <p14:tracePt t="43150" x="1270000" y="4457700"/>
          <p14:tracePt t="43157" x="1270000" y="4464050"/>
          <p14:tracePt t="43171" x="1270000" y="4470400"/>
          <p14:tracePt t="43182" x="1263650" y="4470400"/>
          <p14:tracePt t="43199" x="1263650" y="4476750"/>
          <p14:tracePt t="43215" x="1263650" y="4483100"/>
          <p14:tracePt t="43231" x="1257300" y="4489450"/>
          <p14:tracePt t="43249" x="1250950" y="4495800"/>
          <p14:tracePt t="43265" x="1244600" y="4502150"/>
          <p14:tracePt t="43282" x="1244600" y="4514850"/>
          <p14:tracePt t="43298" x="1231900" y="4527550"/>
          <p14:tracePt t="43315" x="1231900" y="4533900"/>
          <p14:tracePt t="43332" x="1219200" y="4546600"/>
          <p14:tracePt t="43348" x="1219200" y="4559300"/>
          <p14:tracePt t="43365" x="1206500" y="4565650"/>
          <p14:tracePt t="43382" x="1193800" y="4578350"/>
          <p14:tracePt t="43398" x="1193800" y="4584700"/>
          <p14:tracePt t="43415" x="1187450" y="4597400"/>
          <p14:tracePt t="43431" x="1181100" y="4603750"/>
          <p14:tracePt t="43448" x="1174750" y="4603750"/>
          <p14:tracePt t="43465" x="1168400" y="4610100"/>
          <p14:tracePt t="43497" x="1168400" y="4616450"/>
          <p14:tracePt t="43528" x="1168400" y="4622800"/>
          <p14:tracePt t="43571" x="1174750" y="4622800"/>
          <p14:tracePt t="43578" x="1181100" y="4622800"/>
          <p14:tracePt t="43592" x="1193800" y="4622800"/>
          <p14:tracePt t="43614" x="1212850" y="4622800"/>
          <p14:tracePt t="43620" x="1225550" y="4616450"/>
          <p14:tracePt t="43634" x="1250950" y="4610100"/>
          <p14:tracePt t="43648" x="1301750" y="4597400"/>
          <p14:tracePt t="43664" x="1320800" y="4591050"/>
          <p14:tracePt t="43680" x="1346200" y="4578350"/>
          <p14:tracePt t="43697" x="1390650" y="4559300"/>
          <p14:tracePt t="43714" x="1416050" y="4546600"/>
          <p14:tracePt t="43730" x="1428750" y="4540250"/>
          <p14:tracePt t="43747" x="1441450" y="4533900"/>
          <p14:tracePt t="43830" x="1435100" y="4540250"/>
          <p14:tracePt t="43851" x="1428750" y="4546600"/>
          <p14:tracePt t="43872" x="1422400" y="4546600"/>
          <p14:tracePt t="43893" x="1416050" y="4552950"/>
          <p14:tracePt t="43900" x="1409700" y="4552950"/>
          <p14:tracePt t="43916" x="1403350" y="4559300"/>
          <p14:tracePt t="43929" x="1371600" y="4572000"/>
          <p14:tracePt t="43946" x="1352550" y="4578350"/>
          <p14:tracePt t="43963" x="1295400" y="4603750"/>
          <p14:tracePt t="43979" x="1276350" y="4616450"/>
          <p14:tracePt t="43996" x="1225550" y="4641850"/>
          <p14:tracePt t="44013" x="1193800" y="4660900"/>
          <p14:tracePt t="44029" x="1181100" y="4667250"/>
          <p14:tracePt t="44046" x="1162050" y="4673600"/>
          <p14:tracePt t="44062" x="1155700" y="4679950"/>
          <p14:tracePt t="44079" x="1149350" y="4679950"/>
          <p14:tracePt t="44112" x="1143000" y="4686300"/>
          <p14:tracePt t="44209" x="1149350" y="4686300"/>
          <p14:tracePt t="44230" x="1155700" y="4686300"/>
          <p14:tracePt t="44251" x="1162050" y="4686300"/>
          <p14:tracePt t="44279" x="1168400" y="4686300"/>
          <p14:tracePt t="44293" x="1174750" y="4679950"/>
          <p14:tracePt t="44314" x="1181100" y="4679950"/>
          <p14:tracePt t="44321" x="1187450" y="4679950"/>
          <p14:tracePt t="44335" x="1200150" y="4673600"/>
          <p14:tracePt t="44345" x="1206500" y="4673600"/>
          <p14:tracePt t="44361" x="1212850" y="4673600"/>
          <p14:tracePt t="44378" x="1238250" y="4667250"/>
          <p14:tracePt t="44394" x="1270000" y="4654550"/>
          <p14:tracePt t="44412" x="1282700" y="4654550"/>
          <p14:tracePt t="44428" x="1289050" y="4654550"/>
          <p14:tracePt t="44444" x="1295400" y="4648200"/>
          <p14:tracePt t="44496" x="1301750" y="4648200"/>
          <p14:tracePt t="47165" x="1301750" y="4660900"/>
          <p14:tracePt t="47172" x="1295400" y="4673600"/>
          <p14:tracePt t="47186" x="1295400" y="4686300"/>
          <p14:tracePt t="47201" x="1289050" y="4705350"/>
          <p14:tracePt t="47218" x="1289050" y="4711700"/>
          <p14:tracePt t="47235" x="1282700" y="4724400"/>
          <p14:tracePt t="47251" x="1282700" y="4743450"/>
          <p14:tracePt t="47269" x="1282700" y="4749800"/>
          <p14:tracePt t="47272" x="1282700" y="4756150"/>
          <p14:tracePt t="47287" x="1282700" y="4762500"/>
          <p14:tracePt t="47302" x="1282700" y="4768850"/>
          <p14:tracePt t="47318" x="1282700" y="4781550"/>
          <p14:tracePt t="47334" x="1289050" y="4794250"/>
          <p14:tracePt t="47351" x="1289050" y="4806950"/>
          <p14:tracePt t="47368" x="1295400" y="4826000"/>
          <p14:tracePt t="47385" x="1301750" y="4851400"/>
          <p14:tracePt t="47401" x="1308100" y="4876800"/>
          <p14:tracePt t="47418" x="1320800" y="4908550"/>
          <p14:tracePt t="47434" x="1339850" y="4946650"/>
          <p14:tracePt t="47451" x="1352550" y="4959350"/>
          <p14:tracePt t="47467" x="1365250" y="4972050"/>
          <p14:tracePt t="47484" x="1371600" y="4984750"/>
          <p14:tracePt t="47502" x="1384300" y="4991100"/>
          <p14:tracePt t="47518" x="1390650" y="4997450"/>
          <p14:tracePt t="47533" x="1397000" y="5010150"/>
          <p14:tracePt t="47571" x="1403350" y="5010150"/>
          <p14:tracePt t="47599" x="1403350" y="5016500"/>
          <p14:tracePt t="47621" x="1409700" y="5016500"/>
          <p14:tracePt t="47642" x="1416050" y="5022850"/>
          <p14:tracePt t="47663" x="1416050" y="5029200"/>
          <p14:tracePt t="47669" x="1422400" y="5029200"/>
          <p14:tracePt t="47691" x="1428750" y="5035550"/>
          <p14:tracePt t="47704" x="1435100" y="5035550"/>
          <p14:tracePt t="47726" x="1435100" y="5041900"/>
          <p14:tracePt t="47734" x="1441450" y="5041900"/>
          <p14:tracePt t="47754" x="1447800" y="5048250"/>
          <p14:tracePt t="47766" x="1460500" y="5048250"/>
          <p14:tracePt t="47783" x="1485900" y="5054600"/>
          <p14:tracePt t="47800" x="1504950" y="5054600"/>
          <p14:tracePt t="47817" x="1581150" y="5060950"/>
          <p14:tracePt t="47833" x="1714500" y="5067300"/>
          <p14:tracePt t="47849" x="1790700" y="5080000"/>
          <p14:tracePt t="47866" x="1993900" y="5080000"/>
          <p14:tracePt t="47882" x="2209800" y="5060950"/>
          <p14:tracePt t="47899" x="2311400" y="5054600"/>
          <p14:tracePt t="47916" x="2501900" y="5022850"/>
          <p14:tracePt t="47933" x="2584450" y="5016500"/>
          <p14:tracePt t="47951" x="2743200" y="4984750"/>
          <p14:tracePt t="47965" x="2774950" y="4978400"/>
          <p14:tracePt t="47982" x="2794000" y="4978400"/>
          <p14:tracePt t="47999" x="2813050" y="4972050"/>
          <p14:tracePt t="48015" x="2819400" y="4959350"/>
          <p14:tracePt t="48032" x="2825750" y="4959350"/>
          <p14:tracePt t="48048" x="2832100" y="4959350"/>
          <p14:tracePt t="48065" x="2844800" y="4959350"/>
          <p14:tracePt t="48082" x="2851150" y="4959350"/>
          <p14:tracePt t="48098" x="2851150" y="4953000"/>
          <p14:tracePt t="48115" x="2857500" y="4953000"/>
          <p14:tracePt t="48132" x="2863850" y="4953000"/>
          <p14:tracePt t="48165" x="2870200" y="4953000"/>
          <p14:tracePt t="48364" x="2863850" y="4959350"/>
          <p14:tracePt t="48392" x="2863850" y="4965700"/>
          <p14:tracePt t="48413" x="2863850" y="4972050"/>
          <p14:tracePt t="48462" x="2857500" y="4978400"/>
          <p14:tracePt t="48483" x="2857500" y="4984750"/>
          <p14:tracePt t="48511" x="2857500" y="4991100"/>
          <p14:tracePt t="48595" x="2857500" y="4997450"/>
          <p14:tracePt t="48756" x="2857500" y="5003800"/>
          <p14:tracePt t="48995" x="2863850" y="5003800"/>
          <p14:tracePt t="49002" x="2870200" y="5003800"/>
          <p14:tracePt t="49016" x="2876550" y="5003800"/>
          <p14:tracePt t="49029" x="2882900" y="5003800"/>
          <p14:tracePt t="49044" x="2889250" y="5003800"/>
          <p14:tracePt t="49061" x="2895600" y="4997450"/>
          <p14:tracePt t="49079" x="2914650" y="4997450"/>
          <p14:tracePt t="49095" x="2940050" y="4997450"/>
          <p14:tracePt t="49112" x="2952750" y="4997450"/>
          <p14:tracePt t="49128" x="2978150" y="4991100"/>
          <p14:tracePt t="49145" x="2990850" y="4991100"/>
          <p14:tracePt t="49161" x="2997200" y="4991100"/>
          <p14:tracePt t="49178" x="3009900" y="4991100"/>
          <p14:tracePt t="49198" x="3016250" y="4991100"/>
          <p14:tracePt t="49211" x="3022600" y="4991100"/>
          <p14:tracePt t="49233" x="3028950" y="4991100"/>
          <p14:tracePt t="49254" x="3035300" y="4991100"/>
          <p14:tracePt t="49281" x="3041650" y="4991100"/>
          <p14:tracePt t="49296" x="3048000" y="4991100"/>
          <p14:tracePt t="49303" x="3054350" y="4991100"/>
          <p14:tracePt t="49317" x="3060700" y="4991100"/>
          <p14:tracePt t="49327" x="3067050" y="4991100"/>
          <p14:tracePt t="49344" x="3086100" y="4991100"/>
          <p14:tracePt t="49360" x="3136900" y="4997450"/>
          <p14:tracePt t="49377" x="3200400" y="4997450"/>
          <p14:tracePt t="49394" x="3270250" y="4997450"/>
          <p14:tracePt t="49410" x="3308350" y="5010150"/>
          <p14:tracePt t="49427" x="3365500" y="5010150"/>
          <p14:tracePt t="49444" x="3397250" y="5016500"/>
          <p14:tracePt t="49460" x="3422650" y="5022850"/>
          <p14:tracePt t="49477" x="3435350" y="5022850"/>
          <p14:tracePt t="49494" x="3448050" y="5022850"/>
          <p14:tracePt t="49527" x="3454400" y="5022850"/>
          <p14:tracePt t="49543" x="3460750" y="5022850"/>
          <p14:tracePt t="49619" x="3460750" y="5029200"/>
          <p14:tracePt t="50867" x="3460750" y="5022850"/>
          <p14:tracePt t="50951" x="3454400" y="5016500"/>
          <p14:tracePt t="50958" x="3448050" y="5016500"/>
          <p14:tracePt t="50986" x="3441700" y="5016500"/>
          <p14:tracePt t="51007" x="3429000" y="5022850"/>
          <p14:tracePt t="51036" x="3422650" y="5022850"/>
          <p14:tracePt t="51043" x="3409950" y="5022850"/>
          <p14:tracePt t="51057" x="3397250" y="5022850"/>
          <p14:tracePt t="51071" x="3378200" y="5022850"/>
          <p14:tracePt t="51088" x="3308350" y="5029200"/>
          <p14:tracePt t="51106" x="3232150" y="5029200"/>
          <p14:tracePt t="51121" x="3111500" y="5041900"/>
          <p14:tracePt t="51138" x="3060700" y="5048250"/>
          <p14:tracePt t="51155" x="2927350" y="5054600"/>
          <p14:tracePt t="51171" x="2813050" y="5054600"/>
          <p14:tracePt t="51188" x="2762250" y="5054600"/>
          <p14:tracePt t="51204" x="2660650" y="5054600"/>
          <p14:tracePt t="51221" x="2565400" y="5054600"/>
          <p14:tracePt t="51240" x="2508250" y="5054600"/>
          <p14:tracePt t="51254" x="2489200" y="5054600"/>
          <p14:tracePt t="51271" x="2457450" y="5054600"/>
          <p14:tracePt t="51288" x="2438400" y="5054600"/>
          <p14:tracePt t="51320" x="2425700" y="5060950"/>
          <p14:tracePt t="51340" x="2419350" y="5060950"/>
          <p14:tracePt t="51372" x="2413000" y="5060950"/>
          <p14:tracePt t="51421" x="2406650" y="5060950"/>
          <p14:tracePt t="51527" x="2413000" y="5060950"/>
          <p14:tracePt t="51541" x="2419350" y="5060950"/>
          <p14:tracePt t="51561" x="2425700" y="5060950"/>
          <p14:tracePt t="51568" x="2432050" y="5060950"/>
          <p14:tracePt t="51590" x="2444750" y="5060950"/>
          <p14:tracePt t="51597" x="2457450" y="5054600"/>
          <p14:tracePt t="51611" x="2482850" y="5048250"/>
          <p14:tracePt t="51619" x="2508250" y="5041900"/>
          <p14:tracePt t="51636" x="2533650" y="5035550"/>
          <p14:tracePt t="51653" x="2590800" y="5003800"/>
          <p14:tracePt t="51669" x="2635250" y="4959350"/>
          <p14:tracePt t="51686" x="2660650" y="4940300"/>
          <p14:tracePt t="51703" x="2679700" y="4889500"/>
          <p14:tracePt t="51719" x="2679700" y="4864100"/>
          <p14:tracePt t="51737" x="2673350" y="4794250"/>
          <p14:tracePt t="51752" x="2654300" y="4775200"/>
          <p14:tracePt t="51769" x="2628900" y="4749800"/>
          <p14:tracePt t="51786" x="2571750" y="4692650"/>
          <p14:tracePt t="51802" x="2520950" y="4660900"/>
          <p14:tracePt t="51819" x="2489200" y="4648200"/>
          <p14:tracePt t="51835" x="2425700" y="4622800"/>
          <p14:tracePt t="51852" x="2368550" y="4603750"/>
          <p14:tracePt t="51869" x="2343150" y="4597400"/>
          <p14:tracePt t="51885" x="2298700" y="4591050"/>
          <p14:tracePt t="51902" x="2254250" y="4584700"/>
          <p14:tracePt t="51919" x="2222500" y="4584700"/>
          <p14:tracePt t="51935" x="2216150" y="4584700"/>
          <p14:tracePt t="51952" x="2203450" y="4584700"/>
          <p14:tracePt t="51969" x="2197100" y="4591050"/>
          <p14:tracePt t="52002" x="2197100" y="4597400"/>
          <p14:tracePt t="52019" x="2190750" y="4597400"/>
          <p14:tracePt t="52053" x="2184400" y="4603750"/>
          <p14:tracePt t="52088" x="2178050" y="4610100"/>
          <p14:tracePt t="52108" x="2171700" y="4610100"/>
          <p14:tracePt t="52144" x="2165350" y="4616450"/>
          <p14:tracePt t="52158" x="2159000" y="4616450"/>
          <p14:tracePt t="52200" x="2152650" y="4616450"/>
          <p14:tracePt t="52221" x="2146300" y="4616450"/>
          <p14:tracePt t="52249" x="2139950" y="4616450"/>
          <p14:tracePt t="52298" x="2146300" y="4616450"/>
          <p14:tracePt t="52312" x="2152650" y="4616450"/>
          <p14:tracePt t="52320" x="2159000" y="4616450"/>
          <p14:tracePt t="52335" x="2171700" y="4616450"/>
          <p14:tracePt t="52350" x="2203450" y="4616450"/>
          <p14:tracePt t="52368" x="2368550" y="4610100"/>
          <p14:tracePt t="52383" x="2457450" y="4610100"/>
          <p14:tracePt t="52400" x="2546350" y="4610100"/>
          <p14:tracePt t="52417" x="2724150" y="4597400"/>
          <p14:tracePt t="52433" x="2895600" y="4603750"/>
          <p14:tracePt t="52450" x="2971800" y="4603750"/>
          <p14:tracePt t="52467" x="3060700" y="4610100"/>
          <p14:tracePt t="52483" x="3098800" y="4610100"/>
          <p14:tracePt t="52500" x="3124200" y="4616450"/>
          <p14:tracePt t="52517" x="3155950" y="4616450"/>
          <p14:tracePt t="52536" x="3162300" y="4616450"/>
          <p14:tracePt t="52586" x="3155950" y="4616450"/>
          <p14:tracePt t="52601" x="3149600" y="4616450"/>
          <p14:tracePt t="52614" x="3136900" y="4622800"/>
          <p14:tracePt t="52628" x="3124200" y="4622800"/>
          <p14:tracePt t="52636" x="3111500" y="4622800"/>
          <p14:tracePt t="52649" x="3092450" y="4622800"/>
          <p14:tracePt t="52666" x="3035300" y="4629150"/>
          <p14:tracePt t="52682" x="2984500" y="4641850"/>
          <p14:tracePt t="52699" x="2870200" y="4654550"/>
          <p14:tracePt t="52716" x="2724150" y="4673600"/>
          <p14:tracePt t="52733" x="2603500" y="4705350"/>
          <p14:tracePt t="52749" x="2540000" y="4711700"/>
          <p14:tracePt t="52765" x="2432050" y="4730750"/>
          <p14:tracePt t="52782" x="2336800" y="4743450"/>
          <p14:tracePt t="52799" x="2317750" y="4749800"/>
          <p14:tracePt t="52815" x="2286000" y="4756150"/>
          <p14:tracePt t="52832" x="2273300" y="4756150"/>
          <p14:tracePt t="52849" x="2266950" y="4762500"/>
          <p14:tracePt t="52895" x="2279650" y="4762500"/>
          <p14:tracePt t="52901" x="2292350" y="4762500"/>
          <p14:tracePt t="52918" x="2311400" y="4762500"/>
          <p14:tracePt t="52932" x="2362200" y="4756150"/>
          <p14:tracePt t="52948" x="2400300" y="4756150"/>
          <p14:tracePt t="52965" x="2514600" y="4756150"/>
          <p14:tracePt t="52981" x="2590800" y="4756150"/>
          <p14:tracePt t="52999" x="2794000" y="4756150"/>
          <p14:tracePt t="53015" x="3009900" y="4756150"/>
          <p14:tracePt t="53032" x="3111500" y="4749800"/>
          <p14:tracePt t="53049" x="3276600" y="4749800"/>
          <p14:tracePt t="53065" x="3340100" y="4749800"/>
          <p14:tracePt t="53081" x="3390900" y="4749800"/>
          <p14:tracePt t="53098" x="3460750" y="4737100"/>
          <p14:tracePt t="53114" x="3473450" y="4737100"/>
          <p14:tracePt t="53131" x="3486150" y="4737100"/>
          <p14:tracePt t="53168" x="3479800" y="4737100"/>
          <p14:tracePt t="53203" x="3473450" y="4737100"/>
          <p14:tracePt t="53217" x="3467100" y="4737100"/>
          <p14:tracePt t="53224" x="3454400" y="4737100"/>
          <p14:tracePt t="53233" x="3435350" y="4737100"/>
          <p14:tracePt t="53247" x="3416300" y="4724400"/>
          <p14:tracePt t="53264" x="3384550" y="4724400"/>
          <p14:tracePt t="53281" x="3244850" y="4724400"/>
          <p14:tracePt t="53298" x="3175000" y="4718050"/>
          <p14:tracePt t="53314" x="3098800" y="4718050"/>
          <p14:tracePt t="53330" x="2959100" y="4705350"/>
          <p14:tracePt t="53347" x="2857500" y="4699000"/>
          <p14:tracePt t="53364" x="2813050" y="4692650"/>
          <p14:tracePt t="53381" x="2762250" y="4692650"/>
          <p14:tracePt t="53396" x="2736850" y="4692650"/>
          <p14:tracePt t="53414" x="2711450" y="4699000"/>
          <p14:tracePt t="53447" x="2698750" y="4705350"/>
          <p14:tracePt t="53463" x="2692400" y="4705350"/>
          <p14:tracePt t="53497" x="2686050" y="4705350"/>
          <p14:tracePt t="53526" x="2679700" y="4705350"/>
          <p14:tracePt t="53645" x="2686050" y="4705350"/>
          <p14:tracePt t="53652" x="2692400" y="4699000"/>
          <p14:tracePt t="53666" x="2705100" y="4699000"/>
          <p14:tracePt t="53679" x="2705100" y="4692650"/>
          <p14:tracePt t="53696" x="2730500" y="4686300"/>
          <p14:tracePt t="53713" x="2743200" y="4679950"/>
          <p14:tracePt t="53729" x="2800350" y="4648200"/>
          <p14:tracePt t="53745" x="2851150" y="4629150"/>
          <p14:tracePt t="53762" x="2876550" y="4616450"/>
          <p14:tracePt t="53779" x="2901950" y="4603750"/>
          <p14:tracePt t="53796" x="2914650" y="4597400"/>
          <p14:tracePt t="53855" x="2908300" y="4597400"/>
          <p14:tracePt t="53863" x="2895600" y="4597400"/>
          <p14:tracePt t="53876" x="2882900" y="4597400"/>
          <p14:tracePt t="53883" x="2863850" y="4597400"/>
          <p14:tracePt t="53898" x="2832100" y="4597400"/>
          <p14:tracePt t="53912" x="2755900" y="4597400"/>
          <p14:tracePt t="53928" x="2705100" y="4610100"/>
          <p14:tracePt t="53945" x="2647950" y="4610100"/>
          <p14:tracePt t="53961" x="2533650" y="4616450"/>
          <p14:tracePt t="53978" x="2438400" y="4629150"/>
          <p14:tracePt t="53995" x="2387600" y="4635500"/>
          <p14:tracePt t="54012" x="2368550" y="4641850"/>
          <p14:tracePt t="54028" x="2349500" y="4641850"/>
          <p14:tracePt t="54045" x="2349500" y="4648200"/>
          <p14:tracePt t="54086" x="2362200" y="4648200"/>
          <p14:tracePt t="54095" x="2381250" y="4648200"/>
          <p14:tracePt t="54111" x="2400300" y="4648200"/>
          <p14:tracePt t="54128" x="2463800" y="4648200"/>
          <p14:tracePt t="54144" x="2565400" y="4654550"/>
          <p14:tracePt t="54161" x="2641600" y="4654550"/>
          <p14:tracePt t="54178" x="2806700" y="4654550"/>
          <p14:tracePt t="54194" x="3003550" y="4629150"/>
          <p14:tracePt t="54211" x="3067050" y="4629150"/>
          <p14:tracePt t="54228" x="3168650" y="4622800"/>
          <p14:tracePt t="54244" x="3194050" y="4622800"/>
          <p14:tracePt t="54260" x="3219450" y="4622800"/>
          <p14:tracePt t="54325" x="3213100" y="4622800"/>
          <p14:tracePt t="54332" x="3200400" y="4622800"/>
          <p14:tracePt t="54353" x="3187700" y="4622800"/>
          <p14:tracePt t="54367" x="3168650" y="4622800"/>
          <p14:tracePt t="54376" x="3149600" y="4622800"/>
          <p14:tracePt t="54393" x="3117850" y="4622800"/>
          <p14:tracePt t="54410" x="3028950" y="4622800"/>
          <p14:tracePt t="54427" x="2921000" y="4641850"/>
          <p14:tracePt t="54444" x="2870200" y="4641850"/>
          <p14:tracePt t="54459" x="2787650" y="4648200"/>
          <p14:tracePt t="54476" x="2736850" y="4654550"/>
          <p14:tracePt t="54494" x="2705100" y="4667250"/>
          <p14:tracePt t="54510" x="2698750" y="4667250"/>
          <p14:tracePt t="54543" x="2692400" y="4667250"/>
          <p14:tracePt t="54559" x="2686050" y="4673600"/>
          <p14:tracePt t="54627" x="2686050" y="4679950"/>
          <p14:tracePt t="54746" x="2679700" y="4679950"/>
          <p14:tracePt t="54795" x="2679700" y="4673600"/>
          <p14:tracePt t="54816" x="2686050" y="4673600"/>
          <p14:tracePt t="54822" x="2686050" y="4667250"/>
          <p14:tracePt t="54837" x="2692400" y="4660900"/>
          <p14:tracePt t="54845" x="2698750" y="4654550"/>
          <p14:tracePt t="54861" x="2698750" y="4648200"/>
          <p14:tracePt t="54875" x="2698750" y="4635500"/>
          <p14:tracePt t="54892" x="2711450" y="4597400"/>
          <p14:tracePt t="54909" x="2724150" y="4533900"/>
          <p14:tracePt t="54925" x="2736850" y="4495800"/>
          <p14:tracePt t="54942" x="2755900" y="4387850"/>
          <p14:tracePt t="54958" x="2768600" y="4267200"/>
          <p14:tracePt t="54975" x="2768600" y="4216400"/>
          <p14:tracePt t="54992" x="2781300" y="4114800"/>
          <p14:tracePt t="55008" x="2774950" y="4032250"/>
          <p14:tracePt t="55024" x="2768600" y="3987800"/>
          <p14:tracePt t="55041" x="2762250" y="3930650"/>
          <p14:tracePt t="55057" x="2749550" y="3886200"/>
          <p14:tracePt t="55075" x="2736850" y="3860800"/>
          <p14:tracePt t="55090" x="2711450" y="3810000"/>
          <p14:tracePt t="55108" x="2692400" y="3759200"/>
          <p14:tracePt t="55125" x="2686050" y="3733800"/>
          <p14:tracePt t="55141" x="2660650" y="3676650"/>
          <p14:tracePt t="55157" x="2647950" y="3657600"/>
          <p14:tracePt t="55174" x="2635250" y="3619500"/>
          <p14:tracePt t="55191" x="2628900" y="3606800"/>
          <p14:tracePt t="55207" x="2622550" y="3600450"/>
          <p14:tracePt t="55224" x="2622550" y="3587750"/>
          <p14:tracePt t="55240" x="2622550" y="3581400"/>
          <p14:tracePt t="55264" x="2622550" y="3575050"/>
          <p14:tracePt t="55285" x="2622550" y="3568700"/>
          <p14:tracePt t="55308" x="2622550" y="3562350"/>
          <p14:tracePt t="55314" x="2622550" y="3556000"/>
          <p14:tracePt t="55356" x="2622550" y="3549650"/>
          <p14:tracePt t="55384" x="2622550" y="3543300"/>
          <p14:tracePt t="55427" x="2628900" y="3543300"/>
          <p14:tracePt t="55447" x="2635250" y="3536950"/>
          <p14:tracePt t="55454" x="2641600" y="3530600"/>
          <p14:tracePt t="55489" x="2647950" y="3530600"/>
          <p14:tracePt t="55539" x="2654300" y="3530600"/>
          <p14:tracePt t="55595" x="2660650" y="3530600"/>
          <p14:tracePt t="55658" x="2660650" y="3536950"/>
          <p14:tracePt t="55700" x="2667000" y="3536950"/>
          <p14:tracePt t="55728" x="2667000" y="3543300"/>
          <p14:tracePt t="55756" x="2667000" y="3549650"/>
          <p14:tracePt t="55777" x="2667000" y="3556000"/>
          <p14:tracePt t="55791" x="2667000" y="3562350"/>
          <p14:tracePt t="55798" x="2667000" y="3568700"/>
          <p14:tracePt t="55819" x="2667000" y="3581400"/>
          <p14:tracePt t="55826" x="2667000" y="3600450"/>
          <p14:tracePt t="55842" x="2673350" y="3625850"/>
          <p14:tracePt t="55855" x="2673350" y="3670300"/>
          <p14:tracePt t="55871" x="2698750" y="3810000"/>
          <p14:tracePt t="55889" x="2743200" y="4006850"/>
          <p14:tracePt t="55905" x="2762250" y="4108450"/>
          <p14:tracePt t="55921" x="2800350" y="4318000"/>
          <p14:tracePt t="55939" x="2832100" y="4470400"/>
          <p14:tracePt t="55954" x="2851150" y="4540250"/>
          <p14:tracePt t="55971" x="2870200" y="4635500"/>
          <p14:tracePt t="55988" x="2882900" y="4686300"/>
          <p14:tracePt t="56004" x="2882900" y="4699000"/>
          <p14:tracePt t="56021" x="2889250" y="4711700"/>
          <p14:tracePt t="56072" x="2895600" y="4718050"/>
          <p14:tracePt t="56079" x="2901950" y="4718050"/>
          <p14:tracePt t="56148" x="2908300" y="4718050"/>
          <p14:tracePt t="56198" x="2908300" y="4724400"/>
          <p14:tracePt t="56226" x="2914650" y="4730750"/>
          <p14:tracePt t="56247" x="2914650" y="4737100"/>
          <p14:tracePt t="56261" x="2921000" y="4743450"/>
          <p14:tracePt t="56268" x="2927350" y="4749800"/>
          <p14:tracePt t="56282" x="2933700" y="4749800"/>
          <p14:tracePt t="56290" x="2940050" y="4762500"/>
          <p14:tracePt t="56303" x="2952750" y="4787900"/>
          <p14:tracePt t="56320" x="2990850" y="4832350"/>
          <p14:tracePt t="56337" x="3009900" y="4851400"/>
          <p14:tracePt t="56353" x="3067050" y="4908550"/>
          <p14:tracePt t="56370" x="3130550" y="4959350"/>
          <p14:tracePt t="56387" x="3200400" y="5010150"/>
          <p14:tracePt t="56403" x="3232150" y="5022850"/>
          <p14:tracePt t="56419" x="3263900" y="5048250"/>
          <p14:tracePt t="56436" x="3327400" y="5073650"/>
          <p14:tracePt t="56453" x="3378200" y="5092700"/>
          <p14:tracePt t="56470" x="3403600" y="5099050"/>
          <p14:tracePt t="56487" x="3454400" y="5099050"/>
          <p14:tracePt t="56503" x="3473450" y="5099050"/>
          <p14:tracePt t="56521" x="3543300" y="5099050"/>
          <p14:tracePt t="56535" x="3556000" y="5099050"/>
          <p14:tracePt t="56552" x="3581400" y="5099050"/>
          <p14:tracePt t="56570" x="3594100" y="5099050"/>
          <p14:tracePt t="56586" x="3600450" y="5099050"/>
          <p14:tracePt t="56633" x="3600450" y="5105400"/>
          <p14:tracePt t="56661" x="3594100" y="5105400"/>
          <p14:tracePt t="56675" x="3581400" y="5105400"/>
          <p14:tracePt t="56681" x="3562350" y="5105400"/>
          <p14:tracePt t="56689" x="3530600" y="5105400"/>
          <p14:tracePt t="56705" x="3486150" y="5105400"/>
          <p14:tracePt t="56718" x="3321050" y="5118100"/>
          <p14:tracePt t="56735" x="3194050" y="5118100"/>
          <p14:tracePt t="56752" x="2876550" y="5130800"/>
          <p14:tracePt t="56769" x="2635250" y="5143500"/>
          <p14:tracePt t="56785" x="2235200" y="5156200"/>
          <p14:tracePt t="56802" x="1854200" y="5194300"/>
          <p14:tracePt t="56818" x="1708150" y="5219700"/>
          <p14:tracePt t="56835" x="1485900" y="5251450"/>
          <p14:tracePt t="56851" x="1333500" y="5289550"/>
          <p14:tracePt t="56869" x="1276350" y="5295900"/>
          <p14:tracePt t="56872" x="1225550" y="5308600"/>
          <p14:tracePt t="56885" x="1193800" y="5314950"/>
          <p14:tracePt t="56901" x="1136650" y="5334000"/>
          <p14:tracePt t="56918" x="1123950" y="5334000"/>
          <p14:tracePt t="56934" x="1104900" y="5340350"/>
          <p14:tracePt t="56951" x="1092200" y="5346700"/>
          <p14:tracePt t="56968" x="1085850" y="5346700"/>
          <p14:tracePt t="57000" x="1079500" y="5346700"/>
          <p14:tracePt t="57922" x="1085850" y="5346700"/>
          <p14:tracePt t="57929" x="1092200" y="5346700"/>
          <p14:tracePt t="57943" x="1104900" y="5346700"/>
          <p14:tracePt t="57951" x="1117600" y="5346700"/>
          <p14:tracePt t="57967" x="1136650" y="5346700"/>
          <p14:tracePt t="57981" x="1174750" y="5346700"/>
          <p14:tracePt t="57998" x="1206500" y="5346700"/>
          <p14:tracePt t="58014" x="1263650" y="5334000"/>
          <p14:tracePt t="58031" x="1295400" y="5327650"/>
          <p14:tracePt t="58049" x="1403350" y="5308600"/>
          <p14:tracePt t="58065" x="1447800" y="5302250"/>
          <p14:tracePt t="58081" x="1485900" y="5295900"/>
          <p14:tracePt t="58098" x="1587500" y="5264150"/>
          <p14:tracePt t="58114" x="1695450" y="5219700"/>
          <p14:tracePt t="58130" x="1752600" y="5194300"/>
          <p14:tracePt t="58147" x="1905000" y="5111750"/>
          <p14:tracePt t="58164" x="2038350" y="5041900"/>
          <p14:tracePt t="58180" x="2108200" y="4991100"/>
          <p14:tracePt t="58197" x="2247900" y="4902200"/>
          <p14:tracePt t="58213" x="2362200" y="4806950"/>
          <p14:tracePt t="58231" x="2413000" y="4768850"/>
          <p14:tracePt t="58247" x="2476500" y="4718050"/>
          <p14:tracePt t="58263" x="2514600" y="4686300"/>
          <p14:tracePt t="58280" x="2520950" y="4673600"/>
          <p14:tracePt t="58296" x="2527300" y="4660900"/>
          <p14:tracePt t="58313" x="2527300" y="4648200"/>
          <p14:tracePt t="58344" x="2527300" y="4641850"/>
          <p14:tracePt t="58350" x="2520950" y="4641850"/>
          <p14:tracePt t="58414" x="2520950" y="4648200"/>
          <p14:tracePt t="58470" x="2520950" y="4654550"/>
          <p14:tracePt t="58491" x="2514600" y="4660900"/>
          <p14:tracePt t="58511" x="2514600" y="4667250"/>
          <p14:tracePt t="58540" x="2514600" y="4673600"/>
          <p14:tracePt t="58554" x="2514600" y="4679950"/>
          <p14:tracePt t="58582" x="2508250" y="4686300"/>
          <p14:tracePt t="58610" x="2508250" y="4692650"/>
          <p14:tracePt t="58624" x="2501900" y="4699000"/>
          <p14:tracePt t="58632" x="2489200" y="4711700"/>
          <p14:tracePt t="58647" x="2476500" y="4730750"/>
          <p14:tracePt t="58662" x="2444750" y="4756150"/>
          <p14:tracePt t="58678" x="2349500" y="4851400"/>
          <p14:tracePt t="58695" x="2184400" y="4972050"/>
          <p14:tracePt t="58712" x="2089150" y="5048250"/>
          <p14:tracePt t="58729" x="1898650" y="5175250"/>
          <p14:tracePt t="58745" x="1701800" y="5276850"/>
          <p14:tracePt t="58761" x="1619250" y="5321300"/>
          <p14:tracePt t="58778" x="1473200" y="5365750"/>
          <p14:tracePt t="58795" x="1377950" y="5397500"/>
          <p14:tracePt t="58811" x="1352550" y="5403850"/>
          <p14:tracePt t="58828" x="1314450" y="5416550"/>
          <p14:tracePt t="58844" x="1295400" y="5416550"/>
          <p14:tracePt t="58862" x="1276350" y="5422900"/>
          <p14:tracePt t="58877" x="1270000" y="5422900"/>
          <p14:tracePt t="58904" x="1263650" y="5422900"/>
          <p14:tracePt t="58914" x="1257300" y="5429250"/>
          <p14:tracePt t="58932" x="1250950" y="5429250"/>
          <p14:tracePt t="58947" x="1244600" y="5429250"/>
          <p14:tracePt t="58961" x="1238250" y="5429250"/>
          <p14:tracePt t="58977" x="1231900" y="5429250"/>
          <p14:tracePt t="59023" x="1225550" y="5429250"/>
          <p14:tracePt t="59052" x="1219200" y="5429250"/>
          <p14:tracePt t="59072" x="1212850" y="5429250"/>
          <p14:tracePt t="59143" x="1206500" y="5429250"/>
          <p14:tracePt t="59697" x="1206500" y="5435600"/>
          <p14:tracePt t="59732" x="1206500" y="5441950"/>
          <p14:tracePt t="59767" x="1206500" y="5448300"/>
          <p14:tracePt t="59816" x="1206500" y="5454650"/>
          <p14:tracePt t="59872" x="1206500" y="5461000"/>
          <p14:tracePt t="59914" x="1212850" y="5467350"/>
          <p14:tracePt t="59998" x="1212850" y="5473700"/>
          <p14:tracePt t="60005" x="1219200" y="5473700"/>
          <p14:tracePt t="60012" x="1219200" y="5480050"/>
          <p14:tracePt t="60054" x="1225550" y="5486400"/>
          <p14:tracePt t="60075" x="1225550" y="5492750"/>
          <p14:tracePt t="60082" x="1225550" y="5499100"/>
          <p14:tracePt t="60103" x="1225550" y="5505450"/>
          <p14:tracePt t="60125" x="1231900" y="5505450"/>
          <p14:tracePt t="60138" x="1238250" y="5511800"/>
          <p14:tracePt t="60145" x="1238250" y="5518150"/>
          <p14:tracePt t="60156" x="1244600" y="5524500"/>
          <p14:tracePt t="60174" x="1257300" y="5543550"/>
          <p14:tracePt t="60190" x="1263650" y="5556250"/>
          <p14:tracePt t="60206" x="1276350" y="5575300"/>
          <p14:tracePt t="60223" x="1314450" y="5632450"/>
          <p14:tracePt t="60240" x="1320800" y="5645150"/>
          <p14:tracePt t="60257" x="1346200" y="5670550"/>
          <p14:tracePt t="60273" x="1352550" y="5695950"/>
          <p14:tracePt t="60290" x="1365250" y="5708650"/>
          <p14:tracePt t="60307" x="1384300" y="5721350"/>
          <p14:tracePt t="60323" x="1384300" y="5727700"/>
          <p14:tracePt t="60339" x="1397000" y="5740400"/>
          <p14:tracePt t="60356" x="1403350" y="5746750"/>
          <p14:tracePt t="60372" x="1416050" y="5753100"/>
          <p14:tracePt t="60390" x="1422400" y="5753100"/>
          <p14:tracePt t="60406" x="1428750" y="5759450"/>
          <p14:tracePt t="60422" x="1435100" y="5765800"/>
          <p14:tracePt t="60439" x="1447800" y="5778500"/>
          <p14:tracePt t="60456" x="1473200" y="5791200"/>
          <p14:tracePt t="60472" x="1485900" y="5803900"/>
          <p14:tracePt t="60489" x="1524000" y="5822950"/>
          <p14:tracePt t="60506" x="1555750" y="5842000"/>
          <p14:tracePt t="60524" x="1581150" y="5867400"/>
          <p14:tracePt t="60539" x="1593850" y="5867400"/>
          <p14:tracePt t="60555" x="1606550" y="5873750"/>
          <p14:tracePt t="60573" x="1644650" y="5880100"/>
          <p14:tracePt t="60589" x="1651000" y="5880100"/>
          <p14:tracePt t="60605" x="1657350" y="5880100"/>
          <p14:tracePt t="60622" x="1663700" y="5880100"/>
          <p14:tracePt t="60638" x="1670050" y="5880100"/>
          <p14:tracePt t="60664" x="1676400" y="5880100"/>
          <p14:tracePt t="60699" x="1682750" y="5873750"/>
          <p14:tracePt t="60727" x="1689100" y="5873750"/>
          <p14:tracePt t="60755" x="1695450" y="5867400"/>
          <p14:tracePt t="60783" x="1701800" y="5861050"/>
          <p14:tracePt t="60825" x="1708150" y="5854700"/>
          <p14:tracePt t="60839" x="1714500" y="5854700"/>
          <p14:tracePt t="60853" x="1720850" y="5854700"/>
          <p14:tracePt t="60867" x="1727200" y="5848350"/>
          <p14:tracePt t="60874" x="1733550" y="5848350"/>
          <p14:tracePt t="60891" x="1733550" y="5842000"/>
          <p14:tracePt t="60909" x="1739900" y="5842000"/>
          <p14:tracePt t="60922" x="1746250" y="5835650"/>
          <p14:tracePt t="60940" x="1752600" y="5835650"/>
          <p14:tracePt t="60954" x="1758950" y="5829300"/>
          <p14:tracePt t="60971" x="1765300" y="5829300"/>
          <p14:tracePt t="60988" x="1771650" y="5822950"/>
          <p14:tracePt t="61036" x="1778000" y="5822950"/>
          <p14:tracePt t="61057" x="1778000" y="5816600"/>
          <p14:tracePt t="61063" x="1784350" y="5816600"/>
          <p14:tracePt t="61099" x="1790700" y="5816600"/>
          <p14:tracePt t="61134" x="1797050" y="5816600"/>
          <p14:tracePt t="61162" x="1803400" y="5816600"/>
          <p14:tracePt t="61168" x="1809750" y="5816600"/>
          <p14:tracePt t="61225" x="1816100" y="5816600"/>
          <p14:tracePt t="61246" x="1822450" y="5816600"/>
          <p14:tracePt t="61267" x="1828800" y="5816600"/>
          <p14:tracePt t="61288" x="1835150" y="5816600"/>
          <p14:tracePt t="61295" x="1841500" y="5822950"/>
          <p14:tracePt t="61309" x="1847850" y="5822950"/>
          <p14:tracePt t="61319" x="1854200" y="5822950"/>
          <p14:tracePt t="61337" x="1879600" y="5835650"/>
          <p14:tracePt t="61353" x="1892300" y="5835650"/>
          <p14:tracePt t="61369" x="1936750" y="5848350"/>
          <p14:tracePt t="61386" x="1968500" y="5861050"/>
          <p14:tracePt t="61402" x="1987550" y="5867400"/>
          <p14:tracePt t="61419" x="2025650" y="5873750"/>
          <p14:tracePt t="61436" x="2044700" y="5880100"/>
          <p14:tracePt t="61453" x="2051050" y="5880100"/>
          <p14:tracePt t="61469" x="2057400" y="5886450"/>
          <p14:tracePt t="61485" x="2076450" y="5886450"/>
          <p14:tracePt t="61505" x="2082800" y="5886450"/>
          <p14:tracePt t="61548" x="2089150" y="5886450"/>
          <p14:tracePt t="61589" x="2095500" y="5886450"/>
          <p14:tracePt t="61611" x="2101850" y="5886450"/>
          <p14:tracePt t="61617" x="2108200" y="5886450"/>
          <p14:tracePt t="61646" x="2114550" y="5886450"/>
          <p14:tracePt t="61667" x="2120900" y="5886450"/>
          <p14:tracePt t="61715" x="2127250" y="5886450"/>
          <p14:tracePt t="61737" x="2133600" y="5886450"/>
          <p14:tracePt t="61752" x="2139950" y="5886450"/>
          <p14:tracePt t="61779" x="2146300" y="5886450"/>
          <p14:tracePt t="61786" x="2152650" y="5886450"/>
          <p14:tracePt t="61807" x="2159000" y="5886450"/>
          <p14:tracePt t="61828" x="2165350" y="5886450"/>
          <p14:tracePt t="61836" x="2171700" y="5886450"/>
          <p14:tracePt t="61849" x="2178050" y="5886450"/>
          <p14:tracePt t="61856" x="2190750" y="5886450"/>
          <p14:tracePt t="61871" x="2203450" y="5886450"/>
          <p14:tracePt t="61887" x="2216150" y="5886450"/>
          <p14:tracePt t="61901" x="2235200" y="5886450"/>
          <p14:tracePt t="61918" x="2260600" y="5886450"/>
          <p14:tracePt t="61921" x="2286000" y="5886450"/>
          <p14:tracePt t="61934" x="2349500" y="5886450"/>
          <p14:tracePt t="61950" x="2387600" y="5886450"/>
          <p14:tracePt t="61968" x="2457450" y="5886450"/>
          <p14:tracePt t="61984" x="2520950" y="5886450"/>
          <p14:tracePt t="62000" x="2540000" y="5886450"/>
          <p14:tracePt t="62017" x="2597150" y="5886450"/>
          <p14:tracePt t="62034" x="2609850" y="5886450"/>
          <p14:tracePt t="62050" x="2622550" y="5892800"/>
          <p14:tracePt t="62067" x="2635250" y="5892800"/>
          <p14:tracePt t="62083" x="2641600" y="5892800"/>
          <p14:tracePt t="62100" x="2654300" y="5892800"/>
          <p14:tracePt t="62116" x="2673350" y="5892800"/>
          <p14:tracePt t="62150" x="2686050" y="5892800"/>
          <p14:tracePt t="62166" x="2692400" y="5892800"/>
          <p14:tracePt t="62200" x="2698750" y="5892800"/>
          <p14:tracePt t="62325" x="2686050" y="5892800"/>
          <p14:tracePt t="62339" x="2679700" y="5892800"/>
          <p14:tracePt t="62347" x="2667000" y="5892800"/>
          <p14:tracePt t="62361" x="2647950" y="5892800"/>
          <p14:tracePt t="62369" x="2622550" y="5892800"/>
          <p14:tracePt t="62383" x="2578100" y="5905500"/>
          <p14:tracePt t="62399" x="2425700" y="5911850"/>
          <p14:tracePt t="62416" x="2209800" y="5943600"/>
          <p14:tracePt t="62432" x="2095500" y="5962650"/>
          <p14:tracePt t="62449" x="1968500" y="5988050"/>
          <p14:tracePt t="62466" x="1657350" y="6057900"/>
          <p14:tracePt t="62482" x="1587500" y="6076950"/>
          <p14:tracePt t="62499" x="1524000" y="6096000"/>
          <p14:tracePt t="62515" x="1460500" y="6121400"/>
          <p14:tracePt t="62532" x="1416050" y="6134100"/>
          <p14:tracePt t="62549" x="1397000" y="6153150"/>
          <p14:tracePt t="62565" x="1377950" y="6159500"/>
          <p14:tracePt t="62582" x="1365250" y="6165850"/>
          <p14:tracePt t="62615" x="1358900" y="6172200"/>
          <p14:tracePt t="62641" x="1352550" y="6172200"/>
          <p14:tracePt t="62676" x="1346200" y="6178550"/>
          <p14:tracePt t="62711" x="1346200" y="6184900"/>
          <p14:tracePt t="62767" x="1339850" y="6184900"/>
          <p14:tracePt t="62830" x="1339850" y="6191250"/>
          <p14:tracePt t="63069" x="1339850" y="6197600"/>
          <p14:tracePt t="63090" x="1339850" y="6203950"/>
          <p14:tracePt t="63110" x="1339850" y="6210300"/>
          <p14:tracePt t="63118" x="1333500" y="6216650"/>
          <p14:tracePt t="63139" x="1333500" y="6223000"/>
          <p14:tracePt t="63153" x="1327150" y="6235700"/>
          <p14:tracePt t="63163" x="1320800" y="6248400"/>
          <p14:tracePt t="63181" x="1308100" y="6280150"/>
          <p14:tracePt t="63196" x="1295400" y="6299200"/>
          <p14:tracePt t="63213" x="1276350" y="6350000"/>
          <p14:tracePt t="63230" x="1257300" y="6394450"/>
          <p14:tracePt t="63246" x="1250950" y="6413500"/>
          <p14:tracePt t="63263" x="1238250" y="6451600"/>
          <p14:tracePt t="63280" x="1238250" y="6470650"/>
          <p14:tracePt t="63297" x="1238250" y="6483350"/>
          <p14:tracePt t="63312" x="1231900" y="6496050"/>
          <p14:tracePt t="64263" x="1377950" y="6451600"/>
          <p14:tracePt t="64271" x="1447800" y="6413500"/>
          <p14:tracePt t="64285" x="1543050" y="6356350"/>
          <p14:tracePt t="64293" x="1638300" y="6292850"/>
          <p14:tracePt t="64308" x="1733550" y="6223000"/>
          <p14:tracePt t="64326" x="1816100" y="6146800"/>
          <p14:tracePt t="64342" x="2019300" y="5943600"/>
          <p14:tracePt t="64359" x="2076450" y="5886450"/>
          <p14:tracePt t="64376" x="2146300" y="5803900"/>
          <p14:tracePt t="64392" x="2184400" y="5753100"/>
          <p14:tracePt t="64409" x="2190750" y="5740400"/>
          <p14:tracePt t="64425" x="2197100" y="5734050"/>
          <p14:tracePt t="64442" x="2203450" y="5727700"/>
          <p14:tracePt t="64551" x="2203450" y="5721350"/>
          <p14:tracePt t="64566" x="2203450" y="5715000"/>
          <p14:tracePt t="64572" x="2209800" y="5715000"/>
          <p14:tracePt t="64579" x="2216150" y="5708650"/>
          <p14:tracePt t="64594" x="2228850" y="5702300"/>
          <p14:tracePt t="64608" x="2241550" y="5689600"/>
          <p14:tracePt t="64624" x="2266950" y="5664200"/>
          <p14:tracePt t="64641" x="2286000" y="5651500"/>
          <p14:tracePt t="64658" x="2311400" y="5632450"/>
          <p14:tracePt t="64674" x="2330450" y="5613400"/>
          <p14:tracePt t="64692" x="2336800" y="5607050"/>
          <p14:tracePt t="64708" x="2343150" y="5600700"/>
          <p14:tracePt t="64724" x="2355850" y="5594350"/>
          <p14:tracePt t="64741" x="2387600" y="5575300"/>
          <p14:tracePt t="64758" x="2406650" y="5562600"/>
          <p14:tracePt t="64774" x="2438400" y="5543550"/>
          <p14:tracePt t="64791" x="2571750" y="5473700"/>
          <p14:tracePt t="64807" x="2616200" y="5461000"/>
          <p14:tracePt t="64825" x="2692400" y="5416550"/>
          <p14:tracePt t="64840" x="2711450" y="5403850"/>
          <p14:tracePt t="64857" x="2755900" y="5372100"/>
          <p14:tracePt t="64874" x="2774950" y="5353050"/>
          <p14:tracePt t="64890" x="2787650" y="5353050"/>
          <p14:tracePt t="64907" x="2794000" y="5340350"/>
          <p14:tracePt t="64924" x="2800350" y="5340350"/>
          <p14:tracePt t="64986" x="2800350" y="5334000"/>
          <p14:tracePt t="65056" x="2806700" y="5327650"/>
          <p14:tracePt t="65155" x="2806700" y="5321300"/>
          <p14:tracePt t="65197" x="2813050" y="5321300"/>
          <p14:tracePt t="65225" x="2819400" y="5314950"/>
          <p14:tracePt t="65295" x="2819400" y="5308600"/>
          <p14:tracePt t="65344" x="2806700" y="5308600"/>
          <p14:tracePt t="65351" x="2800350" y="5308600"/>
          <p14:tracePt t="65365" x="2768600" y="5314950"/>
          <p14:tracePt t="65375" x="2724150" y="5327650"/>
          <p14:tracePt t="65388" x="2660650" y="5334000"/>
          <p14:tracePt t="65405" x="2571750" y="5346700"/>
          <p14:tracePt t="65422" x="2222500" y="5397500"/>
          <p14:tracePt t="65438" x="2076450" y="5429250"/>
          <p14:tracePt t="65456" x="1835150" y="5473700"/>
          <p14:tracePt t="65472" x="1720850" y="5505450"/>
          <p14:tracePt t="65488" x="1536700" y="5556250"/>
          <p14:tracePt t="65505" x="1403350" y="5594350"/>
          <p14:tracePt t="65522" x="1358900" y="5600700"/>
          <p14:tracePt t="65538" x="1308100" y="5626100"/>
          <p14:tracePt t="65555" x="1282700" y="5632450"/>
          <p14:tracePt t="65572" x="1276350" y="5632450"/>
          <p14:tracePt t="65589" x="1270000" y="5632450"/>
          <p14:tracePt t="65631" x="1270000" y="5638800"/>
          <p14:tracePt t="65652" x="1270000" y="5645150"/>
          <p14:tracePt t="65688" x="1263650" y="5645150"/>
          <p14:tracePt t="65694" x="1257300" y="5645150"/>
          <p14:tracePt t="65704" x="1257300" y="5651500"/>
          <p14:tracePt t="65721" x="1257300" y="5657850"/>
          <p14:tracePt t="65738" x="1244600" y="5664200"/>
          <p14:tracePt t="65770" x="1238250" y="5670550"/>
          <p14:tracePt t="65787" x="1231900" y="5670550"/>
          <p14:tracePt t="65856" x="1231900" y="5664200"/>
          <p14:tracePt t="65877" x="1231900" y="5657850"/>
          <p14:tracePt t="65883" x="1231900" y="5645150"/>
          <p14:tracePt t="65898" x="1244600" y="5632450"/>
          <p14:tracePt t="65906" x="1250950" y="5607050"/>
          <p14:tracePt t="65919" x="1276350" y="5562600"/>
          <p14:tracePt t="65937" x="1339850" y="5397500"/>
          <p14:tracePt t="65954" x="1397000" y="5194300"/>
          <p14:tracePt t="65970" x="1428750" y="5060950"/>
          <p14:tracePt t="65974" x="1466850" y="4914900"/>
          <p14:tracePt t="65987" x="1492250" y="4724400"/>
          <p14:tracePt t="66003" x="1517650" y="4527550"/>
          <p14:tracePt t="66019" x="1543050" y="4121150"/>
          <p14:tracePt t="66036" x="1555750" y="3962400"/>
          <p14:tracePt t="66053" x="1555750" y="3594100"/>
          <p14:tracePt t="66069" x="1555750" y="3505200"/>
          <p14:tracePt t="66087" x="1536700" y="3384550"/>
          <p14:tracePt t="66103" x="1530350" y="3352800"/>
          <p14:tracePt t="66119" x="1511300" y="3314700"/>
          <p14:tracePt t="66137" x="1498600" y="3295650"/>
          <p14:tracePt t="66153" x="1498600" y="3289300"/>
          <p14:tracePt t="66169" x="1492250" y="3282950"/>
          <p14:tracePt t="66186" x="1485900" y="3276600"/>
          <p14:tracePt t="66248" x="1479550" y="3276600"/>
          <p14:tracePt t="66255" x="1479550" y="3282950"/>
          <p14:tracePt t="66269" x="1479550" y="3289300"/>
          <p14:tracePt t="66286" x="1485900" y="3302000"/>
          <p14:tracePt t="66303" x="1492250" y="3302000"/>
          <p14:tracePt t="66319" x="1498600" y="3308350"/>
          <p14:tracePt t="66335" x="1511300" y="3314700"/>
          <p14:tracePt t="66352" x="1581150" y="3333750"/>
          <p14:tracePt t="66369" x="1701800" y="3352800"/>
          <p14:tracePt t="66385" x="1790700" y="3371850"/>
          <p14:tracePt t="66402" x="1981200" y="3378200"/>
          <p14:tracePt t="66418" x="2190750" y="3390900"/>
          <p14:tracePt t="66434" x="2279650" y="3384550"/>
          <p14:tracePt t="66452" x="2444750" y="3384550"/>
          <p14:tracePt t="66468" x="2559050" y="3371850"/>
          <p14:tracePt t="66472" x="2603500" y="3371850"/>
          <p14:tracePt t="66502" x="2660650" y="3359150"/>
          <p14:tracePt t="66519" x="2692400" y="3359150"/>
          <p14:tracePt t="66534" x="2698750" y="3359150"/>
          <p14:tracePt t="66551" x="2711450" y="3359150"/>
          <p14:tracePt t="66568" x="2730500" y="3359150"/>
          <p14:tracePt t="66586" x="2736850" y="3359150"/>
          <p14:tracePt t="66601" x="2743200" y="3359150"/>
          <p14:tracePt t="66634" x="2762250" y="3359150"/>
          <p14:tracePt t="66651" x="2774950" y="3352800"/>
          <p14:tracePt t="66668" x="2781300" y="3352800"/>
          <p14:tracePt t="66684" x="2787650" y="3346450"/>
          <p14:tracePt t="66701" x="2794000" y="3346450"/>
          <p14:tracePt t="66718" x="2800350" y="3346450"/>
          <p14:tracePt t="66760" x="2806700" y="3340100"/>
          <p14:tracePt t="66788" x="2813050" y="3333750"/>
          <p14:tracePt t="66795" x="2813050" y="3327400"/>
          <p14:tracePt t="66817" x="2800350" y="3327400"/>
          <p14:tracePt t="66823" x="2787650" y="3321050"/>
          <p14:tracePt t="66838" x="2762250" y="3321050"/>
          <p14:tracePt t="66851" x="2724150" y="3321050"/>
          <p14:tracePt t="66866" x="2571750" y="3321050"/>
          <p14:tracePt t="66883" x="2482850" y="3321050"/>
          <p14:tracePt t="66901" x="2254250" y="3321050"/>
          <p14:tracePt t="66917" x="2000250" y="3327400"/>
          <p14:tracePt t="66934" x="1873250" y="3333750"/>
          <p14:tracePt t="66950" x="1682750" y="3352800"/>
          <p14:tracePt t="66966" x="1549400" y="3365500"/>
          <p14:tracePt t="66983" x="1511300" y="3371850"/>
          <p14:tracePt t="67000" x="1460500" y="3371850"/>
          <p14:tracePt t="67017" x="1447800" y="3371850"/>
          <p14:tracePt t="67033" x="1441450" y="3371850"/>
          <p14:tracePt t="67049" x="1435100" y="3378200"/>
          <p14:tracePt t="67090" x="1435100" y="3384550"/>
          <p14:tracePt t="67103" x="1435100" y="3390900"/>
          <p14:tracePt t="67118" x="1435100" y="3397250"/>
          <p14:tracePt t="67125" x="1435100" y="3403600"/>
          <p14:tracePt t="67153" x="1435100" y="3416300"/>
          <p14:tracePt t="67160" x="1435100" y="3429000"/>
          <p14:tracePt t="67169" x="1441450" y="3467100"/>
          <p14:tracePt t="67183" x="1447800" y="3524250"/>
          <p14:tracePt t="67199" x="1460500" y="3714750"/>
          <p14:tracePt t="67216" x="1473200" y="4025900"/>
          <p14:tracePt t="67232" x="1485900" y="4292600"/>
          <p14:tracePt t="67249" x="1485900" y="4838700"/>
          <p14:tracePt t="67266" x="1460500" y="5365750"/>
          <p14:tracePt t="67282" x="1447800" y="5581650"/>
          <p14:tracePt t="67299" x="1435100" y="5746750"/>
          <p14:tracePt t="67315" x="1397000" y="6038850"/>
          <p14:tracePt t="67332" x="1397000" y="6089650"/>
          <p14:tracePt t="67350" x="1397000" y="6134100"/>
          <p14:tracePt t="67365" x="1397000" y="6140450"/>
          <p14:tracePt t="67382" x="1403350" y="6140450"/>
          <p14:tracePt t="67399" x="1409700" y="6140450"/>
          <p14:tracePt t="67415" x="1416050" y="6140450"/>
          <p14:tracePt t="67431" x="1428750" y="6134100"/>
          <p14:tracePt t="67449" x="1441450" y="6115050"/>
          <p14:tracePt t="67465" x="1447800" y="6102350"/>
          <p14:tracePt t="67483" x="1466850" y="6076950"/>
          <p14:tracePt t="67498" x="1498600" y="6032500"/>
          <p14:tracePt t="67514" x="1511300" y="5994400"/>
          <p14:tracePt t="67532" x="1568450" y="5854700"/>
          <p14:tracePt t="67548" x="1600200" y="5765800"/>
          <p14:tracePt t="67565" x="1670050" y="5492750"/>
          <p14:tracePt t="67581" x="1752600" y="5016500"/>
          <p14:tracePt t="67598" x="1784350" y="4749800"/>
          <p14:tracePt t="67615" x="1828800" y="4476750"/>
          <p14:tracePt t="67631" x="1911350" y="3835400"/>
          <p14:tracePt t="67647" x="1924050" y="3695700"/>
          <p14:tracePt t="67664" x="1955800" y="3467100"/>
          <p14:tracePt t="67681" x="1968500" y="3359150"/>
          <p14:tracePt t="67698" x="1968500" y="3333750"/>
          <p14:tracePt t="67715" x="1968500" y="3314700"/>
          <p14:tracePt t="67731" x="1968500" y="3302000"/>
          <p14:tracePt t="67748" x="1962150" y="3302000"/>
          <p14:tracePt t="67765" x="1955800" y="3308350"/>
          <p14:tracePt t="67781" x="1943100" y="3321050"/>
          <p14:tracePt t="67798" x="1936750" y="3333750"/>
          <p14:tracePt t="67814" x="1879600" y="3397250"/>
          <p14:tracePt t="67830" x="1828800" y="3441700"/>
          <p14:tracePt t="67847" x="1657350" y="3644900"/>
          <p14:tracePt t="67863" x="1593850" y="3752850"/>
          <p14:tracePt t="67880" x="1524000" y="4000500"/>
          <p14:tracePt t="67896" x="1517650" y="4356100"/>
          <p14:tracePt t="67913" x="1568450" y="4559300"/>
          <p14:tracePt t="67930" x="1644650" y="4819650"/>
          <p14:tracePt t="67946" x="2025650" y="5588000"/>
          <p14:tracePt t="67962" x="2165350" y="5778500"/>
          <p14:tracePt t="67980" x="2425700" y="6000750"/>
          <p14:tracePt t="67996" x="2540000" y="6051550"/>
          <p14:tracePt t="68013" x="2768600" y="6096000"/>
          <p14:tracePt t="68030" x="3028950" y="6070600"/>
          <p14:tracePt t="68046" x="3105150" y="6038850"/>
          <p14:tracePt t="68063" x="3244850" y="5930900"/>
          <p14:tracePt t="68079" x="3365500" y="5784850"/>
          <p14:tracePt t="68096" x="3397250" y="5708650"/>
          <p14:tracePt t="68113" x="3416300" y="5600700"/>
          <p14:tracePt t="68129" x="3416300" y="5518150"/>
          <p14:tracePt t="68146" x="3384550" y="5461000"/>
          <p14:tracePt t="68163" x="3270250" y="5276850"/>
          <p14:tracePt t="68179" x="2997200" y="4972050"/>
          <p14:tracePt t="68196" x="2838450" y="4851400"/>
          <p14:tracePt t="68212" x="2482850" y="4648200"/>
          <p14:tracePt t="68229" x="2235200" y="4584700"/>
          <p14:tracePt t="68245" x="2120900" y="4572000"/>
          <p14:tracePt t="68262" x="1879600" y="4635500"/>
          <p14:tracePt t="68279" x="1771650" y="4699000"/>
          <p14:tracePt t="68296" x="1524000" y="4927600"/>
          <p14:tracePt t="68312" x="1460500" y="5010150"/>
          <p14:tracePt t="68328" x="1416050" y="5118100"/>
          <p14:tracePt t="68345" x="1384300" y="5384800"/>
          <p14:tracePt t="68362" x="1441450" y="5619750"/>
          <p14:tracePt t="68378" x="1517650" y="5727700"/>
          <p14:tracePt t="68395" x="1701800" y="5905500"/>
          <p14:tracePt t="68411" x="1822450" y="5988050"/>
          <p14:tracePt t="68429" x="2330450" y="5975350"/>
          <p14:tracePt t="68444" x="2495550" y="5899150"/>
          <p14:tracePt t="68461" x="2901950" y="5670550"/>
          <p14:tracePt t="68478" x="3130550" y="5391150"/>
          <p14:tracePt t="68494" x="3181350" y="5283200"/>
          <p14:tracePt t="68512" x="3225800" y="5168900"/>
          <p14:tracePt t="68515" x="3244850" y="5080000"/>
          <p14:tracePt t="68528" x="3276600" y="4883150"/>
          <p14:tracePt t="68544" x="3276600" y="4806950"/>
          <p14:tracePt t="68561" x="3270250" y="4705350"/>
          <p14:tracePt t="68578" x="3200400" y="4495800"/>
          <p14:tracePt t="68594" x="3130550" y="4375150"/>
          <p14:tracePt t="68611" x="2819400" y="4000500"/>
          <p14:tracePt t="68627" x="2679700" y="3892550"/>
          <p14:tracePt t="68644" x="2514600" y="3816350"/>
          <p14:tracePt t="68661" x="2419350" y="3803650"/>
          <p14:tracePt t="68677" x="2381250" y="3822700"/>
          <p14:tracePt t="68693" x="2330450" y="3854450"/>
          <p14:tracePt t="68711" x="2228850" y="3943350"/>
          <p14:tracePt t="68727" x="2165350" y="4025900"/>
          <p14:tracePt t="68745" x="2044700" y="4362450"/>
          <p14:tracePt t="68760" x="2019300" y="4533900"/>
          <p14:tracePt t="68777" x="2019300" y="4692650"/>
          <p14:tracePt t="68794" x="2082800" y="4914900"/>
          <p14:tracePt t="68811" x="2247900" y="5118100"/>
          <p14:tracePt t="68827" x="2330450" y="5200650"/>
          <p14:tracePt t="68844" x="2495550" y="5340350"/>
          <p14:tracePt t="68860" x="2565400" y="5384800"/>
          <p14:tracePt t="68876" x="2724150" y="5435600"/>
          <p14:tracePt t="68894" x="2882900" y="5422900"/>
          <p14:tracePt t="68912" x="2971800" y="5384800"/>
          <p14:tracePt t="68928" x="3117850" y="5257800"/>
          <p14:tracePt t="68943" x="3206750" y="5124450"/>
          <p14:tracePt t="68960" x="3251200" y="5060950"/>
          <p14:tracePt t="68976" x="3302000" y="4940300"/>
          <p14:tracePt t="68993" x="3302000" y="4838700"/>
          <p14:tracePt t="69009" x="3295650" y="4768850"/>
          <p14:tracePt t="69026" x="3257550" y="4648200"/>
          <p14:tracePt t="69043" x="3225800" y="4565650"/>
          <p14:tracePt t="69060" x="3200400" y="4521200"/>
          <p14:tracePt t="69076" x="3162300" y="4470400"/>
          <p14:tracePt t="69093" x="3117850" y="4451350"/>
          <p14:tracePt t="69110" x="3054350" y="4451350"/>
          <p14:tracePt t="69126" x="3016250" y="4451350"/>
          <p14:tracePt t="69142" x="2889250" y="4495800"/>
          <p14:tracePt t="69159" x="2755900" y="4559300"/>
          <p14:tracePt t="69175" x="2673350" y="4622800"/>
          <p14:tracePt t="69193" x="2546350" y="4787900"/>
          <p14:tracePt t="69209" x="2444750" y="5003800"/>
          <p14:tracePt t="69225" x="2419350" y="5105400"/>
          <p14:tracePt t="69243" x="2425700" y="5359400"/>
          <p14:tracePt t="69259" x="2457450" y="5486400"/>
          <p14:tracePt t="69275" x="2552700" y="5695950"/>
          <p14:tracePt t="69293" x="2679700" y="5816600"/>
          <p14:tracePt t="69309" x="2762250" y="5848350"/>
          <p14:tracePt t="69325" x="2965450" y="5854700"/>
          <p14:tracePt t="69342" x="3149600" y="5784850"/>
          <p14:tracePt t="69358" x="3232150" y="5721350"/>
          <p14:tracePt t="69376" x="3390900" y="5543550"/>
          <p14:tracePt t="69392" x="3511550" y="5302250"/>
          <p14:tracePt t="69408" x="3556000" y="5187950"/>
          <p14:tracePt t="69425" x="3594100" y="4991100"/>
          <p14:tracePt t="69441" x="3594100" y="4902200"/>
          <p14:tracePt t="69458" x="3536950" y="4667250"/>
          <p14:tracePt t="69475" x="3429000" y="4432300"/>
          <p14:tracePt t="69491" x="3346450" y="4305300"/>
          <p14:tracePt t="69510" x="3117850" y="4025900"/>
          <p14:tracePt t="69525" x="3022600" y="3930650"/>
          <p14:tracePt t="69541" x="2870200" y="3816350"/>
          <p14:tracePt t="69558" x="2743200" y="3797300"/>
          <p14:tracePt t="69574" x="2660650" y="3797300"/>
          <p14:tracePt t="69591" x="2609850" y="3803650"/>
          <p14:tracePt t="69608" x="2476500" y="3822700"/>
          <p14:tracePt t="69624" x="2317750" y="3892550"/>
          <p14:tracePt t="69641" x="2235200" y="3930650"/>
          <p14:tracePt t="69657" x="2082800" y="4044950"/>
          <p14:tracePt t="69674" x="1962150" y="4184650"/>
          <p14:tracePt t="69691" x="1911350" y="4267200"/>
          <p14:tracePt t="69707" x="1860550" y="4451350"/>
          <p14:tracePt t="69724" x="1860550" y="4641850"/>
          <p14:tracePt t="69741" x="1911350" y="4787900"/>
          <p14:tracePt t="69757" x="1962150" y="4845050"/>
          <p14:tracePt t="69773" x="2032000" y="4883150"/>
          <p14:tracePt t="69790" x="2292350" y="4984750"/>
          <p14:tracePt t="69807" x="2400300" y="5010150"/>
          <p14:tracePt t="69824" x="2501900" y="5010150"/>
          <p14:tracePt t="69840" x="2705100" y="4953000"/>
          <p14:tracePt t="69856" x="2895600" y="4845050"/>
          <p14:tracePt t="69874" x="3016250" y="4692650"/>
          <p14:tracePt t="69890" x="3079750" y="4597400"/>
          <p14:tracePt t="69906" x="3111500" y="4406900"/>
          <p14:tracePt t="69923" x="3124200" y="4305300"/>
          <p14:tracePt t="69940" x="3117850" y="4114800"/>
          <p14:tracePt t="69956" x="3098800" y="3987800"/>
          <p14:tracePt t="69973" x="2997200" y="3759200"/>
          <p14:tracePt t="69989" x="2876550" y="3581400"/>
          <p14:tracePt t="70007" x="2698750" y="3435350"/>
          <p14:tracePt t="70023" x="2628900" y="3397250"/>
          <p14:tracePt t="70040" x="2495550" y="3359150"/>
          <p14:tracePt t="70057" x="2374900" y="3371850"/>
          <p14:tracePt t="70072" x="2305050" y="3390900"/>
          <p14:tracePt t="70089" x="2159000" y="3460750"/>
          <p14:tracePt t="70106" x="2032000" y="3568700"/>
          <p14:tracePt t="70122" x="1943100" y="3708400"/>
          <p14:tracePt t="70140" x="1898650" y="3778250"/>
          <p14:tracePt t="70156" x="1841500" y="3975100"/>
          <p14:tracePt t="70172" x="1828800" y="4102100"/>
          <p14:tracePt t="70189" x="1943100" y="4667250"/>
          <p14:tracePt t="70205" x="2025650" y="4864100"/>
          <p14:tracePt t="70222" x="2120900" y="5035550"/>
          <p14:tracePt t="70240" x="2362200" y="5257800"/>
          <p14:tracePt t="70255" x="2571750" y="5340350"/>
          <p14:tracePt t="70272" x="2673350" y="5365750"/>
          <p14:tracePt t="70288" x="2863850" y="5359400"/>
          <p14:tracePt t="70305" x="3028950" y="5289550"/>
          <p14:tracePt t="70323" x="3086100" y="5238750"/>
          <p14:tracePt t="70338" x="3194050" y="5124450"/>
          <p14:tracePt t="70355" x="3263900" y="4997450"/>
          <p14:tracePt t="70372" x="3289300" y="4902200"/>
          <p14:tracePt t="70388" x="3295650" y="4845050"/>
          <p14:tracePt t="70404" x="3295650" y="4775200"/>
          <p14:tracePt t="70421" x="3263900" y="4705350"/>
          <p14:tracePt t="70438" x="3225800" y="4648200"/>
          <p14:tracePt t="70454" x="3200400" y="4603750"/>
          <p14:tracePt t="70471" x="3111500" y="4508500"/>
          <p14:tracePt t="70488" x="3054350" y="4457700"/>
          <p14:tracePt t="70505" x="2933700" y="4400550"/>
          <p14:tracePt t="70521" x="2876550" y="4375150"/>
          <p14:tracePt t="70537" x="2768600" y="4356100"/>
          <p14:tracePt t="70555" x="2667000" y="4362450"/>
          <p14:tracePt t="70571" x="2597150" y="4381500"/>
          <p14:tracePt t="70587" x="2533650" y="4387850"/>
          <p14:tracePt t="70604" x="2419350" y="4425950"/>
          <p14:tracePt t="70620" x="2374900" y="4451350"/>
          <p14:tracePt t="70637" x="2336800" y="4483100"/>
          <p14:tracePt t="70653" x="2324100" y="4489450"/>
          <p14:tracePt t="70670" x="2311400" y="4489450"/>
          <p14:tracePt t="70687" x="2305050" y="4489450"/>
          <p14:tracePt t="70704" x="2298700" y="4489450"/>
          <p14:tracePt t="70720" x="2298700" y="4483100"/>
          <p14:tracePt t="70737" x="2298700" y="4451350"/>
          <p14:tracePt t="70753" x="2298700" y="4432300"/>
          <p14:tracePt t="70771" x="2298700" y="4381500"/>
          <p14:tracePt t="70787" x="2286000" y="4324350"/>
          <p14:tracePt t="70803" x="2279650" y="4292600"/>
          <p14:tracePt t="70821" x="2235200" y="4178300"/>
          <p14:tracePt t="70836" x="2209800" y="4133850"/>
          <p14:tracePt t="70853" x="2197100" y="4102100"/>
          <p14:tracePt t="70870" x="2165350" y="4057650"/>
          <p14:tracePt t="70886" x="2139950" y="4025900"/>
          <p14:tracePt t="70902" x="2133600" y="4025900"/>
          <p14:tracePt t="70919" x="2114550" y="4013200"/>
          <p14:tracePt t="70936" x="2108200" y="4006850"/>
          <p14:tracePt t="70969" x="2101850" y="4013200"/>
          <p14:tracePt t="70986" x="2101850" y="4019550"/>
          <p14:tracePt t="71003" x="2101850" y="4025900"/>
          <p14:tracePt t="71019" x="2101850" y="4032250"/>
          <p14:tracePt t="71036" x="2101850" y="4051300"/>
          <p14:tracePt t="71052" x="2101850" y="4070350"/>
          <p14:tracePt t="71069" x="2101850" y="4083050"/>
          <p14:tracePt t="71086" x="2101850" y="4095750"/>
          <p14:tracePt t="71102" x="2108200" y="4133850"/>
          <p14:tracePt t="71119" x="2114550" y="4140200"/>
          <p14:tracePt t="71136" x="2133600" y="4140200"/>
          <p14:tracePt t="71152" x="2146300" y="4127500"/>
          <p14:tracePt t="71168" x="2178050" y="4095750"/>
          <p14:tracePt t="71186" x="2241550" y="4000500"/>
          <p14:tracePt t="71202" x="2279650" y="3943350"/>
          <p14:tracePt t="71219" x="2311400" y="3892550"/>
          <p14:tracePt t="71235" x="2368550" y="3765550"/>
          <p14:tracePt t="71251" x="2381250" y="3721100"/>
          <p14:tracePt t="71270" x="2406650" y="3670300"/>
          <p14:tracePt t="71285" x="2413000" y="3657600"/>
          <p14:tracePt t="71301" x="2419350" y="3644900"/>
          <p14:tracePt t="71335" x="2425700" y="3644900"/>
          <p14:tracePt t="71351" x="2425700" y="3651250"/>
          <p14:tracePt t="71368" x="2425700" y="3663950"/>
          <p14:tracePt t="71384" x="2425700" y="3683000"/>
          <p14:tracePt t="71401" x="2425700" y="3702050"/>
          <p14:tracePt t="71418" x="2425700" y="3740150"/>
          <p14:tracePt t="71434" x="2425700" y="3790950"/>
          <p14:tracePt t="71452" x="2400300" y="3937000"/>
          <p14:tracePt t="71467" x="2374900" y="4127500"/>
          <p14:tracePt t="71484" x="2349500" y="4241800"/>
          <p14:tracePt t="71501" x="2330450" y="4476750"/>
          <p14:tracePt t="71517" x="2311400" y="4667250"/>
          <p14:tracePt t="71534" x="2292350" y="4743450"/>
          <p14:tracePt t="71550" x="2279650" y="4851400"/>
          <p14:tracePt t="71567" x="2273300" y="4921250"/>
          <p14:tracePt t="71584" x="2266950" y="4933950"/>
          <p14:tracePt t="71600" x="2266950" y="4953000"/>
          <p14:tracePt t="71617" x="2260600" y="4953000"/>
          <p14:tracePt t="71662" x="2260600" y="4940300"/>
          <p14:tracePt t="71676" x="2260600" y="4927600"/>
          <p14:tracePt t="71686" x="2260600" y="4908550"/>
          <p14:tracePt t="71700" x="2273300" y="4883150"/>
          <p14:tracePt t="71717" x="2286000" y="4857750"/>
          <p14:tracePt t="71733" x="2311400" y="4768850"/>
          <p14:tracePt t="71750" x="2330450" y="4692650"/>
          <p14:tracePt t="71767" x="2368550" y="4483100"/>
          <p14:tracePt t="71783" x="2387600" y="4356100"/>
          <p14:tracePt t="71800" x="2438400" y="4025900"/>
          <p14:tracePt t="71817" x="2457450" y="3898900"/>
          <p14:tracePt t="71833" x="2501900" y="3683000"/>
          <p14:tracePt t="71850" x="2520950" y="3613150"/>
          <p14:tracePt t="71866" x="2527300" y="3568700"/>
          <p14:tracePt t="71883" x="2546350" y="3536950"/>
          <p14:tracePt t="71916" x="2552700" y="3549650"/>
          <p14:tracePt t="71933" x="2552700" y="3562350"/>
          <p14:tracePt t="71950" x="2552700" y="3600450"/>
          <p14:tracePt t="71966" x="2552700" y="3619500"/>
          <p14:tracePt t="71983" x="2552700" y="3651250"/>
          <p14:tracePt t="71999" x="2552700" y="3708400"/>
          <p14:tracePt t="72016" x="2552700" y="3797300"/>
          <p14:tracePt t="72032" x="2552700" y="3879850"/>
          <p14:tracePt t="72049" x="2565400" y="4083050"/>
          <p14:tracePt t="72066" x="2565400" y="4191000"/>
          <p14:tracePt t="72083" x="2540000" y="4559300"/>
          <p14:tracePt t="72099" x="2520950" y="4667250"/>
          <p14:tracePt t="72115" x="2508250" y="4768850"/>
          <p14:tracePt t="72132" x="2489200" y="4895850"/>
          <p14:tracePt t="72148" x="2482850" y="4965700"/>
          <p14:tracePt t="72165" x="2476500" y="4991100"/>
          <p14:tracePt t="72182" x="2476500" y="5003800"/>
          <p14:tracePt t="72215" x="2482850" y="5003800"/>
          <p14:tracePt t="72232" x="2495550" y="4991100"/>
          <p14:tracePt t="72248" x="2514600" y="4965700"/>
          <p14:tracePt t="72265" x="2533650" y="4927600"/>
          <p14:tracePt t="72281" x="2552700" y="4902200"/>
          <p14:tracePt t="72299" x="2597150" y="4826000"/>
          <p14:tracePt t="72315" x="2647950" y="4724400"/>
          <p14:tracePt t="72331" x="2686050" y="4667250"/>
          <p14:tracePt t="72348" x="2724150" y="4610100"/>
          <p14:tracePt t="72365" x="2832100" y="4521200"/>
          <p14:tracePt t="72381" x="2895600" y="4495800"/>
          <p14:tracePt t="72400" x="3054350" y="4464050"/>
          <p14:tracePt t="72414" x="3155950" y="4451350"/>
          <p14:tracePt t="72431" x="3257550" y="4451350"/>
          <p14:tracePt t="72448" x="3473450" y="4451350"/>
          <p14:tracePt t="72464" x="3587750" y="4445000"/>
          <p14:tracePt t="72481" x="3689350" y="4432300"/>
          <p14:tracePt t="72498" x="3829050" y="4425950"/>
          <p14:tracePt t="72515" x="3886200" y="4406900"/>
          <p14:tracePt t="72532" x="3930650" y="4400550"/>
          <p14:tracePt t="72547" x="3943350" y="4400550"/>
          <p14:tracePt t="72595" x="3943350" y="4394200"/>
          <p14:tracePt t="72609" x="3943350" y="4387850"/>
          <p14:tracePt t="72644" x="3917950" y="4387850"/>
          <p14:tracePt t="72651" x="3867150" y="4387850"/>
          <p14:tracePt t="72667" x="3778250" y="4387850"/>
          <p14:tracePt t="72680" x="3536950" y="4375150"/>
          <p14:tracePt t="72697" x="3378200" y="4368800"/>
          <p14:tracePt t="72715" x="2768600" y="4286250"/>
          <p14:tracePt t="72730" x="2616200" y="4254500"/>
          <p14:tracePt t="72746" x="2463800" y="4216400"/>
          <p14:tracePt t="72763" x="2260600" y="4165600"/>
          <p14:tracePt t="72780" x="2133600" y="4108450"/>
          <p14:tracePt t="72796" x="2101850" y="4089400"/>
          <p14:tracePt t="72813" x="2057400" y="4051300"/>
          <p14:tracePt t="72830" x="2038350" y="4025900"/>
          <p14:tracePt t="72848" x="2032000" y="4013200"/>
          <p14:tracePt t="72863" x="2032000" y="4006850"/>
          <p14:tracePt t="72879" x="2019300" y="3981450"/>
          <p14:tracePt t="72897" x="2012950" y="3937000"/>
          <p14:tracePt t="72913" x="2012950" y="3917950"/>
          <p14:tracePt t="72930" x="1987550" y="3873500"/>
          <p14:tracePt t="72947" x="1974850" y="3835400"/>
          <p14:tracePt t="72962" x="1968500" y="3816350"/>
          <p14:tracePt t="72979" x="1962150" y="3797300"/>
          <p14:tracePt t="72996" x="1949450" y="3759200"/>
          <p14:tracePt t="73012" x="1943100" y="3759200"/>
          <p14:tracePt t="73030" x="1936750" y="3752850"/>
          <p14:tracePt t="73100" x="1936750" y="3759200"/>
          <p14:tracePt t="73107" x="1936750" y="3771900"/>
          <p14:tracePt t="73122" x="1936750" y="3784600"/>
          <p14:tracePt t="73132" x="1943100" y="3797300"/>
          <p14:tracePt t="73145" x="1949450" y="3816350"/>
          <p14:tracePt t="73162" x="1955800" y="3835400"/>
          <p14:tracePt t="73179" x="2012950" y="3917950"/>
          <p14:tracePt t="73195" x="2057400" y="3975100"/>
          <p14:tracePt t="73212" x="2203450" y="4140200"/>
          <p14:tracePt t="73228" x="2425700" y="4394200"/>
          <p14:tracePt t="73245" x="2571750" y="4546600"/>
          <p14:tracePt t="73262" x="2838450" y="4794250"/>
          <p14:tracePt t="73278" x="3060700" y="4978400"/>
          <p14:tracePt t="73295" x="3225800" y="5080000"/>
          <p14:tracePt t="73311" x="3333750" y="5118100"/>
          <p14:tracePt t="73328" x="3371850" y="5124450"/>
          <p14:tracePt t="73345" x="3441700" y="5118100"/>
          <p14:tracePt t="73361" x="3492500" y="5092700"/>
          <p14:tracePt t="73378" x="3517900" y="5080000"/>
          <p14:tracePt t="73395" x="3543300" y="5067300"/>
          <p14:tracePt t="73411" x="3575050" y="5048250"/>
          <p14:tracePt t="73427" x="3581400" y="5035550"/>
          <p14:tracePt t="73444" x="3619500" y="5003800"/>
          <p14:tracePt t="73461" x="3644900" y="4984750"/>
          <p14:tracePt t="73478" x="3657600" y="4978400"/>
          <p14:tracePt t="73494" x="3676650" y="4965700"/>
          <p14:tracePt t="73510" x="3689350" y="4959350"/>
          <p14:tracePt t="73528" x="3695700" y="4953000"/>
          <p14:tracePt t="73543" x="3708400" y="4946650"/>
          <p14:tracePt t="73580" x="3708400" y="4940300"/>
          <p14:tracePt t="73647" x="3708400" y="4933950"/>
          <p14:tracePt t="73655" x="3702050" y="4933950"/>
          <p14:tracePt t="73663" x="3676650" y="4933950"/>
          <p14:tracePt t="73678" x="3657600" y="4933950"/>
          <p14:tracePt t="73693" x="3556000" y="4940300"/>
          <p14:tracePt t="73711" x="3397250" y="4965700"/>
          <p14:tracePt t="73726" x="3295650" y="4972050"/>
          <p14:tracePt t="73743" x="3079750" y="5016500"/>
          <p14:tracePt t="73760" x="2876550" y="5048250"/>
          <p14:tracePt t="73776" x="2781300" y="5054600"/>
          <p14:tracePt t="73793" x="2616200" y="5092700"/>
          <p14:tracePt t="73810" x="2508250" y="5124450"/>
          <p14:tracePt t="73826" x="2476500" y="5130800"/>
          <p14:tracePt t="73844" x="2432050" y="5143500"/>
          <p14:tracePt t="73859" x="2425700" y="5162550"/>
          <p14:tracePt t="73876" x="2425700" y="5168900"/>
          <p14:tracePt t="73893" x="2451100" y="5187950"/>
          <p14:tracePt t="73909" x="2559050" y="5232400"/>
          <p14:tracePt t="73926" x="2647950" y="5264150"/>
          <p14:tracePt t="73943" x="2889250" y="5334000"/>
          <p14:tracePt t="73959" x="3016250" y="5372100"/>
          <p14:tracePt t="73976" x="3251200" y="5410200"/>
          <p14:tracePt t="73992" x="3429000" y="5422900"/>
          <p14:tracePt t="74009" x="3492500" y="5422900"/>
          <p14:tracePt t="74026" x="3581400" y="5416550"/>
          <p14:tracePt t="74042" x="3619500" y="5403850"/>
          <p14:tracePt t="74059" x="3625850" y="5397500"/>
          <p14:tracePt t="74075" x="3632200" y="5391150"/>
          <p14:tracePt t="74097" x="3632200" y="5378450"/>
          <p14:tracePt t="74111" x="3644900" y="536575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62484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b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sz="36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0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setattr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obj,name,value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US" altLang="zh-TW" sz="36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setattr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(x, 'y', v)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TW" sz="36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x.y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n-GB" altLang="en-US" sz="28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>
                <a:latin typeface="Lucida Console" panose="020B0609040504020204" pitchFamily="49" charset="0"/>
              </a:rPr>
              <a:t>import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math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>
                <a:latin typeface="Lucida Console" panose="020B0609040504020204" pitchFamily="49" charset="0"/>
              </a:rPr>
              <a:t>class </a:t>
            </a:r>
            <a:r>
              <a:rPr lang="en-GB" altLang="en-US" sz="2800" b="1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):</a:t>
            </a:r>
            <a:r>
              <a:rPr lang="en-GB" altLang="en-US" sz="2800" dirty="0">
                <a:latin typeface="Lucida Console" panose="020B0609040504020204" pitchFamily="49" charset="0"/>
              </a:rPr>
              <a:t>pass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</a:t>
            </a:r>
            <a:r>
              <a:rPr lang="en-GB" altLang="en-US" sz="2800" b="1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4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.a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=5; 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setattr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a2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",</a:t>
            </a:r>
            <a:r>
              <a:rPr lang="en-GB" altLang="en-US" sz="2800" dirty="0">
                <a:latin typeface="Lucida Console" panose="020B0609040504020204" pitchFamily="49" charset="0"/>
              </a:rPr>
              <a:t>5)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hasattr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");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>
                <a:latin typeface="Lucida Console" panose="020B0609040504020204" pitchFamily="49" charset="0"/>
              </a:rPr>
              <a:t>hasattr</a:t>
            </a:r>
            <a:r>
              <a:rPr lang="en-GB" altLang="en-US" sz="2800" dirty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a2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")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latin typeface="Lucida Console" panose="020B0609040504020204" pitchFamily="49" charset="0"/>
              </a:rPr>
              <a:t>True 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True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.b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=</a:t>
            </a:r>
            <a:r>
              <a:rPr lang="en-GB" altLang="en-US" sz="2800" dirty="0" err="1" smtClean="0">
                <a:latin typeface="Lucida Console" panose="020B0609040504020204" pitchFamily="49" charset="0"/>
              </a:rPr>
              <a:t>math.cos;setattr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</a:t>
            </a:r>
            <a:r>
              <a:rPr lang="en-GB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,"</a:t>
            </a:r>
            <a:r>
              <a:rPr lang="en-GB" altLang="en-US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b2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",</a:t>
            </a:r>
            <a:r>
              <a:rPr lang="en-GB" altLang="en-US" sz="2800" dirty="0">
                <a:latin typeface="Lucida Console" panose="020B0609040504020204" pitchFamily="49" charset="0"/>
              </a:rPr>
              <a:t>math.cos)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 </a:t>
            </a:r>
            <a:r>
              <a:rPr lang="en-GB" altLang="en-US" sz="28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8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.b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(3.1415926584); </a:t>
            </a:r>
            <a:r>
              <a:rPr lang="en-GB" altLang="en-US" sz="2800" b="1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.b2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(3.1415926584</a:t>
            </a:r>
            <a:r>
              <a:rPr lang="en-GB" altLang="en-US" sz="2800" dirty="0"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-</a:t>
            </a:r>
            <a:r>
              <a:rPr lang="en-GB" altLang="en-US" sz="2800" dirty="0" smtClean="0">
                <a:latin typeface="Lucida Console" panose="020B0609040504020204" pitchFamily="49" charset="0"/>
              </a:rPr>
              <a:t>1.0 </a:t>
            </a:r>
            <a:r>
              <a:rPr lang="en-GB" altLang="en-US" sz="2800" dirty="0">
                <a:latin typeface="Lucida Console" panose="020B0609040504020204" pitchFamily="49" charset="0"/>
              </a:rPr>
              <a:t>-1.0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8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Built-ins dealing with attributes </a:t>
            </a:r>
            <a:endParaRPr lang="en-GB" altLang="en-US" sz="4400" dirty="0" smtClean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1820917"/>
      </p:ext>
    </p:extLst>
  </p:cSld>
  <p:clrMapOvr>
    <a:masterClrMapping/>
  </p:clrMapOvr>
  <p:transition spd="med" advTm="162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787" x="4438650" y="3714750"/>
          <p14:tracePt t="9794" x="4425950" y="3695700"/>
          <p14:tracePt t="9801" x="4413250" y="3676650"/>
          <p14:tracePt t="9814" x="4400550" y="3657600"/>
          <p14:tracePt t="9826" x="4375150" y="3625850"/>
          <p14:tracePt t="9843" x="4343400" y="3575050"/>
          <p14:tracePt t="9859" x="4324350" y="3543300"/>
          <p14:tracePt t="9876" x="4267200" y="3467100"/>
          <p14:tracePt t="9893" x="4210050" y="3397250"/>
          <p14:tracePt t="9909" x="4184650" y="3365500"/>
          <p14:tracePt t="9913" x="4146550" y="3321050"/>
          <p14:tracePt t="9928" x="4114800" y="3282950"/>
          <p14:tracePt t="9943" x="4051300" y="3181350"/>
          <p14:tracePt t="9958" x="4025900" y="3136900"/>
          <p14:tracePt t="9976" x="3949700" y="3048000"/>
          <p14:tracePt t="9992" x="3911600" y="2997200"/>
          <p14:tracePt t="10009" x="3848100" y="2952750"/>
          <p14:tracePt t="10026" x="3790950" y="2895600"/>
          <p14:tracePt t="10042" x="3771900" y="2889250"/>
          <p14:tracePt t="10060" x="3727450" y="2863850"/>
          <p14:tracePt t="10075" x="3695700" y="2838450"/>
          <p14:tracePt t="10092" x="3676650" y="2825750"/>
          <p14:tracePt t="10108" x="3651250" y="2813050"/>
          <p14:tracePt t="10125" x="3632200" y="2800350"/>
          <p14:tracePt t="10142" x="3625850" y="2800350"/>
          <p14:tracePt t="10158" x="3606800" y="2787650"/>
          <p14:tracePt t="10174" x="3587750" y="2774950"/>
          <p14:tracePt t="10191" x="3575050" y="2768600"/>
          <p14:tracePt t="10208" x="3549650" y="2749550"/>
          <p14:tracePt t="10225" x="3511550" y="2730500"/>
          <p14:tracePt t="10242" x="3454400" y="2692400"/>
          <p14:tracePt t="10258" x="3422650" y="2673350"/>
          <p14:tracePt t="10275" x="3365500" y="2654300"/>
          <p14:tracePt t="10292" x="3175000" y="2578100"/>
          <p14:tracePt t="10307" x="3105150" y="2559050"/>
          <p14:tracePt t="10324" x="3054350" y="2533650"/>
          <p14:tracePt t="10341" x="2952750" y="2476500"/>
          <p14:tracePt t="10358" x="2851150" y="2413000"/>
          <p14:tracePt t="10374" x="2813050" y="2381250"/>
          <p14:tracePt t="10390" x="2730500" y="2298700"/>
          <p14:tracePt t="10407" x="2654300" y="2235200"/>
          <p14:tracePt t="10425" x="2597150" y="2197100"/>
          <p14:tracePt t="10440" x="2584450" y="2184400"/>
          <p14:tracePt t="10457" x="2565400" y="2165350"/>
          <p14:tracePt t="10474" x="2552700" y="2159000"/>
          <p14:tracePt t="10507" x="2552700" y="2133600"/>
          <p14:tracePt t="10525" x="2552700" y="2120900"/>
          <p14:tracePt t="11295" x="2559050" y="2120900"/>
          <p14:tracePt t="11309" x="2571750" y="2120900"/>
          <p14:tracePt t="11316" x="2590800" y="2127250"/>
          <p14:tracePt t="11330" x="2616200" y="2133600"/>
          <p14:tracePt t="11340" x="2641600" y="2146300"/>
          <p14:tracePt t="11354" x="2667000" y="2152650"/>
          <p14:tracePt t="11371" x="2705100" y="2171700"/>
          <p14:tracePt t="11387" x="2755900" y="2178050"/>
          <p14:tracePt t="11404" x="2774950" y="2184400"/>
          <p14:tracePt t="11421" x="2806700" y="2184400"/>
          <p14:tracePt t="11437" x="2825750" y="2184400"/>
          <p14:tracePt t="11454" x="2838450" y="2184400"/>
          <p14:tracePt t="11471" x="2851150" y="2184400"/>
          <p14:tracePt t="11487" x="2857500" y="2184400"/>
          <p14:tracePt t="11520" x="2870200" y="2184400"/>
          <p14:tracePt t="11537" x="2876550" y="2184400"/>
          <p14:tracePt t="11554" x="2882900" y="2184400"/>
          <p14:tracePt t="11586" x="2895600" y="2184400"/>
          <p14:tracePt t="11617" x="2901950" y="2178050"/>
          <p14:tracePt t="11666" x="2908300" y="2171700"/>
          <p14:tracePt t="11680" x="2914650" y="2171700"/>
          <p14:tracePt t="11689" x="2921000" y="2171700"/>
          <p14:tracePt t="11703" x="2927350" y="2165350"/>
          <p14:tracePt t="11719" x="2933700" y="2165350"/>
          <p14:tracePt t="11737" x="2946400" y="2165350"/>
          <p14:tracePt t="11753" x="2952750" y="2159000"/>
          <p14:tracePt t="11769" x="2984500" y="2152650"/>
          <p14:tracePt t="11786" x="3028950" y="2139950"/>
          <p14:tracePt t="11802" x="3048000" y="2139950"/>
          <p14:tracePt t="11819" x="3105150" y="2133600"/>
          <p14:tracePt t="11836" x="3187700" y="2114550"/>
          <p14:tracePt t="11852" x="3213100" y="2114550"/>
          <p14:tracePt t="11869" x="3295650" y="2108200"/>
          <p14:tracePt t="11885" x="3333750" y="2108200"/>
          <p14:tracePt t="11902" x="3435350" y="2114550"/>
          <p14:tracePt t="11919" x="3556000" y="2120900"/>
          <p14:tracePt t="11935" x="3619500" y="2127250"/>
          <p14:tracePt t="11952" x="3752850" y="2139950"/>
          <p14:tracePt t="11968" x="3867150" y="2146300"/>
          <p14:tracePt t="11985" x="3898900" y="2159000"/>
          <p14:tracePt t="12002" x="3949700" y="2165350"/>
          <p14:tracePt t="12018" x="3981450" y="2171700"/>
          <p14:tracePt t="12035" x="3987800" y="2178050"/>
          <p14:tracePt t="12052" x="4000500" y="2178050"/>
          <p14:tracePt t="12068" x="4006850" y="2178050"/>
          <p14:tracePt t="12101" x="4006850" y="2184400"/>
          <p14:tracePt t="12118" x="4013200" y="2184400"/>
          <p14:tracePt t="12157" x="4013200" y="2190750"/>
          <p14:tracePt t="12199" x="4019550" y="2190750"/>
          <p14:tracePt t="12206" x="4025900" y="2190750"/>
          <p14:tracePt t="12227" x="4032250" y="2190750"/>
          <p14:tracePt t="12248" x="4038600" y="2190750"/>
          <p14:tracePt t="12255" x="4044950" y="2190750"/>
          <p14:tracePt t="12277" x="4051300" y="2190750"/>
          <p14:tracePt t="12290" x="4057650" y="2190750"/>
          <p14:tracePt t="12300" x="4070350" y="2190750"/>
          <p14:tracePt t="12319" x="4121150" y="2190750"/>
          <p14:tracePt t="12334" x="4146550" y="2190750"/>
          <p14:tracePt t="12350" x="4235450" y="2190750"/>
          <p14:tracePt t="12368" x="4356100" y="2190750"/>
          <p14:tracePt t="12384" x="4419600" y="2190750"/>
          <p14:tracePt t="12400" x="4559300" y="2190750"/>
          <p14:tracePt t="12417" x="4724400" y="2178050"/>
          <p14:tracePt t="12434" x="4806950" y="2159000"/>
          <p14:tracePt t="12450" x="4883150" y="2159000"/>
          <p14:tracePt t="12467" x="5080000" y="2133600"/>
          <p14:tracePt t="12483" x="5130800" y="2120900"/>
          <p14:tracePt t="12500" x="5226050" y="2108200"/>
          <p14:tracePt t="12516" x="5264150" y="2108200"/>
          <p14:tracePt t="12533" x="5359400" y="2095500"/>
          <p14:tracePt t="12550" x="5416550" y="2095500"/>
          <p14:tracePt t="12566" x="5435600" y="2089150"/>
          <p14:tracePt t="12583" x="5486400" y="2089150"/>
          <p14:tracePt t="12600" x="5530850" y="2089150"/>
          <p14:tracePt t="12617" x="5556250" y="2089150"/>
          <p14:tracePt t="12634" x="5607050" y="2076450"/>
          <p14:tracePt t="12649" x="5645150" y="2070100"/>
          <p14:tracePt t="12666" x="5664200" y="2070100"/>
          <p14:tracePt t="12683" x="5689600" y="2063750"/>
          <p14:tracePt t="12699" x="5708650" y="2063750"/>
          <p14:tracePt t="12716" x="5715000" y="2063750"/>
          <p14:tracePt t="12732" x="5721350" y="2063750"/>
          <p14:tracePt t="12767" x="5721350" y="2070100"/>
          <p14:tracePt t="12830" x="5721350" y="2076450"/>
          <p14:tracePt t="12837" x="5715000" y="2076450"/>
          <p14:tracePt t="12867" x="5708650" y="2076450"/>
          <p14:tracePt t="12900" x="5702300" y="2076450"/>
          <p14:tracePt t="12907" x="5695950" y="2076450"/>
          <p14:tracePt t="12928" x="5695950" y="2082800"/>
          <p14:tracePt t="12942" x="5689600" y="2082800"/>
          <p14:tracePt t="12951" x="5683250" y="2082800"/>
          <p14:tracePt t="12965" x="5676900" y="2082800"/>
          <p14:tracePt t="12982" x="5638800" y="2082800"/>
          <p14:tracePt t="12999" x="5543550" y="2082800"/>
          <p14:tracePt t="13015" x="5467350" y="2076450"/>
          <p14:tracePt t="13032" x="5264150" y="2051050"/>
          <p14:tracePt t="13048" x="4997450" y="2044700"/>
          <p14:tracePt t="13065" x="4857750" y="2044700"/>
          <p14:tracePt t="13082" x="4718050" y="2032000"/>
          <p14:tracePt t="13098" x="4286250" y="2019300"/>
          <p14:tracePt t="13115" x="4159250" y="2019300"/>
          <p14:tracePt t="13132" x="3956050" y="2019300"/>
          <p14:tracePt t="13148" x="3879850" y="2019300"/>
          <p14:tracePt t="13165" x="3778250" y="2019300"/>
          <p14:tracePt t="13181" x="3727450" y="2019300"/>
          <p14:tracePt t="13214" x="3714750" y="2019300"/>
          <p14:tracePt t="13231" x="3708400" y="2019300"/>
          <p14:tracePt t="13293" x="3702050" y="2025650"/>
          <p14:tracePt t="13299" x="3695700" y="2025650"/>
          <p14:tracePt t="13321" x="3683000" y="2025650"/>
          <p14:tracePt t="13342" x="3663950" y="2032000"/>
          <p14:tracePt t="13350" x="3651250" y="2032000"/>
          <p14:tracePt t="13364" x="3619500" y="2032000"/>
          <p14:tracePt t="13380" x="3543300" y="2032000"/>
          <p14:tracePt t="13398" x="3409950" y="2051050"/>
          <p14:tracePt t="13413" x="3359150" y="2057400"/>
          <p14:tracePt t="13431" x="3232150" y="2057400"/>
          <p14:tracePt t="13448" x="3124200" y="2070100"/>
          <p14:tracePt t="13463" x="3073400" y="2070100"/>
          <p14:tracePt t="13480" x="3035300" y="2076450"/>
          <p14:tracePt t="13497" x="2965450" y="2082800"/>
          <p14:tracePt t="13513" x="2914650" y="2089150"/>
          <p14:tracePt t="13532" x="2870200" y="2089150"/>
          <p14:tracePt t="13547" x="2857500" y="2095500"/>
          <p14:tracePt t="13563" x="2844800" y="2095500"/>
          <p14:tracePt t="13580" x="2832100" y="2095500"/>
          <p14:tracePt t="13596" x="2825750" y="2101850"/>
          <p14:tracePt t="13613" x="2819400" y="2101850"/>
          <p14:tracePt t="13646" x="2813050" y="2101850"/>
          <p14:tracePt t="14191" x="2819400" y="2101850"/>
          <p14:tracePt t="14218" x="2825750" y="2101850"/>
          <p14:tracePt t="14254" x="2832100" y="2108200"/>
          <p14:tracePt t="14289" x="2832100" y="2114550"/>
          <p14:tracePt t="14493" x="2844800" y="2114550"/>
          <p14:tracePt t="14500" x="2863850" y="2114550"/>
          <p14:tracePt t="14514" x="2901950" y="2108200"/>
          <p14:tracePt t="14526" x="2946400" y="2095500"/>
          <p14:tracePt t="14543" x="3073400" y="2076450"/>
          <p14:tracePt t="14559" x="3155950" y="2057400"/>
          <p14:tracePt t="14577" x="3295650" y="2038350"/>
          <p14:tracePt t="14593" x="3454400" y="2019300"/>
          <p14:tracePt t="14609" x="3517900" y="2012950"/>
          <p14:tracePt t="14626" x="3625850" y="2000250"/>
          <p14:tracePt t="14643" x="3714750" y="1993900"/>
          <p14:tracePt t="14659" x="3746500" y="1993900"/>
          <p14:tracePt t="14676" x="3790950" y="1993900"/>
          <p14:tracePt t="14692" x="3816350" y="1993900"/>
          <p14:tracePt t="14710" x="3848100" y="2006600"/>
          <p14:tracePt t="14725" x="3848100" y="2012950"/>
          <p14:tracePt t="14742" x="3860800" y="2012950"/>
          <p14:tracePt t="14759" x="3892550" y="2025650"/>
          <p14:tracePt t="14775" x="3905250" y="2032000"/>
          <p14:tracePt t="14792" x="3911600" y="2038350"/>
          <p14:tracePt t="14809" x="3937000" y="2044700"/>
          <p14:tracePt t="14825" x="3943350" y="2051050"/>
          <p14:tracePt t="14843" x="3956050" y="2057400"/>
          <p14:tracePt t="14858" x="3962400" y="2057400"/>
          <p14:tracePt t="14875" x="3968750" y="2063750"/>
          <p14:tracePt t="14892" x="3975100" y="2070100"/>
          <p14:tracePt t="14969" x="3987800" y="2070100"/>
          <p14:tracePt t="14990" x="3994150" y="2070100"/>
          <p14:tracePt t="15011" x="4000500" y="2070100"/>
          <p14:tracePt t="15026" x="4006850" y="2070100"/>
          <p14:tracePt t="15032" x="4013200" y="2070100"/>
          <p14:tracePt t="15041" x="4019550" y="2070100"/>
          <p14:tracePt t="15061" x="4025900" y="2070100"/>
          <p14:tracePt t="15077" x="4038600" y="2070100"/>
          <p14:tracePt t="15091" x="4070350" y="2070100"/>
          <p14:tracePt t="15108" x="4133850" y="2070100"/>
          <p14:tracePt t="15124" x="4241800" y="2057400"/>
          <p14:tracePt t="15141" x="4292600" y="2051050"/>
          <p14:tracePt t="15158" x="4451350" y="2038350"/>
          <p14:tracePt t="15174" x="4641850" y="2032000"/>
          <p14:tracePt t="15191" x="4730750" y="2032000"/>
          <p14:tracePt t="15208" x="4933950" y="2032000"/>
          <p14:tracePt t="15224" x="5111750" y="2032000"/>
          <p14:tracePt t="15240" x="5200650" y="2032000"/>
          <p14:tracePt t="15257" x="5314950" y="2044700"/>
          <p14:tracePt t="15274" x="5397500" y="2057400"/>
          <p14:tracePt t="15291" x="5448300" y="2063750"/>
          <p14:tracePt t="15307" x="5467350" y="2063750"/>
          <p14:tracePt t="15323" x="5486400" y="2070100"/>
          <p14:tracePt t="15341" x="5492750" y="2076450"/>
          <p14:tracePt t="15357" x="5492750" y="2082800"/>
          <p14:tracePt t="15374" x="5492750" y="2089150"/>
          <p14:tracePt t="15390" x="5492750" y="2101850"/>
          <p14:tracePt t="15460" x="5486400" y="2101850"/>
          <p14:tracePt t="15502" x="5480050" y="2108200"/>
          <p14:tracePt t="15565" x="5473700" y="2108200"/>
          <p14:tracePt t="15600" x="5461000" y="2108200"/>
          <p14:tracePt t="15620" x="5454650" y="2108200"/>
          <p14:tracePt t="15642" x="5448300" y="2108200"/>
          <p14:tracePt t="15657" x="5441950" y="2108200"/>
          <p14:tracePt t="15670" x="5435600" y="2108200"/>
          <p14:tracePt t="15691" x="5429250" y="2108200"/>
          <p14:tracePt t="15712" x="5416550" y="2108200"/>
          <p14:tracePt t="15726" x="5403850" y="2108200"/>
          <p14:tracePt t="15733" x="5384800" y="2108200"/>
          <p14:tracePt t="15742" x="5353050" y="2120900"/>
          <p14:tracePt t="15756" x="5321300" y="2133600"/>
          <p14:tracePt t="15772" x="5270500" y="2133600"/>
          <p14:tracePt t="15789" x="5149850" y="2159000"/>
          <p14:tracePt t="15805" x="4997450" y="2178050"/>
          <p14:tracePt t="15822" x="4927600" y="2178050"/>
          <p14:tracePt t="15839" x="4787900" y="2197100"/>
          <p14:tracePt t="15855" x="4679950" y="2216150"/>
          <p14:tracePt t="15872" x="4629150" y="2216150"/>
          <p14:tracePt t="15888" x="4552950" y="2216150"/>
          <p14:tracePt t="15905" x="4489450" y="2222500"/>
          <p14:tracePt t="15923" x="4451350" y="2235200"/>
          <p14:tracePt t="15938" x="4438650" y="2235200"/>
          <p14:tracePt t="15955" x="4406900" y="2235200"/>
          <p14:tracePt t="15972" x="4362450" y="2241550"/>
          <p14:tracePt t="15988" x="4343400" y="2241550"/>
          <p14:tracePt t="16005" x="4324350" y="2241550"/>
          <p14:tracePt t="16021" x="4260850" y="2241550"/>
          <p14:tracePt t="16038" x="4241800" y="2228850"/>
          <p14:tracePt t="16056" x="4191000" y="2222500"/>
          <p14:tracePt t="16071" x="4165600" y="2222500"/>
          <p14:tracePt t="16087" x="4108450" y="2209800"/>
          <p14:tracePt t="16105" x="4025900" y="2203450"/>
          <p14:tracePt t="16121" x="3994150" y="2197100"/>
          <p14:tracePt t="16137" x="3930650" y="2197100"/>
          <p14:tracePt t="16154" x="3848100" y="2178050"/>
          <p14:tracePt t="16171" x="3816350" y="2178050"/>
          <p14:tracePt t="16187" x="3759200" y="2165350"/>
          <p14:tracePt t="16204" x="3708400" y="2146300"/>
          <p14:tracePt t="16220" x="3689350" y="2146300"/>
          <p14:tracePt t="16238" x="3638550" y="2139950"/>
          <p14:tracePt t="16253" x="3600450" y="2139950"/>
          <p14:tracePt t="16270" x="3575050" y="2139950"/>
          <p14:tracePt t="16287" x="3536950" y="2139950"/>
          <p14:tracePt t="16304" x="3492500" y="2146300"/>
          <p14:tracePt t="16320" x="3473450" y="2146300"/>
          <p14:tracePt t="16337" x="3441700" y="2146300"/>
          <p14:tracePt t="16353" x="3429000" y="2146300"/>
          <p14:tracePt t="16371" x="3397250" y="2146300"/>
          <p14:tracePt t="16403" x="3390900" y="2146300"/>
          <p14:tracePt t="16421" x="3384550" y="2146300"/>
          <p14:tracePt t="16437" x="3371850" y="2146300"/>
          <p14:tracePt t="16453" x="3371850" y="2152650"/>
          <p14:tracePt t="16470" x="3359150" y="2152650"/>
          <p14:tracePt t="16486" x="3352800" y="2159000"/>
          <p14:tracePt t="16506" x="3346450" y="2159000"/>
          <p14:tracePt t="16533" x="3340100" y="2159000"/>
          <p14:tracePt t="16554" x="3333750" y="2159000"/>
          <p14:tracePt t="16574" x="3321050" y="2159000"/>
          <p14:tracePt t="16602" x="3308350" y="2159000"/>
          <p14:tracePt t="16617" x="3302000" y="2159000"/>
          <p14:tracePt t="16637" x="3295650" y="2159000"/>
          <p14:tracePt t="16644" x="3276600" y="2159000"/>
          <p14:tracePt t="16655" x="3263900" y="2159000"/>
          <p14:tracePt t="16669" x="3251200" y="2159000"/>
          <p14:tracePt t="16687" x="3219450" y="2159000"/>
          <p14:tracePt t="16702" x="3206750" y="2165350"/>
          <p14:tracePt t="16719" x="3187700" y="2171700"/>
          <p14:tracePt t="16736" x="3168650" y="2178050"/>
          <p14:tracePt t="16752" x="3162300" y="2184400"/>
          <p14:tracePt t="16769" x="3155950" y="2190750"/>
          <p14:tracePt t="16785" x="3149600" y="2197100"/>
          <p14:tracePt t="16802" x="3143250" y="2197100"/>
          <p14:tracePt t="16819" x="3136900" y="2197100"/>
          <p14:tracePt t="16851" x="3130550" y="2203450"/>
          <p14:tracePt t="16869" x="3124200" y="2203450"/>
          <p14:tracePt t="16885" x="3124200" y="2209800"/>
          <p14:tracePt t="16925" x="3124200" y="2216150"/>
          <p14:tracePt t="16932" x="3117850" y="2216150"/>
          <p14:tracePt t="16967" x="3117850" y="2222500"/>
          <p14:tracePt t="16995" x="3111500" y="2222500"/>
          <p14:tracePt t="17002" x="3105150" y="2228850"/>
          <p14:tracePt t="17023" x="3098800" y="2228850"/>
          <p14:tracePt t="17058" x="3098800" y="2235200"/>
          <p14:tracePt t="17129" x="3105150" y="2235200"/>
          <p14:tracePt t="17135" x="3117850" y="2228850"/>
          <p14:tracePt t="17142" x="3124200" y="2228850"/>
          <p14:tracePt t="17164" x="3136900" y="2222500"/>
          <p14:tracePt t="17178" x="3162300" y="2216150"/>
          <p14:tracePt t="17187" x="3181350" y="2203450"/>
          <p14:tracePt t="17201" x="3206750" y="2197100"/>
          <p14:tracePt t="17217" x="3295650" y="2165350"/>
          <p14:tracePt t="17234" x="3416300" y="2146300"/>
          <p14:tracePt t="17250" x="3479800" y="2127250"/>
          <p14:tracePt t="17267" x="3625850" y="2089150"/>
          <p14:tracePt t="17284" x="3746500" y="2070100"/>
          <p14:tracePt t="17300" x="3797300" y="2070100"/>
          <p14:tracePt t="17317" x="3886200" y="2070100"/>
          <p14:tracePt t="17333" x="3943350" y="2070100"/>
          <p14:tracePt t="17350" x="4006850" y="2070100"/>
          <p14:tracePt t="17367" x="4070350" y="2070100"/>
          <p14:tracePt t="17383" x="4095750" y="2070100"/>
          <p14:tracePt t="17400" x="4121150" y="2076450"/>
          <p14:tracePt t="17417" x="4146550" y="2089150"/>
          <p14:tracePt t="17433" x="4152900" y="2095500"/>
          <p14:tracePt t="17450" x="4165600" y="2108200"/>
          <p14:tracePt t="17466" x="4178300" y="2114550"/>
          <p14:tracePt t="17483" x="4178300" y="2120900"/>
          <p14:tracePt t="17500" x="4178300" y="2133600"/>
          <p14:tracePt t="17516" x="4184650" y="2146300"/>
          <p14:tracePt t="17533" x="4191000" y="2146300"/>
          <p14:tracePt t="17549" x="4197350" y="2152650"/>
          <p14:tracePt t="17566" x="4210050" y="2159000"/>
          <p14:tracePt t="17582" x="4210050" y="2165350"/>
          <p14:tracePt t="17599" x="4210050" y="2171700"/>
          <p14:tracePt t="17616" x="4216400" y="2178050"/>
          <p14:tracePt t="17632" x="4222750" y="2184400"/>
          <p14:tracePt t="17654" x="4229100" y="2190750"/>
          <p14:tracePt t="17690" x="4235450" y="2190750"/>
          <p14:tracePt t="17696" x="4241800" y="2197100"/>
          <p14:tracePt t="17725" x="4248150" y="2203450"/>
          <p14:tracePt t="17745" x="4248150" y="2209800"/>
          <p14:tracePt t="17766" x="4248150" y="2216150"/>
          <p14:tracePt t="17773" x="4254500" y="2216150"/>
          <p14:tracePt t="17795" x="4260850" y="2216150"/>
          <p14:tracePt t="17816" x="4260850" y="2222500"/>
          <p14:tracePt t="17837" x="4267200" y="2228850"/>
          <p14:tracePt t="17879" x="4273550" y="2228850"/>
          <p14:tracePt t="17907" x="4286250" y="2235200"/>
          <p14:tracePt t="17949" x="4292600" y="2235200"/>
          <p14:tracePt t="17984" x="4298950" y="2241550"/>
          <p14:tracePt t="18019" x="4305300" y="2241550"/>
          <p14:tracePt t="18355" x="4305300" y="2235200"/>
          <p14:tracePt t="18636" x="4318000" y="2235200"/>
          <p14:tracePt t="18657" x="4324350" y="2235200"/>
          <p14:tracePt t="18671" x="4324350" y="2228850"/>
          <p14:tracePt t="18699" x="4330700" y="2228850"/>
          <p14:tracePt t="18720" x="4337050" y="2222500"/>
          <p14:tracePt t="18748" x="4337050" y="2216150"/>
          <p14:tracePt t="18769" x="4337050" y="2209800"/>
          <p14:tracePt t="18776" x="4343400" y="2209800"/>
          <p14:tracePt t="18790" x="4343400" y="2203450"/>
          <p14:tracePt t="18818" x="4343400" y="2197100"/>
          <p14:tracePt t="18824" x="4349750" y="2197100"/>
          <p14:tracePt t="18860" x="4349750" y="2190750"/>
          <p14:tracePt t="18867" x="4349750" y="2184400"/>
          <p14:tracePt t="18881" x="4349750" y="2178050"/>
          <p14:tracePt t="18895" x="4356100" y="2178050"/>
          <p14:tracePt t="18911" x="4356100" y="2171700"/>
          <p14:tracePt t="18928" x="4356100" y="2165350"/>
          <p14:tracePt t="18958" x="4356100" y="2159000"/>
          <p14:tracePt t="19007" x="4343400" y="2152650"/>
          <p14:tracePt t="19036" x="4337050" y="2152650"/>
          <p14:tracePt t="19071" x="4330700" y="2152650"/>
          <p14:tracePt t="19078" x="4324350" y="2152650"/>
          <p14:tracePt t="19092" x="4318000" y="2152650"/>
          <p14:tracePt t="19099" x="4311650" y="2152650"/>
          <p14:tracePt t="19110" x="4298950" y="2152650"/>
          <p14:tracePt t="19127" x="4267200" y="2146300"/>
          <p14:tracePt t="19144" x="4248150" y="2146300"/>
          <p14:tracePt t="19160" x="4229100" y="2146300"/>
          <p14:tracePt t="19177" x="4146550" y="2146300"/>
          <p14:tracePt t="19193" x="4121150" y="2139950"/>
          <p14:tracePt t="19211" x="4070350" y="2139950"/>
          <p14:tracePt t="19227" x="4051300" y="2139950"/>
          <p14:tracePt t="19244" x="4006850" y="2127250"/>
          <p14:tracePt t="19260" x="3975100" y="2127250"/>
          <p14:tracePt t="19276" x="3962400" y="2127250"/>
          <p14:tracePt t="19293" x="3949700" y="2127250"/>
          <p14:tracePt t="19310" x="3937000" y="2127250"/>
          <p14:tracePt t="19326" x="3930650" y="2127250"/>
          <p14:tracePt t="19344" x="3917950" y="2127250"/>
          <p14:tracePt t="19376" x="3911600" y="2127250"/>
          <p14:tracePt t="19393" x="3905250" y="2127250"/>
          <p14:tracePt t="19409" x="3898900" y="2127250"/>
          <p14:tracePt t="19456" x="3892550" y="2127250"/>
          <p14:tracePt t="19491" x="3886200" y="2127250"/>
          <p14:tracePt t="19547" x="3886200" y="2120900"/>
          <p14:tracePt t="19589" x="3892550" y="2120900"/>
          <p14:tracePt t="19618" x="3905250" y="2120900"/>
          <p14:tracePt t="19632" x="3911600" y="2120900"/>
          <p14:tracePt t="19660" x="3924300" y="2120900"/>
          <p14:tracePt t="19666" x="3937000" y="2120900"/>
          <p14:tracePt t="19681" x="3949700" y="2120900"/>
          <p14:tracePt t="19692" x="3968750" y="2120900"/>
          <p14:tracePt t="19710" x="4019550" y="2127250"/>
          <p14:tracePt t="19725" x="4057650" y="2127250"/>
          <p14:tracePt t="19742" x="4127500" y="2127250"/>
          <p14:tracePt t="19758" x="4197350" y="2114550"/>
          <p14:tracePt t="19775" x="4222750" y="2114550"/>
          <p14:tracePt t="19792" x="4286250" y="2108200"/>
          <p14:tracePt t="19808" x="4324350" y="2101850"/>
          <p14:tracePt t="19825" x="4337050" y="2095500"/>
          <p14:tracePt t="19842" x="4349750" y="2089150"/>
          <p14:tracePt t="19858" x="4356100" y="2089150"/>
          <p14:tracePt t="19946" x="4349750" y="2082800"/>
          <p14:tracePt t="19968" x="4343400" y="2082800"/>
          <p14:tracePt t="19989" x="4337050" y="2082800"/>
          <p14:tracePt t="20017" x="4330700" y="2076450"/>
          <p14:tracePt t="20060" x="4324350" y="2076450"/>
          <p14:tracePt t="20080" x="4318000" y="2076450"/>
          <p14:tracePt t="20101" x="4311650" y="2076450"/>
          <p14:tracePt t="20123" x="4305300" y="2076450"/>
          <p14:tracePt t="20129" x="4298950" y="2076450"/>
          <p14:tracePt t="20143" x="4292600" y="2070100"/>
          <p14:tracePt t="20160" x="4279900" y="2070100"/>
          <p14:tracePt t="20173" x="4267200" y="2063750"/>
          <p14:tracePt t="20190" x="4248150" y="2063750"/>
          <p14:tracePt t="20207" x="4197350" y="2051050"/>
          <p14:tracePt t="20223" x="4127500" y="2038350"/>
          <p14:tracePt t="20240" x="4089400" y="2032000"/>
          <p14:tracePt t="20256" x="4006850" y="2012950"/>
          <p14:tracePt t="20273" x="3924300" y="2000250"/>
          <p14:tracePt t="20290" x="3867150" y="2000250"/>
          <p14:tracePt t="20306" x="3835400" y="2000250"/>
          <p14:tracePt t="20323" x="3790950" y="2000250"/>
          <p14:tracePt t="20340" x="3746500" y="2000250"/>
          <p14:tracePt t="20356" x="3733800" y="2000250"/>
          <p14:tracePt t="20373" x="3714750" y="1993900"/>
          <p14:tracePt t="20390" x="3702050" y="1987550"/>
          <p14:tracePt t="20406" x="3695700" y="1987550"/>
          <p14:tracePt t="20424" x="3683000" y="1981200"/>
          <p14:tracePt t="20439" x="3670300" y="1981200"/>
          <p14:tracePt t="20475" x="3657600" y="1981200"/>
          <p14:tracePt t="20493" x="3651250" y="1981200"/>
          <p14:tracePt t="20505" x="3644900" y="1981200"/>
          <p14:tracePt t="20522" x="3632200" y="1981200"/>
          <p14:tracePt t="20556" x="3625850" y="1981200"/>
          <p14:tracePt t="20572" x="3613150" y="1981200"/>
          <p14:tracePt t="20589" x="3600450" y="1981200"/>
          <p14:tracePt t="20606" x="3575050" y="1981200"/>
          <p14:tracePt t="20622" x="3543300" y="1981200"/>
          <p14:tracePt t="20638" x="3530600" y="1981200"/>
          <p14:tracePt t="20655" x="3492500" y="1981200"/>
          <p14:tracePt t="20672" x="3460750" y="1987550"/>
          <p14:tracePt t="20688" x="3448050" y="1987550"/>
          <p14:tracePt t="20705" x="3422650" y="1993900"/>
          <p14:tracePt t="20721" x="3403600" y="1993900"/>
          <p14:tracePt t="20739" x="3390900" y="1993900"/>
          <p14:tracePt t="20775" x="3384550" y="1993900"/>
          <p14:tracePt t="20830" x="3390900" y="1993900"/>
          <p14:tracePt t="20845" x="3397250" y="1993900"/>
          <p14:tracePt t="20859" x="3403600" y="1993900"/>
          <p14:tracePt t="20872" x="3409950" y="1993900"/>
          <p14:tracePt t="20879" x="3422650" y="1993900"/>
          <p14:tracePt t="20894" x="3429000" y="1993900"/>
          <p14:tracePt t="20904" x="3454400" y="1993900"/>
          <p14:tracePt t="20921" x="3505200" y="1987550"/>
          <p14:tracePt t="20937" x="3543300" y="1987550"/>
          <p14:tracePt t="20954" x="3632200" y="1987550"/>
          <p14:tracePt t="20971" x="3727450" y="1987550"/>
          <p14:tracePt t="20987" x="3765550" y="1987550"/>
          <p14:tracePt t="21004" x="3841750" y="1987550"/>
          <p14:tracePt t="21021" x="3905250" y="2000250"/>
          <p14:tracePt t="21037" x="3924300" y="2000250"/>
          <p14:tracePt t="21055" x="3949700" y="2006600"/>
          <p14:tracePt t="21070" x="3975100" y="2019300"/>
          <p14:tracePt t="21087" x="3981450" y="2019300"/>
          <p14:tracePt t="21104" x="3994150" y="2025650"/>
          <p14:tracePt t="21125" x="4000500" y="2025650"/>
          <p14:tracePt t="21160" x="4006850" y="2025650"/>
          <p14:tracePt t="21202" x="4006850" y="2032000"/>
          <p14:tracePt t="21314" x="4006850" y="2038350"/>
          <p14:tracePt t="21363" x="4006850" y="2044700"/>
          <p14:tracePt t="21412" x="4013200" y="2044700"/>
          <p14:tracePt t="21420" x="4019550" y="2044700"/>
          <p14:tracePt t="21433" x="4025900" y="2051050"/>
          <p14:tracePt t="21440" x="4032250" y="2051050"/>
          <p14:tracePt t="21461" x="4038600" y="2051050"/>
          <p14:tracePt t="21476" x="4051300" y="2051050"/>
          <p14:tracePt t="21485" x="4064000" y="2051050"/>
          <p14:tracePt t="21504" x="4102100" y="2057400"/>
          <p14:tracePt t="21519" x="4140200" y="2057400"/>
          <p14:tracePt t="21536" x="4235450" y="2057400"/>
          <p14:tracePt t="21553" x="4356100" y="2044700"/>
          <p14:tracePt t="21569" x="4419600" y="2044700"/>
          <p14:tracePt t="21585" x="4546600" y="2038350"/>
          <p14:tracePt t="21602" x="4686300" y="2025650"/>
          <p14:tracePt t="21618" x="4756150" y="2019300"/>
          <p14:tracePt t="21635" x="4845050" y="2019300"/>
          <p14:tracePt t="21652" x="4921250" y="2019300"/>
          <p14:tracePt t="21668" x="4953000" y="2012950"/>
          <p14:tracePt t="21685" x="4972050" y="2012950"/>
          <p14:tracePt t="21701" x="5035550" y="2012950"/>
          <p14:tracePt t="21718" x="5048250" y="2012950"/>
          <p14:tracePt t="21736" x="5067300" y="2012950"/>
          <p14:tracePt t="21751" x="5073650" y="2012950"/>
          <p14:tracePt t="21768" x="5092700" y="2012950"/>
          <p14:tracePt t="21785" x="5105400" y="2012950"/>
          <p14:tracePt t="21801" x="5118100" y="2019300"/>
          <p14:tracePt t="21818" x="5143500" y="2025650"/>
          <p14:tracePt t="21834" x="5168900" y="2032000"/>
          <p14:tracePt t="21851" x="5181600" y="2038350"/>
          <p14:tracePt t="21868" x="5207000" y="2051050"/>
          <p14:tracePt t="21884" x="5232400" y="2063750"/>
          <p14:tracePt t="21901" x="5245100" y="2070100"/>
          <p14:tracePt t="21918" x="5270500" y="2095500"/>
          <p14:tracePt t="21934" x="5295900" y="2108200"/>
          <p14:tracePt t="21951" x="5302250" y="2114550"/>
          <p14:tracePt t="21967" x="5327650" y="2120900"/>
          <p14:tracePt t="21984" x="5353050" y="2139950"/>
          <p14:tracePt t="22001" x="5359400" y="2146300"/>
          <p14:tracePt t="22017" x="5365750" y="2159000"/>
          <p14:tracePt t="22034" x="5365750" y="2165350"/>
          <p14:tracePt t="22051" x="5372100" y="2171700"/>
          <p14:tracePt t="22086" x="5378450" y="2171700"/>
          <p14:tracePt t="22226" x="5372100" y="2171700"/>
          <p14:tracePt t="22261" x="5365750" y="2171700"/>
          <p14:tracePt t="23263" x="5353050" y="2171700"/>
          <p14:tracePt t="23277" x="5308600" y="2184400"/>
          <p14:tracePt t="23283" x="5264150" y="2209800"/>
          <p14:tracePt t="23299" x="5232400" y="2228850"/>
          <p14:tracePt t="23313" x="5187950" y="2254250"/>
          <p14:tracePt t="23329" x="5092700" y="2298700"/>
          <p14:tracePt t="23346" x="4965700" y="2374900"/>
          <p14:tracePt t="23362" x="4883150" y="2419350"/>
          <p14:tracePt t="23379" x="4686300" y="2501900"/>
          <p14:tracePt t="23397" x="4514850" y="2552700"/>
          <p14:tracePt t="23412" x="4419600" y="2584450"/>
          <p14:tracePt t="23429" x="4229100" y="2609850"/>
          <p14:tracePt t="23446" x="4051300" y="2609850"/>
          <p14:tracePt t="23462" x="3949700" y="2609850"/>
          <p14:tracePt t="23479" x="3765550" y="2590800"/>
          <p14:tracePt t="23495" x="3562350" y="2527300"/>
          <p14:tracePt t="23512" x="3454400" y="2508250"/>
          <p14:tracePt t="23530" x="3238500" y="2463800"/>
          <p14:tracePt t="23545" x="3028950" y="2393950"/>
          <p14:tracePt t="23562" x="2927350" y="2362200"/>
          <p14:tracePt t="23566" x="2844800" y="2336800"/>
          <p14:tracePt t="23581" x="2743200" y="2330450"/>
          <p14:tracePt t="23595" x="2641600" y="2298700"/>
          <p14:tracePt t="23613" x="2381250" y="2247900"/>
          <p14:tracePt t="23628" x="2311400" y="2241550"/>
          <p14:tracePt t="23645" x="2247900" y="2228850"/>
          <p14:tracePt t="23662" x="2165350" y="2216150"/>
          <p14:tracePt t="23678" x="2108200" y="2197100"/>
          <p14:tracePt t="23695" x="2089150" y="2197100"/>
          <p14:tracePt t="23711" x="2032000" y="2197100"/>
          <p14:tracePt t="23728" x="1987550" y="2197100"/>
          <p14:tracePt t="23744" x="1974850" y="2197100"/>
          <p14:tracePt t="23761" x="1949450" y="2209800"/>
          <p14:tracePt t="23778" x="1936750" y="2216150"/>
          <p14:tracePt t="23795" x="1924050" y="2235200"/>
          <p14:tracePt t="23811" x="1917700" y="2241550"/>
          <p14:tracePt t="23827" x="1898650" y="2260600"/>
          <p14:tracePt t="23845" x="1885950" y="2279650"/>
          <p14:tracePt t="23861" x="1879600" y="2292350"/>
          <p14:tracePt t="23877" x="1873250" y="2317750"/>
          <p14:tracePt t="23894" x="1860550" y="2330450"/>
          <p14:tracePt t="23911" x="1860550" y="2343150"/>
          <p14:tracePt t="23927" x="1854200" y="2374900"/>
          <p14:tracePt t="23944" x="1847850" y="2419350"/>
          <p14:tracePt t="23960" x="1847850" y="2438400"/>
          <p14:tracePt t="23978" x="1847850" y="2489200"/>
          <p14:tracePt t="23993" x="1847850" y="2540000"/>
          <p14:tracePt t="24010" x="1847850" y="2565400"/>
          <p14:tracePt t="24027" x="1847850" y="2616200"/>
          <p14:tracePt t="24043" x="1854200" y="2641600"/>
          <p14:tracePt t="24061" x="1860550" y="2692400"/>
          <p14:tracePt t="24077" x="1866900" y="2736850"/>
          <p14:tracePt t="24093" x="1866900" y="2755900"/>
          <p14:tracePt t="24111" x="1879600" y="2806700"/>
          <p14:tracePt t="24126" x="1879600" y="2832100"/>
          <p14:tracePt t="24143" x="1879600" y="2838450"/>
          <p14:tracePt t="24160" x="1873250" y="2857500"/>
          <p14:tracePt t="24176" x="1873250" y="2863850"/>
          <p14:tracePt t="24209" x="1873250" y="2870200"/>
          <p14:tracePt t="24349" x="1866900" y="2863850"/>
          <p14:tracePt t="24468" x="1860550" y="2857500"/>
          <p14:tracePt t="24525" x="1854200" y="2857500"/>
          <p14:tracePt t="24587" x="1847850" y="2857500"/>
          <p14:tracePt t="24805" x="1847850" y="2851150"/>
          <p14:tracePt t="24889" x="1854200" y="2844800"/>
          <p14:tracePt t="24896" x="1860550" y="2844800"/>
          <p14:tracePt t="24938" x="1866900" y="2844800"/>
          <p14:tracePt t="24945" x="1866900" y="2838450"/>
          <p14:tracePt t="25029" x="1873250" y="2838450"/>
          <p14:tracePt t="25036" x="1879600" y="2838450"/>
          <p14:tracePt t="25071" x="1885950" y="2838450"/>
          <p14:tracePt t="25085" x="1892300" y="2838450"/>
          <p14:tracePt t="25107" x="1898650" y="2838450"/>
          <p14:tracePt t="25120" x="1905000" y="2838450"/>
          <p14:tracePt t="25141" x="1905000" y="2832100"/>
          <p14:tracePt t="25156" x="1911350" y="2832100"/>
          <p14:tracePt t="25169" x="1917700" y="2832100"/>
          <p14:tracePt t="25176" x="1924050" y="2832100"/>
          <p14:tracePt t="25192" x="1930400" y="2832100"/>
          <p14:tracePt t="25206" x="1936750" y="2832100"/>
          <p14:tracePt t="25222" x="1943100" y="2832100"/>
          <p14:tracePt t="25240" x="1955800" y="2825750"/>
          <p14:tracePt t="25256" x="1968500" y="2825750"/>
          <p14:tracePt t="25272" x="2000250" y="2819400"/>
          <p14:tracePt t="25289" x="2044700" y="2813050"/>
          <p14:tracePt t="25306" x="2063750" y="2806700"/>
          <p14:tracePt t="25323" x="2108200" y="2794000"/>
          <p14:tracePt t="25339" x="2139950" y="2787650"/>
          <p14:tracePt t="25355" x="2159000" y="2781300"/>
          <p14:tracePt t="25372" x="2184400" y="2774950"/>
          <p14:tracePt t="25389" x="2203450" y="2774950"/>
          <p14:tracePt t="25406" x="2209800" y="2774950"/>
          <p14:tracePt t="25422" x="2222500" y="2774950"/>
          <p14:tracePt t="25439" x="2228850" y="2774950"/>
          <p14:tracePt t="25472" x="2235200" y="2774950"/>
          <p14:tracePt t="25488" x="2241550" y="2774950"/>
          <p14:tracePt t="25508" x="2247900" y="2774950"/>
          <p14:tracePt t="25548" x="2254250" y="2774950"/>
          <p14:tracePt t="25569" x="2260600" y="2774950"/>
          <p14:tracePt t="25597" x="2260600" y="2781300"/>
          <p14:tracePt t="25632" x="2266950" y="2787650"/>
          <p14:tracePt t="25639" x="2273300" y="2787650"/>
          <p14:tracePt t="25667" x="2279650" y="2794000"/>
          <p14:tracePt t="25702" x="2286000" y="2800350"/>
          <p14:tracePt t="25716" x="2286000" y="2806700"/>
          <p14:tracePt t="25739" x="2292350" y="2806700"/>
          <p14:tracePt t="25772" x="2292350" y="2813050"/>
          <p14:tracePt t="25779" x="2292350" y="2819400"/>
          <p14:tracePt t="25788" x="2298700" y="2819400"/>
          <p14:tracePt t="25807" x="2298700" y="2832100"/>
          <p14:tracePt t="25828" x="2298700" y="2838450"/>
          <p14:tracePt t="25849" x="2298700" y="2844800"/>
          <p14:tracePt t="25926" x="2298700" y="2851150"/>
          <p14:tracePt t="25947" x="2305050" y="2851150"/>
          <p14:tracePt t="25969" x="2311400" y="2844800"/>
          <p14:tracePt t="25983" x="2311400" y="2838450"/>
          <p14:tracePt t="25989" x="2317750" y="2838450"/>
          <p14:tracePt t="26004" x="2317750" y="2832100"/>
          <p14:tracePt t="26019" x="2324100" y="2825750"/>
          <p14:tracePt t="26036" x="2324100" y="2819400"/>
          <p14:tracePt t="26053" x="2330450" y="2806700"/>
          <p14:tracePt t="26070" x="2349500" y="2781300"/>
          <p14:tracePt t="26088" x="2368550" y="2743200"/>
          <p14:tracePt t="26103" x="2374900" y="2730500"/>
          <p14:tracePt t="26119" x="2393950" y="2692400"/>
          <p14:tracePt t="26137" x="2419350" y="2654300"/>
          <p14:tracePt t="26153" x="2432050" y="2641600"/>
          <p14:tracePt t="26169" x="2438400" y="2628900"/>
          <p14:tracePt t="26186" x="2444750" y="2609850"/>
          <p14:tracePt t="26203" x="2444750" y="2603500"/>
          <p14:tracePt t="26220" x="2444750" y="2597150"/>
          <p14:tracePt t="26236" x="2444750" y="2590800"/>
          <p14:tracePt t="26269" x="2444750" y="2584450"/>
          <p14:tracePt t="26305" x="2444750" y="2590800"/>
          <p14:tracePt t="26326" x="2444750" y="2597150"/>
          <p14:tracePt t="26354" x="2438400" y="2597150"/>
          <p14:tracePt t="26382" x="2438400" y="2603500"/>
          <p14:tracePt t="26389" x="2432050" y="2609850"/>
          <p14:tracePt t="26405" x="2432050" y="2616200"/>
          <p14:tracePt t="26418" x="2425700" y="2616200"/>
          <p14:tracePt t="26435" x="2419350" y="2622550"/>
          <p14:tracePt t="26452" x="2413000" y="2635250"/>
          <p14:tracePt t="26468" x="2400300" y="2635250"/>
          <p14:tracePt t="26485" x="2362200" y="2654300"/>
          <p14:tracePt t="26502" x="2311400" y="2679700"/>
          <p14:tracePt t="26518" x="2279650" y="2698750"/>
          <p14:tracePt t="26535" x="2209800" y="2730500"/>
          <p14:tracePt t="26552" x="2133600" y="2762250"/>
          <p14:tracePt t="26568" x="2089150" y="2781300"/>
          <p14:tracePt t="26586" x="2019300" y="2806700"/>
          <p14:tracePt t="26601" x="1949450" y="2819400"/>
          <p14:tracePt t="26620" x="1885950" y="2825750"/>
          <p14:tracePt t="26635" x="1860550" y="2825750"/>
          <p14:tracePt t="26651" x="1809750" y="2844800"/>
          <p14:tracePt t="26668" x="1790700" y="2851150"/>
          <p14:tracePt t="26685" x="1746250" y="2851150"/>
          <p14:tracePt t="26701" x="1720850" y="2851150"/>
          <p14:tracePt t="26719" x="1695450" y="2851150"/>
          <p14:tracePt t="26734" x="1689100" y="2844800"/>
          <p14:tracePt t="26751" x="1676400" y="2838450"/>
          <p14:tracePt t="26769" x="1663700" y="2838450"/>
          <p14:tracePt t="26801" x="1657350" y="2832100"/>
          <p14:tracePt t="26817" x="1651000" y="2825750"/>
          <p14:tracePt t="26957" x="1651000" y="2819400"/>
          <p14:tracePt t="26992" x="1651000" y="2813050"/>
          <p14:tracePt t="27048" x="1657350" y="2806700"/>
          <p14:tracePt t="27083" x="1663700" y="2800350"/>
          <p14:tracePt t="27097" x="1670050" y="2800350"/>
          <p14:tracePt t="27132" x="1670050" y="2794000"/>
          <p14:tracePt t="27139" x="1676400" y="2794000"/>
          <p14:tracePt t="27167" x="1676400" y="2787650"/>
          <p14:tracePt t="27188" x="1682750" y="2787650"/>
          <p14:tracePt t="27230" x="1689100" y="2787650"/>
          <p14:tracePt t="27279" x="1695450" y="2787650"/>
          <p14:tracePt t="27307" x="1701800" y="2787650"/>
          <p14:tracePt t="27363" x="1708150" y="2787650"/>
          <p14:tracePt t="27539" x="1708150" y="2794000"/>
          <p14:tracePt t="27581" x="1708150" y="2800350"/>
          <p14:tracePt t="27623" x="1701800" y="2806700"/>
          <p14:tracePt t="27658" x="1701800" y="2813050"/>
          <p14:tracePt t="27693" x="1695450" y="2819400"/>
          <p14:tracePt t="27728" x="1689100" y="2819400"/>
          <p14:tracePt t="27805" x="1689100" y="2825750"/>
          <p14:tracePt t="27861" x="1689100" y="2832100"/>
          <p14:tracePt t="27910" x="1695450" y="2832100"/>
          <p14:tracePt t="27931" x="1708150" y="2825750"/>
          <p14:tracePt t="27952" x="1714500" y="2825750"/>
          <p14:tracePt t="27959" x="1714500" y="2819400"/>
          <p14:tracePt t="27973" x="1720850" y="2819400"/>
          <p14:tracePt t="28001" x="1727200" y="2819400"/>
          <p14:tracePt t="28015" x="1733550" y="2819400"/>
          <p14:tracePt t="28022" x="1739900" y="2819400"/>
          <p14:tracePt t="28043" x="1746250" y="2819400"/>
          <p14:tracePt t="28050" x="1752600" y="2819400"/>
          <p14:tracePt t="28066" x="1758950" y="2819400"/>
          <p14:tracePt t="28086" x="1771650" y="2819400"/>
          <p14:tracePt t="28096" x="1784350" y="2819400"/>
          <p14:tracePt t="28113" x="1828800" y="2819400"/>
          <p14:tracePt t="28129" x="1847850" y="2819400"/>
          <p14:tracePt t="28146" x="1911350" y="2819400"/>
          <p14:tracePt t="28163" x="1974850" y="2806700"/>
          <p14:tracePt t="28179" x="2012950" y="2806700"/>
          <p14:tracePt t="28196" x="2082800" y="2781300"/>
          <p14:tracePt t="28212" x="2146300" y="2762250"/>
          <p14:tracePt t="28229" x="2165350" y="2755900"/>
          <p14:tracePt t="28247" x="2197100" y="2736850"/>
          <p14:tracePt t="28262" x="2222500" y="2724150"/>
          <p14:tracePt t="28279" x="2235200" y="2717800"/>
          <p14:tracePt t="28296" x="2247900" y="2717800"/>
          <p14:tracePt t="28312" x="2254250" y="2711450"/>
          <p14:tracePt t="28345" x="2260600" y="2711450"/>
          <p14:tracePt t="28362" x="2266950" y="2711450"/>
          <p14:tracePt t="28378" x="2273300" y="2711450"/>
          <p14:tracePt t="28401" x="2279650" y="2717800"/>
          <p14:tracePt t="28422" x="2279650" y="2724150"/>
          <p14:tracePt t="28443" x="2279650" y="2730500"/>
          <p14:tracePt t="28485" x="2286000" y="2736850"/>
          <p14:tracePt t="28492" x="2292350" y="2736850"/>
          <p14:tracePt t="28520" x="2298700" y="2743200"/>
          <p14:tracePt t="28541" x="2305050" y="2749550"/>
          <p14:tracePt t="28555" x="2305050" y="2755900"/>
          <p14:tracePt t="28564" x="2311400" y="2755900"/>
          <p14:tracePt t="28578" x="2311400" y="2762250"/>
          <p14:tracePt t="28594" x="2317750" y="2768600"/>
          <p14:tracePt t="28614" x="2317750" y="2774950"/>
          <p14:tracePt t="28654" x="2324100" y="2781300"/>
          <p14:tracePt t="28662" x="2324100" y="2787650"/>
          <p14:tracePt t="28695" x="2330450" y="2787650"/>
          <p14:tracePt t="28702" x="2330450" y="2794000"/>
          <p14:tracePt t="28723" x="2336800" y="2794000"/>
          <p14:tracePt t="28730" x="2343150" y="2794000"/>
          <p14:tracePt t="28773" x="2349500" y="2794000"/>
          <p14:tracePt t="28800" x="2355850" y="2794000"/>
          <p14:tracePt t="28857" x="2362200" y="2794000"/>
          <p14:tracePt t="28871" x="2368550" y="2794000"/>
          <p14:tracePt t="28913" x="2374900" y="2794000"/>
          <p14:tracePt t="28934" x="2381250" y="2794000"/>
          <p14:tracePt t="28940" x="2387600" y="2794000"/>
          <p14:tracePt t="28976" x="2387600" y="2787650"/>
          <p14:tracePt t="28983" x="2393950" y="2787650"/>
          <p14:tracePt t="29011" x="2393950" y="2781300"/>
          <p14:tracePt t="29046" x="2400300" y="2781300"/>
          <p14:tracePt t="29123" x="2406650" y="2781300"/>
          <p14:tracePt t="29473" x="2406650" y="2787650"/>
          <p14:tracePt t="29495" x="2413000" y="2787650"/>
          <p14:tracePt t="29537" x="2419350" y="2787650"/>
          <p14:tracePt t="29543" x="2425700" y="2787650"/>
          <p14:tracePt t="29565" x="2432050" y="2787650"/>
          <p14:tracePt t="29614" x="2438400" y="2787650"/>
          <p14:tracePt t="29635" x="2444750" y="2787650"/>
          <p14:tracePt t="29677" x="2451100" y="2787650"/>
          <p14:tracePt t="29705" x="2457450" y="2787650"/>
          <p14:tracePt t="29712" x="2463800" y="2787650"/>
          <p14:tracePt t="29838" x="2470150" y="2787650"/>
          <p14:tracePt t="29873" x="2470150" y="2794000"/>
          <p14:tracePt t="29915" x="2476500" y="2800350"/>
          <p14:tracePt t="29943" x="2476500" y="2806700"/>
          <p14:tracePt t="29964" x="2482850" y="2813050"/>
          <p14:tracePt t="29986" x="2489200" y="2813050"/>
          <p14:tracePt t="29992" x="2495550" y="2813050"/>
          <p14:tracePt t="30009" x="2501900" y="2819400"/>
          <p14:tracePt t="30027" x="2514600" y="2825750"/>
          <p14:tracePt t="30039" x="2527300" y="2832100"/>
          <p14:tracePt t="30056" x="2578100" y="2844800"/>
          <p14:tracePt t="30072" x="2603500" y="2857500"/>
          <p14:tracePt t="30091" x="2660650" y="2863850"/>
          <p14:tracePt t="30106" x="2730500" y="2863850"/>
          <p14:tracePt t="30122" x="2755900" y="2851150"/>
          <p14:tracePt t="30139" x="2800350" y="2832100"/>
          <p14:tracePt t="30156" x="2844800" y="2819400"/>
          <p14:tracePt t="30172" x="2851150" y="2819400"/>
          <p14:tracePt t="30189" x="2870200" y="2806700"/>
          <p14:tracePt t="30206" x="2876550" y="2806700"/>
          <p14:tracePt t="30224" x="2882900" y="2806700"/>
          <p14:tracePt t="30308" x="2889250" y="2806700"/>
          <p14:tracePt t="30546" x="2889250" y="2813050"/>
          <p14:tracePt t="30589" x="2882900" y="2813050"/>
          <p14:tracePt t="30623" x="2882900" y="2819400"/>
          <p14:tracePt t="30827" x="2876550" y="2819400"/>
          <p14:tracePt t="30868" x="2870200" y="2819400"/>
          <p14:tracePt t="31626" x="2876550" y="2825750"/>
          <p14:tracePt t="31640" x="2901950" y="2838450"/>
          <p14:tracePt t="31647" x="2921000" y="2851150"/>
          <p14:tracePt t="31654" x="2952750" y="2863850"/>
          <p14:tracePt t="31670" x="2984500" y="2876550"/>
          <p14:tracePt t="31684" x="3016250" y="2895600"/>
          <p14:tracePt t="31700" x="3098800" y="2933700"/>
          <p14:tracePt t="31717" x="3200400" y="2978150"/>
          <p14:tracePt t="31734" x="3257550" y="2997200"/>
          <p14:tracePt t="31750" x="3390900" y="3041650"/>
          <p14:tracePt t="31767" x="3498850" y="3079750"/>
          <p14:tracePt t="31783" x="3562350" y="3092450"/>
          <p14:tracePt t="31800" x="3670300" y="3098800"/>
          <p14:tracePt t="31817" x="3784600" y="3098800"/>
          <p14:tracePt t="31833" x="3841750" y="3098800"/>
          <p14:tracePt t="31850" x="3956050" y="3079750"/>
          <p14:tracePt t="31866" x="4013200" y="3067050"/>
          <p14:tracePt t="31883" x="4127500" y="3060700"/>
          <p14:tracePt t="31900" x="4222750" y="3035300"/>
          <p14:tracePt t="31916" x="4292600" y="3022600"/>
          <p14:tracePt t="31933" x="4445000" y="3003550"/>
          <p14:tracePt t="31950" x="4629150" y="2984500"/>
          <p14:tracePt t="31966" x="4718050" y="2965450"/>
          <p14:tracePt t="31983" x="4864100" y="2927350"/>
          <p14:tracePt t="31999" x="5010150" y="2895600"/>
          <p14:tracePt t="32016" x="5073650" y="2876550"/>
          <p14:tracePt t="32033" x="5219700" y="2838450"/>
          <p14:tracePt t="32049" x="5334000" y="2794000"/>
          <p14:tracePt t="32066" x="5372100" y="2794000"/>
          <p14:tracePt t="32082" x="5454650" y="2768600"/>
          <p14:tracePt t="32099" x="5530850" y="2736850"/>
          <p14:tracePt t="32116" x="5556250" y="2724150"/>
          <p14:tracePt t="32132" x="5645150" y="2692400"/>
          <p14:tracePt t="32149" x="5689600" y="2686050"/>
          <p14:tracePt t="32166" x="5791200" y="2654300"/>
          <p14:tracePt t="32182" x="5810250" y="2647950"/>
          <p14:tracePt t="32199" x="5842000" y="2635250"/>
          <p14:tracePt t="32215" x="5873750" y="2635250"/>
          <p14:tracePt t="32232" x="5911850" y="2622550"/>
          <p14:tracePt t="32250" x="5937250" y="2616200"/>
          <p14:tracePt t="32265" x="5949950" y="2616200"/>
          <p14:tracePt t="32282" x="5962650" y="2609850"/>
          <p14:tracePt t="32299" x="5975350" y="2609850"/>
          <p14:tracePt t="32349" x="5981700" y="2609850"/>
          <p14:tracePt t="32376" x="5981700" y="2616200"/>
          <p14:tracePt t="32390" x="5988050" y="2622550"/>
          <p14:tracePt t="32418" x="5988050" y="2628900"/>
          <p14:tracePt t="32432" x="5988050" y="2635250"/>
          <p14:tracePt t="32446" x="5994400" y="2635250"/>
          <p14:tracePt t="32481" x="5994400" y="2641600"/>
          <p14:tracePt t="32509" x="6000750" y="2641600"/>
          <p14:tracePt t="32516" x="6007100" y="2647950"/>
          <p14:tracePt t="32552" x="6007100" y="2654300"/>
          <p14:tracePt t="32579" x="6007100" y="2660650"/>
          <p14:tracePt t="32586" x="6013450" y="2667000"/>
          <p14:tracePt t="32608" x="6013450" y="2673350"/>
          <p14:tracePt t="32643" x="6013450" y="2679700"/>
          <p14:tracePt t="32657" x="6013450" y="2686050"/>
          <p14:tracePt t="32678" x="6013450" y="2692400"/>
          <p14:tracePt t="32692" x="6013450" y="2698750"/>
          <p14:tracePt t="32700" x="6019800" y="2698750"/>
          <p14:tracePt t="32714" x="6019800" y="2705100"/>
          <p14:tracePt t="32730" x="6026150" y="2711450"/>
          <p14:tracePt t="32747" x="6026150" y="2717800"/>
          <p14:tracePt t="32763" x="6032500" y="2724150"/>
          <p14:tracePt t="32780" x="6038850" y="2730500"/>
          <p14:tracePt t="32797" x="6045200" y="2743200"/>
          <p14:tracePt t="32813" x="6057900" y="2755900"/>
          <p14:tracePt t="32847" x="6070600" y="2781300"/>
          <p14:tracePt t="32863" x="6089650" y="2800350"/>
          <p14:tracePt t="32880" x="6102350" y="2813050"/>
          <p14:tracePt t="32896" x="6121400" y="2825750"/>
          <p14:tracePt t="32913" x="6140450" y="2838450"/>
          <p14:tracePt t="32930" x="6159500" y="2844800"/>
          <p14:tracePt t="32963" x="6178550" y="2844800"/>
          <p14:tracePt t="32980" x="6197600" y="2844800"/>
          <p14:tracePt t="32996" x="6203950" y="2844800"/>
          <p14:tracePt t="33012" x="6216650" y="2844800"/>
          <p14:tracePt t="33029" x="6229350" y="2844800"/>
          <p14:tracePt t="33046" x="6235700" y="2844800"/>
          <p14:tracePt t="33064" x="6248400" y="2844800"/>
          <p14:tracePt t="33079" x="6254750" y="2844800"/>
          <p14:tracePt t="33096" x="6261100" y="2844800"/>
          <p14:tracePt t="33113" x="6280150" y="2844800"/>
          <p14:tracePt t="33129" x="6286500" y="2844800"/>
          <p14:tracePt t="33145" x="6292850" y="2844800"/>
          <p14:tracePt t="33162" x="6305550" y="2844800"/>
          <p14:tracePt t="33178" x="6311900" y="2844800"/>
          <p14:tracePt t="33196" x="6318250" y="2844800"/>
          <p14:tracePt t="33212" x="6324600" y="2844800"/>
          <p14:tracePt t="33252" x="6330950" y="2844800"/>
          <p14:tracePt t="33309" x="6337300" y="2851150"/>
          <p14:tracePt t="33329" x="6350000" y="2851150"/>
          <p14:tracePt t="33358" x="6356350" y="2851150"/>
          <p14:tracePt t="33372" x="6362700" y="2851150"/>
          <p14:tracePt t="33381" x="6369050" y="2851150"/>
          <p14:tracePt t="33400" x="6375400" y="2851150"/>
          <p14:tracePt t="33421" x="6381750" y="2857500"/>
          <p14:tracePt t="33431" x="6394450" y="2857500"/>
          <p14:tracePt t="33444" x="6400800" y="2857500"/>
          <p14:tracePt t="33461" x="6413500" y="2857500"/>
          <p14:tracePt t="33477" x="6445250" y="2863850"/>
          <p14:tracePt t="33494" x="6483350" y="2863850"/>
          <p14:tracePt t="33512" x="6527800" y="2863850"/>
          <p14:tracePt t="33527" x="6553200" y="2863850"/>
          <p14:tracePt t="33544" x="6597650" y="2863850"/>
          <p14:tracePt t="33561" x="6642100" y="2870200"/>
          <p14:tracePt t="33577" x="6654800" y="2870200"/>
          <p14:tracePt t="33594" x="6699250" y="2870200"/>
          <p14:tracePt t="33611" x="6750050" y="2870200"/>
          <p14:tracePt t="33627" x="6756400" y="2870200"/>
          <p14:tracePt t="33644" x="6794500" y="2870200"/>
          <p14:tracePt t="33660" x="6826250" y="2870200"/>
          <p14:tracePt t="33677" x="6845300" y="2863850"/>
          <p14:tracePt t="33680" x="6858000" y="2863850"/>
          <p14:tracePt t="33696" x="6877050" y="2857500"/>
          <p14:tracePt t="33710" x="6908800" y="2844800"/>
          <p14:tracePt t="33727" x="6934200" y="2844800"/>
          <p14:tracePt t="33743" x="6972300" y="2838450"/>
          <p14:tracePt t="33760" x="6985000" y="2832100"/>
          <p14:tracePt t="33776" x="7029450" y="2825750"/>
          <p14:tracePt t="33793" x="7054850" y="2825750"/>
          <p14:tracePt t="33810" x="7061200" y="2825750"/>
          <p14:tracePt t="33826" x="7086600" y="2819400"/>
          <p14:tracePt t="33843" x="7105650" y="2819400"/>
          <p14:tracePt t="33859" x="7112000" y="2819400"/>
          <p14:tracePt t="33876" x="7131050" y="2813050"/>
          <p14:tracePt t="33893" x="7137400" y="2813050"/>
          <p14:tracePt t="33926" x="7150100" y="2813050"/>
          <p14:tracePt t="33942" x="7156450" y="2813050"/>
          <p14:tracePt t="34010" x="7162800" y="2806700"/>
          <p14:tracePt t="34031" x="7169150" y="2806700"/>
          <p14:tracePt t="34038" x="7175500" y="2806700"/>
          <p14:tracePt t="34060" x="7175500" y="2800350"/>
          <p14:tracePt t="40037" x="7150100" y="2800350"/>
          <p14:tracePt t="40044" x="7086600" y="2806700"/>
          <p14:tracePt t="40054" x="7004050" y="2825750"/>
          <p14:tracePt t="40072" x="6781800" y="2857500"/>
          <p14:tracePt t="40088" x="6699250" y="2870200"/>
          <p14:tracePt t="40105" x="6254750" y="2901950"/>
          <p14:tracePt t="40121" x="5962650" y="2908300"/>
          <p14:tracePt t="40138" x="5708650" y="2914650"/>
          <p14:tracePt t="40154" x="5454650" y="2895600"/>
          <p14:tracePt t="40171" x="5099050" y="2851150"/>
          <p14:tracePt t="40188" x="4870450" y="2819400"/>
          <p14:tracePt t="40206" x="4559300" y="2781300"/>
          <p14:tracePt t="40221" x="4381500" y="2781300"/>
          <p14:tracePt t="40237" x="4216400" y="2768600"/>
          <p14:tracePt t="40255" x="4019550" y="2730500"/>
          <p14:tracePt t="40271" x="3937000" y="2717800"/>
          <p14:tracePt t="40287" x="3803650" y="2679700"/>
          <p14:tracePt t="40304" x="3644900" y="2654300"/>
          <p14:tracePt t="40321" x="3562350" y="2635250"/>
          <p14:tracePt t="40337" x="3454400" y="2628900"/>
          <p14:tracePt t="40354" x="3327400" y="2603500"/>
          <p14:tracePt t="40370" x="3270250" y="2578100"/>
          <p14:tracePt t="40388" x="3168650" y="2552700"/>
          <p14:tracePt t="40403" x="3130550" y="2540000"/>
          <p14:tracePt t="40420" x="3092450" y="2520950"/>
          <p14:tracePt t="40437" x="3054350" y="2501900"/>
          <p14:tracePt t="40453" x="3035300" y="2495550"/>
          <p14:tracePt t="40470" x="3028950" y="2495550"/>
          <p14:tracePt t="40486" x="3022600" y="2489200"/>
          <p14:tracePt t="40520" x="3016250" y="2489200"/>
          <p14:tracePt t="40536" x="3009900" y="2489200"/>
          <p14:tracePt t="40553" x="3009900" y="2495550"/>
          <p14:tracePt t="40571" x="3003550" y="2508250"/>
          <p14:tracePt t="40603" x="2997200" y="2520950"/>
          <p14:tracePt t="40620" x="2984500" y="2533650"/>
          <p14:tracePt t="40636" x="2971800" y="2540000"/>
          <p14:tracePt t="40653" x="2959100" y="2546350"/>
          <p14:tracePt t="40669" x="2933700" y="2571750"/>
          <p14:tracePt t="40686" x="2921000" y="2584450"/>
          <p14:tracePt t="40703" x="2895600" y="2603500"/>
          <p14:tracePt t="40719" x="2876550" y="2622550"/>
          <p14:tracePt t="40736" x="2857500" y="2641600"/>
          <p14:tracePt t="40753" x="2825750" y="2667000"/>
          <p14:tracePt t="40769" x="2813050" y="2679700"/>
          <p14:tracePt t="40785" x="2794000" y="2698750"/>
          <p14:tracePt t="40802" x="2774950" y="2705100"/>
          <p14:tracePt t="40819" x="2768600" y="2705100"/>
          <p14:tracePt t="40822" x="2762250" y="2705100"/>
          <p14:tracePt t="40892" x="2774950" y="2705100"/>
          <p14:tracePt t="40899" x="2781300" y="2705100"/>
          <p14:tracePt t="40906" x="2794000" y="2698750"/>
          <p14:tracePt t="40918" x="2806700" y="2698750"/>
          <p14:tracePt t="40935" x="2857500" y="2673350"/>
          <p14:tracePt t="40952" x="2940050" y="2654300"/>
          <p14:tracePt t="40969" x="3086100" y="2622550"/>
          <p14:tracePt t="40985" x="3219450" y="2590800"/>
          <p14:tracePt t="41001" x="3422650" y="2571750"/>
          <p14:tracePt t="41019" x="3759200" y="2520950"/>
          <p14:tracePt t="41035" x="4000500" y="2520950"/>
          <p14:tracePt t="41051" x="4267200" y="2527300"/>
          <p14:tracePt t="41068" x="4603750" y="2559050"/>
          <p14:tracePt t="41085" x="4756150" y="2559050"/>
          <p14:tracePt t="41101" x="4857750" y="2571750"/>
          <p14:tracePt t="41118" x="4927600" y="2590800"/>
          <p14:tracePt t="41134" x="4953000" y="2590800"/>
          <p14:tracePt t="41151" x="4959350" y="2609850"/>
          <p14:tracePt t="41168" x="4946650" y="2616200"/>
          <p14:tracePt t="41184" x="4927600" y="2616200"/>
          <p14:tracePt t="41201" x="4895850" y="2622550"/>
          <p14:tracePt t="41234" x="4876800" y="2622550"/>
          <p14:tracePt t="41250" x="4838700" y="2622550"/>
          <p14:tracePt t="41267" x="4794250" y="2641600"/>
          <p14:tracePt t="41285" x="4692650" y="2667000"/>
          <p14:tracePt t="41300" x="4591050" y="2679700"/>
          <p14:tracePt t="41317" x="4470400" y="2686050"/>
          <p14:tracePt t="41334" x="4254500" y="2686050"/>
          <p14:tracePt t="41350" x="4127500" y="2686050"/>
          <p14:tracePt t="41367" x="4000500" y="2686050"/>
          <p14:tracePt t="41384" x="3816350" y="2673350"/>
          <p14:tracePt t="41400" x="3714750" y="2673350"/>
          <p14:tracePt t="41417" x="3530600" y="2679700"/>
          <p14:tracePt t="41433" x="3454400" y="2686050"/>
          <p14:tracePt t="41450" x="3371850" y="2692400"/>
          <p14:tracePt t="41467" x="3276600" y="2705100"/>
          <p14:tracePt t="41483" x="3225800" y="2705100"/>
          <p14:tracePt t="41500" x="3181350" y="2692400"/>
          <p14:tracePt t="41517" x="3098800" y="2679700"/>
          <p14:tracePt t="41533" x="3048000" y="2673350"/>
          <p14:tracePt t="41549" x="2990850" y="2667000"/>
          <p14:tracePt t="41566" x="2889250" y="2660650"/>
          <p14:tracePt t="41583" x="2806700" y="2647950"/>
          <p14:tracePt t="41600" x="2609850" y="2609850"/>
          <p14:tracePt t="41616" x="2457450" y="2616200"/>
          <p14:tracePt t="41633" x="2419350" y="2616200"/>
          <p14:tracePt t="42182" x="2406650" y="2616200"/>
          <p14:tracePt t="42203" x="2400300" y="2616200"/>
          <p14:tracePt t="42210" x="2387600" y="2622550"/>
          <p14:tracePt t="42224" x="2381250" y="2628900"/>
          <p14:tracePt t="42233" x="2374900" y="2628900"/>
          <p14:tracePt t="42247" x="2368550" y="2635250"/>
          <p14:tracePt t="42264" x="2368550" y="2647950"/>
          <p14:tracePt t="42329" x="2374900" y="2647950"/>
          <p14:tracePt t="42336" x="2381250" y="2647950"/>
          <p14:tracePt t="42346" x="2393950" y="2647950"/>
          <p14:tracePt t="42364" x="2419350" y="2635250"/>
          <p14:tracePt t="42380" x="2463800" y="2622550"/>
          <p14:tracePt t="42396" x="2552700" y="2603500"/>
          <p14:tracePt t="42414" x="2730500" y="2559050"/>
          <p14:tracePt t="42430" x="2863850" y="2520950"/>
          <p14:tracePt t="42446" x="2997200" y="2482850"/>
          <p14:tracePt t="42463" x="3206750" y="2432050"/>
          <p14:tracePt t="42480" x="3371850" y="2387600"/>
          <p14:tracePt t="42496" x="3511550" y="2368550"/>
          <p14:tracePt t="42512" x="3689350" y="2311400"/>
          <p14:tracePt t="42529" x="3784600" y="2292350"/>
          <p14:tracePt t="42547" x="3905250" y="2266950"/>
          <p14:tracePt t="42563" x="3981450" y="2254250"/>
          <p14:tracePt t="42579" x="4038600" y="2235200"/>
          <p14:tracePt t="42596" x="4083050" y="2228850"/>
          <p14:tracePt t="42612" x="4108450" y="2222500"/>
          <p14:tracePt t="42629" x="4121150" y="2216150"/>
          <p14:tracePt t="42646" x="4127500" y="2222500"/>
          <p14:tracePt t="42693" x="4121150" y="2228850"/>
          <p14:tracePt t="42701" x="4114800" y="2228850"/>
          <p14:tracePt t="42715" x="4108450" y="2228850"/>
          <p14:tracePt t="42729" x="4095750" y="2235200"/>
          <p14:tracePt t="42745" x="4083050" y="2241550"/>
          <p14:tracePt t="42762" x="4076700" y="2241550"/>
          <p14:tracePt t="42779" x="4076700" y="2247900"/>
          <p14:tracePt t="42795" x="4070350" y="2247900"/>
          <p14:tracePt t="42814" x="4057650" y="2247900"/>
          <p14:tracePt t="42828" x="4051300" y="2254250"/>
          <p14:tracePt t="42845" x="4038600" y="2254250"/>
          <p14:tracePt t="42862" x="4032250" y="2260600"/>
          <p14:tracePt t="42878" x="4025900" y="2266950"/>
          <p14:tracePt t="42895" x="4000500" y="2273300"/>
          <p14:tracePt t="42912" x="3962400" y="2279650"/>
          <p14:tracePt t="42928" x="3937000" y="2279650"/>
          <p14:tracePt t="42945" x="3892550" y="2286000"/>
          <p14:tracePt t="42961" x="3854450" y="2286000"/>
          <p14:tracePt t="42978" x="3835400" y="2286000"/>
          <p14:tracePt t="42995" x="3822700" y="2286000"/>
          <p14:tracePt t="43031" x="3822700" y="2279650"/>
          <p14:tracePt t="43065" x="3829050" y="2273300"/>
          <p14:tracePt t="43072" x="3841750" y="2273300"/>
          <p14:tracePt t="43086" x="3854450" y="2266950"/>
          <p14:tracePt t="43094" x="3867150" y="2266950"/>
          <p14:tracePt t="43111" x="3886200" y="2260600"/>
          <p14:tracePt t="43128" x="3943350" y="2241550"/>
          <p14:tracePt t="43144" x="4025900" y="2228850"/>
          <p14:tracePt t="43161" x="4083050" y="2209800"/>
          <p14:tracePt t="43177" x="4165600" y="2190750"/>
          <p14:tracePt t="43194" x="4248150" y="2165350"/>
          <p14:tracePt t="43211" x="4279900" y="2159000"/>
          <p14:tracePt t="43227" x="4324350" y="2139950"/>
          <p14:tracePt t="43244" x="4337050" y="2120900"/>
          <p14:tracePt t="43261" x="4337050" y="2114550"/>
          <p14:tracePt t="43277" x="4337050" y="2108200"/>
          <p14:tracePt t="43294" x="4330700" y="2108200"/>
          <p14:tracePt t="43311" x="4305300" y="2114550"/>
          <p14:tracePt t="43343" x="4305300" y="2120900"/>
          <p14:tracePt t="43360" x="4286250" y="2127250"/>
          <p14:tracePt t="43376" x="4260850" y="2133600"/>
          <p14:tracePt t="43380" x="4248150" y="2139950"/>
          <p14:tracePt t="43396" x="4235450" y="2146300"/>
          <p14:tracePt t="43410" x="4203700" y="2159000"/>
          <p14:tracePt t="43426" x="4152900" y="2178050"/>
          <p14:tracePt t="43444" x="4102100" y="2209800"/>
          <p14:tracePt t="43459" x="4083050" y="2216150"/>
          <p14:tracePt t="43476" x="4057650" y="2235200"/>
          <p14:tracePt t="43493" x="4044950" y="2241550"/>
          <p14:tracePt t="43526" x="4064000" y="2241550"/>
          <p14:tracePt t="43543" x="4089400" y="2228850"/>
          <p14:tracePt t="43559" x="4102100" y="2222500"/>
          <p14:tracePt t="43577" x="4133850" y="2190750"/>
          <p14:tracePt t="43592" x="4171950" y="2152650"/>
          <p14:tracePt t="43609" x="4184650" y="2133600"/>
          <p14:tracePt t="43626" x="4203700" y="2095500"/>
          <p14:tracePt t="43642" x="4203700" y="2082800"/>
          <p14:tracePt t="43659" x="4203700" y="2063750"/>
          <p14:tracePt t="43692" x="4197350" y="2057400"/>
          <p14:tracePt t="43710" x="4191000" y="2057400"/>
          <p14:tracePt t="43726" x="4178300" y="2057400"/>
          <p14:tracePt t="43742" x="4178300" y="2063750"/>
          <p14:tracePt t="43759" x="4165600" y="2063750"/>
          <p14:tracePt t="43775" x="4159250" y="2076450"/>
          <p14:tracePt t="43792" x="4152900" y="2082800"/>
          <p14:tracePt t="43809" x="4140200" y="2108200"/>
          <p14:tracePt t="43825" x="4121150" y="2133600"/>
          <p14:tracePt t="43842" x="4114800" y="2152650"/>
          <p14:tracePt t="43858" x="4089400" y="2190750"/>
          <p14:tracePt t="43875" x="4083050" y="2228850"/>
          <p14:tracePt t="43892" x="4083050" y="2254250"/>
          <p14:tracePt t="43908" x="4089400" y="2260600"/>
          <p14:tracePt t="43925" x="4095750" y="2273300"/>
          <p14:tracePt t="43941" x="4140200" y="2273300"/>
          <p14:tracePt t="43958" x="4152900" y="2266950"/>
          <p14:tracePt t="43975" x="4178300" y="2260600"/>
          <p14:tracePt t="43991" x="4203700" y="2241550"/>
          <p14:tracePt t="44008" x="4222750" y="2209800"/>
          <p14:tracePt t="44025" x="4222750" y="2190750"/>
          <p14:tracePt t="44041" x="4222750" y="2178050"/>
          <p14:tracePt t="44058" x="4216400" y="2165350"/>
          <p14:tracePt t="44074" x="4210050" y="2165350"/>
          <p14:tracePt t="44091" x="4203700" y="2165350"/>
          <p14:tracePt t="44107" x="4197350" y="2165350"/>
          <p14:tracePt t="44124" x="4184650" y="2165350"/>
          <p14:tracePt t="44140" x="4178300" y="2165350"/>
          <p14:tracePt t="44158" x="4159250" y="2171700"/>
          <p14:tracePt t="44174" x="4121150" y="2184400"/>
          <p14:tracePt t="44191" x="4102100" y="2190750"/>
          <p14:tracePt t="44208" x="4057650" y="2228850"/>
          <p14:tracePt t="44224" x="4019550" y="2254250"/>
          <p14:tracePt t="44240" x="4000500" y="2273300"/>
          <p14:tracePt t="44257" x="3981450" y="2311400"/>
          <p14:tracePt t="44274" x="3968750" y="2330450"/>
          <p14:tracePt t="44291" x="3975100" y="2381250"/>
          <p14:tracePt t="44307" x="3981450" y="2393950"/>
          <p14:tracePt t="44323" x="4000500" y="2406650"/>
          <p14:tracePt t="44340" x="4057650" y="2413000"/>
          <p14:tracePt t="44357" x="4102100" y="2413000"/>
          <p14:tracePt t="44373" x="4121150" y="2406650"/>
          <p14:tracePt t="44390" x="4146550" y="2387600"/>
          <p14:tracePt t="44407" x="4152900" y="2362200"/>
          <p14:tracePt t="44423" x="4152900" y="2349500"/>
          <p14:tracePt t="44440" x="4152900" y="2336800"/>
          <p14:tracePt t="44456" x="4140200" y="2330450"/>
          <p14:tracePt t="44474" x="4127500" y="2324100"/>
          <p14:tracePt t="44489" x="4121150" y="2324100"/>
          <p14:tracePt t="44506" x="4108450" y="2324100"/>
          <p14:tracePt t="44523" x="4095750" y="2324100"/>
          <p14:tracePt t="44607" x="4083050" y="2330450"/>
          <p14:tracePt t="44628" x="4076700" y="2330450"/>
          <p14:tracePt t="44635" x="4070350" y="2336800"/>
          <p14:tracePt t="44642" x="4064000" y="2336800"/>
          <p14:tracePt t="44658" x="4064000" y="2343150"/>
          <p14:tracePt t="44672" x="4051300" y="2343150"/>
          <p14:tracePt t="44689" x="4038600" y="2355850"/>
          <p14:tracePt t="44706" x="3987800" y="2368550"/>
          <p14:tracePt t="44722" x="3956050" y="2381250"/>
          <p14:tracePt t="44740" x="3854450" y="2419350"/>
          <p14:tracePt t="44755" x="3733800" y="2457450"/>
          <p14:tracePt t="44772" x="3670300" y="2482850"/>
          <p14:tracePt t="44789" x="3530600" y="2533650"/>
          <p14:tracePt t="44805" x="3409950" y="2590800"/>
          <p14:tracePt t="44822" x="3352800" y="2609850"/>
          <p14:tracePt t="44840" x="3251200" y="2667000"/>
          <p14:tracePt t="44855" x="3149600" y="2717800"/>
          <p14:tracePt t="44871" x="3117850" y="2743200"/>
          <p14:tracePt t="44889" x="3022600" y="2787650"/>
          <p14:tracePt t="44905" x="2921000" y="2825750"/>
          <p14:tracePt t="44921" x="2876550" y="2863850"/>
          <p14:tracePt t="44938" x="2787650" y="2895600"/>
          <p14:tracePt t="44954" x="2768600" y="2908300"/>
          <p14:tracePt t="44972" x="2705100" y="2940050"/>
          <p14:tracePt t="44988" x="2686050" y="2946400"/>
          <p14:tracePt t="45004" x="2654300" y="2959100"/>
          <p14:tracePt t="45021" x="2616200" y="2978150"/>
          <p14:tracePt t="45038" x="2565400" y="3009900"/>
          <p14:tracePt t="45054" x="2540000" y="3016250"/>
          <p14:tracePt t="45071" x="2495550" y="3041650"/>
          <p14:tracePt t="45087" x="2444750" y="3054350"/>
          <p14:tracePt t="45105" x="2393950" y="3054350"/>
          <p14:tracePt t="45120" x="2374900" y="3054350"/>
          <p14:tracePt t="45139" x="2343150" y="3054350"/>
          <p14:tracePt t="45154" x="2311400" y="3054350"/>
          <p14:tracePt t="45170" x="2305050" y="3054350"/>
          <p14:tracePt t="45187" x="2292350" y="3048000"/>
          <p14:tracePt t="45204" x="2273300" y="3028950"/>
          <p14:tracePt t="45220" x="2266950" y="3022600"/>
          <p14:tracePt t="45237" x="2254250" y="3016250"/>
          <p14:tracePt t="45253" x="2247900" y="3009900"/>
          <p14:tracePt t="45270" x="2241550" y="2997200"/>
          <p14:tracePt t="45288" x="2241550" y="2984500"/>
          <p14:tracePt t="45303" x="2235200" y="2971800"/>
          <p14:tracePt t="45320" x="2228850" y="2946400"/>
          <p14:tracePt t="45337" x="2209800" y="2908300"/>
          <p14:tracePt t="45353" x="2203450" y="2889250"/>
          <p14:tracePt t="45370" x="2190750" y="2844800"/>
          <p14:tracePt t="45386" x="2184400" y="2800350"/>
          <p14:tracePt t="45403" x="2178050" y="2787650"/>
          <p14:tracePt t="45421" x="2171700" y="2781300"/>
          <p14:tracePt t="45436" x="2171700" y="2774950"/>
          <p14:tracePt t="45554" x="2171700" y="2781300"/>
          <p14:tracePt t="45609" x="2171700" y="2787650"/>
          <p14:tracePt t="45624" x="2178050" y="2794000"/>
          <p14:tracePt t="45645" x="2184400" y="2794000"/>
          <p14:tracePt t="45680" x="2190750" y="2794000"/>
          <p14:tracePt t="45715" x="2197100" y="2794000"/>
          <p14:tracePt t="45750" x="2203450" y="2794000"/>
          <p14:tracePt t="45778" x="2209800" y="2794000"/>
          <p14:tracePt t="45786" x="2216150" y="2794000"/>
          <p14:tracePt t="45827" x="2222500" y="2800350"/>
          <p14:tracePt t="45835" x="2222500" y="2806700"/>
          <p14:tracePt t="45869" x="2222500" y="2813050"/>
          <p14:tracePt t="45925" x="2222500" y="2819400"/>
          <p14:tracePt t="45967" x="2209800" y="2825750"/>
          <p14:tracePt t="45996" x="2203450" y="2825750"/>
          <p14:tracePt t="46016" x="2197100" y="2825750"/>
          <p14:tracePt t="46045" x="2190750" y="2825750"/>
          <p14:tracePt t="46066" x="2184400" y="2832100"/>
          <p14:tracePt t="46136" x="2178050" y="2832100"/>
          <p14:tracePt t="46157" x="2171700" y="2832100"/>
          <p14:tracePt t="46178" x="2171700" y="2825750"/>
          <p14:tracePt t="46185" x="2165350" y="2825750"/>
          <p14:tracePt t="46241" x="2165350" y="2819400"/>
          <p14:tracePt t="46247" x="2171700" y="2819400"/>
          <p14:tracePt t="46269" x="2178050" y="2819400"/>
          <p14:tracePt t="46297" x="2184400" y="2819400"/>
          <p14:tracePt t="46324" x="2190750" y="2819400"/>
          <p14:tracePt t="46346" x="2197100" y="2813050"/>
          <p14:tracePt t="46381" x="2203450" y="2813050"/>
          <p14:tracePt t="46479" x="2197100" y="2813050"/>
          <p14:tracePt t="46528" x="2190750" y="2813050"/>
          <p14:tracePt t="46578" x="2184400" y="2813050"/>
          <p14:tracePt t="46739" x="2184400" y="2806700"/>
          <p14:tracePt t="46802" x="2184400" y="2800350"/>
          <p14:tracePt t="46809" x="2190750" y="2800350"/>
          <p14:tracePt t="46851" x="2190750" y="2794000"/>
          <p14:tracePt t="46949" x="2184400" y="2794000"/>
          <p14:tracePt t="47041" x="2178050" y="2794000"/>
          <p14:tracePt t="47132" x="2178050" y="2787650"/>
          <p14:tracePt t="47223" x="2178050" y="2781300"/>
          <p14:tracePt t="47258" x="2184400" y="2774950"/>
          <p14:tracePt t="47293" x="2190750" y="2774950"/>
          <p14:tracePt t="47307" x="2197100" y="2774950"/>
          <p14:tracePt t="47328" x="2203450" y="2774950"/>
          <p14:tracePt t="47349" x="2209800" y="2774950"/>
          <p14:tracePt t="47377" x="2216150" y="2774950"/>
          <p14:tracePt t="47440" x="2222500" y="2774950"/>
          <p14:tracePt t="47467" x="2228850" y="2774950"/>
          <p14:tracePt t="47503" x="2235200" y="2774950"/>
          <p14:tracePt t="47517" x="2241550" y="2774950"/>
          <p14:tracePt t="47580" x="2247900" y="2774950"/>
          <p14:tracePt t="47622" x="2254250" y="2774950"/>
          <p14:tracePt t="47678" x="2260600" y="2774950"/>
          <p14:tracePt t="47713" x="2266950" y="2774950"/>
          <p14:tracePt t="47728" x="2273300" y="2774950"/>
          <p14:tracePt t="47748" x="2279650" y="2774950"/>
          <p14:tracePt t="47770" x="2286000" y="2774950"/>
          <p14:tracePt t="47798" x="2292350" y="2774950"/>
          <p14:tracePt t="47840" x="2298700" y="2774950"/>
          <p14:tracePt t="47862" x="2305050" y="2774950"/>
          <p14:tracePt t="47903" x="2311400" y="2774950"/>
          <p14:tracePt t="47910" x="2317750" y="2774950"/>
          <p14:tracePt t="47931" x="2324100" y="2768600"/>
          <p14:tracePt t="47959" x="2330450" y="2768600"/>
          <p14:tracePt t="48001" x="2336800" y="2768600"/>
          <p14:tracePt t="48008" x="2343150" y="2768600"/>
          <p14:tracePt t="48043" x="2343150" y="2762250"/>
          <p14:tracePt t="48050" x="2349500" y="2762250"/>
          <p14:tracePt t="48078" x="2355850" y="2762250"/>
          <p14:tracePt t="48099" x="2362200" y="2762250"/>
          <p14:tracePt t="48134" x="2368550" y="2755900"/>
          <p14:tracePt t="48197" x="2368550" y="2762250"/>
          <p14:tracePt t="48211" x="2362200" y="2762250"/>
          <p14:tracePt t="48218" x="2362200" y="2768600"/>
          <p14:tracePt t="49095" x="2368550" y="2768600"/>
          <p14:tracePt t="49101" x="2393950" y="2768600"/>
          <p14:tracePt t="49116" x="2432050" y="2768600"/>
          <p14:tracePt t="49124" x="2495550" y="2768600"/>
          <p14:tracePt t="49140" x="2559050" y="2768600"/>
          <p14:tracePt t="49158" x="2736850" y="2768600"/>
          <p14:tracePt t="49173" x="2965450" y="2768600"/>
          <p14:tracePt t="49190" x="3079750" y="2768600"/>
          <p14:tracePt t="49207" x="3333750" y="2755900"/>
          <p14:tracePt t="49223" x="3600450" y="2730500"/>
          <p14:tracePt t="49240" x="3740150" y="2724150"/>
          <p14:tracePt t="49256" x="3981450" y="2711450"/>
          <p14:tracePt t="49273" x="4197350" y="2679700"/>
          <p14:tracePt t="49290" x="4298950" y="2660650"/>
          <p14:tracePt t="49306" x="4508500" y="2616200"/>
          <p14:tracePt t="49323" x="4597400" y="2597150"/>
          <p14:tracePt t="49340" x="4857750" y="2546350"/>
          <p14:tracePt t="49356" x="4933950" y="2540000"/>
          <p14:tracePt t="49373" x="5022850" y="2514600"/>
          <p14:tracePt t="49389" x="5181600" y="2489200"/>
          <p14:tracePt t="49406" x="5365750" y="2470150"/>
          <p14:tracePt t="49422" x="5441950" y="2457450"/>
          <p14:tracePt t="49439" x="5607050" y="2438400"/>
          <p14:tracePt t="49456" x="5791200" y="2406650"/>
          <p14:tracePt t="49474" x="5943600" y="2387600"/>
          <p14:tracePt t="49489" x="6013450" y="2381250"/>
          <p14:tracePt t="49505" x="6115050" y="2381250"/>
          <p14:tracePt t="49523" x="6223000" y="2362200"/>
          <p14:tracePt t="49539" x="6273800" y="2349500"/>
          <p14:tracePt t="49555" x="6375400" y="2349500"/>
          <p14:tracePt t="49572" x="6457950" y="2349500"/>
          <p14:tracePt t="49588" x="6483350" y="2355850"/>
          <p14:tracePt t="49607" x="6527800" y="2368550"/>
          <p14:tracePt t="49622" x="6559550" y="2381250"/>
          <p14:tracePt t="49638" x="6572250" y="2387600"/>
          <p14:tracePt t="49655" x="6591300" y="2400300"/>
          <p14:tracePt t="49671" x="6597650" y="2413000"/>
          <p14:tracePt t="49688" x="6604000" y="2419350"/>
          <p14:tracePt t="49705" x="6604000" y="2432050"/>
          <p14:tracePt t="49746" x="6597650" y="2438400"/>
          <p14:tracePt t="49755" x="6591300" y="2444750"/>
          <p14:tracePt t="49771" x="6591300" y="2451100"/>
          <p14:tracePt t="49789" x="6565900" y="2470150"/>
          <p14:tracePt t="49804" x="6527800" y="2501900"/>
          <p14:tracePt t="49821" x="6496050" y="2527300"/>
          <p14:tracePt t="49838" x="6419850" y="2578100"/>
          <p14:tracePt t="49854" x="6292850" y="2635250"/>
          <p14:tracePt t="49871" x="6223000" y="2654300"/>
          <p14:tracePt t="49887" x="6045200" y="2686050"/>
          <p14:tracePt t="49904" x="5854700" y="2705100"/>
          <p14:tracePt t="49921" x="5753100" y="2717800"/>
          <p14:tracePt t="49937" x="5581650" y="2730500"/>
          <p14:tracePt t="49954" x="5518150" y="2730500"/>
          <p14:tracePt t="49971" x="5397500" y="2730500"/>
          <p14:tracePt t="49987" x="5384800" y="2730500"/>
          <p14:tracePt t="50004" x="5378450" y="2730500"/>
          <p14:tracePt t="50041" x="5391150" y="2730500"/>
          <p14:tracePt t="50056" x="5403850" y="2730500"/>
          <p14:tracePt t="50070" x="5422900" y="2730500"/>
          <p14:tracePt t="50087" x="5505450" y="2730500"/>
          <p14:tracePt t="50105" x="5607050" y="2730500"/>
          <p14:tracePt t="50120" x="5683250" y="2736850"/>
          <p14:tracePt t="50136" x="5873750" y="2736850"/>
          <p14:tracePt t="50154" x="6076950" y="2736850"/>
          <p14:tracePt t="50170" x="6191250" y="2736850"/>
          <p14:tracePt t="50186" x="6369050" y="2717800"/>
          <p14:tracePt t="50203" x="6527800" y="2698750"/>
          <p14:tracePt t="50219" x="6591300" y="2692400"/>
          <p14:tracePt t="50236" x="6635750" y="2686050"/>
          <p14:tracePt t="50253" x="6724650" y="2667000"/>
          <p14:tracePt t="50270" x="6743700" y="2667000"/>
          <p14:tracePt t="50287" x="6762750" y="2660650"/>
          <p14:tracePt t="50303" x="6769100" y="2654300"/>
          <p14:tracePt t="50319" x="6775450" y="2654300"/>
          <p14:tracePt t="50352" x="6775450" y="2647950"/>
          <p14:tracePt t="50370" x="6769100" y="2647950"/>
          <p14:tracePt t="50386" x="6762750" y="2647950"/>
          <p14:tracePt t="50413" x="6756400" y="2647950"/>
          <p14:tracePt t="50427" x="6750050" y="2647950"/>
          <p14:tracePt t="50436" x="6743700" y="2647950"/>
          <p14:tracePt t="50452" x="6731000" y="2647950"/>
          <p14:tracePt t="50469" x="6692900" y="2647950"/>
          <p14:tracePt t="50486" x="6604000" y="2654300"/>
          <p14:tracePt t="50502" x="6527800" y="2647950"/>
          <p14:tracePt t="50519" x="6311900" y="2647950"/>
          <p14:tracePt t="50535" x="6013450" y="2641600"/>
          <p14:tracePt t="50552" x="5588000" y="2609850"/>
          <p14:tracePt t="50569" x="5378450" y="2609850"/>
          <p14:tracePt t="50585" x="5162550" y="2597150"/>
          <p14:tracePt t="50603" x="4514850" y="2546350"/>
          <p14:tracePt t="50618" x="4356100" y="2546350"/>
          <p14:tracePt t="50635" x="4197350" y="2546350"/>
          <p14:tracePt t="50652" x="3930650" y="2546350"/>
          <p14:tracePt t="50668" x="3752850" y="2559050"/>
          <p14:tracePt t="50685" x="3663950" y="2565400"/>
          <p14:tracePt t="50702" x="3517900" y="2609850"/>
          <p14:tracePt t="50718" x="3422650" y="2641600"/>
          <p14:tracePt t="50735" x="3340100" y="2660650"/>
          <p14:tracePt t="50751" x="3308350" y="2673350"/>
          <p14:tracePt t="50768" x="3263900" y="2698750"/>
          <p14:tracePt t="50786" x="3238500" y="2705100"/>
          <p14:tracePt t="50801" x="3225800" y="2705100"/>
          <p14:tracePt t="50817" x="3206750" y="2711450"/>
          <p14:tracePt t="50834" x="3200400" y="2717800"/>
          <p14:tracePt t="50851" x="3194050" y="2717800"/>
          <p14:tracePt t="50868" x="3187700" y="2724150"/>
          <p14:tracePt t="50884" x="3155950" y="2730500"/>
          <p14:tracePt t="50901" x="3149600" y="2736850"/>
          <p14:tracePt t="50918" x="3136900" y="2743200"/>
          <p14:tracePt t="50934" x="3124200" y="2749550"/>
          <p14:tracePt t="50951" x="3105150" y="2755900"/>
          <p14:tracePt t="50967" x="3079750" y="2762250"/>
          <p14:tracePt t="50984" x="3067050" y="2768600"/>
          <p14:tracePt t="51001" x="3035300" y="2781300"/>
          <p14:tracePt t="51017" x="2959100" y="2806700"/>
          <p14:tracePt t="51033" x="2921000" y="2813050"/>
          <p14:tracePt t="51050" x="2800350" y="2844800"/>
          <p14:tracePt t="51066" x="2679700" y="2870200"/>
          <p14:tracePt t="51083" x="2609850" y="2889250"/>
          <p14:tracePt t="51100" x="2514600" y="2927350"/>
          <p14:tracePt t="51117" x="2419350" y="2952750"/>
          <p14:tracePt t="51133" x="2387600" y="2959100"/>
          <p14:tracePt t="51150" x="2330450" y="2971800"/>
          <p14:tracePt t="51166" x="2311400" y="2978150"/>
          <p14:tracePt t="54310" x="2324100" y="2997200"/>
          <p14:tracePt t="54324" x="2343150" y="3016250"/>
          <p14:tracePt t="54331" x="2374900" y="3028950"/>
          <p14:tracePt t="54339" x="2406650" y="3048000"/>
          <p14:tracePt t="54355" x="2444750" y="3079750"/>
          <p14:tracePt t="54374" x="2508250" y="3136900"/>
          <p14:tracePt t="54389" x="2578100" y="3187700"/>
          <p14:tracePt t="54406" x="2609850" y="3219450"/>
          <p14:tracePt t="54422" x="2686050" y="3263900"/>
          <p14:tracePt t="54438" x="2717800" y="3282950"/>
          <p14:tracePt t="54455" x="2806700" y="3327400"/>
          <p14:tracePt t="54473" x="2914650" y="3371850"/>
          <p14:tracePt t="54488" x="2971800" y="3390900"/>
          <p14:tracePt t="54506" x="3073400" y="3441700"/>
          <p14:tracePt t="54521" x="3168650" y="3479800"/>
          <p14:tracePt t="54538" x="3238500" y="3498850"/>
          <p14:tracePt t="54555" x="3346450" y="3536950"/>
          <p14:tracePt t="54571" x="3441700" y="3549650"/>
          <p14:tracePt t="54588" x="3486150" y="3568700"/>
          <p14:tracePt t="54605" x="3549650" y="3594100"/>
          <p14:tracePt t="54622" x="3587750" y="3613150"/>
          <p14:tracePt t="54637" x="3613150" y="3619500"/>
          <p14:tracePt t="54655" x="3644900" y="3632200"/>
          <p14:tracePt t="54671" x="3657600" y="3632200"/>
          <p14:tracePt t="54689" x="3689350" y="3644900"/>
          <p14:tracePt t="54704" x="3702050" y="3651250"/>
          <p14:tracePt t="54721" x="3708400" y="3651250"/>
          <p14:tracePt t="54738" x="3733800" y="3657600"/>
          <p14:tracePt t="54754" x="3752850" y="3663950"/>
          <p14:tracePt t="54770" x="3771900" y="3663950"/>
          <p14:tracePt t="54787" x="3797300" y="3670300"/>
          <p14:tracePt t="54804" x="3829050" y="3676650"/>
          <p14:tracePt t="54822" x="3867150" y="3683000"/>
          <p14:tracePt t="54837" x="3879850" y="3683000"/>
          <p14:tracePt t="54853" x="3898900" y="3689350"/>
          <p14:tracePt t="54871" x="3917950" y="3689350"/>
          <p14:tracePt t="54887" x="3924300" y="3695700"/>
          <p14:tracePt t="54904" x="3930650" y="3695700"/>
          <p14:tracePt t="54920" x="3937000" y="3695700"/>
          <p14:tracePt t="54962" x="3937000" y="3702050"/>
          <p14:tracePt t="55053" x="3930650" y="3702050"/>
          <p14:tracePt t="55060" x="3924300" y="3702050"/>
          <p14:tracePt t="55074" x="3917950" y="3702050"/>
          <p14:tracePt t="55086" x="3917950" y="3695700"/>
          <p14:tracePt t="55103" x="3898900" y="3689350"/>
          <p14:tracePt t="55119" x="3886200" y="3683000"/>
          <p14:tracePt t="55136" x="3841750" y="3663950"/>
          <p14:tracePt t="55153" x="3778250" y="3632200"/>
          <p14:tracePt t="55169" x="3733800" y="3613150"/>
          <p14:tracePt t="55186" x="3625850" y="3575050"/>
          <p14:tracePt t="55202" x="3486150" y="3517900"/>
          <p14:tracePt t="55219" x="3409950" y="3498850"/>
          <p14:tracePt t="55236" x="3238500" y="3448050"/>
          <p14:tracePt t="55252" x="3067050" y="3409950"/>
          <p14:tracePt t="55269" x="3003550" y="3378200"/>
          <p14:tracePt t="55285" x="2857500" y="3352800"/>
          <p14:tracePt t="55302" x="2794000" y="3340100"/>
          <p14:tracePt t="55319" x="2628900" y="3314700"/>
          <p14:tracePt t="55335" x="2578100" y="3308350"/>
          <p14:tracePt t="55352" x="2540000" y="3308350"/>
          <p14:tracePt t="55369" x="2476500" y="3308350"/>
          <p14:tracePt t="55385" x="2444750" y="3308350"/>
          <p14:tracePt t="55402" x="2432050" y="3308350"/>
          <p14:tracePt t="55418" x="2425700" y="3308350"/>
          <p14:tracePt t="55435" x="2419350" y="3308350"/>
          <p14:tracePt t="55474" x="2419350" y="3314700"/>
          <p14:tracePt t="55502" x="2419350" y="3321050"/>
          <p14:tracePt t="55523" x="2419350" y="3333750"/>
          <p14:tracePt t="55551" x="2425700" y="3340100"/>
          <p14:tracePt t="55572" x="2432050" y="3346450"/>
          <p14:tracePt t="55593" x="2438400" y="3352800"/>
          <p14:tracePt t="55642" x="2444750" y="3359150"/>
          <p14:tracePt t="55656" x="2444750" y="3365500"/>
          <p14:tracePt t="55670" x="2451100" y="3371850"/>
          <p14:tracePt t="55685" x="2451100" y="3378200"/>
          <p14:tracePt t="55691" x="2451100" y="3384550"/>
          <p14:tracePt t="55705" x="2451100" y="3390900"/>
          <p14:tracePt t="55726" x="2457450" y="3409950"/>
          <p14:tracePt t="55734" x="2463800" y="3422650"/>
          <p14:tracePt t="55750" x="2463800" y="3448050"/>
          <p14:tracePt t="55768" x="2476500" y="3486150"/>
          <p14:tracePt t="55784" x="2489200" y="3536950"/>
          <p14:tracePt t="55800" x="2495550" y="3556000"/>
          <p14:tracePt t="55817" x="2501900" y="3600450"/>
          <p14:tracePt t="55833" x="2514600" y="3619500"/>
          <p14:tracePt t="55850" x="2520950" y="3632200"/>
          <p14:tracePt t="55867" x="2520950" y="3638550"/>
          <p14:tracePt t="55903" x="2527300" y="3644900"/>
          <p14:tracePt t="55923" x="2533650" y="3644900"/>
          <p14:tracePt t="55943" x="2540000" y="3644900"/>
          <p14:tracePt t="55971" x="2546350" y="3644900"/>
          <p14:tracePt t="56021" x="2552700" y="3644900"/>
          <p14:tracePt t="56042" x="2565400" y="3644900"/>
          <p14:tracePt t="56063" x="2571750" y="3644900"/>
          <p14:tracePt t="56069" x="2584450" y="3638550"/>
          <p14:tracePt t="56085" x="2597150" y="3638550"/>
          <p14:tracePt t="56099" x="2609850" y="3638550"/>
          <p14:tracePt t="56116" x="2660650" y="3625850"/>
          <p14:tracePt t="56133" x="2717800" y="3613150"/>
          <p14:tracePt t="56149" x="2774950" y="3594100"/>
          <p14:tracePt t="56166" x="2844800" y="3568700"/>
          <p14:tracePt t="56182" x="2927350" y="3543300"/>
          <p14:tracePt t="56199" x="2971800" y="3524250"/>
          <p14:tracePt t="56216" x="3048000" y="3505200"/>
          <p14:tracePt t="56232" x="3117850" y="3486150"/>
          <p14:tracePt t="56249" x="3143250" y="3479800"/>
          <p14:tracePt t="56266" x="3187700" y="3467100"/>
          <p14:tracePt t="56282" x="3200400" y="3467100"/>
          <p14:tracePt t="56298" x="3213100" y="3467100"/>
          <p14:tracePt t="56315" x="3219450" y="3467100"/>
          <p14:tracePt t="56332" x="3225800" y="3467100"/>
          <p14:tracePt t="56348" x="3232150" y="3467100"/>
          <p14:tracePt t="56371" x="3232150" y="3473450"/>
          <p14:tracePt t="56441" x="3232150" y="3479800"/>
          <p14:tracePt t="56476" x="3238500" y="3486150"/>
          <p14:tracePt t="56504" x="3244850" y="3492500"/>
          <p14:tracePt t="56532" x="3251200" y="3498850"/>
          <p14:tracePt t="56575" x="3251200" y="3505200"/>
          <p14:tracePt t="56582" x="3257550" y="3505200"/>
          <p14:tracePt t="56617" x="3257550" y="3511550"/>
          <p14:tracePt t="56623" x="3263900" y="3511550"/>
          <p14:tracePt t="56645" x="3263900" y="3517900"/>
          <p14:tracePt t="56673" x="3263900" y="3524250"/>
          <p14:tracePt t="56693" x="3263900" y="3530600"/>
          <p14:tracePt t="56715" x="3257550" y="3536950"/>
          <p14:tracePt t="56736" x="3257550" y="3543300"/>
          <p14:tracePt t="56764" x="3244850" y="3549650"/>
          <p14:tracePt t="56785" x="3238500" y="3549650"/>
          <p14:tracePt t="56792" x="3232150" y="3556000"/>
          <p14:tracePt t="56806" x="3219450" y="3562350"/>
          <p14:tracePt t="56814" x="3200400" y="3575050"/>
          <p14:tracePt t="56830" x="3168650" y="3594100"/>
          <p14:tracePt t="56848" x="3067050" y="3657600"/>
          <p14:tracePt t="56863" x="2927350" y="3759200"/>
          <p14:tracePt t="56880" x="2844800" y="3822700"/>
          <p14:tracePt t="56897" x="2654300" y="3943350"/>
          <p14:tracePt t="56913" x="2546350" y="4006850"/>
          <p14:tracePt t="56930" x="2362200" y="4133850"/>
          <p14:tracePt t="56947" x="2197100" y="4229100"/>
          <p14:tracePt t="56963" x="2127250" y="4267200"/>
          <p14:tracePt t="56981" x="2038350" y="4311650"/>
          <p14:tracePt t="56996" x="1987550" y="4324350"/>
          <p14:tracePt t="57013" x="1968500" y="4324350"/>
          <p14:tracePt t="57030" x="1949450" y="4324350"/>
          <p14:tracePt t="57046" x="1949450" y="4318000"/>
          <p14:tracePt t="57079" x="1943100" y="4311650"/>
          <p14:tracePt t="57212" x="1943100" y="4305300"/>
          <p14:tracePt t="57248" x="1936750" y="4305300"/>
          <p14:tracePt t="57269" x="1930400" y="4298950"/>
          <p14:tracePt t="57283" x="1924050" y="4298950"/>
          <p14:tracePt t="57304" x="1917700" y="4292600"/>
          <p14:tracePt t="57324" x="1911350" y="4292600"/>
          <p14:tracePt t="57346" x="1911350" y="4286250"/>
          <p14:tracePt t="57352" x="1905000" y="4286250"/>
          <p14:tracePt t="57374" x="1898650" y="4279900"/>
          <p14:tracePt t="57388" x="1892300" y="4279900"/>
          <p14:tracePt t="57397" x="1892300" y="4273550"/>
          <p14:tracePt t="57411" x="1879600" y="4273550"/>
          <p14:tracePt t="57428" x="1854200" y="4267200"/>
          <p14:tracePt t="57445" x="1816100" y="4248150"/>
          <p14:tracePt t="57461" x="1784350" y="4241800"/>
          <p14:tracePt t="57478" x="1714500" y="4229100"/>
          <p14:tracePt t="57495" x="1644650" y="4210050"/>
          <p14:tracePt t="57511" x="1600200" y="4203700"/>
          <p14:tracePt t="57528" x="1530350" y="4197350"/>
          <p14:tracePt t="57544" x="1504950" y="4191000"/>
          <p14:tracePt t="57561" x="1447800" y="4178300"/>
          <p14:tracePt t="57577" x="1409700" y="4171950"/>
          <p14:tracePt t="57594" x="1403350" y="4171950"/>
          <p14:tracePt t="57612" x="1384300" y="4171950"/>
          <p14:tracePt t="57628" x="1377950" y="4171950"/>
          <p14:tracePt t="57644" x="1371600" y="4171950"/>
          <p14:tracePt t="57745" x="1377950" y="4171950"/>
          <p14:tracePt t="57773" x="1384300" y="4178300"/>
          <p14:tracePt t="57794" x="1390650" y="4178300"/>
          <p14:tracePt t="57836" x="1397000" y="4178300"/>
          <p14:tracePt t="57844" x="1397000" y="4184650"/>
          <p14:tracePt t="57864" x="1403350" y="4184650"/>
          <p14:tracePt t="57885" x="1409700" y="4184650"/>
          <p14:tracePt t="57906" x="1416050" y="4184650"/>
          <p14:tracePt t="57935" x="1422400" y="4184650"/>
          <p14:tracePt t="57956" x="1428750" y="4184650"/>
          <p14:tracePt t="57983" x="1435100" y="4184650"/>
          <p14:tracePt t="57998" x="1441450" y="4184650"/>
          <p14:tracePt t="58004" x="1447800" y="4184650"/>
          <p14:tracePt t="58026" x="1454150" y="4178300"/>
          <p14:tracePt t="58040" x="1460500" y="4178300"/>
          <p14:tracePt t="58054" x="1473200" y="4178300"/>
          <p14:tracePt t="58068" x="1498600" y="4171950"/>
          <p14:tracePt t="58076" x="1504950" y="4171950"/>
          <p14:tracePt t="58092" x="1530350" y="4171950"/>
          <p14:tracePt t="58110" x="1574800" y="4171950"/>
          <p14:tracePt t="58125" x="1625600" y="4171950"/>
          <p14:tracePt t="58142" x="1657350" y="4171950"/>
          <p14:tracePt t="58159" x="1714500" y="4171950"/>
          <p14:tracePt t="58175" x="1739900" y="4171950"/>
          <p14:tracePt t="58192" x="1790700" y="4165600"/>
          <p14:tracePt t="58209" x="1841500" y="4152900"/>
          <p14:tracePt t="58225" x="1860550" y="4146550"/>
          <p14:tracePt t="58242" x="1911350" y="4140200"/>
          <p14:tracePt t="58259" x="1943100" y="4114800"/>
          <p14:tracePt t="58275" x="1955800" y="4108450"/>
          <p14:tracePt t="58292" x="1987550" y="4102100"/>
          <p14:tracePt t="58308" x="2006600" y="4095750"/>
          <p14:tracePt t="58325" x="2019300" y="4095750"/>
          <p14:tracePt t="58341" x="2038350" y="4089400"/>
          <p14:tracePt t="58358" x="2051050" y="4089400"/>
          <p14:tracePt t="58397" x="2057400" y="4089400"/>
          <p14:tracePt t="58408" x="2063750" y="4089400"/>
          <p14:tracePt t="58427" x="2070100" y="4089400"/>
          <p14:tracePt t="58447" x="2076450" y="4089400"/>
          <p14:tracePt t="58476" x="2082800" y="4089400"/>
          <p14:tracePt t="58496" x="2089150" y="4095750"/>
          <p14:tracePt t="58510" x="2089150" y="4102100"/>
          <p14:tracePt t="58538" x="2095500" y="4102100"/>
          <p14:tracePt t="58545" x="2101850" y="4102100"/>
          <p14:tracePt t="58587" x="2114550" y="4108450"/>
          <p14:tracePt t="58614" x="2120900" y="4108450"/>
          <p14:tracePt t="58636" x="2133600" y="4114800"/>
          <p14:tracePt t="58658" x="2139950" y="4114800"/>
          <p14:tracePt t="58685" x="2146300" y="4114800"/>
          <p14:tracePt t="58706" x="2152650" y="4121150"/>
          <p14:tracePt t="58720" x="2159000" y="4121150"/>
          <p14:tracePt t="58734" x="2165350" y="4127500"/>
          <p14:tracePt t="58748" x="2171700" y="4127500"/>
          <p14:tracePt t="58756" x="2178050" y="4127500"/>
          <p14:tracePt t="58776" x="2184400" y="4127500"/>
          <p14:tracePt t="58793" x="2190750" y="4127500"/>
          <p14:tracePt t="58806" x="2197100" y="4127500"/>
          <p14:tracePt t="58823" x="2203450" y="4127500"/>
          <p14:tracePt t="58840" x="2216150" y="4127500"/>
          <p14:tracePt t="58856" x="2222500" y="4127500"/>
          <p14:tracePt t="58873" x="2260600" y="4127500"/>
          <p14:tracePt t="58890" x="2279650" y="4127500"/>
          <p14:tracePt t="58906" x="2305050" y="4127500"/>
          <p14:tracePt t="58923" x="2374900" y="4140200"/>
          <p14:tracePt t="58939" x="2413000" y="4146550"/>
          <p14:tracePt t="58956" x="2444750" y="4146550"/>
          <p14:tracePt t="60511" x="2444750" y="4152900"/>
          <p14:tracePt t="60518" x="2444750" y="4165600"/>
          <p14:tracePt t="60532" x="2438400" y="4178300"/>
          <p14:tracePt t="60539" x="2438400" y="4197350"/>
          <p14:tracePt t="60553" x="2425700" y="4222750"/>
          <p14:tracePt t="60567" x="2425700" y="4254500"/>
          <p14:tracePt t="60584" x="2432050" y="4311650"/>
          <p14:tracePt t="60600" x="2432050" y="4337050"/>
          <p14:tracePt t="60618" x="2444750" y="4387850"/>
          <p14:tracePt t="60633" x="2444750" y="4419600"/>
          <p14:tracePt t="60651" x="2451100" y="4464050"/>
          <p14:tracePt t="60666" x="2457450" y="4483100"/>
          <p14:tracePt t="60683" x="2470150" y="4527550"/>
          <p14:tracePt t="60700" x="2482850" y="4559300"/>
          <p14:tracePt t="60717" x="2489200" y="4572000"/>
          <p14:tracePt t="60733" x="2495550" y="4597400"/>
          <p14:tracePt t="60750" x="2508250" y="4610100"/>
          <p14:tracePt t="60766" x="2514600" y="4616450"/>
          <p14:tracePt t="60783" x="2520950" y="4616450"/>
          <p14:tracePt t="60800" x="2527300" y="4622800"/>
          <p14:tracePt t="60836" x="2533650" y="4629150"/>
          <p14:tracePt t="60904" x="2540000" y="4629150"/>
          <p14:tracePt t="60974" x="2546350" y="4622800"/>
          <p14:tracePt t="61001" x="2546350" y="4616450"/>
          <p14:tracePt t="61044" x="2546350" y="4610100"/>
          <p14:tracePt t="61079" x="2546350" y="4603750"/>
          <p14:tracePt t="61142" x="2546350" y="4597400"/>
          <p14:tracePt t="61150" x="2552700" y="4597400"/>
          <p14:tracePt t="61170" x="2552700" y="4591050"/>
          <p14:tracePt t="61205" x="2552700" y="4584700"/>
          <p14:tracePt t="61212" x="2559050" y="4584700"/>
          <p14:tracePt t="61219" x="2559050" y="4578350"/>
          <p14:tracePt t="61240" x="2565400" y="4572000"/>
          <p14:tracePt t="61261" x="2571750" y="4572000"/>
          <p14:tracePt t="61289" x="2571750" y="4565650"/>
          <p14:tracePt t="61310" x="2578100" y="4565650"/>
          <p14:tracePt t="61345" x="2578100" y="4559300"/>
          <p14:tracePt t="68565" x="2590800" y="4559300"/>
          <p14:tracePt t="68572" x="2603500" y="4559300"/>
          <p14:tracePt t="68579" x="2622550" y="4559300"/>
          <p14:tracePt t="68589" x="2635250" y="4552950"/>
          <p14:tracePt t="68607" x="2698750" y="4527550"/>
          <p14:tracePt t="68623" x="2768600" y="4514850"/>
          <p14:tracePt t="68639" x="2844800" y="4502150"/>
          <p14:tracePt t="68656" x="3009900" y="4476750"/>
          <p14:tracePt t="68672" x="3124200" y="4457700"/>
          <p14:tracePt t="68689" x="3257550" y="4432300"/>
          <p14:tracePt t="68706" x="3486150" y="4419600"/>
          <p14:tracePt t="68723" x="3644900" y="4400550"/>
          <p14:tracePt t="68740" x="3810000" y="4400550"/>
          <p14:tracePt t="68755" x="3892550" y="4381500"/>
          <p14:tracePt t="68772" x="4013200" y="4375150"/>
          <p14:tracePt t="68790" x="4140200" y="4375150"/>
          <p14:tracePt t="68805" x="4191000" y="4375150"/>
          <p14:tracePt t="68822" x="4248150" y="4375150"/>
          <p14:tracePt t="68839" x="4318000" y="4375150"/>
          <p14:tracePt t="68855" x="4343400" y="4375150"/>
          <p14:tracePt t="68872" x="4375150" y="4381500"/>
          <p14:tracePt t="68889" x="4387850" y="4394200"/>
          <p14:tracePt t="68905" x="4400550" y="4394200"/>
          <p14:tracePt t="68922" x="4419600" y="4394200"/>
          <p14:tracePt t="68938" x="4432300" y="4400550"/>
          <p14:tracePt t="68955" x="4445000" y="4400550"/>
          <p14:tracePt t="68972" x="4483100" y="4419600"/>
          <p14:tracePt t="68988" x="4502150" y="4419600"/>
          <p14:tracePt t="69005" x="4514850" y="4425950"/>
          <p14:tracePt t="69022" x="4527550" y="4432300"/>
          <p14:tracePt t="69038" x="4540250" y="4438650"/>
          <p14:tracePt t="69055" x="4552950" y="4445000"/>
          <p14:tracePt t="69071" x="4559300" y="4451350"/>
          <p14:tracePt t="69107" x="4565650" y="4457700"/>
          <p14:tracePt t="69121" x="4572000" y="4457700"/>
          <p14:tracePt t="69147" x="4578350" y="4457700"/>
          <p14:tracePt t="69175" x="4578350" y="4464050"/>
          <p14:tracePt t="69181" x="4572000" y="4464050"/>
          <p14:tracePt t="69203" x="4565650" y="4470400"/>
          <p14:tracePt t="69224" x="4559300" y="4470400"/>
          <p14:tracePt t="69238" x="4552950" y="4470400"/>
          <p14:tracePt t="69245" x="4546600" y="4470400"/>
          <p14:tracePt t="69254" x="4540250" y="4470400"/>
          <p14:tracePt t="69271" x="4521200" y="4470400"/>
          <p14:tracePt t="69287" x="4470400" y="4476750"/>
          <p14:tracePt t="69304" x="4413250" y="4483100"/>
          <p14:tracePt t="69320" x="4298950" y="4495800"/>
          <p14:tracePt t="69337" x="4044950" y="4502150"/>
          <p14:tracePt t="69353" x="3841750" y="4502150"/>
          <p14:tracePt t="69371" x="3498850" y="4527550"/>
          <p14:tracePt t="69386" x="3270250" y="4527550"/>
          <p14:tracePt t="69403" x="3041650" y="4527550"/>
          <p14:tracePt t="69420" x="2654300" y="4521200"/>
          <p14:tracePt t="69436" x="2413000" y="4508500"/>
          <p14:tracePt t="69453" x="2222500" y="4489450"/>
          <p14:tracePt t="69471" x="1974850" y="4483100"/>
          <p14:tracePt t="69486" x="1847850" y="4470400"/>
          <p14:tracePt t="69504" x="1765300" y="4464050"/>
          <p14:tracePt t="69520" x="1682750" y="4464050"/>
          <p14:tracePt t="69536" x="1651000" y="4464050"/>
          <p14:tracePt t="69554" x="1631950" y="4457700"/>
          <p14:tracePt t="69569" x="1619250" y="4457700"/>
          <p14:tracePt t="69586" x="1606550" y="4457700"/>
          <p14:tracePt t="69603" x="1593850" y="4457700"/>
          <p14:tracePt t="69619" x="1587500" y="4457700"/>
          <p14:tracePt t="69653" x="1574800" y="4457700"/>
          <p14:tracePt t="69693" x="1568450" y="4457700"/>
          <p14:tracePt t="69778" x="1568450" y="4464050"/>
          <p14:tracePt t="69806" x="1574800" y="4464050"/>
          <p14:tracePt t="69813" x="1581150" y="4464050"/>
          <p14:tracePt t="69827" x="1587500" y="4464050"/>
          <p14:tracePt t="69841" x="1593850" y="4464050"/>
          <p14:tracePt t="69851" x="1600200" y="4464050"/>
          <p14:tracePt t="69869" x="1638300" y="4470400"/>
          <p14:tracePt t="69885" x="1695450" y="4476750"/>
          <p14:tracePt t="69901" x="1816100" y="4495800"/>
          <p14:tracePt t="69918" x="2089150" y="4527550"/>
          <p14:tracePt t="69935" x="2343150" y="4546600"/>
          <p14:tracePt t="69951" x="2622550" y="4565650"/>
          <p14:tracePt t="69968" x="3206750" y="4578350"/>
          <p14:tracePt t="69985" x="3594100" y="4578350"/>
          <p14:tracePt t="70002" x="4000500" y="4578350"/>
          <p14:tracePt t="70018" x="4216400" y="4591050"/>
          <p14:tracePt t="70034" x="4394200" y="4610100"/>
          <p14:tracePt t="70052" x="4527550" y="4610100"/>
          <p14:tracePt t="70067" x="4565650" y="4610100"/>
          <p14:tracePt t="70084" x="4591050" y="4603750"/>
          <p14:tracePt t="70101" x="4622800" y="4603750"/>
          <p14:tracePt t="70134" x="4635500" y="4603750"/>
          <p14:tracePt t="70151" x="4654550" y="4610100"/>
          <p14:tracePt t="70167" x="4660900" y="4610100"/>
          <p14:tracePt t="70184" x="4667250" y="4616450"/>
          <p14:tracePt t="70201" x="4673600" y="4616450"/>
          <p14:tracePt t="70217" x="4686300" y="4616450"/>
          <p14:tracePt t="70234" x="4705350" y="4616450"/>
          <p14:tracePt t="70267" x="4711700" y="4616450"/>
          <p14:tracePt t="70283" x="4730750" y="4616450"/>
          <p14:tracePt t="70300" x="4737100" y="4616450"/>
          <p14:tracePt t="70318" x="4756150" y="4616450"/>
          <p14:tracePt t="70333" x="4775200" y="4610100"/>
          <p14:tracePt t="70350" x="4800600" y="4610100"/>
          <p14:tracePt t="70367" x="4845050" y="4597400"/>
          <p14:tracePt t="70383" x="4883150" y="4584700"/>
          <p14:tracePt t="70400" x="4927600" y="4578350"/>
          <p14:tracePt t="70417" x="4991100" y="4559300"/>
          <p14:tracePt t="70433" x="5029200" y="4552950"/>
          <p14:tracePt t="70450" x="5073650" y="4540250"/>
          <p14:tracePt t="70466" x="5111750" y="4540250"/>
          <p14:tracePt t="70483" x="5143500" y="4533900"/>
          <p14:tracePt t="70500" x="5175250" y="4527550"/>
          <p14:tracePt t="70516" x="5200650" y="4521200"/>
          <p14:tracePt t="70533" x="5207000" y="4521200"/>
          <p14:tracePt t="70550" x="5226050" y="4521200"/>
          <p14:tracePt t="70566" x="5238750" y="4521200"/>
          <p14:tracePt t="70599" x="5251450" y="4521200"/>
          <p14:tracePt t="70616" x="5257800" y="4521200"/>
          <p14:tracePt t="70668" x="5257800" y="4527550"/>
          <p14:tracePt t="70689" x="5251450" y="4527550"/>
          <p14:tracePt t="70696" x="5245100" y="4527550"/>
          <p14:tracePt t="71404" x="5238750" y="4527550"/>
          <p14:tracePt t="71410" x="5213350" y="4527550"/>
          <p14:tracePt t="71417" x="5194300" y="4533900"/>
          <p14:tracePt t="71429" x="5175250" y="4540250"/>
          <p14:tracePt t="71446" x="5092700" y="4552950"/>
          <p14:tracePt t="71463" x="5035550" y="4552950"/>
          <p14:tracePt t="71480" x="4946650" y="4552950"/>
          <p14:tracePt t="71496" x="4870450" y="4552950"/>
          <p14:tracePt t="71513" x="4768850" y="4559300"/>
          <p14:tracePt t="71530" x="4572000" y="4572000"/>
          <p14:tracePt t="71546" x="4438650" y="4565650"/>
          <p14:tracePt t="71562" x="4292600" y="4521200"/>
          <p14:tracePt t="71579" x="4038600" y="4514850"/>
          <p14:tracePt t="71596" x="3860800" y="4514850"/>
          <p14:tracePt t="71613" x="3708400" y="4495800"/>
          <p14:tracePt t="71629" x="3511550" y="4483100"/>
          <p14:tracePt t="71645" x="3384550" y="4483100"/>
          <p14:tracePt t="71663" x="3206750" y="4483100"/>
          <p14:tracePt t="71678" x="3111500" y="4483100"/>
          <p14:tracePt t="71695" x="3054350" y="4495800"/>
          <p14:tracePt t="71712" x="2984500" y="4502150"/>
          <p14:tracePt t="71729" x="2946400" y="4514850"/>
          <p14:tracePt t="71746" x="2908300" y="4521200"/>
          <p14:tracePt t="71762" x="2870200" y="4565650"/>
          <p14:tracePt t="71778" x="2851150" y="4578350"/>
          <p14:tracePt t="71797" x="2819400" y="4610100"/>
          <p14:tracePt t="71812" x="2800350" y="4622800"/>
          <p14:tracePt t="71828" x="2774950" y="4648200"/>
          <p14:tracePt t="71846" x="2749550" y="4692650"/>
          <p14:tracePt t="71861" x="2724150" y="4718050"/>
          <p14:tracePt t="71878" x="2705100" y="4743450"/>
          <p14:tracePt t="71895" x="2673350" y="4794250"/>
          <p14:tracePt t="71911" x="2660650" y="4819650"/>
          <p14:tracePt t="71928" x="2654300" y="4838700"/>
          <p14:tracePt t="71945" x="2635250" y="4864100"/>
          <p14:tracePt t="71961" x="2635250" y="4876800"/>
          <p14:tracePt t="71979" x="2622550" y="4895850"/>
          <p14:tracePt t="71994" x="2616200" y="4902200"/>
          <p14:tracePt t="72011" x="2616200" y="4914900"/>
          <p14:tracePt t="72028" x="2616200" y="4921250"/>
          <p14:tracePt t="72056" x="2609850" y="4927600"/>
          <p14:tracePt t="72112" x="2616200" y="4927600"/>
          <p14:tracePt t="72133" x="2622550" y="4927600"/>
          <p14:tracePt t="72147" x="2628900" y="4927600"/>
          <p14:tracePt t="72175" x="2628900" y="4921250"/>
          <p14:tracePt t="72182" x="2635250" y="4921250"/>
          <p14:tracePt t="72203" x="2641600" y="4914900"/>
          <p14:tracePt t="72224" x="2647950" y="4908550"/>
          <p14:tracePt t="72252" x="2654300" y="4908550"/>
          <p14:tracePt t="72273" x="2660650" y="4902200"/>
          <p14:tracePt t="72294" x="2667000" y="4902200"/>
          <p14:tracePt t="72322" x="2673350" y="4902200"/>
          <p14:tracePt t="72344" x="2679700" y="4902200"/>
          <p14:tracePt t="72357" x="2686050" y="4902200"/>
          <p14:tracePt t="72364" x="2692400" y="4902200"/>
          <p14:tracePt t="72379" x="2698750" y="4902200"/>
          <p14:tracePt t="72393" x="2705100" y="4902200"/>
          <p14:tracePt t="72410" x="2724150" y="4902200"/>
          <p14:tracePt t="72427" x="2749550" y="4902200"/>
          <p14:tracePt t="72443" x="2768600" y="4902200"/>
          <p14:tracePt t="72459" x="2794000" y="4902200"/>
          <p14:tracePt t="72478" x="2838450" y="4908550"/>
          <p14:tracePt t="72492" x="2857500" y="4908550"/>
          <p14:tracePt t="72509" x="2895600" y="4908550"/>
          <p14:tracePt t="72526" x="2940050" y="4908550"/>
          <p14:tracePt t="72542" x="2959100" y="4908550"/>
          <p14:tracePt t="72559" x="2990850" y="4908550"/>
          <p14:tracePt t="72576" x="3016250" y="4908550"/>
          <p14:tracePt t="72592" x="3028950" y="4908550"/>
          <p14:tracePt t="72609" x="3054350" y="4914900"/>
          <p14:tracePt t="72625" x="3067050" y="4914900"/>
          <p14:tracePt t="72642" x="3079750" y="4914900"/>
          <p14:tracePt t="72659" x="3092450" y="4921250"/>
          <p14:tracePt t="72675" x="3105150" y="4921250"/>
          <p14:tracePt t="72946" x="3130550" y="4921250"/>
          <p14:tracePt t="72953" x="3168650" y="4921250"/>
          <p14:tracePt t="72967" x="3206750" y="4921250"/>
          <p14:tracePt t="72977" x="3263900" y="4921250"/>
          <p14:tracePt t="72991" x="3302000" y="4921250"/>
          <p14:tracePt t="73007" x="3340100" y="4914900"/>
          <p14:tracePt t="73024" x="3448050" y="4914900"/>
          <p14:tracePt t="73041" x="3473450" y="4914900"/>
          <p14:tracePt t="73058" x="3511550" y="4914900"/>
          <p14:tracePt t="73074" x="3530600" y="4914900"/>
          <p14:tracePt t="73090" x="3556000" y="4921250"/>
          <p14:tracePt t="73107" x="3568700" y="4927600"/>
          <p14:tracePt t="73140" x="3575050" y="4927600"/>
          <p14:tracePt t="73178" x="3581400" y="4927600"/>
          <p14:tracePt t="73325" x="3581400" y="4921250"/>
          <p14:tracePt t="73367" x="3581400" y="4914900"/>
          <p14:tracePt t="73416" x="3575050" y="4914900"/>
          <p14:tracePt t="73455" x="3568700" y="4914900"/>
          <p14:tracePt t="73560" x="3568700" y="4908550"/>
          <p14:tracePt t="73602" x="3575050" y="4908550"/>
          <p14:tracePt t="73616" x="3581400" y="4908550"/>
          <p14:tracePt t="73625" x="3594100" y="4902200"/>
          <p14:tracePt t="73638" x="3613150" y="4902200"/>
          <p14:tracePt t="73655" x="3683000" y="4889500"/>
          <p14:tracePt t="73673" x="3778250" y="4876800"/>
          <p14:tracePt t="73688" x="3841750" y="4870450"/>
          <p14:tracePt t="73705" x="4013200" y="4851400"/>
          <p14:tracePt t="73722" x="4203700" y="4838700"/>
          <p14:tracePt t="73738" x="4305300" y="4832350"/>
          <p14:tracePt t="73755" x="4406900" y="4819650"/>
          <p14:tracePt t="73772" x="4673600" y="4813300"/>
          <p14:tracePt t="73788" x="4762500" y="4813300"/>
          <p14:tracePt t="73806" x="4953000" y="4813300"/>
          <p14:tracePt t="73821" x="5041900" y="4813300"/>
          <p14:tracePt t="73838" x="5168900" y="4813300"/>
          <p14:tracePt t="73855" x="5264150" y="4800600"/>
          <p14:tracePt t="73871" x="5302250" y="4800600"/>
          <p14:tracePt t="73888" x="5353050" y="4800600"/>
          <p14:tracePt t="73904" x="5378450" y="4800600"/>
          <p14:tracePt t="73921" x="5378450" y="4794250"/>
          <p14:tracePt t="73939" x="5397500" y="4794250"/>
          <p14:tracePt t="73954" x="5410200" y="4787900"/>
          <p14:tracePt t="73971" x="5416550" y="4787900"/>
          <p14:tracePt t="73988" x="5435600" y="4787900"/>
          <p14:tracePt t="74004" x="5454650" y="4781550"/>
          <p14:tracePt t="74021" x="5461000" y="4781550"/>
          <p14:tracePt t="74037" x="5480050" y="4781550"/>
          <p14:tracePt t="74054" x="5492750" y="4781550"/>
          <p14:tracePt t="74070" x="5499100" y="4781550"/>
          <p14:tracePt t="74087" x="5518150" y="4781550"/>
          <p14:tracePt t="74104" x="5530850" y="4781550"/>
          <p14:tracePt t="74121" x="5588000" y="4781550"/>
          <p14:tracePt t="74137" x="5619750" y="4787900"/>
          <p14:tracePt t="74154" x="5651500" y="4787900"/>
          <p14:tracePt t="74170" x="5715000" y="4794250"/>
          <p14:tracePt t="74187" x="5784850" y="4800600"/>
          <p14:tracePt t="74190" x="5829300" y="4813300"/>
          <p14:tracePt t="74220" x="5905500" y="4819650"/>
          <p14:tracePt t="74236" x="5962650" y="4826000"/>
          <p14:tracePt t="74255" x="6013450" y="4826000"/>
          <p14:tracePt t="74270" x="6032500" y="4832350"/>
          <p14:tracePt t="74286" x="6064250" y="4832350"/>
          <p14:tracePt t="74303" x="6089650" y="4832350"/>
          <p14:tracePt t="74319" x="6102350" y="4832350"/>
          <p14:tracePt t="74336" x="6121400" y="4832350"/>
          <p14:tracePt t="74353" x="6140450" y="4832350"/>
          <p14:tracePt t="74369" x="6146800" y="4832350"/>
          <p14:tracePt t="74386" x="6159500" y="4832350"/>
          <p14:tracePt t="74403" x="6172200" y="4832350"/>
          <p14:tracePt t="74419" x="6178550" y="4832350"/>
          <p14:tracePt t="74436" x="6197600" y="4832350"/>
          <p14:tracePt t="74469" x="6203950" y="4832350"/>
          <p14:tracePt t="74486" x="6223000" y="4832350"/>
          <p14:tracePt t="74503" x="6229350" y="4832350"/>
          <p14:tracePt t="74519" x="6242050" y="4832350"/>
          <p14:tracePt t="74535" x="6248400" y="4832350"/>
          <p14:tracePt t="74552" x="6261100" y="4832350"/>
          <p14:tracePt t="74569" x="6273800" y="4832350"/>
          <p14:tracePt t="74585" x="6286500" y="4832350"/>
          <p14:tracePt t="74602" x="6292850" y="4832350"/>
          <p14:tracePt t="74620" x="6311900" y="4832350"/>
          <p14:tracePt t="74635" x="6337300" y="4832350"/>
          <p14:tracePt t="74651" x="6350000" y="4832350"/>
          <p14:tracePt t="74669" x="6388100" y="4826000"/>
          <p14:tracePt t="74685" x="6432550" y="4826000"/>
          <p14:tracePt t="74703" x="6470650" y="4826000"/>
          <p14:tracePt t="74718" x="6496050" y="4826000"/>
          <p14:tracePt t="74735" x="6521450" y="4826000"/>
          <p14:tracePt t="74752" x="6591300" y="4826000"/>
          <p14:tracePt t="74768" x="6616700" y="4826000"/>
          <p14:tracePt t="74784" x="6635750" y="4826000"/>
          <p14:tracePt t="74802" x="6680200" y="4832350"/>
          <p14:tracePt t="74818" x="6705600" y="4832350"/>
          <p14:tracePt t="74834" x="6724650" y="4832350"/>
          <p14:tracePt t="74851" x="6756400" y="4838700"/>
          <p14:tracePt t="74868" x="6781800" y="4845050"/>
          <p14:tracePt t="74885" x="6813550" y="4851400"/>
          <p14:tracePt t="74901" x="6826250" y="4857750"/>
          <p14:tracePt t="74918" x="6864350" y="4870450"/>
          <p14:tracePt t="74935" x="6896100" y="4876800"/>
          <p14:tracePt t="74951" x="6908800" y="4883150"/>
          <p14:tracePt t="74967" x="6940550" y="4889500"/>
          <p14:tracePt t="74984" x="6959600" y="4895850"/>
          <p14:tracePt t="75000" x="6972300" y="4902200"/>
          <p14:tracePt t="75018" x="6985000" y="4902200"/>
          <p14:tracePt t="75034" x="6997700" y="4908550"/>
          <p14:tracePt t="75050" x="7004050" y="4908550"/>
          <p14:tracePt t="75067" x="7010400" y="4908550"/>
          <p14:tracePt t="75083" x="7016750" y="4908550"/>
          <p14:tracePt t="75100" x="7029450" y="4908550"/>
          <p14:tracePt t="75187" x="7035800" y="4908550"/>
          <p14:tracePt t="75941" x="6946900" y="4927600"/>
          <p14:tracePt t="75948" x="6800850" y="4965700"/>
          <p14:tracePt t="75955" x="6642100" y="5010150"/>
          <p14:tracePt t="75969" x="6502400" y="5022850"/>
          <p14:tracePt t="75981" x="6343650" y="5048250"/>
          <p14:tracePt t="75997" x="5911850" y="5130800"/>
          <p14:tracePt t="76014" x="5740400" y="5168900"/>
          <p14:tracePt t="76030" x="5410200" y="5238750"/>
          <p14:tracePt t="76047" x="5022850" y="5276850"/>
          <p14:tracePt t="76063" x="4851400" y="5302250"/>
          <p14:tracePt t="76082" x="4521200" y="5340350"/>
          <p14:tracePt t="76097" x="4241800" y="5340350"/>
          <p14:tracePt t="76113" x="4114800" y="5346700"/>
          <p14:tracePt t="76130" x="3886200" y="5359400"/>
          <p14:tracePt t="76146" x="3784600" y="5359400"/>
          <p14:tracePt t="76163" x="3568700" y="5359400"/>
          <p14:tracePt t="76180" x="3378200" y="5353050"/>
          <p14:tracePt t="76196" x="3289300" y="5359400"/>
          <p14:tracePt t="76213" x="3149600" y="5346700"/>
          <p14:tracePt t="76230" x="3016250" y="5340350"/>
          <p14:tracePt t="76246" x="2952750" y="5327650"/>
          <p14:tracePt t="76263" x="2870200" y="5321300"/>
          <p14:tracePt t="76279" x="2800350" y="5314950"/>
          <p14:tracePt t="76296" x="2774950" y="5302250"/>
          <p14:tracePt t="76313" x="2692400" y="5295900"/>
          <p14:tracePt t="76329" x="2609850" y="5283200"/>
          <p14:tracePt t="76346" x="2578100" y="5270500"/>
          <p14:tracePt t="76363" x="2482850" y="5245100"/>
          <p14:tracePt t="76379" x="2400300" y="5232400"/>
          <p14:tracePt t="76396" x="2336800" y="5200650"/>
          <p14:tracePt t="76412" x="2305050" y="5181600"/>
          <p14:tracePt t="76429" x="2292350" y="5168900"/>
          <p14:tracePt t="76446" x="2247900" y="5149850"/>
          <p14:tracePt t="76462" x="2235200" y="5149850"/>
          <p14:tracePt t="76479" x="2222500" y="5149850"/>
          <p14:tracePt t="76495" x="2197100" y="5149850"/>
          <p14:tracePt t="76512" x="2178050" y="5149850"/>
          <p14:tracePt t="76529" x="2171700" y="5149850"/>
          <p14:tracePt t="76545" x="2133600" y="5162550"/>
          <p14:tracePt t="76562" x="2101850" y="5162550"/>
          <p14:tracePt t="76579" x="2063750" y="5162550"/>
          <p14:tracePt t="76595" x="2032000" y="5162550"/>
          <p14:tracePt t="76612" x="1974850" y="5162550"/>
          <p14:tracePt t="76629" x="1911350" y="5168900"/>
          <p14:tracePt t="76645" x="1866900" y="5168900"/>
          <p14:tracePt t="76661" x="1809750" y="5175250"/>
          <p14:tracePt t="76678" x="1752600" y="5181600"/>
          <p14:tracePt t="76695" x="1714500" y="5181600"/>
          <p14:tracePt t="76713" x="1644650" y="5181600"/>
          <p14:tracePt t="76728" x="1587500" y="5181600"/>
          <p14:tracePt t="76745" x="1549400" y="5181600"/>
          <p14:tracePt t="76748" x="1530350" y="5175250"/>
          <p14:tracePt t="76764" x="1492250" y="5175250"/>
          <p14:tracePt t="76778" x="1466850" y="5168900"/>
          <p14:tracePt t="76795" x="1409700" y="5162550"/>
          <p14:tracePt t="76811" x="1371600" y="5156200"/>
          <p14:tracePt t="76827" x="1352550" y="5156200"/>
          <p14:tracePt t="76844" x="1314450" y="5149850"/>
          <p14:tracePt t="76861" x="1289050" y="5143500"/>
          <p14:tracePt t="76877" x="1282700" y="5143500"/>
          <p14:tracePt t="76894" x="1270000" y="5137150"/>
          <p14:tracePt t="76911" x="1250950" y="5130800"/>
          <p14:tracePt t="76927" x="1244600" y="5130800"/>
          <p14:tracePt t="76944" x="1238250" y="5130800"/>
          <p14:tracePt t="77063" x="1238250" y="5137150"/>
          <p14:tracePt t="77119" x="1244600" y="5137150"/>
          <p14:tracePt t="77133" x="1250950" y="5137150"/>
          <p14:tracePt t="77140" x="1257300" y="5137150"/>
          <p14:tracePt t="77147" x="1263650" y="5137150"/>
          <p14:tracePt t="77163" x="1270000" y="5137150"/>
          <p14:tracePt t="77176" x="1282700" y="5137150"/>
          <p14:tracePt t="77193" x="1339850" y="5137150"/>
          <p14:tracePt t="77210" x="1435100" y="5143500"/>
          <p14:tracePt t="77226" x="1498600" y="5143500"/>
          <p14:tracePt t="77243" x="1631950" y="5162550"/>
          <p14:tracePt t="77259" x="1771650" y="5181600"/>
          <p14:tracePt t="77276" x="1835150" y="5187950"/>
          <p14:tracePt t="77293" x="1968500" y="5219700"/>
          <p14:tracePt t="77309" x="2051050" y="5238750"/>
          <p14:tracePt t="77326" x="2082800" y="5245100"/>
          <p14:tracePt t="77343" x="2120900" y="5245100"/>
          <p14:tracePt t="77359" x="2139950" y="5245100"/>
          <p14:tracePt t="77376" x="2146300" y="5245100"/>
          <p14:tracePt t="77392" x="2159000" y="5245100"/>
          <p14:tracePt t="77425" x="2165350" y="5245100"/>
          <p14:tracePt t="77448" x="2171700" y="5238750"/>
          <p14:tracePt t="77462" x="2178050" y="5238750"/>
          <p14:tracePt t="77476" x="2184400" y="5238750"/>
          <p14:tracePt t="77492" x="2203450" y="5232400"/>
          <p14:tracePt t="77510" x="2222500" y="5232400"/>
          <p14:tracePt t="77525" x="2279650" y="5232400"/>
          <p14:tracePt t="77542" x="2419350" y="5232400"/>
          <p14:tracePt t="77558" x="2520950" y="5232400"/>
          <p14:tracePt t="77575" x="2762250" y="5232400"/>
          <p14:tracePt t="77592" x="3054350" y="5219700"/>
          <p14:tracePt t="77610" x="3460750" y="5194300"/>
          <p14:tracePt t="77625" x="3625850" y="5181600"/>
          <p14:tracePt t="77641" x="3994150" y="5130800"/>
          <p14:tracePt t="77659" x="4381500" y="5022850"/>
          <p14:tracePt t="77675" x="4533900" y="4991100"/>
          <p14:tracePt t="77691" x="4667250" y="4946650"/>
          <p14:tracePt t="77708" x="5048250" y="4826000"/>
          <p14:tracePt t="77724" x="5149850" y="4794250"/>
          <p14:tracePt t="77741" x="5245100" y="4762500"/>
          <p14:tracePt t="77758" x="5410200" y="4737100"/>
          <p14:tracePt t="77774" x="5556250" y="4718050"/>
          <p14:tracePt t="77792" x="5619750" y="4705350"/>
          <p14:tracePt t="77808" x="5765800" y="4699000"/>
          <p14:tracePt t="77824" x="5829300" y="4686300"/>
          <p14:tracePt t="77841" x="5930900" y="4686300"/>
          <p14:tracePt t="77857" x="5975350" y="4686300"/>
          <p14:tracePt t="77874" x="6019800" y="4699000"/>
          <p14:tracePt t="77891" x="6057900" y="4699000"/>
          <p14:tracePt t="77907" x="6070600" y="4705350"/>
          <p14:tracePt t="77924" x="6076950" y="4711700"/>
          <p14:tracePt t="77940" x="6089650" y="4711700"/>
          <p14:tracePt t="77957" x="6096000" y="4711700"/>
          <p14:tracePt t="77974" x="6115050" y="4724400"/>
          <p14:tracePt t="77990" x="6121400" y="4730750"/>
          <p14:tracePt t="78007" x="6134100" y="4737100"/>
          <p14:tracePt t="78024" x="6159500" y="4743450"/>
          <p14:tracePt t="78040" x="6172200" y="4749800"/>
          <p14:tracePt t="78056" x="6216650" y="4762500"/>
          <p14:tracePt t="78073" x="6267450" y="4775200"/>
          <p14:tracePt t="78090" x="6292850" y="4775200"/>
          <p14:tracePt t="78107" x="6350000" y="4787900"/>
          <p14:tracePt t="78123" x="6394450" y="4794250"/>
          <p14:tracePt t="78140" x="6407150" y="4794250"/>
          <p14:tracePt t="78157" x="6432550" y="4794250"/>
          <p14:tracePt t="78193" x="6432550" y="4787900"/>
          <p14:tracePt t="78234" x="6432550" y="4781550"/>
          <p14:tracePt t="78269" x="6432550" y="4775200"/>
          <p14:tracePt t="78318" x="6426200" y="4768850"/>
          <p14:tracePt t="78340" x="6419850" y="4762500"/>
          <p14:tracePt t="78346" x="6413500" y="4762500"/>
          <p14:tracePt t="78360" x="6407150" y="4762500"/>
          <p14:tracePt t="78761" x="6413500" y="4762500"/>
          <p14:tracePt t="78775" x="6438900" y="4762500"/>
          <p14:tracePt t="78782" x="6464300" y="4768850"/>
          <p14:tracePt t="78791" x="6496050" y="4775200"/>
          <p14:tracePt t="78805" x="6521450" y="4781550"/>
          <p14:tracePt t="78821" x="6553200" y="4787900"/>
          <p14:tracePt t="78838" x="6623050" y="4794250"/>
          <p14:tracePt t="78854" x="6680200" y="4806950"/>
          <p14:tracePt t="78871" x="6718300" y="4813300"/>
          <p14:tracePt t="78888" x="6769100" y="4819650"/>
          <p14:tracePt t="78904" x="6813550" y="4819650"/>
          <p14:tracePt t="78920" x="6826250" y="4826000"/>
          <p14:tracePt t="78937" x="6851650" y="4826000"/>
          <p14:tracePt t="78953" x="6858000" y="4826000"/>
          <p14:tracePt t="78970" x="6864350" y="4826000"/>
          <p14:tracePt t="79049" x="6864350" y="4832350"/>
          <p14:tracePt t="79350" x="6858000" y="4832350"/>
          <p14:tracePt t="79392" x="6851650" y="4832350"/>
          <p14:tracePt t="79413" x="6845300" y="4832350"/>
          <p14:tracePt t="79420" x="6838950" y="4832350"/>
          <p14:tracePt t="79434" x="6832600" y="4832350"/>
          <p14:tracePt t="79441" x="6826250" y="4832350"/>
          <p14:tracePt t="79462" x="6819900" y="4832350"/>
          <p14:tracePt t="79476" x="6807200" y="4832350"/>
          <p14:tracePt t="79485" x="6794500" y="4832350"/>
          <p14:tracePt t="79502" x="6769100" y="4832350"/>
          <p14:tracePt t="79519" x="6711950" y="4832350"/>
          <p14:tracePt t="79535" x="6635750" y="4826000"/>
          <p14:tracePt t="79551" x="6584950" y="4826000"/>
          <p14:tracePt t="79568" x="6464300" y="4813300"/>
          <p14:tracePt t="79585" x="6337300" y="4826000"/>
          <p14:tracePt t="79602" x="6203950" y="4838700"/>
          <p14:tracePt t="79618" x="6140450" y="4838700"/>
          <p14:tracePt t="79635" x="6051550" y="4845050"/>
          <p14:tracePt t="79652" x="5969000" y="4851400"/>
          <p14:tracePt t="79668" x="5937250" y="4857750"/>
          <p14:tracePt t="79684" x="5918200" y="4857750"/>
          <p14:tracePt t="79701" x="5873750" y="4864100"/>
          <p14:tracePt t="79717" x="5861050" y="4864100"/>
          <p14:tracePt t="79734" x="5854700" y="4864100"/>
          <p14:tracePt t="79751" x="5835650" y="4864100"/>
          <p14:tracePt t="79767" x="5822950" y="4857750"/>
          <p14:tracePt t="79771" x="5816600" y="4857750"/>
          <p14:tracePt t="79787" x="5810250" y="4851400"/>
          <p14:tracePt t="79806" x="5803900" y="4851400"/>
          <p14:tracePt t="79817" x="5803900" y="4845050"/>
          <p14:tracePt t="79837" x="5797550" y="4838700"/>
          <p14:tracePt t="79862" x="5797550" y="4832350"/>
          <p14:tracePt t="79897" x="5803900" y="4826000"/>
          <p14:tracePt t="79904" x="5810250" y="4826000"/>
          <p14:tracePt t="79916" x="5816600" y="4826000"/>
          <p14:tracePt t="79934" x="5822950" y="4819650"/>
          <p14:tracePt t="79950" x="5842000" y="4819650"/>
          <p14:tracePt t="79968" x="5892800" y="4813300"/>
          <p14:tracePt t="79983" x="5988050" y="4800600"/>
          <p14:tracePt t="80000" x="6051550" y="4787900"/>
          <p14:tracePt t="80017" x="6184900" y="4768850"/>
          <p14:tracePt t="80033" x="6248400" y="4762500"/>
          <p14:tracePt t="80050" x="6369050" y="4743450"/>
          <p14:tracePt t="80066" x="6438900" y="4724400"/>
          <p14:tracePt t="80083" x="6470650" y="4718050"/>
          <p14:tracePt t="80100" x="6502400" y="4711700"/>
          <p14:tracePt t="80116" x="6521450" y="4705350"/>
          <p14:tracePt t="80163" x="6521450" y="4711700"/>
          <p14:tracePt t="80185" x="6515100" y="4711700"/>
          <p14:tracePt t="80191" x="6508750" y="4711700"/>
          <p14:tracePt t="80205" x="6502400" y="4718050"/>
          <p14:tracePt t="80227" x="6496050" y="4718050"/>
          <p14:tracePt t="80235" x="6489700" y="4724400"/>
          <p14:tracePt t="80250" x="6483350" y="4724400"/>
          <p14:tracePt t="80266" x="6477000" y="4724400"/>
          <p14:tracePt t="80283" x="6464300" y="4724400"/>
          <p14:tracePt t="80325" x="6457950" y="4724400"/>
          <p14:tracePt t="80353" x="6451600" y="4724400"/>
          <p14:tracePt t="80374" x="6445250" y="4724400"/>
          <p14:tracePt t="80395" x="6438900" y="4724400"/>
          <p14:tracePt t="80423" x="6432550" y="4724400"/>
          <p14:tracePt t="80458" x="6426200" y="4724400"/>
          <p14:tracePt t="80486" x="6426200" y="4718050"/>
          <p14:tracePt t="80493" x="6432550" y="4718050"/>
          <p14:tracePt t="80507" x="6438900" y="4718050"/>
          <p14:tracePt t="80517" x="6438900" y="4711700"/>
          <p14:tracePt t="80535" x="6445250" y="4711700"/>
          <p14:tracePt t="80556" x="6445250" y="4705350"/>
          <p14:tracePt t="80584" x="6445250" y="4699000"/>
          <p14:tracePt t="80606" x="6445250" y="4692650"/>
          <p14:tracePt t="80626" x="6438900" y="4686300"/>
          <p14:tracePt t="80634" x="6426200" y="4686300"/>
          <p14:tracePt t="80650" x="6413500" y="4679950"/>
          <p14:tracePt t="80664" x="6375400" y="4667250"/>
          <p14:tracePt t="80681" x="6242050" y="4629150"/>
          <p14:tracePt t="80698" x="6032500" y="4565650"/>
          <p14:tracePt t="80714" x="5880100" y="4521200"/>
          <p14:tracePt t="80731" x="5518150" y="4413250"/>
          <p14:tracePt t="80748" x="5105400" y="4305300"/>
          <p14:tracePt t="80764" x="4895850" y="4235450"/>
          <p14:tracePt t="80781" x="4514850" y="4159250"/>
          <p14:tracePt t="80797" x="4248150" y="4102100"/>
          <p14:tracePt t="80814" x="4146550" y="4083050"/>
          <p14:tracePt t="80830" x="3975100" y="4057650"/>
          <p14:tracePt t="80847" x="3848100" y="4051300"/>
          <p14:tracePt t="80864" x="3797300" y="4051300"/>
          <p14:tracePt t="80880" x="3714750" y="4051300"/>
          <p14:tracePt t="80897" x="3657600" y="4051300"/>
          <p14:tracePt t="80914" x="3619500" y="4064000"/>
          <p14:tracePt t="80930" x="3606800" y="4064000"/>
          <p14:tracePt t="80946" x="3594100" y="4070350"/>
          <p14:tracePt t="80963" x="3562350" y="4076700"/>
          <p14:tracePt t="80980" x="3556000" y="4076700"/>
          <p14:tracePt t="80996" x="3543300" y="4083050"/>
          <p14:tracePt t="81014" x="3536950" y="4089400"/>
          <p14:tracePt t="81030" x="3530600" y="4095750"/>
          <p14:tracePt t="81047" x="3524250" y="4095750"/>
          <p14:tracePt t="81063" x="3517900" y="4102100"/>
          <p14:tracePt t="81079" x="3511550" y="4108450"/>
          <p14:tracePt t="81099" x="3511550" y="4114800"/>
          <p14:tracePt t="81125" x="3511550" y="4121150"/>
          <p14:tracePt t="81147" x="3511550" y="4127500"/>
          <p14:tracePt t="81152" x="3517900" y="4127500"/>
          <p14:tracePt t="81166" x="3524250" y="4133850"/>
          <p14:tracePt t="81180" x="3530600" y="4133850"/>
          <p14:tracePt t="81196" x="3562350" y="4152900"/>
          <p14:tracePt t="81212" x="3600450" y="4171950"/>
          <p14:tracePt t="81230" x="3702050" y="4203700"/>
          <p14:tracePt t="81246" x="3848100" y="4267200"/>
          <p14:tracePt t="81262" x="3917950" y="4292600"/>
          <p14:tracePt t="81279" x="4064000" y="4362450"/>
          <p14:tracePt t="81295" x="4133850" y="4381500"/>
          <p14:tracePt t="81312" x="4254500" y="4419600"/>
          <p14:tracePt t="81329" x="4324350" y="4438650"/>
          <p14:tracePt t="81345" x="4343400" y="4438650"/>
          <p14:tracePt t="81363" x="4368800" y="4445000"/>
          <p14:tracePt t="81378" x="4387850" y="4445000"/>
          <p14:tracePt t="81395" x="4394200" y="4445000"/>
          <p14:tracePt t="81412" x="4400550" y="4438650"/>
          <p14:tracePt t="81468" x="4406900" y="4432300"/>
          <p14:tracePt t="81538" x="4413250" y="4432300"/>
          <p14:tracePt t="81546" x="4419600" y="4432300"/>
          <p14:tracePt t="81566" x="4419600" y="4425950"/>
          <p14:tracePt t="81587" x="4425950" y="4425950"/>
          <p14:tracePt t="81595" x="4432300" y="4419600"/>
          <p14:tracePt t="81615" x="4445000" y="4419600"/>
          <p14:tracePt t="81636" x="4445000" y="4413250"/>
          <p14:tracePt t="81657" x="4451350" y="4413250"/>
          <p14:tracePt t="81664" x="4451350" y="4406900"/>
          <p14:tracePt t="81685" x="4457700" y="4400550"/>
          <p14:tracePt t="81699" x="4464050" y="4394200"/>
          <p14:tracePt t="81710" x="4470400" y="4387850"/>
          <p14:tracePt t="81728" x="4483100" y="4362450"/>
          <p14:tracePt t="81744" x="4489450" y="4343400"/>
          <p14:tracePt t="81761" x="4514850" y="4298950"/>
          <p14:tracePt t="81778" x="4540250" y="4235450"/>
          <p14:tracePt t="81794" x="4552950" y="4210050"/>
          <p14:tracePt t="81797" x="4565650" y="4184650"/>
          <p14:tracePt t="81811" x="4572000" y="4165600"/>
          <p14:tracePt t="81827" x="4584700" y="4133850"/>
          <p14:tracePt t="81843" x="4591050" y="4127500"/>
          <p14:tracePt t="81860" x="4603750" y="4114800"/>
          <p14:tracePt t="81877" x="4610100" y="4108450"/>
          <p14:tracePt t="81894" x="4616450" y="4102100"/>
          <p14:tracePt t="81910" x="4648200" y="4095750"/>
          <p14:tracePt t="81926" x="4692650" y="4083050"/>
          <p14:tracePt t="81943" x="4826000" y="4025900"/>
          <p14:tracePt t="81960" x="5022850" y="3917950"/>
          <p14:tracePt t="81976" x="5149850" y="3841750"/>
          <p14:tracePt t="81994" x="5441950" y="3619500"/>
          <p14:tracePt t="82009" x="5715000" y="3346450"/>
          <p14:tracePt t="82026" x="5842000" y="3225800"/>
          <p14:tracePt t="82043" x="6007100" y="3048000"/>
          <p14:tracePt t="82059" x="6121400" y="2908300"/>
          <p14:tracePt t="82076" x="6165850" y="2857500"/>
          <p14:tracePt t="82093" x="6216650" y="2781300"/>
          <p14:tracePt t="82109" x="6235700" y="2736850"/>
          <p14:tracePt t="82126" x="6254750" y="2730500"/>
          <p14:tracePt t="82142" x="6254750" y="2717800"/>
          <p14:tracePt t="82159" x="6267450" y="2705100"/>
          <p14:tracePt t="82177" x="6273800" y="2705100"/>
          <p14:tracePt t="82212" x="6273800" y="2698750"/>
          <p14:tracePt t="82226" x="6261100" y="2698750"/>
          <p14:tracePt t="82259" x="6254750" y="2698750"/>
          <p14:tracePt t="82276" x="6242050" y="2705100"/>
          <p14:tracePt t="82292" x="6229350" y="2711450"/>
          <p14:tracePt t="82309" x="6223000" y="2711450"/>
          <p14:tracePt t="82325" x="6216650" y="2717800"/>
          <p14:tracePt t="82342" x="6210300" y="2724150"/>
          <p14:tracePt t="82359" x="6197600" y="2743200"/>
          <p14:tracePt t="82375" x="6191250" y="2749550"/>
          <p14:tracePt t="82392" x="6153150" y="2774950"/>
          <p14:tracePt t="82408" x="6045200" y="2838450"/>
          <p14:tracePt t="82425" x="5962650" y="2889250"/>
          <p14:tracePt t="82442" x="5759450" y="3028950"/>
          <p14:tracePt t="82458" x="5530850" y="3219450"/>
          <p14:tracePt t="82475" x="5391150" y="3333750"/>
          <p14:tracePt t="82492" x="5156200" y="3543300"/>
          <p14:tracePt t="82508" x="4978400" y="3727450"/>
          <p14:tracePt t="82525" x="4902200" y="3822700"/>
          <p14:tracePt t="82541" x="4787900" y="3987800"/>
          <p14:tracePt t="82558" x="4711700" y="4121150"/>
          <p14:tracePt t="82576" x="4654550" y="4235450"/>
          <p14:tracePt t="82591" x="4641850" y="4279900"/>
          <p14:tracePt t="82607" x="4616450" y="4343400"/>
          <p14:tracePt t="82624" x="4610100" y="4356100"/>
          <p14:tracePt t="82640" x="4597400" y="4381500"/>
          <p14:tracePt t="82657" x="4591050" y="4387850"/>
          <p14:tracePt t="82674" x="4578350" y="4400550"/>
          <p14:tracePt t="82691" x="4578350" y="4406900"/>
          <p14:tracePt t="82724" x="4572000" y="4406900"/>
          <p14:tracePt t="82740" x="4565650" y="4406900"/>
          <p14:tracePt t="82800" x="4565650" y="4413250"/>
          <p14:tracePt t="82892" x="4565650" y="4419600"/>
          <p14:tracePt t="82983" x="4565650" y="4425950"/>
          <p14:tracePt t="82996" x="4572000" y="4425950"/>
          <p14:tracePt t="83018" x="4584700" y="4419600"/>
          <p14:tracePt t="83032" x="4591050" y="4419600"/>
          <p14:tracePt t="83040" x="4603750" y="4419600"/>
          <p14:tracePt t="83056" x="4616450" y="4419600"/>
          <p14:tracePt t="83073" x="4692650" y="4419600"/>
          <p14:tracePt t="83089" x="4806950" y="4413250"/>
          <p14:tracePt t="83106" x="4870450" y="4413250"/>
          <p14:tracePt t="83123" x="5029200" y="4413250"/>
          <p14:tracePt t="83139" x="5143500" y="4413250"/>
          <p14:tracePt t="83156" x="5181600" y="4413250"/>
          <p14:tracePt t="83173" x="5251450" y="4419600"/>
          <p14:tracePt t="83189" x="5270500" y="4425950"/>
          <p14:tracePt t="83206" x="5289550" y="4438650"/>
          <p14:tracePt t="83222" x="5302250" y="4451350"/>
          <p14:tracePt t="83239" x="5302250" y="4457700"/>
          <p14:tracePt t="83256" x="5302250" y="4464050"/>
          <p14:tracePt t="83272" x="5295900" y="4470400"/>
          <p14:tracePt t="83340" x="5302250" y="4470400"/>
          <p14:tracePt t="83368" x="5308600" y="4470400"/>
          <p14:tracePt t="83389" x="5321300" y="4470400"/>
          <p14:tracePt t="83403" x="5327650" y="4470400"/>
          <p14:tracePt t="83417" x="5334000" y="4470400"/>
          <p14:tracePt t="83431" x="5334000" y="4464050"/>
          <p14:tracePt t="83441" x="5340350" y="4464050"/>
          <p14:tracePt t="83455" x="5353050" y="4457700"/>
          <p14:tracePt t="83471" x="5372100" y="4451350"/>
          <p14:tracePt t="83488" x="5467350" y="4425950"/>
          <p14:tracePt t="83504" x="5492750" y="4419600"/>
          <p14:tracePt t="83522" x="5594350" y="4394200"/>
          <p14:tracePt t="83538" x="5632450" y="4387850"/>
          <p14:tracePt t="83554" x="5702300" y="4375150"/>
          <p14:tracePt t="83572" x="5772150" y="4368800"/>
          <p14:tracePt t="83587" x="5784850" y="4368800"/>
          <p14:tracePt t="83604" x="5816600" y="4362450"/>
          <p14:tracePt t="83622" x="5842000" y="4362450"/>
          <p14:tracePt t="83637" x="5848350" y="4362450"/>
          <p14:tracePt t="83654" x="5861050" y="4362450"/>
          <p14:tracePt t="83691" x="5867400" y="4362450"/>
          <p14:tracePt t="83719" x="5873750" y="4362450"/>
          <p14:tracePt t="83733" x="5880100" y="4362450"/>
          <p14:tracePt t="83754" x="5886450" y="4362450"/>
          <p14:tracePt t="83761" x="5892800" y="4362450"/>
          <p14:tracePt t="83770" x="5899150" y="4362450"/>
          <p14:tracePt t="83837" x="5905500" y="4368800"/>
          <p14:tracePt t="83880" x="5911850" y="4375150"/>
          <p14:tracePt t="83901" x="5911850" y="4381500"/>
          <p14:tracePt t="83950" x="5918200" y="4387850"/>
          <p14:tracePt t="84020" x="5918200" y="4381500"/>
          <p14:tracePt t="84034" x="5905500" y="4375150"/>
          <p14:tracePt t="84041" x="5899150" y="4375150"/>
          <p14:tracePt t="84056" x="5886450" y="4362450"/>
          <p14:tracePt t="84069" x="5835650" y="4324350"/>
          <p14:tracePt t="84086" x="5778500" y="4286250"/>
          <p14:tracePt t="84102" x="5708650" y="4222750"/>
          <p14:tracePt t="84119" x="5283200" y="3930650"/>
          <p14:tracePt t="84136" x="5073650" y="3778250"/>
          <p14:tracePt t="84153" x="4559300" y="3441700"/>
          <p14:tracePt t="84169" x="4273550" y="3257550"/>
          <p14:tracePt t="84185" x="3695700" y="2921000"/>
          <p14:tracePt t="84203" x="3194050" y="2654300"/>
          <p14:tracePt t="84219" x="2971800" y="2552700"/>
          <p14:tracePt t="84236" x="2660650" y="2419350"/>
          <p14:tracePt t="84252" x="2451100" y="2330450"/>
          <p14:tracePt t="84268" x="2374900" y="2305050"/>
          <p14:tracePt t="84286" x="2260600" y="2254250"/>
          <p14:tracePt t="84302" x="2209800" y="2228850"/>
          <p14:tracePt t="84318" x="2197100" y="2228850"/>
          <p14:tracePt t="84322" x="2178050" y="2228850"/>
          <p14:tracePt t="84335" x="2171700" y="2222500"/>
          <p14:tracePt t="84351" x="2159000" y="2222500"/>
          <p14:tracePt t="84420" x="2165350" y="2228850"/>
          <p14:tracePt t="84435" x="2178050" y="2228850"/>
          <p14:tracePt t="84441" x="2190750" y="2235200"/>
          <p14:tracePt t="84455" x="2216150" y="2241550"/>
          <p14:tracePt t="84468" x="2247900" y="2241550"/>
          <p14:tracePt t="84484" x="2336800" y="2260600"/>
          <p14:tracePt t="84501" x="2419350" y="2279650"/>
          <p14:tracePt t="84518" x="2635250" y="2324100"/>
          <p14:tracePt t="84534" x="2908300" y="2387600"/>
          <p14:tracePt t="84551" x="3067050" y="2438400"/>
          <p14:tracePt t="84567" x="3422650" y="2565400"/>
          <p14:tracePt t="84584" x="3835400" y="2749550"/>
          <p14:tracePt t="84601" x="4076700" y="2844800"/>
          <p14:tracePt t="84617" x="4533900" y="3016250"/>
          <p14:tracePt t="84634" x="4933950" y="3175000"/>
          <p14:tracePt t="84652" x="5245100" y="3257550"/>
          <p14:tracePt t="84667" x="5359400" y="3289300"/>
          <p14:tracePt t="84684" x="5543550" y="3321050"/>
          <p14:tracePt t="84701" x="5683250" y="3321050"/>
          <p14:tracePt t="84717" x="5740400" y="3314700"/>
          <p14:tracePt t="84733" x="5778500" y="3308350"/>
          <p14:tracePt t="84750" x="5854700" y="3263900"/>
          <p14:tracePt t="84767" x="5867400" y="3244850"/>
          <p14:tracePt t="84784" x="5911850" y="3194050"/>
          <p14:tracePt t="84800" x="5937250" y="3175000"/>
          <p14:tracePt t="84816" x="5981700" y="3136900"/>
          <p14:tracePt t="84834" x="6007100" y="3092450"/>
          <p14:tracePt t="84850" x="6019800" y="3073400"/>
          <p14:tracePt t="84867" x="6051550" y="3009900"/>
          <p14:tracePt t="84883" x="6083300" y="2978150"/>
          <p14:tracePt t="84900" x="6089650" y="2959100"/>
          <p14:tracePt t="84917" x="6096000" y="2946400"/>
          <p14:tracePt t="84933" x="6102350" y="2927350"/>
          <p14:tracePt t="84949" x="6102350" y="2914650"/>
          <p14:tracePt t="84967" x="6102350" y="2901950"/>
          <p14:tracePt t="84983" x="6102350" y="2889250"/>
          <p14:tracePt t="84999" x="6096000" y="2889250"/>
          <p14:tracePt t="85016" x="6089650" y="2876550"/>
          <p14:tracePt t="85032" x="6083300" y="2863850"/>
          <p14:tracePt t="85049" x="6083300" y="2857500"/>
          <p14:tracePt t="85082" x="6083300" y="2851150"/>
          <p14:tracePt t="85100" x="6083300" y="2844800"/>
          <p14:tracePt t="85135" x="6089650" y="2844800"/>
          <p14:tracePt t="85163" x="6089650" y="2838450"/>
          <p14:tracePt t="85170" x="6089650" y="2832100"/>
          <p14:tracePt t="85185" x="6089650" y="2825750"/>
          <p14:tracePt t="85199" x="6096000" y="2825750"/>
          <p14:tracePt t="85215" x="6096000" y="2819400"/>
          <p14:tracePt t="85235" x="6096000" y="2813050"/>
          <p14:tracePt t="85248" x="6102350" y="2813050"/>
          <p14:tracePt t="85276" x="6102350" y="2806700"/>
          <p14:tracePt t="85284" x="6102350" y="2800350"/>
          <p14:tracePt t="85311" x="6102350" y="2794000"/>
          <p14:tracePt t="85332" x="6102350" y="2787650"/>
          <p14:tracePt t="85367" x="6102350" y="2781300"/>
          <p14:tracePt t="85401" x="6102350" y="2774950"/>
          <p14:tracePt t="85563" x="6108700" y="2781300"/>
          <p14:tracePt t="85584" x="6115050" y="2787650"/>
          <p14:tracePt t="85591" x="6115050" y="2794000"/>
          <p14:tracePt t="85612" x="6121400" y="2794000"/>
          <p14:tracePt t="85633" x="6127750" y="2794000"/>
          <p14:tracePt t="85648" x="6134100" y="2800350"/>
          <p14:tracePt t="85661" x="6140450" y="2800350"/>
          <p14:tracePt t="85682" x="6146800" y="2800350"/>
          <p14:tracePt t="85703" x="6153150" y="2800350"/>
          <p14:tracePt t="85717" x="6159500" y="2806700"/>
          <p14:tracePt t="85724" x="6172200" y="2806700"/>
          <p14:tracePt t="85738" x="6184900" y="2806700"/>
          <p14:tracePt t="85747" x="6197600" y="2806700"/>
          <p14:tracePt t="85763" x="6216650" y="2806700"/>
          <p14:tracePt t="85780" x="6248400" y="2813050"/>
          <p14:tracePt t="85796" x="6273800" y="2813050"/>
          <p14:tracePt t="85813" x="6292850" y="2819400"/>
          <p14:tracePt t="85830" x="6324600" y="2819400"/>
          <p14:tracePt t="85846" x="6343650" y="2819400"/>
          <p14:tracePt t="85863" x="6356350" y="2819400"/>
          <p14:tracePt t="85880" x="6369050" y="2819400"/>
          <p14:tracePt t="85896" x="6375400" y="2813050"/>
          <p14:tracePt t="85913" x="6375400" y="2806700"/>
          <p14:tracePt t="85946" x="6381750" y="2800350"/>
          <p14:tracePt t="86173" x="6394450" y="2800350"/>
          <p14:tracePt t="86187" x="6400800" y="2800350"/>
          <p14:tracePt t="86194" x="6407150" y="2800350"/>
          <p14:tracePt t="86215" x="6413500" y="2800350"/>
          <p14:tracePt t="86222" x="6419850" y="2800350"/>
          <p14:tracePt t="86236" x="6432550" y="2800350"/>
          <p14:tracePt t="86245" x="6445250" y="2800350"/>
          <p14:tracePt t="86262" x="6464300" y="2800350"/>
          <p14:tracePt t="86279" x="6521450" y="2794000"/>
          <p14:tracePt t="86295" x="6540500" y="2794000"/>
          <p14:tracePt t="86311" x="6559550" y="2787650"/>
          <p14:tracePt t="86328" x="6597650" y="2787650"/>
          <p14:tracePt t="86362" x="6610350" y="2781300"/>
          <p14:tracePt t="86404" x="6616700" y="2781300"/>
          <p14:tracePt t="86517" x="6623050" y="2781300"/>
          <p14:tracePt t="86594" x="6629400" y="2781300"/>
          <p14:tracePt t="86615" x="6642100" y="2781300"/>
          <p14:tracePt t="86636" x="6648450" y="2781300"/>
          <p14:tracePt t="86644" x="6654800" y="2781300"/>
          <p14:tracePt t="86664" x="6661150" y="2781300"/>
          <p14:tracePt t="86678" x="6667500" y="2781300"/>
          <p14:tracePt t="86685" x="6673850" y="2781300"/>
          <p14:tracePt t="86699" x="6686550" y="2781300"/>
          <p14:tracePt t="86710" x="6705600" y="2774950"/>
          <p14:tracePt t="86727" x="6756400" y="2768600"/>
          <p14:tracePt t="86743" x="6788150" y="2762250"/>
          <p14:tracePt t="86760" x="6858000" y="2743200"/>
          <p14:tracePt t="86776" x="6921500" y="2724150"/>
          <p14:tracePt t="86793" x="6946900" y="2711450"/>
          <p14:tracePt t="86810" x="6997700" y="2705100"/>
          <p14:tracePt t="86826" x="7029450" y="2698750"/>
          <p14:tracePt t="86843" x="7042150" y="2692400"/>
          <p14:tracePt t="86860" x="7061200" y="2686050"/>
          <p14:tracePt t="86876" x="7080250" y="2686050"/>
          <p14:tracePt t="86893" x="7086600" y="2679700"/>
          <p14:tracePt t="86910" x="7092950" y="2679700"/>
          <p14:tracePt t="86926" x="7099300" y="2679700"/>
          <p14:tracePt t="86943" x="7112000" y="2679700"/>
          <p14:tracePt t="86960" x="7131050" y="2679700"/>
          <p14:tracePt t="86976" x="7143750" y="2679700"/>
          <p14:tracePt t="86993" x="7200900" y="2679700"/>
          <p14:tracePt t="87009" x="7232650" y="2667000"/>
          <p14:tracePt t="87026" x="7258050" y="2667000"/>
          <p14:tracePt t="87043" x="7327900" y="2660650"/>
          <p14:tracePt t="87059" x="7378700" y="2647950"/>
          <p14:tracePt t="87075" x="7391400" y="2647950"/>
          <p14:tracePt t="87092" x="7410450" y="2635250"/>
          <p14:tracePt t="87109" x="7410450" y="2628900"/>
          <p14:tracePt t="87126" x="7416800" y="2622550"/>
          <p14:tracePt t="87316" x="7410450" y="2622550"/>
          <p14:tracePt t="87345" x="7404100" y="2622550"/>
          <p14:tracePt t="87379" x="7397750" y="2628900"/>
          <p14:tracePt t="87386" x="7391400" y="2635250"/>
          <p14:tracePt t="87401" x="7385050" y="2641600"/>
          <p14:tracePt t="87410" x="7372350" y="2641600"/>
          <p14:tracePt t="87424" x="7353300" y="2654300"/>
          <p14:tracePt t="87441" x="7258050" y="2717800"/>
          <p14:tracePt t="87458" x="7067550" y="2844800"/>
          <p14:tracePt t="87474" x="6921500" y="2940050"/>
          <p14:tracePt t="87491" x="6483350" y="3225800"/>
          <p14:tracePt t="87507" x="5892800" y="3619500"/>
          <p14:tracePt t="87524" x="5537200" y="3810000"/>
          <p14:tracePt t="87542" x="4851400" y="4216400"/>
          <p14:tracePt t="87557" x="4146550" y="4572000"/>
          <p14:tracePt t="87573" x="3848100" y="4699000"/>
          <p14:tracePt t="87590" x="3321050" y="4908550"/>
          <p14:tracePt t="87607" x="3079750" y="4997450"/>
          <p14:tracePt t="87624" x="2686050" y="5118100"/>
          <p14:tracePt t="87640" x="2324100" y="5207000"/>
          <p14:tracePt t="87657" x="2209800" y="5226050"/>
          <p14:tracePt t="87674" x="1911350" y="5289550"/>
          <p14:tracePt t="87690" x="1809750" y="5308600"/>
          <p14:tracePt t="87707" x="1720850" y="5321300"/>
          <p14:tracePt t="87723" x="1568450" y="5334000"/>
          <p14:tracePt t="87740" x="1435100" y="5327650"/>
          <p14:tracePt t="87757" x="1270000" y="5327650"/>
          <p14:tracePt t="87773" x="1181100" y="5334000"/>
          <p14:tracePt t="87789" x="977900" y="5334000"/>
          <p14:tracePt t="87807" x="825500" y="5321300"/>
          <p14:tracePt t="87823" x="742950" y="5308600"/>
          <p14:tracePt t="87839" x="603250" y="5276850"/>
          <p14:tracePt t="87857" x="495300" y="5251450"/>
          <p14:tracePt t="87873" x="438150" y="5226050"/>
          <p14:tracePt t="87877" x="393700" y="5207000"/>
          <p14:tracePt t="87889" x="361950" y="5181600"/>
          <p14:tracePt t="87906" x="317500" y="5156200"/>
          <p14:tracePt t="87922" x="311150" y="5149850"/>
          <p14:tracePt t="87940" x="298450" y="5124450"/>
          <p14:tracePt t="87956" x="298450" y="5118100"/>
          <p14:tracePt t="87973" x="298450" y="5099050"/>
          <p14:tracePt t="87990" x="317500" y="5086350"/>
          <p14:tracePt t="88006" x="336550" y="5073650"/>
          <p14:tracePt t="88022" x="387350" y="5054600"/>
          <p14:tracePt t="88039" x="476250" y="5010150"/>
          <p14:tracePt t="88055" x="520700" y="4984750"/>
          <p14:tracePt t="88073" x="622300" y="4927600"/>
          <p14:tracePt t="88089" x="717550" y="4870450"/>
          <p14:tracePt t="88105" x="762000" y="4845050"/>
          <p14:tracePt t="88122" x="850900" y="4800600"/>
          <p14:tracePt t="88138" x="939800" y="4756150"/>
          <p14:tracePt t="88155" x="971550" y="4743450"/>
          <p14:tracePt t="88172" x="1022350" y="4711700"/>
          <p14:tracePt t="88188" x="1066800" y="4699000"/>
          <p14:tracePt t="88205" x="1085850" y="4686300"/>
          <p14:tracePt t="88222" x="1130300" y="4667250"/>
          <p14:tracePt t="88238" x="1168400" y="4654550"/>
          <p14:tracePt t="88256" x="1219200" y="4648200"/>
          <p14:tracePt t="88271" x="1238250" y="4648200"/>
          <p14:tracePt t="88288" x="1270000" y="4641850"/>
          <p14:tracePt t="88305" x="1320800" y="4635500"/>
          <p14:tracePt t="88321" x="1371600" y="4622800"/>
          <p14:tracePt t="88338" x="1390650" y="4622800"/>
          <p14:tracePt t="88355" x="1428750" y="4616450"/>
          <p14:tracePt t="88371" x="1473200" y="4610100"/>
          <p14:tracePt t="88389" x="1504950" y="4610100"/>
          <p14:tracePt t="88405" x="1511300" y="4610100"/>
          <p14:tracePt t="88421" x="1524000" y="4603750"/>
          <p14:tracePt t="88438" x="1530350" y="4603750"/>
          <p14:tracePt t="88454" x="1536700" y="4603750"/>
          <p14:tracePt t="88470" x="1549400" y="4603750"/>
          <p14:tracePt t="88488" x="1562100" y="4603750"/>
          <p14:tracePt t="88504" x="1568450" y="4603750"/>
          <p14:tracePt t="88537" x="1600200" y="4610100"/>
          <p14:tracePt t="88554" x="1612900" y="4610100"/>
          <p14:tracePt t="88571" x="1651000" y="4616450"/>
          <p14:tracePt t="88587" x="1676400" y="4616450"/>
          <p14:tracePt t="88604" x="1733550" y="4629150"/>
          <p14:tracePt t="88621" x="1822450" y="4629150"/>
          <p14:tracePt t="88637" x="1847850" y="4629150"/>
          <p14:tracePt t="88653" x="1930400" y="4622800"/>
          <p14:tracePt t="88670" x="2000250" y="4616450"/>
          <p14:tracePt t="88686" x="2038350" y="4616450"/>
          <p14:tracePt t="88703" x="2076450" y="4616450"/>
          <p14:tracePt t="88720" x="2120900" y="4616450"/>
          <p14:tracePt t="88736" x="2127250" y="4616450"/>
          <p14:tracePt t="88753" x="2146300" y="4616450"/>
          <p14:tracePt t="88769" x="2159000" y="4616450"/>
          <p14:tracePt t="88786" x="2165350" y="4610100"/>
          <p14:tracePt t="88819" x="2171700" y="4610100"/>
          <p14:tracePt t="88853" x="2178050" y="4610100"/>
          <p14:tracePt t="89210" x="2171700" y="4610100"/>
          <p14:tracePt t="89224" x="2165350" y="4610100"/>
          <p14:tracePt t="89231" x="2159000" y="4610100"/>
          <p14:tracePt t="89238" x="2152650" y="4610100"/>
          <p14:tracePt t="89254" x="2133600" y="4610100"/>
          <p14:tracePt t="89268" x="2114550" y="4610100"/>
          <p14:tracePt t="89285" x="2051050" y="4616450"/>
          <p14:tracePt t="89301" x="1968500" y="4616450"/>
          <p14:tracePt t="89318" x="1917700" y="4616450"/>
          <p14:tracePt t="89334" x="1803400" y="4629150"/>
          <p14:tracePt t="89351" x="1670050" y="4635500"/>
          <p14:tracePt t="89367" x="1606550" y="4648200"/>
          <p14:tracePt t="89384" x="1504950" y="4648200"/>
          <p14:tracePt t="89400" x="1422400" y="4648200"/>
          <p14:tracePt t="89417" x="1397000" y="4648200"/>
          <p14:tracePt t="89434" x="1352550" y="4648200"/>
          <p14:tracePt t="89450" x="1333500" y="4635500"/>
          <p14:tracePt t="89467" x="1327150" y="4635500"/>
          <p14:tracePt t="89511" x="1333500" y="4629150"/>
          <p14:tracePt t="89520" x="1339850" y="4629150"/>
          <p14:tracePt t="89534" x="1352550" y="4629150"/>
          <p14:tracePt t="89550" x="1371600" y="4629150"/>
          <p14:tracePt t="89567" x="1403350" y="4622800"/>
          <p14:tracePt t="89583" x="1460500" y="4622800"/>
          <p14:tracePt t="89600" x="1511300" y="4610100"/>
          <p14:tracePt t="89617" x="1625600" y="4603750"/>
          <p14:tracePt t="89633" x="1758950" y="4603750"/>
          <p14:tracePt t="89650" x="1822450" y="4603750"/>
          <p14:tracePt t="89667" x="1962150" y="4591050"/>
          <p14:tracePt t="89683" x="2082800" y="4597400"/>
          <p14:tracePt t="89701" x="2171700" y="4603750"/>
          <p14:tracePt t="89716" x="2203450" y="4610100"/>
          <p14:tracePt t="89733" x="2241550" y="4610100"/>
          <p14:tracePt t="89750" x="2254250" y="4616450"/>
          <p14:tracePt t="89766" x="2260600" y="4616450"/>
          <p14:tracePt t="89869" x="2254250" y="4616450"/>
          <p14:tracePt t="89953" x="2260600" y="4616450"/>
          <p14:tracePt t="89960" x="2266950" y="4616450"/>
          <p14:tracePt t="89982" x="2273300" y="4616450"/>
          <p14:tracePt t="89995" x="2286000" y="4616450"/>
          <p14:tracePt t="90002" x="2298700" y="4622800"/>
          <p14:tracePt t="90015" x="2330450" y="4622800"/>
          <p14:tracePt t="90032" x="2432050" y="4641850"/>
          <p14:tracePt t="90048" x="2495550" y="4648200"/>
          <p14:tracePt t="90066" x="2692400" y="4673600"/>
          <p14:tracePt t="90082" x="2933700" y="4679950"/>
          <p14:tracePt t="90098" x="3054350" y="4679950"/>
          <p14:tracePt t="90115" x="3295650" y="4679950"/>
          <p14:tracePt t="90131" x="3409950" y="4654550"/>
          <p14:tracePt t="90149" x="3606800" y="4629150"/>
          <p14:tracePt t="90165" x="3740150" y="4578350"/>
          <p14:tracePt t="90181" x="3810000" y="4546600"/>
          <p14:tracePt t="90198" x="3886200" y="4514850"/>
          <p14:tracePt t="90215" x="3924300" y="4489450"/>
          <p14:tracePt t="90231" x="3937000" y="4483100"/>
          <p14:tracePt t="90248" x="3956050" y="4470400"/>
          <p14:tracePt t="90290" x="3956050" y="4476750"/>
          <p14:tracePt t="90311" x="3949700" y="4476750"/>
          <p14:tracePt t="90332" x="3943350" y="4476750"/>
          <p14:tracePt t="90345" x="3937000" y="4476750"/>
          <p14:tracePt t="90353" x="3930650" y="4476750"/>
          <p14:tracePt t="90364" x="3924300" y="4483100"/>
          <p14:tracePt t="90381" x="3917950" y="4489450"/>
          <p14:tracePt t="90414" x="3905250" y="4495800"/>
          <p14:tracePt t="90431" x="3892550" y="4508500"/>
          <p14:tracePt t="90447" x="3879850" y="4508500"/>
          <p14:tracePt t="90464" x="3867150" y="4514850"/>
          <p14:tracePt t="90480" x="3835400" y="4521200"/>
          <p14:tracePt t="90497" x="3765550" y="4527550"/>
          <p14:tracePt t="90514" x="3663950" y="4533900"/>
          <p14:tracePt t="90530" x="3606800" y="4533900"/>
          <p14:tracePt t="90547" x="3479800" y="4533900"/>
          <p14:tracePt t="90564" x="3378200" y="4533900"/>
          <p14:tracePt t="90580" x="3340100" y="4533900"/>
          <p14:tracePt t="90597" x="3276600" y="4533900"/>
          <p14:tracePt t="90613" x="3251200" y="4527550"/>
          <p14:tracePt t="90648" x="3270250" y="4521200"/>
          <p14:tracePt t="90663" x="3340100" y="4502150"/>
          <p14:tracePt t="90680" x="3390900" y="4495800"/>
          <p14:tracePt t="90697" x="3536950" y="4483100"/>
          <p14:tracePt t="90713" x="3752850" y="4483100"/>
          <p14:tracePt t="90730" x="3886200" y="4483100"/>
          <p14:tracePt t="90746" x="4184650" y="4476750"/>
          <p14:tracePt t="90763" x="4324350" y="4464050"/>
          <p14:tracePt t="90780" x="4578350" y="4464050"/>
          <p14:tracePt t="90796" x="4768850" y="4476750"/>
          <p14:tracePt t="90812" x="4857750" y="4476750"/>
          <p14:tracePt t="90830" x="4997450" y="4489450"/>
          <p14:tracePt t="90846" x="5067300" y="4489450"/>
          <p14:tracePt t="90862" x="5086350" y="4495800"/>
          <p14:tracePt t="90879" x="5105400" y="4502150"/>
          <p14:tracePt t="90896" x="5111750" y="4502150"/>
          <p14:tracePt t="90929" x="5118100" y="4502150"/>
          <p14:tracePt t="90984" x="5111750" y="4502150"/>
          <p14:tracePt t="90991" x="5105400" y="4502150"/>
          <p14:tracePt t="91046" x="5099050" y="4502150"/>
          <p14:tracePt t="91075" x="5092700" y="4502150"/>
          <p14:tracePt t="91096" x="5086350" y="4502150"/>
          <p14:tracePt t="91116" x="5080000" y="4502150"/>
          <p14:tracePt t="91124" x="5073650" y="4502150"/>
          <p14:tracePt t="91131" x="5060950" y="4508500"/>
          <p14:tracePt t="91148" x="5041900" y="4508500"/>
          <p14:tracePt t="91162" x="5022850" y="4508500"/>
          <p14:tracePt t="91178" x="4895850" y="4508500"/>
          <p14:tracePt t="91195" x="4692650" y="4502150"/>
          <p14:tracePt t="91211" x="4565650" y="4502150"/>
          <p14:tracePt t="91228" x="4286250" y="4489450"/>
          <p14:tracePt t="91245" x="4032250" y="4483100"/>
          <p14:tracePt t="91261" x="3905250" y="4470400"/>
          <p14:tracePt t="91278" x="3752850" y="4457700"/>
          <p14:tracePt t="91294" x="3670300" y="4451350"/>
          <p14:tracePt t="91311" x="3657600" y="4451350"/>
          <p14:tracePt t="91328" x="3651250" y="4451350"/>
          <p14:tracePt t="91344" x="3695700" y="4451350"/>
          <p14:tracePt t="91361" x="3727450" y="4451350"/>
          <p14:tracePt t="91377" x="3848100" y="4464050"/>
          <p14:tracePt t="91395" x="3962400" y="4483100"/>
          <p14:tracePt t="91411" x="4483100" y="4540250"/>
          <p14:tracePt t="91427" x="4699000" y="4552950"/>
          <p14:tracePt t="91444" x="4933950" y="4552950"/>
          <p14:tracePt t="91461" x="5321300" y="4521200"/>
          <p14:tracePt t="91477" x="5575300" y="4502150"/>
          <p14:tracePt t="91494" x="5664200" y="4502150"/>
          <p14:tracePt t="91510" x="5784850" y="4476750"/>
          <p14:tracePt t="91527" x="5842000" y="4457700"/>
          <p14:tracePt t="91543" x="5854700" y="4451350"/>
          <p14:tracePt t="91560" x="5867400" y="4451350"/>
          <p14:tracePt t="91615" x="5867400" y="4445000"/>
          <p14:tracePt t="91622" x="5861050" y="4445000"/>
          <p14:tracePt t="91657" x="5861050" y="4438650"/>
          <p14:tracePt t="91678" x="5861050" y="4425950"/>
          <p14:tracePt t="91685" x="5861050" y="4413250"/>
          <p14:tracePt t="91695" x="5861050" y="4400550"/>
          <p14:tracePt t="91709" x="5861050" y="4381500"/>
          <p14:tracePt t="91727" x="5867400" y="4330700"/>
          <p14:tracePt t="91743" x="5867400" y="4286250"/>
          <p14:tracePt t="91759" x="5848350" y="4121150"/>
          <p14:tracePt t="91778" x="5765800" y="3835400"/>
          <p14:tracePt t="91793" x="5708650" y="3632200"/>
          <p14:tracePt t="91809" x="5568950" y="3181350"/>
          <p14:tracePt t="91826" x="5435600" y="2806700"/>
          <p14:tracePt t="91842" x="5391150" y="2673350"/>
          <p14:tracePt t="91859" x="5365750" y="2584450"/>
          <p14:tracePt t="91876" x="5353050" y="2463800"/>
          <p14:tracePt t="91892" x="5353050" y="2425700"/>
          <p14:tracePt t="91909" x="5359400" y="2374900"/>
          <p14:tracePt t="91925" x="5378450" y="2355850"/>
          <p14:tracePt t="91942" x="5410200" y="2343150"/>
          <p14:tracePt t="91959" x="5486400" y="2311400"/>
          <p14:tracePt t="91975" x="5556250" y="2286000"/>
          <p14:tracePt t="91992" x="5600700" y="2266950"/>
          <p14:tracePt t="92009" x="5715000" y="2228850"/>
          <p14:tracePt t="92025" x="5746750" y="2222500"/>
          <p14:tracePt t="92042" x="5822950" y="2190750"/>
          <p14:tracePt t="92058" x="5854700" y="2184400"/>
          <p14:tracePt t="92075" x="5873750" y="2178050"/>
          <p14:tracePt t="92092" x="5918200" y="2171700"/>
          <p14:tracePt t="92108" x="5956300" y="2165350"/>
          <p14:tracePt t="92125" x="5981700" y="2165350"/>
          <p14:tracePt t="92141" x="6013450" y="2184400"/>
          <p14:tracePt t="92158" x="6051550" y="2222500"/>
          <p14:tracePt t="92174" x="6070600" y="2241550"/>
          <p14:tracePt t="92191" x="6115050" y="2298700"/>
          <p14:tracePt t="92208" x="6134100" y="2330450"/>
          <p14:tracePt t="92226" x="6165850" y="2381250"/>
          <p14:tracePt t="92240" x="6178550" y="2406650"/>
          <p14:tracePt t="92257" x="6172200" y="2432050"/>
          <p14:tracePt t="92275" x="6172200" y="2444750"/>
          <p14:tracePt t="92291" x="6165850" y="2451100"/>
          <p14:tracePt t="92307" x="6159500" y="2457450"/>
          <p14:tracePt t="92324" x="6146800" y="2476500"/>
          <p14:tracePt t="92340" x="6140450" y="2482850"/>
          <p14:tracePt t="92358" x="6134100" y="2489200"/>
          <p14:tracePt t="92374" x="6127750" y="2489200"/>
          <p14:tracePt t="92390" x="6127750" y="2501900"/>
          <p14:tracePt t="92408" x="6115050" y="2520950"/>
          <p14:tracePt t="92423" x="6108700" y="2527300"/>
          <p14:tracePt t="92440" x="6089650" y="2559050"/>
          <p14:tracePt t="92457" x="6070600" y="2590800"/>
          <p14:tracePt t="92473" x="6064250" y="2616200"/>
          <p14:tracePt t="92490" x="6038850" y="2641600"/>
          <p14:tracePt t="92507" x="6026150" y="2667000"/>
          <p14:tracePt t="92523" x="6019800" y="2673350"/>
          <p14:tracePt t="92540" x="6019800" y="2679700"/>
          <p14:tracePt t="92556" x="6019800" y="2692400"/>
          <p14:tracePt t="92597" x="6019800" y="2698750"/>
          <p14:tracePt t="92606" x="6026150" y="2698750"/>
          <p14:tracePt t="92626" x="6038850" y="2698750"/>
          <p14:tracePt t="92646" x="6045200" y="2698750"/>
          <p14:tracePt t="92667" x="6051550" y="2698750"/>
          <p14:tracePt t="92688" x="6057900" y="2698750"/>
          <p14:tracePt t="92709" x="6064250" y="2698750"/>
          <p14:tracePt t="92730" x="6070600" y="2698750"/>
          <p14:tracePt t="92737" x="6083300" y="2698750"/>
          <p14:tracePt t="92744" x="6089650" y="2698750"/>
          <p14:tracePt t="92759" x="6102350" y="2698750"/>
          <p14:tracePt t="92772" x="6115050" y="2698750"/>
          <p14:tracePt t="92789" x="6153150" y="2698750"/>
          <p14:tracePt t="92806" x="6172200" y="2698750"/>
          <p14:tracePt t="92822" x="6216650" y="2692400"/>
          <p14:tracePt t="92839" x="6248400" y="2692400"/>
          <p14:tracePt t="92856" x="6280150" y="2692400"/>
          <p14:tracePt t="92872" x="6292850" y="2692400"/>
          <p14:tracePt t="92889" x="6305550" y="2692400"/>
          <p14:tracePt t="92926" x="6311900" y="2692400"/>
          <p14:tracePt t="92956" x="6311900" y="2698750"/>
          <p14:tracePt t="93004" x="6318250" y="2698750"/>
          <p14:tracePt t="93018" x="6324600" y="2698750"/>
          <p14:tracePt t="93025" x="6330950" y="2698750"/>
          <p14:tracePt t="93041" x="6337300" y="2698750"/>
          <p14:tracePt t="93055" x="6343650" y="2698750"/>
          <p14:tracePt t="93074" x="6356350" y="2698750"/>
          <p14:tracePt t="93088" x="6362700" y="2698750"/>
          <p14:tracePt t="93105" x="6388100" y="2698750"/>
          <p14:tracePt t="93121" x="6400800" y="2698750"/>
          <p14:tracePt t="93138" x="6457950" y="2711450"/>
          <p14:tracePt t="93154" x="6470650" y="2711450"/>
          <p14:tracePt t="93172" x="6515100" y="2711450"/>
          <p14:tracePt t="93187" x="6546850" y="2711450"/>
          <p14:tracePt t="93204" x="6565900" y="2711450"/>
          <p14:tracePt t="93222" x="6591300" y="2711450"/>
          <p14:tracePt t="93237" x="6610350" y="2711450"/>
          <p14:tracePt t="93254" x="6623050" y="2711450"/>
          <p14:tracePt t="93271" x="6635750" y="2711450"/>
          <p14:tracePt t="93287" x="6642100" y="2711450"/>
          <p14:tracePt t="93304" x="6654800" y="2711450"/>
          <p14:tracePt t="93320" x="6661150" y="2705100"/>
          <p14:tracePt t="93337" x="6667500" y="2705100"/>
          <p14:tracePt t="93354" x="6680200" y="2705100"/>
          <p14:tracePt t="93370" x="6686550" y="2705100"/>
          <p14:tracePt t="93387" x="6692900" y="2705100"/>
          <p14:tracePt t="93404" x="6699250" y="2705100"/>
          <p14:tracePt t="93437" x="6711950" y="2705100"/>
          <p14:tracePt t="93453" x="6718300" y="2705100"/>
          <p14:tracePt t="93470" x="6737350" y="2705100"/>
          <p14:tracePt t="93488" x="6762750" y="2705100"/>
          <p14:tracePt t="93503" x="6769100" y="2705100"/>
          <p14:tracePt t="93520" x="6794500" y="2705100"/>
          <p14:tracePt t="93537" x="6826250" y="2705100"/>
          <p14:tracePt t="93553" x="6838950" y="2705100"/>
          <p14:tracePt t="93570" x="6851650" y="2705100"/>
          <p14:tracePt t="93586" x="6883400" y="2705100"/>
          <p14:tracePt t="93603" x="6896100" y="2705100"/>
          <p14:tracePt t="93620" x="6902450" y="2698750"/>
          <p14:tracePt t="93636" x="6908800" y="2698750"/>
          <p14:tracePt t="93653" x="6921500" y="2698750"/>
          <p14:tracePt t="93670" x="6940550" y="2698750"/>
          <p14:tracePt t="93686" x="6946900" y="2698750"/>
          <p14:tracePt t="93702" x="6959600" y="2698750"/>
          <p14:tracePt t="93719" x="6978650" y="2698750"/>
          <p14:tracePt t="93736" x="6985000" y="2698750"/>
          <p14:tracePt t="93752" x="7010400" y="2698750"/>
          <p14:tracePt t="93769" x="7029450" y="2698750"/>
          <p14:tracePt t="93786" x="7042150" y="2698750"/>
          <p14:tracePt t="93802" x="7067550" y="2698750"/>
          <p14:tracePt t="93818" x="7086600" y="2698750"/>
          <p14:tracePt t="93836" x="7092950" y="2698750"/>
          <p14:tracePt t="93853" x="7099300" y="2698750"/>
          <p14:tracePt t="93869" x="7112000" y="2698750"/>
          <p14:tracePt t="93902" x="7118350" y="2698750"/>
          <p14:tracePt t="93918" x="7124700" y="2698750"/>
          <p14:tracePt t="93935" x="7131050" y="2698750"/>
          <p14:tracePt t="94000" x="7137400" y="2698750"/>
          <p14:tracePt t="94007" x="7143750" y="2698750"/>
          <p14:tracePt t="94049" x="7143750" y="2705100"/>
          <p14:tracePt t="94357" x="7137400" y="2705100"/>
          <p14:tracePt t="94462" x="7131050" y="2705100"/>
          <p14:tracePt t="94484" x="7124700" y="2705100"/>
          <p14:tracePt t="94490" x="7118350" y="2711450"/>
          <p14:tracePt t="94499" x="7112000" y="2711450"/>
          <p14:tracePt t="94516" x="7105650" y="2717800"/>
          <p14:tracePt t="94533" x="7073900" y="2749550"/>
          <p14:tracePt t="94550" x="7042150" y="2774950"/>
          <p14:tracePt t="94568" x="6877050" y="2940050"/>
          <p14:tracePt t="94583" x="6800850" y="3022600"/>
          <p14:tracePt t="94599" x="6718300" y="3117850"/>
          <p14:tracePt t="94616" x="6508750" y="3346450"/>
          <p14:tracePt t="94633" x="6273800" y="3606800"/>
          <p14:tracePt t="94649" x="6159500" y="3746500"/>
          <p14:tracePt t="94666" x="5918200" y="4025900"/>
          <p14:tracePt t="94683" x="5734050" y="4222750"/>
          <p14:tracePt t="94699" x="5664200" y="4318000"/>
          <p14:tracePt t="94716" x="5518150" y="4457700"/>
          <p14:tracePt t="94732" x="5410200" y="4584700"/>
          <p14:tracePt t="94751" x="5327650" y="4660900"/>
          <p14:tracePt t="94766" x="5308600" y="4679950"/>
          <p14:tracePt t="94782" x="5289550" y="4718050"/>
          <p14:tracePt t="94799" x="5276850" y="4718050"/>
          <p14:tracePt t="94832" x="5270500" y="4724400"/>
          <p14:tracePt t="94960" x="5270500" y="4718050"/>
          <p14:tracePt t="94974" x="5270500" y="4711700"/>
          <p14:tracePt t="94984" x="5270500" y="4705350"/>
          <p14:tracePt t="94998" x="5270500" y="4699000"/>
          <p14:tracePt t="95015" x="5270500" y="4692650"/>
          <p14:tracePt t="95031" x="5270500" y="4686300"/>
          <p14:tracePt t="95051" x="5270500" y="4679950"/>
          <p14:tracePt t="95094" x="5270500" y="4673600"/>
          <p14:tracePt t="95101" x="5270500" y="4667250"/>
          <p14:tracePt t="95129" x="5270500" y="4660900"/>
          <p14:tracePt t="95150" x="5270500" y="4654550"/>
          <p14:tracePt t="95185" x="5270500" y="4648200"/>
          <p14:tracePt t="95220" x="5264150" y="4648200"/>
          <p14:tracePt t="95255" x="5257800" y="4648200"/>
          <p14:tracePt t="95268" x="5245100" y="4648200"/>
          <p14:tracePt t="95282" x="5238750" y="4648200"/>
          <p14:tracePt t="95289" x="5232400" y="4648200"/>
          <p14:tracePt t="95304" x="5207000" y="4648200"/>
          <p14:tracePt t="95314" x="5168900" y="4648200"/>
          <p14:tracePt t="95330" x="5105400" y="4648200"/>
          <p14:tracePt t="95347" x="4914900" y="4635500"/>
          <p14:tracePt t="95363" x="4622800" y="4622800"/>
          <p14:tracePt t="95381" x="4171950" y="4610100"/>
          <p14:tracePt t="95396" x="3930650" y="4597400"/>
          <p14:tracePt t="95413" x="3486150" y="4584700"/>
          <p14:tracePt t="95430" x="3086100" y="4591050"/>
          <p14:tracePt t="95446" x="2927350" y="4591050"/>
          <p14:tracePt t="95463" x="2813050" y="4597400"/>
          <p14:tracePt t="95480" x="2546350" y="4610100"/>
          <p14:tracePt t="95496" x="2508250" y="4616450"/>
          <p14:tracePt t="95513" x="2476500" y="4622800"/>
          <p14:tracePt t="95530" x="2444750" y="4635500"/>
          <p14:tracePt t="95546" x="2432050" y="4648200"/>
          <p14:tracePt t="95579" x="2425700" y="4648200"/>
          <p14:tracePt t="95595" x="2425700" y="4654550"/>
          <p14:tracePt t="95640" x="2425700" y="4648200"/>
          <p14:tracePt t="95654" x="2432050" y="4641850"/>
          <p14:tracePt t="95661" x="2438400" y="4635500"/>
          <p14:tracePt t="95682" x="2438400" y="4629150"/>
          <p14:tracePt t="95690" x="2444750" y="4622800"/>
          <p14:tracePt t="95704" x="2444750" y="4610100"/>
          <p14:tracePt t="95712" x="2451100" y="4603750"/>
          <p14:tracePt t="95729" x="2451100" y="4591050"/>
          <p14:tracePt t="95746" x="2451100" y="4559300"/>
          <p14:tracePt t="95762" x="2451100" y="4432300"/>
          <p14:tracePt t="95779" x="2438400" y="4330700"/>
          <p14:tracePt t="95795" x="2381250" y="4019550"/>
          <p14:tracePt t="95812" x="2324100" y="3790950"/>
          <p14:tracePt t="95829" x="2203450" y="3282950"/>
          <p14:tracePt t="95845" x="2038350" y="2667000"/>
          <p14:tracePt t="95862" x="1962150" y="2406650"/>
          <p14:tracePt t="95879" x="1854200" y="2012950"/>
          <p14:tracePt t="95895" x="1797050" y="1822450"/>
          <p14:tracePt t="95911" x="1778000" y="1752600"/>
          <p14:tracePt t="95928" x="1752600" y="1682750"/>
          <p14:tracePt t="95945" x="1746250" y="1638300"/>
          <p14:tracePt t="95961" x="1746250" y="1631950"/>
          <p14:tracePt t="95978" x="1739900" y="1625600"/>
          <p14:tracePt t="96061" x="1739900" y="1619250"/>
          <p14:tracePt t="96075" x="1739900" y="1612900"/>
          <p14:tracePt t="96082" x="1746250" y="1606550"/>
          <p14:tracePt t="96097" x="1746250" y="1593850"/>
          <p14:tracePt t="96111" x="1746250" y="1568450"/>
          <p14:tracePt t="96127" x="1746250" y="1562100"/>
          <p14:tracePt t="96146" x="1746250" y="1511300"/>
          <p14:tracePt t="96161" x="1739900" y="1479550"/>
          <p14:tracePt t="96177" x="1733550" y="1403350"/>
          <p14:tracePt t="96195" x="1727200" y="1333500"/>
          <p14:tracePt t="96210" x="1720850" y="1289050"/>
          <p14:tracePt t="96227" x="1714500" y="1250950"/>
          <p14:tracePt t="96244" x="1714500" y="1225550"/>
          <p14:tracePt t="96260" x="1714500" y="1219200"/>
          <p14:tracePt t="96277" x="1720850" y="1200150"/>
          <p14:tracePt t="96294" x="1739900" y="1187450"/>
          <p14:tracePt t="96310" x="1752600" y="1187450"/>
          <p14:tracePt t="96327" x="1778000" y="1181100"/>
          <p14:tracePt t="96343" x="1809750" y="1181100"/>
          <p14:tracePt t="96360" x="1847850" y="1187450"/>
          <p14:tracePt t="96377" x="1955800" y="1193800"/>
          <p14:tracePt t="96393" x="2133600" y="1212850"/>
          <p14:tracePt t="96410" x="2222500" y="1225550"/>
          <p14:tracePt t="96427" x="2419350" y="1257300"/>
          <p14:tracePt t="96443" x="2520950" y="1263650"/>
          <p14:tracePt t="96447" x="2609850" y="1276350"/>
          <p14:tracePt t="96460" x="2787650" y="1282700"/>
          <p14:tracePt t="96476" x="2863850" y="1282700"/>
          <p14:tracePt t="96493" x="2927350" y="1282700"/>
          <p14:tracePt t="96510" x="3048000" y="1295400"/>
          <p14:tracePt t="96526" x="3111500" y="1295400"/>
          <p14:tracePt t="96543" x="3130550" y="1295400"/>
          <p14:tracePt t="96559" x="3155950" y="1301750"/>
          <p14:tracePt t="96576" x="3162300" y="1301750"/>
          <p14:tracePt t="96636" x="3155950" y="1301750"/>
          <p14:tracePt t="96643" x="3149600" y="1301750"/>
          <p14:tracePt t="96657" x="3143250" y="1301750"/>
          <p14:tracePt t="96664" x="3143250" y="1308100"/>
          <p14:tracePt t="96675" x="3136900" y="1308100"/>
          <p14:tracePt t="96693" x="3124200" y="1314450"/>
          <p14:tracePt t="96725" x="3111500" y="1320800"/>
          <p14:tracePt t="97156" x="3105150" y="1320800"/>
          <p14:tracePt t="97163" x="3098800" y="1308100"/>
          <p14:tracePt t="97177" x="3098800" y="1295400"/>
          <p14:tracePt t="97191" x="3092450" y="1282700"/>
          <p14:tracePt t="97207" x="3079750" y="1263650"/>
          <p14:tracePt t="97224" x="3073400" y="1250950"/>
          <p14:tracePt t="97241" x="3054350" y="1231900"/>
          <p14:tracePt t="97257" x="3041650" y="1219200"/>
          <p14:tracePt t="97273" x="3041650" y="1212850"/>
          <p14:tracePt t="97290" x="3028950" y="1200150"/>
          <p14:tracePt t="97307" x="3022600" y="1193800"/>
          <p14:tracePt t="97324" x="3016250" y="1181100"/>
          <p14:tracePt t="97357" x="3016250" y="1174750"/>
          <p14:tracePt t="97374" x="3028950" y="1174750"/>
          <p14:tracePt t="97389" x="3041650" y="1174750"/>
          <p14:tracePt t="97423" x="3117850" y="1181100"/>
          <p14:tracePt t="97440" x="3168650" y="1181100"/>
          <p14:tracePt t="97458" x="3321050" y="1200150"/>
          <p14:tracePt t="97473" x="3435350" y="1219200"/>
          <p14:tracePt t="97489" x="3702050" y="1250950"/>
          <p14:tracePt t="97507" x="3975100" y="1295400"/>
          <p14:tracePt t="97523" x="4089400" y="1301750"/>
          <p14:tracePt t="97539" x="4279900" y="1314450"/>
          <p14:tracePt t="97556" x="4413250" y="1314450"/>
          <p14:tracePt t="97573" x="4464050" y="1301750"/>
          <p14:tracePt t="97589" x="4514850" y="1282700"/>
          <p14:tracePt t="97606" x="4540250" y="1270000"/>
          <p14:tracePt t="97640" x="4540250" y="1263650"/>
          <p14:tracePt t="97656" x="4540250" y="1257300"/>
          <p14:tracePt t="97675" x="4533900" y="1257300"/>
          <p14:tracePt t="97696" x="4527550" y="1257300"/>
          <p14:tracePt t="97705" x="4521200" y="1257300"/>
          <p14:tracePt t="97721" x="4514850" y="1257300"/>
          <p14:tracePt t="97739" x="4502150" y="1270000"/>
          <p14:tracePt t="97755" x="4495800" y="1276350"/>
          <p14:tracePt t="97773" x="4476750" y="1301750"/>
          <p14:tracePt t="97789" x="4457700" y="1320800"/>
          <p14:tracePt t="97805" x="4425950" y="1352550"/>
          <p14:tracePt t="97823" x="4337050" y="1479550"/>
          <p14:tracePt t="97838" x="4191000" y="1746250"/>
          <p14:tracePt t="97855" x="4089400" y="1968500"/>
          <p14:tracePt t="97872" x="3829050" y="2533650"/>
          <p14:tracePt t="97888" x="3594100" y="3168650"/>
          <p14:tracePt t="97905" x="3479800" y="3460750"/>
          <p14:tracePt t="97921" x="3346450" y="3924300"/>
          <p14:tracePt t="97938" x="3276600" y="4254500"/>
          <p14:tracePt t="97956" x="3244850" y="4457700"/>
          <p14:tracePt t="97971" x="3225800" y="4540250"/>
          <p14:tracePt t="97988" x="3194050" y="4692650"/>
          <p14:tracePt t="98005" x="3187700" y="4826000"/>
          <p14:tracePt t="98021" x="3168650" y="4883150"/>
          <p14:tracePt t="98037" x="3168650" y="4933950"/>
          <p14:tracePt t="98054" x="3155950" y="5022850"/>
          <p14:tracePt t="98071" x="3149600" y="5035550"/>
          <p14:tracePt t="98088" x="3149600" y="5048250"/>
          <p14:tracePt t="98104" x="3143250" y="5073650"/>
          <p14:tracePt t="98121" x="3124200" y="5105400"/>
          <p14:tracePt t="98139" x="3117850" y="5111750"/>
          <p14:tracePt t="98153" x="3111500" y="5118100"/>
          <p14:tracePt t="98170" x="3098800" y="5118100"/>
          <p14:tracePt t="98188" x="3092450" y="5118100"/>
          <p14:tracePt t="98204" x="3086100" y="5118100"/>
          <p14:tracePt t="98220" x="3079750" y="5118100"/>
          <p14:tracePt t="98237" x="3067050" y="5118100"/>
          <p14:tracePt t="98253" x="3060700" y="5118100"/>
          <p14:tracePt t="98271" x="3048000" y="5118100"/>
          <p14:tracePt t="98287" x="3028950" y="5124450"/>
          <p14:tracePt t="98303" x="3022600" y="5124450"/>
          <p14:tracePt t="98322" x="3009900" y="5124450"/>
          <p14:tracePt t="98336" x="3003550" y="5124450"/>
          <p14:tracePt t="98370" x="3003550" y="5118100"/>
          <p14:tracePt t="98386" x="2997200" y="5111750"/>
          <p14:tracePt t="98406" x="2990850" y="5105400"/>
          <p14:tracePt t="98440" x="2984500" y="5099050"/>
          <p14:tracePt t="98447" x="2984500" y="5092700"/>
          <p14:tracePt t="98461" x="2978150" y="5086350"/>
          <p14:tracePt t="98475" x="2978150" y="5080000"/>
          <p14:tracePt t="98489" x="2971800" y="5067300"/>
          <p14:tracePt t="98503" x="2971800" y="5060950"/>
          <p14:tracePt t="98519" x="2959100" y="5048250"/>
          <p14:tracePt t="98536" x="2959100" y="5035550"/>
          <p14:tracePt t="98552" x="2959100" y="5022850"/>
          <p14:tracePt t="98569" x="2959100" y="5010150"/>
          <p14:tracePt t="98629" x="2965450" y="5010150"/>
          <p14:tracePt t="98637" x="2971800" y="5003800"/>
          <p14:tracePt t="98657" x="2984500" y="5003800"/>
          <p14:tracePt t="98671" x="2997200" y="4997450"/>
          <p14:tracePt t="98678" x="3016250" y="4991100"/>
          <p14:tracePt t="98688" x="3048000" y="4991100"/>
          <p14:tracePt t="98702" x="3073400" y="4972050"/>
          <p14:tracePt t="98718" x="3117850" y="4965700"/>
          <p14:tracePt t="98735" x="3200400" y="4940300"/>
          <p14:tracePt t="98752" x="3295650" y="4914900"/>
          <p14:tracePt t="98770" x="3371850" y="4889500"/>
          <p14:tracePt t="98785" x="3409950" y="4883150"/>
          <p14:tracePt t="98802" x="3460750" y="4876800"/>
          <p14:tracePt t="98819" x="3492500" y="4864100"/>
          <p14:tracePt t="98835" x="3505200" y="4864100"/>
          <p14:tracePt t="98851" x="3524250" y="4864100"/>
          <p14:tracePt t="98868" x="3536950" y="4864100"/>
          <p14:tracePt t="98885" x="3543300" y="4864100"/>
          <p14:tracePt t="98901" x="3549650" y="4864100"/>
          <p14:tracePt t="98987" x="3556000" y="4857750"/>
          <p14:tracePt t="99211" x="3549650" y="4857750"/>
          <p14:tracePt t="99218" x="3536950" y="4864100"/>
          <p14:tracePt t="99233" x="3517900" y="4870450"/>
          <p14:tracePt t="99239" x="3486150" y="4883150"/>
          <p14:tracePt t="99250" x="3441700" y="4889500"/>
          <p14:tracePt t="99267" x="3289300" y="4927600"/>
          <p14:tracePt t="99283" x="3181350" y="4946650"/>
          <p14:tracePt t="99300" x="3067050" y="4972050"/>
          <p14:tracePt t="99317" x="2692400" y="5022850"/>
          <p14:tracePt t="99333" x="2565400" y="5035550"/>
          <p14:tracePt t="99350" x="2438400" y="5041900"/>
          <p14:tracePt t="99366" x="2209800" y="5073650"/>
          <p14:tracePt t="99383" x="2044700" y="5092700"/>
          <p14:tracePt t="99401" x="1936750" y="5124450"/>
          <p14:tracePt t="99416" x="1892300" y="5130800"/>
          <p14:tracePt t="99433" x="1822450" y="5149850"/>
          <p14:tracePt t="99450" x="1771650" y="5156200"/>
          <p14:tracePt t="99466" x="1752600" y="5162550"/>
          <p14:tracePt t="99482" x="1714500" y="5162550"/>
          <p14:tracePt t="99499" x="1670050" y="5168900"/>
          <p14:tracePt t="99516" x="1644650" y="5168900"/>
          <p14:tracePt t="99532" x="1593850" y="5168900"/>
          <p14:tracePt t="99549" x="1543050" y="5168900"/>
          <p14:tracePt t="99566" x="1524000" y="5168900"/>
          <p14:tracePt t="99582" x="1485900" y="5168900"/>
          <p14:tracePt t="99599" x="1460500" y="5162550"/>
          <p14:tracePt t="99615" x="1435100" y="5162550"/>
          <p14:tracePt t="99632" x="1428750" y="5162550"/>
          <p14:tracePt t="99649" x="1409700" y="5162550"/>
          <p14:tracePt t="99682" x="1403350" y="5162550"/>
          <p14:tracePt t="99702" x="1397000" y="5162550"/>
          <p14:tracePt t="99730" x="1403350" y="5162550"/>
          <p14:tracePt t="99737" x="1409700" y="5162550"/>
          <p14:tracePt t="99752" x="1422400" y="5162550"/>
          <p14:tracePt t="99765" x="1435100" y="5162550"/>
          <p14:tracePt t="99781" x="1504950" y="5162550"/>
          <p14:tracePt t="99798" x="1581150" y="5162550"/>
          <p14:tracePt t="99815" x="1847850" y="5162550"/>
          <p14:tracePt t="99831" x="2298700" y="5194300"/>
          <p14:tracePt t="99849" x="2901950" y="5207000"/>
          <p14:tracePt t="99865" x="3219450" y="5219700"/>
          <p14:tracePt t="99881" x="3892550" y="5238750"/>
          <p14:tracePt t="99899" x="4514850" y="5238750"/>
          <p14:tracePt t="99914" x="4749800" y="5238750"/>
          <p14:tracePt t="99931" x="4940300" y="5232400"/>
          <p14:tracePt t="99948" x="5334000" y="5187950"/>
          <p14:tracePt t="99964" x="5410200" y="5181600"/>
          <p14:tracePt t="99981" x="5492750" y="5162550"/>
          <p14:tracePt t="99998" x="5600700" y="5130800"/>
          <p14:tracePt t="100014" x="5670550" y="5105400"/>
          <p14:tracePt t="100031" x="5695950" y="5086350"/>
          <p14:tracePt t="100047" x="5708650" y="5080000"/>
          <p14:tracePt t="100064" x="5721350" y="5067300"/>
          <p14:tracePt t="100081" x="5734050" y="5060950"/>
          <p14:tracePt t="100097" x="5734050" y="5054600"/>
          <p14:tracePt t="100114" x="5740400" y="5048250"/>
          <p14:tracePt t="100130" x="5753100" y="5041900"/>
          <p14:tracePt t="100163" x="5753100" y="5029200"/>
          <p14:tracePt t="100180" x="5759450" y="5029200"/>
          <p14:tracePt t="100214" x="5772150" y="5016500"/>
          <p14:tracePt t="100230" x="5784850" y="5003800"/>
          <p14:tracePt t="100246" x="5791200" y="4997450"/>
          <p14:tracePt t="100264" x="5797550" y="4991100"/>
          <p14:tracePt t="100280" x="5803900" y="4991100"/>
          <p14:tracePt t="100296" x="5816600" y="4984750"/>
          <p14:tracePt t="100313" x="5842000" y="4972050"/>
          <p14:tracePt t="100330" x="5861050" y="4965700"/>
          <p14:tracePt t="100347" x="5905500" y="4940300"/>
          <p14:tracePt t="100363" x="5962650" y="4908550"/>
          <p14:tracePt t="100379" x="6007100" y="4902200"/>
          <p14:tracePt t="100396" x="6076950" y="4876800"/>
          <p14:tracePt t="100412" x="6159500" y="4864100"/>
          <p14:tracePt t="100429" x="6191250" y="4845050"/>
          <p14:tracePt t="100446" x="6242050" y="4838700"/>
          <p14:tracePt t="100462" x="6292850" y="4832350"/>
          <p14:tracePt t="100480" x="6311900" y="4826000"/>
          <p14:tracePt t="100496" x="6343650" y="4826000"/>
          <p14:tracePt t="100513" x="6381750" y="4819650"/>
          <p14:tracePt t="100529" x="6413500" y="4819650"/>
          <p14:tracePt t="100546" x="6426200" y="4813300"/>
          <p14:tracePt t="100562" x="6438900" y="4813300"/>
          <p14:tracePt t="100579" x="6477000" y="4806950"/>
          <p14:tracePt t="100612" x="6496050" y="4800600"/>
          <p14:tracePt t="100629" x="6534150" y="4794250"/>
          <p14:tracePt t="100645" x="6553200" y="4794250"/>
          <p14:tracePt t="100663" x="6610350" y="4787900"/>
          <p14:tracePt t="100679" x="6648450" y="4787900"/>
          <p14:tracePt t="100695" x="6686550" y="4787900"/>
          <p14:tracePt t="100712" x="6769100" y="4775200"/>
          <p14:tracePt t="100728" x="6807200" y="4775200"/>
          <p14:tracePt t="100745" x="6845300" y="4775200"/>
          <p14:tracePt t="100762" x="6915150" y="4775200"/>
          <p14:tracePt t="100779" x="6934200" y="4775200"/>
          <p14:tracePt t="100796" x="6985000" y="4775200"/>
          <p14:tracePt t="100811" x="6997700" y="4775200"/>
          <p14:tracePt t="100828" x="7010400" y="4787900"/>
          <p14:tracePt t="100845" x="7023100" y="4787900"/>
          <p14:tracePt t="100861" x="7029450" y="4787900"/>
          <p14:tracePt t="100887" x="7029450" y="4794250"/>
          <p14:tracePt t="100897" x="7029450" y="4800600"/>
          <p14:tracePt t="100911" x="7023100" y="4800600"/>
          <p14:tracePt t="100927" x="7004050" y="4806950"/>
          <p14:tracePt t="100944" x="6978650" y="4813300"/>
          <p14:tracePt t="100961" x="6946900" y="4819650"/>
          <p14:tracePt t="100978" x="6832600" y="4838700"/>
          <p14:tracePt t="100994" x="6610350" y="4883150"/>
          <p14:tracePt t="101011" x="6451600" y="4902200"/>
          <p14:tracePt t="101014" x="6248400" y="4946650"/>
          <p14:tracePt t="101027" x="6007100" y="4972050"/>
          <p14:tracePt t="101044" x="5511800" y="5029200"/>
          <p14:tracePt t="101061" x="5270500" y="5060950"/>
          <p14:tracePt t="101078" x="4870450" y="5073650"/>
          <p14:tracePt t="101094" x="4572000" y="5086350"/>
          <p14:tracePt t="101111" x="4330700" y="5080000"/>
          <p14:tracePt t="101127" x="4229100" y="5067300"/>
          <p14:tracePt t="101143" x="4032250" y="5060950"/>
          <p14:tracePt t="101161" x="3854450" y="5048250"/>
          <p14:tracePt t="101176" x="3765550" y="5048250"/>
          <p14:tracePt t="101193" x="3689350" y="5041900"/>
          <p14:tracePt t="101210" x="3517900" y="5010150"/>
          <p14:tracePt t="101227" x="3473450" y="5003800"/>
          <p14:tracePt t="101243" x="3435350" y="4997450"/>
          <p14:tracePt t="101260" x="3384550" y="4991100"/>
          <p14:tracePt t="101276" x="3333750" y="4991100"/>
          <p14:tracePt t="101294" x="3289300" y="4991100"/>
          <p14:tracePt t="101309" x="3276600" y="4991100"/>
          <p14:tracePt t="101326" x="3251200" y="4991100"/>
          <p14:tracePt t="101343" x="3244850" y="4991100"/>
          <p14:tracePt t="101359" x="3238500" y="4991100"/>
          <p14:tracePt t="101412" x="3244850" y="4991100"/>
          <p14:tracePt t="101420" x="3244850" y="4997450"/>
          <p14:tracePt t="101483" x="3251200" y="5003800"/>
          <p14:tracePt t="101525" x="3251200" y="5010150"/>
          <p14:tracePt t="101553" x="3251200" y="5016500"/>
          <p14:tracePt t="101574" x="3251200" y="5022850"/>
          <p14:tracePt t="101581" x="3244850" y="5029200"/>
          <p14:tracePt t="101595" x="3238500" y="5029200"/>
          <p14:tracePt t="101610" x="3238500" y="5035550"/>
          <p14:tracePt t="101625" x="3219450" y="5054600"/>
          <p14:tracePt t="101642" x="3213100" y="5067300"/>
          <p14:tracePt t="101659" x="3187700" y="5105400"/>
          <p14:tracePt t="101675" x="3149600" y="5137150"/>
          <p14:tracePt t="101692" x="3130550" y="5162550"/>
          <p14:tracePt t="101708" x="3092450" y="5194300"/>
          <p14:tracePt t="101725" x="3054350" y="5226050"/>
          <p14:tracePt t="101741" x="3041650" y="5232400"/>
          <p14:tracePt t="101758" x="3028950" y="5232400"/>
          <p14:tracePt t="103368" x="3028950" y="5257800"/>
          <p14:tracePt t="103375" x="3028950" y="5289550"/>
          <p14:tracePt t="103389" x="3028950" y="5327650"/>
          <p14:tracePt t="103403" x="3028950" y="5365750"/>
          <p14:tracePt t="103419" x="3016250" y="5454650"/>
          <p14:tracePt t="103436" x="3009900" y="5524500"/>
          <p14:tracePt t="103452" x="2971800" y="5619750"/>
          <p14:tracePt t="103469" x="2933700" y="5734050"/>
          <p14:tracePt t="103486" x="2921000" y="5772150"/>
          <p14:tracePt t="103502" x="2876550" y="5842000"/>
          <p14:tracePt t="103518" x="2851150" y="5886450"/>
          <p14:tracePt t="103537" x="2832100" y="5905500"/>
          <p14:tracePt t="103553" x="2825750" y="5918200"/>
          <p14:tracePt t="103569" x="2819400" y="5924550"/>
          <p14:tracePt t="103588" x="2813050" y="5924550"/>
          <p14:tracePt t="103626" x="2813050" y="5930900"/>
          <p14:tracePt t="103836" x="2781300" y="5930900"/>
          <p14:tracePt t="103844" x="2736850" y="5930900"/>
          <p14:tracePt t="103857" x="2686050" y="5924550"/>
          <p14:tracePt t="103868" x="2628900" y="5911850"/>
          <p14:tracePt t="103884" x="2565400" y="5905500"/>
          <p14:tracePt t="103901" x="2444750" y="5873750"/>
          <p14:tracePt t="103917" x="2311400" y="5835650"/>
          <p14:tracePt t="103934" x="2247900" y="5816600"/>
          <p14:tracePt t="103951" x="2120900" y="5778500"/>
          <p14:tracePt t="103967" x="2063750" y="5753100"/>
          <p14:tracePt t="103986" x="1917700" y="5664200"/>
          <p14:tracePt t="104000" x="1879600" y="5645150"/>
          <p14:tracePt t="104017" x="1854200" y="5619750"/>
          <p14:tracePt t="104034" x="1803400" y="5594350"/>
          <p14:tracePt t="104050" x="1778000" y="5581650"/>
          <p14:tracePt t="104069" x="1758950" y="5575300"/>
          <p14:tracePt t="104084" x="1752600" y="5568950"/>
          <p14:tracePt t="104100" x="1746250" y="5562600"/>
          <p14:tracePt t="104116" x="1739900" y="5562600"/>
          <p14:tracePt t="104133" x="1733550" y="5562600"/>
          <p14:tracePt t="104150" x="1727200" y="5562600"/>
          <p14:tracePt t="104169" x="1720850" y="5562600"/>
          <p14:tracePt t="104229" x="1714500" y="5562600"/>
          <p14:tracePt t="104236" x="1708150" y="5562600"/>
          <p14:tracePt t="104390" x="1714500" y="5562600"/>
          <p14:tracePt t="104425" x="1714500" y="5568950"/>
          <p14:tracePt t="104468" x="1720850" y="5568950"/>
          <p14:tracePt t="104475" x="1727200" y="5568950"/>
          <p14:tracePt t="104517" x="1733550" y="5568950"/>
          <p14:tracePt t="104532" x="1739900" y="5568950"/>
          <p14:tracePt t="104538" x="1746250" y="5568950"/>
          <p14:tracePt t="104559" x="1752600" y="5568950"/>
          <p14:tracePt t="104568" x="1758950" y="5568950"/>
          <p14:tracePt t="104582" x="1771650" y="5568950"/>
          <p14:tracePt t="104598" x="1790700" y="5568950"/>
          <p14:tracePt t="104617" x="1860550" y="5549900"/>
          <p14:tracePt t="104632" x="1885950" y="5543550"/>
          <p14:tracePt t="104648" x="1911350" y="5543550"/>
          <p14:tracePt t="104665" x="1968500" y="5537200"/>
          <p14:tracePt t="104682" x="2006600" y="5537200"/>
          <p14:tracePt t="104698" x="2019300" y="5537200"/>
          <p14:tracePt t="104715" x="2044700" y="5537200"/>
          <p14:tracePt t="104755" x="2044700" y="5543550"/>
          <p14:tracePt t="104776" x="2038350" y="5543550"/>
          <p14:tracePt t="104790" x="2032000" y="5543550"/>
          <p14:tracePt t="104800" x="2025650" y="5543550"/>
          <p14:tracePt t="104815" x="2019300" y="5543550"/>
          <p14:tracePt t="104831" x="2000250" y="5543550"/>
          <p14:tracePt t="104848" x="1968500" y="5543550"/>
          <p14:tracePt t="104865" x="1949450" y="5537200"/>
          <p14:tracePt t="104882" x="1905000" y="5537200"/>
          <p14:tracePt t="104898" x="1854200" y="5530850"/>
          <p14:tracePt t="104914" x="1822450" y="5530850"/>
          <p14:tracePt t="104933" x="1784350" y="5518150"/>
          <p14:tracePt t="104947" x="1758950" y="5518150"/>
          <p14:tracePt t="104964" x="1720850" y="5499100"/>
          <p14:tracePt t="104981" x="1689100" y="5492750"/>
          <p14:tracePt t="104997" x="1676400" y="5492750"/>
          <p14:tracePt t="105013" x="1657350" y="5492750"/>
          <p14:tracePt t="105030" x="1644650" y="5492750"/>
          <p14:tracePt t="105047" x="1631950" y="5492750"/>
          <p14:tracePt t="105063" x="1625600" y="5492750"/>
          <p14:tracePt t="105096" x="1619250" y="5492750"/>
          <p14:tracePt t="105128" x="1612900" y="5492750"/>
          <p14:tracePt t="105177" x="1606550" y="5492750"/>
          <p14:tracePt t="105240" x="1606550" y="5499100"/>
          <p14:tracePt t="105289" x="1612900" y="5499100"/>
          <p14:tracePt t="105338" x="1612900" y="5505450"/>
          <p14:tracePt t="105380" x="1619250" y="5505450"/>
          <p14:tracePt t="105422" x="1619250" y="5511800"/>
          <p14:tracePt t="105457" x="1625600" y="5518150"/>
          <p14:tracePt t="105542" x="1631950" y="5518150"/>
          <p14:tracePt t="105570" x="1638300" y="5524500"/>
          <p14:tracePt t="105598" x="1638300" y="5530850"/>
          <p14:tracePt t="105640" x="1644650" y="5537200"/>
          <p14:tracePt t="105682" x="1631950" y="5543550"/>
          <p14:tracePt t="105689" x="1625600" y="5543550"/>
          <p14:tracePt t="105703" x="1612900" y="5549900"/>
          <p14:tracePt t="105712" x="1593850" y="5556250"/>
          <p14:tracePt t="105728" x="1555750" y="5575300"/>
          <p14:tracePt t="105745" x="1473200" y="5588000"/>
          <p14:tracePt t="105761" x="1371600" y="5594350"/>
          <p14:tracePt t="105777" x="1333500" y="5594350"/>
          <p14:tracePt t="105794" x="1225550" y="5594350"/>
          <p14:tracePt t="105811" x="1155700" y="5588000"/>
          <p14:tracePt t="105827" x="1136650" y="5581650"/>
          <p14:tracePt t="105844" x="1111250" y="5575300"/>
          <p14:tracePt t="105860" x="1098550" y="5568950"/>
          <p14:tracePt t="105877" x="1092200" y="5568950"/>
          <p14:tracePt t="105894" x="1085850" y="5568950"/>
          <p14:tracePt t="105983" x="1092200" y="5568950"/>
          <p14:tracePt t="105991" x="1098550" y="5568950"/>
          <p14:tracePt t="106011" x="1104900" y="5568950"/>
          <p14:tracePt t="106040" x="1111250" y="5568950"/>
          <p14:tracePt t="106082" x="1117600" y="5568950"/>
          <p14:tracePt t="106103" x="1123950" y="5562600"/>
          <p14:tracePt t="106111" x="1130300" y="5562600"/>
          <p14:tracePt t="106124" x="1136650" y="5562600"/>
          <p14:tracePt t="106131" x="1136650" y="5556250"/>
          <p14:tracePt t="106146" x="1143000" y="5556250"/>
          <p14:tracePt t="106160" x="1168400" y="5530850"/>
          <p14:tracePt t="106176" x="1187450" y="5518150"/>
          <p14:tracePt t="106194" x="1238250" y="5467350"/>
          <p14:tracePt t="106209" x="1270000" y="5416550"/>
          <p14:tracePt t="106226" x="1365250" y="5314950"/>
          <p14:tracePt t="106243" x="1492250" y="5162550"/>
          <p14:tracePt t="106259" x="1562100" y="5067300"/>
          <p14:tracePt t="106276" x="1701800" y="4851400"/>
          <p14:tracePt t="106292" x="1797050" y="4654550"/>
          <p14:tracePt t="106309" x="1828800" y="4559300"/>
          <p14:tracePt t="106326" x="1879600" y="4425950"/>
          <p14:tracePt t="106342" x="1892300" y="4318000"/>
          <p14:tracePt t="106359" x="1898650" y="4292600"/>
          <p14:tracePt t="106376" x="1898650" y="4222750"/>
          <p14:tracePt t="106392" x="1917700" y="4178300"/>
          <p14:tracePt t="106408" x="1917700" y="4165600"/>
          <p14:tracePt t="106425" x="1924050" y="4152900"/>
          <p14:tracePt t="106442" x="1924050" y="4133850"/>
          <p14:tracePt t="106458" x="1924050" y="4127500"/>
          <p14:tracePt t="106475" x="1930400" y="4121150"/>
          <p14:tracePt t="106492" x="1936750" y="4121150"/>
          <p14:tracePt t="106509" x="1949450" y="4121150"/>
          <p14:tracePt t="106565" x="1955800" y="4127500"/>
          <p14:tracePt t="106572" x="1962150" y="4127500"/>
          <p14:tracePt t="106580" x="1962150" y="4133850"/>
          <p14:tracePt t="106615" x="1962150" y="4140200"/>
          <p14:tracePt t="106650" x="1962150" y="4146550"/>
          <p14:tracePt t="106664" x="1962150" y="4159250"/>
          <p14:tracePt t="106685" x="1968500" y="4165600"/>
          <p14:tracePt t="106692" x="1968500" y="4178300"/>
          <p14:tracePt t="106705" x="1968500" y="4197350"/>
          <p14:tracePt t="106713" x="1974850" y="4216400"/>
          <p14:tracePt t="106724" x="1974850" y="4241800"/>
          <p14:tracePt t="106741" x="1974850" y="4330700"/>
          <p14:tracePt t="106758" x="1974850" y="4394200"/>
          <p14:tracePt t="106776" x="1974850" y="4546600"/>
          <p14:tracePt t="106791" x="1962150" y="4737100"/>
          <p14:tracePt t="106807" x="1955800" y="4826000"/>
          <p14:tracePt t="106825" x="1955800" y="4991100"/>
          <p14:tracePt t="106840" x="1955800" y="5054600"/>
          <p14:tracePt t="106857" x="1955800" y="5175250"/>
          <p14:tracePt t="106874" x="1962150" y="5270500"/>
          <p14:tracePt t="106890" x="1974850" y="5321300"/>
          <p14:tracePt t="106907" x="1987550" y="5403850"/>
          <p14:tracePt t="106924" x="2000250" y="5454650"/>
          <p14:tracePt t="106940" x="2006600" y="5473700"/>
          <p14:tracePt t="106957" x="2012950" y="5492750"/>
          <p14:tracePt t="106974" x="2019300" y="5505450"/>
          <p14:tracePt t="106990" x="2025650" y="5511800"/>
          <p14:tracePt t="107007" x="2032000" y="5524500"/>
          <p14:tracePt t="107023" x="2038350" y="5537200"/>
          <p14:tracePt t="107040" x="2044700" y="5543550"/>
          <p14:tracePt t="107073" x="2051050" y="5549900"/>
          <p14:tracePt t="107106" x="2051050" y="5556250"/>
          <p14:tracePt t="107123" x="2057400" y="5556250"/>
          <p14:tracePt t="107142" x="2063750" y="5562600"/>
          <p14:tracePt t="107161" x="2070100" y="5562600"/>
          <p14:tracePt t="107183" x="2076450" y="5568950"/>
          <p14:tracePt t="107204" x="2076450" y="5575300"/>
          <p14:tracePt t="107211" x="2082800" y="5575300"/>
          <p14:tracePt t="107232" x="2089150" y="5575300"/>
          <p14:tracePt t="111462" x="2057400" y="5575300"/>
          <p14:tracePt t="111469" x="2032000" y="5575300"/>
          <p14:tracePt t="111483" x="2000250" y="5575300"/>
          <p14:tracePt t="111492" x="1962150" y="5575300"/>
          <p14:tracePt t="111507" x="1917700" y="5556250"/>
          <p14:tracePt t="111525" x="1809750" y="5537200"/>
          <p14:tracePt t="111540" x="1695450" y="5518150"/>
          <p14:tracePt t="111557" x="1638300" y="5511800"/>
          <p14:tracePt t="111575" x="1504950" y="5480050"/>
          <p14:tracePt t="111591" x="1397000" y="5454650"/>
          <p14:tracePt t="111608" x="1358900" y="5448300"/>
          <p14:tracePt t="111625" x="1295400" y="5429250"/>
          <p14:tracePt t="111640" x="1244600" y="5416550"/>
          <p14:tracePt t="111657" x="1206500" y="5416550"/>
          <p14:tracePt t="111674" x="1181100" y="5410200"/>
          <p14:tracePt t="111690" x="1174750" y="5410200"/>
          <p14:tracePt t="111694" x="1149350" y="5403850"/>
          <p14:tracePt t="111707" x="1130300" y="5403850"/>
          <p14:tracePt t="111724" x="1073150" y="5397500"/>
          <p14:tracePt t="111740" x="1054100" y="5397500"/>
          <p14:tracePt t="111757" x="1009650" y="5403850"/>
          <p14:tracePt t="111773" x="984250" y="5416550"/>
          <p14:tracePt t="111790" x="977900" y="5422900"/>
          <p14:tracePt t="111807" x="965200" y="5429250"/>
          <p14:tracePt t="111824" x="952500" y="5441950"/>
          <p14:tracePt t="111841" x="946150" y="5441950"/>
          <p14:tracePt t="111873" x="939800" y="5454650"/>
          <p14:tracePt t="111925" x="946150" y="5454650"/>
          <p14:tracePt t="111932" x="952500" y="5454650"/>
          <p14:tracePt t="111940" x="958850" y="5454650"/>
          <p14:tracePt t="111956" x="965200" y="5454650"/>
          <p14:tracePt t="111973" x="971550" y="5454650"/>
          <p14:tracePt t="111989" x="1022350" y="5454650"/>
          <p14:tracePt t="112006" x="1111250" y="5461000"/>
          <p14:tracePt t="112023" x="1289050" y="5480050"/>
          <p14:tracePt t="112039" x="1390650" y="5492750"/>
          <p14:tracePt t="112056" x="1612900" y="5524500"/>
          <p14:tracePt t="112073" x="1841500" y="5556250"/>
          <p14:tracePt t="112089" x="1955800" y="5568950"/>
          <p14:tracePt t="112106" x="2171700" y="5568950"/>
          <p14:tracePt t="112122" x="2362200" y="5588000"/>
          <p14:tracePt t="112139" x="2425700" y="5594350"/>
          <p14:tracePt t="112156" x="2546350" y="5613400"/>
          <p14:tracePt t="112172" x="2654300" y="5638800"/>
          <p14:tracePt t="112189" x="2698750" y="5657850"/>
          <p14:tracePt t="112206" x="2781300" y="5676900"/>
          <p14:tracePt t="112222" x="2832100" y="5695950"/>
          <p14:tracePt t="112240" x="2863850" y="5702300"/>
          <p14:tracePt t="112255" x="2901950" y="5734050"/>
          <p14:tracePt t="112272" x="2927350" y="5740400"/>
          <p14:tracePt t="112289" x="2959100" y="5746750"/>
          <p14:tracePt t="112305" x="2990850" y="5759450"/>
          <p14:tracePt t="112321" x="3003550" y="5759450"/>
          <p14:tracePt t="112338" x="3028950" y="5772150"/>
          <p14:tracePt t="112355" x="3048000" y="5778500"/>
          <p14:tracePt t="112371" x="3060700" y="5778500"/>
          <p14:tracePt t="112388" x="3092450" y="5791200"/>
          <p14:tracePt t="112405" x="3136900" y="5797550"/>
          <p14:tracePt t="112421" x="3155950" y="5797550"/>
          <p14:tracePt t="112438" x="3213100" y="5810250"/>
          <p14:tracePt t="112454" x="3270250" y="5816600"/>
          <p14:tracePt t="112472" x="3321050" y="5816600"/>
          <p14:tracePt t="112487" x="3340100" y="5816600"/>
          <p14:tracePt t="112504" x="3378200" y="5816600"/>
          <p14:tracePt t="112522" x="3422650" y="5816600"/>
          <p14:tracePt t="112537" x="3441700" y="5810250"/>
          <p14:tracePt t="112554" x="3460750" y="5810250"/>
          <p14:tracePt t="112570" x="3511550" y="5803900"/>
          <p14:tracePt t="112587" x="3524250" y="5791200"/>
          <p14:tracePt t="112605" x="3543300" y="5791200"/>
          <p14:tracePt t="112620" x="3549650" y="5791200"/>
          <p14:tracePt t="112637" x="3562350" y="5791200"/>
          <p14:tracePt t="112654" x="3575050" y="5791200"/>
          <p14:tracePt t="112670" x="3575050" y="5784850"/>
          <p14:tracePt t="114638" x="3581400" y="5778500"/>
          <p14:tracePt t="114659" x="3587750" y="5772150"/>
          <p14:tracePt t="114666" x="3600450" y="5772150"/>
          <p14:tracePt t="114682" x="3606800" y="5759450"/>
          <p14:tracePt t="114697" x="3651250" y="5746750"/>
          <p14:tracePt t="114713" x="3670300" y="5734050"/>
          <p14:tracePt t="114730" x="3752850" y="5708650"/>
          <p14:tracePt t="114746" x="3810000" y="5689600"/>
          <p14:tracePt t="114763" x="3975100" y="5626100"/>
          <p14:tracePt t="114780" x="4025900" y="5607050"/>
          <p14:tracePt t="114796" x="4083050" y="5588000"/>
          <p14:tracePt t="114813" x="4191000" y="5549900"/>
          <p14:tracePt t="114829" x="4279900" y="5524500"/>
          <p14:tracePt t="114846" x="4305300" y="5518150"/>
          <p14:tracePt t="114863" x="4356100" y="5492750"/>
          <p14:tracePt t="114880" x="4419600" y="5473700"/>
          <p14:tracePt t="114897" x="4470400" y="5461000"/>
          <p14:tracePt t="114912" x="4489450" y="5448300"/>
          <p14:tracePt t="114929" x="4533900" y="5441950"/>
          <p14:tracePt t="114946" x="4572000" y="5435600"/>
          <p14:tracePt t="114962" x="4591050" y="5429250"/>
          <p14:tracePt t="114979" x="4635500" y="5429250"/>
          <p14:tracePt t="114996" x="4686300" y="5429250"/>
          <p14:tracePt t="115012" x="4705350" y="5429250"/>
          <p14:tracePt t="115029" x="4730750" y="5429250"/>
          <p14:tracePt t="115046" x="4826000" y="5429250"/>
          <p14:tracePt t="115062" x="4864100" y="5429250"/>
          <p14:tracePt t="115079" x="4933950" y="5422900"/>
          <p14:tracePt t="115095" x="4959350" y="5422900"/>
          <p14:tracePt t="115112" x="5010150" y="5429250"/>
          <p14:tracePt t="115129" x="5054600" y="5441950"/>
          <p14:tracePt t="115145" x="5080000" y="5441950"/>
          <p14:tracePt t="115162" x="5118100" y="5454650"/>
          <p14:tracePt t="115178" x="5149850" y="5467350"/>
          <p14:tracePt t="115195" x="5162550" y="5473700"/>
          <p14:tracePt t="115212" x="5187950" y="5480050"/>
          <p14:tracePt t="115228" x="5207000" y="5492750"/>
          <p14:tracePt t="115244" x="5213350" y="5492750"/>
          <p14:tracePt t="115262" x="5219700" y="5492750"/>
          <p14:tracePt t="115278" x="5219700" y="5499100"/>
          <p14:tracePt t="115297" x="5219700" y="5511800"/>
          <p14:tracePt t="115318" x="5226050" y="5518150"/>
          <p14:tracePt t="115926" x="5232400" y="5524500"/>
          <p14:tracePt t="115947" x="5238750" y="5530850"/>
          <p14:tracePt t="115968" x="5251450" y="5537200"/>
          <p14:tracePt t="115989" x="5257800" y="5543550"/>
          <p14:tracePt t="116045" x="5276850" y="5543550"/>
          <p14:tracePt t="116052" x="5283200" y="5543550"/>
          <p14:tracePt t="116061" x="5289550" y="5543550"/>
          <p14:tracePt t="116108" x="5295900" y="5543550"/>
          <p14:tracePt t="116129" x="5302250" y="5543550"/>
          <p14:tracePt t="116172" x="5308600" y="5543550"/>
          <p14:tracePt t="116200" x="5314950" y="5543550"/>
          <p14:tracePt t="116206" x="5321300" y="5543550"/>
          <p14:tracePt t="116249" x="5327650" y="5543550"/>
          <p14:tracePt t="116270" x="5334000" y="5543550"/>
          <p14:tracePt t="116298" x="5340350" y="5543550"/>
          <p14:tracePt t="116319" x="5346700" y="5543550"/>
          <p14:tracePt t="116347" x="5353050" y="5543550"/>
          <p14:tracePt t="116368" x="5359400" y="5549900"/>
          <p14:tracePt t="116410" x="5365750" y="5549900"/>
          <p14:tracePt t="116438" x="5372100" y="5556250"/>
          <p14:tracePt t="116459" x="5378450" y="5556250"/>
          <p14:tracePt t="116480" x="5384800" y="5556250"/>
          <p14:tracePt t="116487" x="5391150" y="5562600"/>
          <p14:tracePt t="116508" x="5397500" y="5562600"/>
          <p14:tracePt t="116529" x="5403850" y="5562600"/>
          <p14:tracePt t="116543" x="5410200" y="5562600"/>
          <p14:tracePt t="116550" x="5416550" y="5568950"/>
          <p14:tracePt t="116560" x="5422900" y="5568950"/>
          <p14:tracePt t="116578" x="5429250" y="5575300"/>
          <p14:tracePt t="116593" x="5435600" y="5575300"/>
          <p14:tracePt t="116607" x="5441950" y="5575300"/>
          <p14:tracePt t="116623" x="5461000" y="5588000"/>
          <p14:tracePt t="116640" x="5492750" y="5600700"/>
          <p14:tracePt t="116656" x="5505450" y="5600700"/>
          <p14:tracePt t="116673" x="5543550" y="5613400"/>
          <p14:tracePt t="116690" x="5556250" y="5619750"/>
          <p14:tracePt t="116706" x="5568950" y="5626100"/>
          <p14:tracePt t="116723" x="5581650" y="5626100"/>
          <p14:tracePt t="116740" x="5588000" y="5626100"/>
          <p14:tracePt t="116768" x="5588000" y="5632450"/>
          <p14:tracePt t="116802" x="5588000" y="5638800"/>
          <p14:tracePt t="116817" x="5588000" y="5645150"/>
          <p14:tracePt t="117355" x="5613400" y="5645150"/>
          <p14:tracePt t="117361" x="5638800" y="5645150"/>
          <p14:tracePt t="117370" x="5670550" y="5645150"/>
          <p14:tracePt t="117387" x="5702300" y="5638800"/>
          <p14:tracePt t="117404" x="5765800" y="5626100"/>
          <p14:tracePt t="117420" x="5791200" y="5619750"/>
          <p14:tracePt t="117437" x="5835650" y="5613400"/>
          <p14:tracePt t="117454" x="5880100" y="5613400"/>
          <p14:tracePt t="117470" x="5899150" y="5613400"/>
          <p14:tracePt t="117487" x="5937250" y="5607050"/>
          <p14:tracePt t="117503" x="5981700" y="5607050"/>
          <p14:tracePt t="117520" x="6000750" y="5613400"/>
          <p14:tracePt t="117537" x="6045200" y="5619750"/>
          <p14:tracePt t="117554" x="6076950" y="5626100"/>
          <p14:tracePt t="117570" x="6096000" y="5626100"/>
          <p14:tracePt t="117587" x="6121400" y="5626100"/>
          <p14:tracePt t="117603" x="6146800" y="5626100"/>
          <p14:tracePt t="117620" x="6153150" y="5626100"/>
          <p14:tracePt t="117636" x="6172200" y="5632450"/>
          <p14:tracePt t="117653" x="6178550" y="5638800"/>
          <p14:tracePt t="117670" x="6191250" y="5638800"/>
          <p14:tracePt t="117686" x="6197600" y="5638800"/>
          <p14:tracePt t="117703" x="6203950" y="5638800"/>
          <p14:tracePt t="117720" x="6216650" y="5638800"/>
          <p14:tracePt t="117775" x="6216650" y="5645150"/>
          <p14:tracePt t="117782" x="6223000" y="5645150"/>
          <p14:tracePt t="117811" x="6229350" y="5645150"/>
          <p14:tracePt t="117831" x="6235700" y="5645150"/>
          <p14:tracePt t="117853" x="6242050" y="5645150"/>
          <p14:tracePt t="117859" x="6248400" y="5645150"/>
          <p14:tracePt t="117881" x="6254750" y="5645150"/>
          <p14:tracePt t="117916" x="6261100" y="5645150"/>
          <p14:tracePt t="117923" x="6267450" y="5645150"/>
          <p14:tracePt t="117935" x="6273800" y="5645150"/>
          <p14:tracePt t="117952" x="6280150" y="5645150"/>
          <p14:tracePt t="117968" x="6286500" y="5645150"/>
          <p14:tracePt t="117988" x="6292850" y="5645150"/>
          <p14:tracePt t="118002" x="6299200" y="5645150"/>
          <p14:tracePt t="118018" x="6305550" y="5645150"/>
          <p14:tracePt t="118035" x="6318250" y="5645150"/>
          <p14:tracePt t="118052" x="6324600" y="5645150"/>
          <p14:tracePt t="118085" x="6337300" y="5645150"/>
          <p14:tracePt t="118101" x="6350000" y="5645150"/>
          <p14:tracePt t="118119" x="6369050" y="5645150"/>
          <p14:tracePt t="118134" x="6407150" y="5645150"/>
          <p14:tracePt t="118151" x="6426200" y="5645150"/>
          <p14:tracePt t="118168" x="6470650" y="5645150"/>
          <p14:tracePt t="118185" x="6515100" y="5651500"/>
          <p14:tracePt t="118201" x="6540500" y="5651500"/>
          <p14:tracePt t="118217" x="6584950" y="5651500"/>
          <p14:tracePt t="118234" x="6623050" y="5651500"/>
          <p14:tracePt t="118252" x="6642100" y="5651500"/>
          <p14:tracePt t="118268" x="6654800" y="5645150"/>
          <p14:tracePt t="118284" x="6667500" y="5645150"/>
          <p14:tracePt t="118302" x="6680200" y="5645150"/>
          <p14:tracePt t="118921" x="6692900" y="5645150"/>
          <p14:tracePt t="118936" x="6731000" y="5645150"/>
          <p14:tracePt t="118942" x="6769100" y="5645150"/>
          <p14:tracePt t="118952" x="6819900" y="5645150"/>
          <p14:tracePt t="118965" x="6858000" y="5645150"/>
          <p14:tracePt t="118982" x="6908800" y="5645150"/>
          <p14:tracePt t="118999" x="7004050" y="5645150"/>
          <p14:tracePt t="119015" x="7105650" y="5645150"/>
          <p14:tracePt t="119032" x="7156450" y="5645150"/>
          <p14:tracePt t="119048" x="7308850" y="5645150"/>
          <p14:tracePt t="119065" x="7512050" y="5645150"/>
          <p14:tracePt t="119082" x="7664450" y="5645150"/>
          <p14:tracePt t="119098" x="7740650" y="5645150"/>
          <p14:tracePt t="119115" x="7829550" y="5645150"/>
          <p14:tracePt t="119133" x="8032750" y="5645150"/>
          <p14:tracePt t="119148" x="8083550" y="5645150"/>
          <p14:tracePt t="119165" x="8128000" y="5645150"/>
          <p14:tracePt t="119181" x="8191500" y="5645150"/>
          <p14:tracePt t="119198" x="8242300" y="5645150"/>
          <p14:tracePt t="119215" x="8274050" y="5632450"/>
          <p14:tracePt t="119231" x="8286750" y="5632450"/>
          <p14:tracePt t="119248" x="8324850" y="5607050"/>
          <p14:tracePt t="119265" x="8343900" y="5594350"/>
          <p14:tracePt t="119281" x="8356600" y="5594350"/>
          <p14:tracePt t="119297" x="8362950" y="5594350"/>
          <p14:tracePt t="119314" x="8375650" y="5588000"/>
          <p14:tracePt t="119331" x="8382000" y="5588000"/>
          <p14:tracePt t="119347" x="8401050" y="5588000"/>
          <p14:tracePt t="119364" x="8413750" y="5588000"/>
          <p14:tracePt t="119380" x="8426450" y="5594350"/>
          <p14:tracePt t="119398" x="8451850" y="5594350"/>
          <p14:tracePt t="119414" x="8477250" y="5600700"/>
          <p14:tracePt t="119430" x="8483600" y="5600700"/>
          <p14:tracePt t="119448" x="8509000" y="5607050"/>
          <p14:tracePt t="119463" x="8521700" y="5607050"/>
          <p14:tracePt t="119480" x="8540750" y="5607050"/>
          <p14:tracePt t="119497" x="8578850" y="5613400"/>
          <p14:tracePt t="119513" x="8597900" y="5613400"/>
          <p14:tracePt t="119530" x="8636000" y="5619750"/>
          <p14:tracePt t="119547" x="8686800" y="5626100"/>
          <p14:tracePt t="119563" x="8718550" y="5626100"/>
          <p14:tracePt t="119580" x="8737600" y="5626100"/>
          <p14:tracePt t="119596" x="8788400" y="5638800"/>
          <p14:tracePt t="119613" x="8813800" y="5638800"/>
          <p14:tracePt t="119630" x="8858250" y="5638800"/>
          <p14:tracePt t="119646" x="8896350" y="5638800"/>
          <p14:tracePt t="119663" x="8909050" y="5638800"/>
          <p14:tracePt t="119680" x="8934450" y="5638800"/>
          <p14:tracePt t="119696" x="8940800" y="5638800"/>
          <p14:tracePt t="119713" x="8947150" y="5638800"/>
          <p14:tracePt t="119770" x="8940800" y="5638800"/>
          <p14:tracePt t="119798" x="8934450" y="5638800"/>
          <p14:tracePt t="119819" x="8928100" y="5638800"/>
          <p14:tracePt t="119833" x="8921750" y="5645150"/>
          <p14:tracePt t="119868" x="8915400" y="5645150"/>
          <p14:tracePt t="119896" x="8909050" y="5645150"/>
          <p14:tracePt t="119931" x="8902700" y="5645150"/>
          <p14:tracePt t="119966" x="8896350" y="5645150"/>
          <p14:tracePt t="119980" x="8890000" y="5645150"/>
          <p14:tracePt t="120015" x="8877300" y="5645150"/>
          <p14:tracePt t="120050" x="8870950" y="5651500"/>
          <p14:tracePt t="120057" x="8864600" y="5651500"/>
          <p14:tracePt t="120071" x="8858250" y="5651500"/>
          <p14:tracePt t="120086" x="8851900" y="5651500"/>
          <p14:tracePt t="120094" x="8845550" y="5651500"/>
          <p14:tracePt t="120111" x="8839200" y="5651500"/>
          <p14:tracePt t="120128" x="8832850" y="5657850"/>
          <p14:tracePt t="120144" x="8807450" y="5657850"/>
          <p14:tracePt t="120161" x="8794750" y="5657850"/>
          <p14:tracePt t="120178" x="8775700" y="5657850"/>
          <p14:tracePt t="120194" x="8724900" y="5657850"/>
          <p14:tracePt t="120211" x="8686800" y="5657850"/>
          <p14:tracePt t="120227" x="8674100" y="5664200"/>
          <p14:tracePt t="120244" x="8636000" y="5676900"/>
          <p14:tracePt t="120261" x="8616950" y="5683250"/>
          <p14:tracePt t="120277" x="8610600" y="5689600"/>
          <p14:tracePt t="120294" x="8604250" y="5689600"/>
          <p14:tracePt t="120311" x="8585200" y="5695950"/>
          <p14:tracePt t="120327" x="8547100" y="5715000"/>
          <p14:tracePt t="120344" x="8489950" y="5727700"/>
          <p14:tracePt t="130481" x="8477250" y="5727700"/>
          <p14:tracePt t="130494" x="8470900" y="5727700"/>
          <p14:tracePt t="130501" x="8439150" y="5727700"/>
          <p14:tracePt t="130516" x="8401050" y="5727700"/>
          <p14:tracePt t="130525" x="8382000" y="5727700"/>
          <p14:tracePt t="130542" x="8350250" y="5715000"/>
          <p14:tracePt t="130559" x="8299450" y="5695950"/>
          <p14:tracePt t="130575" x="8261350" y="5683250"/>
          <p14:tracePt t="130593" x="8216900" y="5676900"/>
          <p14:tracePt t="130608" x="8197850" y="5676900"/>
          <p14:tracePt t="130625" x="8147050" y="5657850"/>
          <p14:tracePt t="130642" x="8089900" y="5645150"/>
          <p14:tracePt t="130658" x="8045450" y="5626100"/>
          <p14:tracePt t="130675" x="7969250" y="5594350"/>
          <p14:tracePt t="130691" x="7874000" y="5568950"/>
          <p14:tracePt t="130708" x="7804150" y="5549900"/>
          <p14:tracePt t="130725" x="7658100" y="5511800"/>
          <p14:tracePt t="130741" x="7493000" y="5473700"/>
          <p14:tracePt t="130758" x="7423150" y="5454650"/>
          <p14:tracePt t="130775" x="7302500" y="5416550"/>
          <p14:tracePt t="130791" x="7251700" y="5403850"/>
          <p14:tracePt t="130808" x="7156450" y="5391150"/>
          <p14:tracePt t="130824" x="7086600" y="5372100"/>
          <p14:tracePt t="130841" x="7042150" y="5365750"/>
          <p14:tracePt t="130857" x="6972300" y="5359400"/>
          <p14:tracePt t="130874" x="6921500" y="5353050"/>
          <p14:tracePt t="130891" x="6902450" y="5340350"/>
          <p14:tracePt t="130907" x="6870700" y="5340350"/>
          <p14:tracePt t="130924" x="6845300" y="5346700"/>
          <p14:tracePt t="130940" x="6832600" y="5346700"/>
          <p14:tracePt t="130957" x="6819900" y="5346700"/>
          <p14:tracePt t="130974" x="6813550" y="5346700"/>
          <p14:tracePt t="131007" x="6807200" y="5346700"/>
          <p14:tracePt t="131023" x="6794500" y="5346700"/>
          <p14:tracePt t="131042" x="6788150" y="5346700"/>
          <p14:tracePt t="131056" x="6781800" y="5353050"/>
          <p14:tracePt t="131091" x="6769100" y="5359400"/>
          <p14:tracePt t="131107" x="6762750" y="5359400"/>
          <p14:tracePt t="131140" x="6750050" y="5365750"/>
          <p14:tracePt t="131156" x="6737350" y="5365750"/>
          <p14:tracePt t="131173" x="6711950" y="5372100"/>
          <p14:tracePt t="131190" x="6692900" y="5378450"/>
          <p14:tracePt t="131206" x="6642100" y="5384800"/>
          <p14:tracePt t="131223" x="6584950" y="5397500"/>
          <p14:tracePt t="131239" x="6553200" y="5416550"/>
          <p14:tracePt t="131256" x="6489700" y="5429250"/>
          <p14:tracePt t="131273" x="6451600" y="5435600"/>
          <p14:tracePt t="131289" x="6438900" y="5435600"/>
          <p14:tracePt t="131306" x="6407150" y="5435600"/>
          <p14:tracePt t="131323" x="6388100" y="5429250"/>
          <p14:tracePt t="131813" x="6375400" y="5422900"/>
          <p14:tracePt t="131827" x="6343650" y="5416550"/>
          <p14:tracePt t="131834" x="6311900" y="5391150"/>
          <p14:tracePt t="131847" x="6286500" y="5384800"/>
          <p14:tracePt t="131857" x="6242050" y="5359400"/>
          <p14:tracePt t="131870" x="6197600" y="5340350"/>
          <p14:tracePt t="131887" x="6064250" y="5295900"/>
          <p14:tracePt t="131904" x="5911850" y="5245100"/>
          <p14:tracePt t="131920" x="5822950" y="5213350"/>
          <p14:tracePt t="131923" x="5734050" y="5194300"/>
          <p14:tracePt t="131937" x="5638800" y="5175250"/>
          <p14:tracePt t="131954" x="5441950" y="5124450"/>
          <p14:tracePt t="131970" x="5340350" y="5099050"/>
          <p14:tracePt t="131988" x="5124450" y="5092700"/>
          <p14:tracePt t="132003" x="4908550" y="5080000"/>
          <p14:tracePt t="132020" x="4806950" y="5080000"/>
          <p14:tracePt t="132038" x="4591050" y="5080000"/>
          <p14:tracePt t="132053" x="4495800" y="5080000"/>
          <p14:tracePt t="132070" x="4273550" y="5073650"/>
          <p14:tracePt t="132086" x="4095750" y="5073650"/>
          <p14:tracePt t="132103" x="4006850" y="5086350"/>
          <p14:tracePt t="132120" x="3841750" y="5105400"/>
          <p14:tracePt t="132136" x="3651250" y="5118100"/>
          <p14:tracePt t="132153" x="3549650" y="5118100"/>
          <p14:tracePt t="132170" x="3384550" y="5124450"/>
          <p14:tracePt t="132186" x="3213100" y="5143500"/>
          <p14:tracePt t="132203" x="3111500" y="5162550"/>
          <p14:tracePt t="132219" x="2927350" y="5194300"/>
          <p14:tracePt t="132236" x="2800350" y="5213350"/>
          <p14:tracePt t="132252" x="2743200" y="5232400"/>
          <p14:tracePt t="132269" x="2635250" y="5251450"/>
          <p14:tracePt t="132286" x="2501900" y="5276850"/>
          <p14:tracePt t="132303" x="2374900" y="5289550"/>
          <p14:tracePt t="132319" x="2324100" y="5289550"/>
          <p14:tracePt t="132336" x="2260600" y="5295900"/>
          <p14:tracePt t="132353" x="2159000" y="5295900"/>
          <p14:tracePt t="132369" x="2139950" y="5295900"/>
          <p14:tracePt t="132386" x="2127250" y="5295900"/>
          <p14:tracePt t="132403" x="2108200" y="5289550"/>
          <p14:tracePt t="132419" x="2101850" y="5289550"/>
          <p14:tracePt t="132438" x="2095500" y="5289550"/>
          <p14:tracePt t="132514" x="2095500" y="5295900"/>
          <p14:tracePt t="132536" x="2095500" y="5302250"/>
          <p14:tracePt t="132549" x="2095500" y="5308600"/>
          <p14:tracePt t="132563" x="2095500" y="5314950"/>
          <p14:tracePt t="132585" x="2095500" y="5321300"/>
          <p14:tracePt t="132626" x="2101850" y="5327650"/>
          <p14:tracePt t="132632" x="2101850" y="5334000"/>
          <p14:tracePt t="132654" x="2108200" y="5340350"/>
          <p14:tracePt t="132688" x="2114550" y="5340350"/>
          <p14:tracePt t="132717" x="2114550" y="5346700"/>
          <p14:tracePt t="132724" x="2120900" y="5353050"/>
          <p14:tracePt t="132745" x="2127250" y="5353050"/>
          <p14:tracePt t="132766" x="2133600" y="5359400"/>
          <p14:tracePt t="132837" x="2146300" y="5359400"/>
          <p14:tracePt t="132843" x="2152650" y="5359400"/>
          <p14:tracePt t="132858" x="2159000" y="5359400"/>
          <p14:tracePt t="132867" x="2165350" y="5359400"/>
          <p14:tracePt t="132883" x="2184400" y="5359400"/>
          <p14:tracePt t="132901" x="2260600" y="5372100"/>
          <p14:tracePt t="132917" x="2451100" y="5372100"/>
          <p14:tracePt t="132934" x="2819400" y="5365750"/>
          <p14:tracePt t="132950" x="3111500" y="5346700"/>
          <p14:tracePt t="132967" x="3422650" y="5334000"/>
          <p14:tracePt t="132985" x="4552950" y="5264150"/>
          <p14:tracePt t="133000" x="4921250" y="5245100"/>
          <p14:tracePt t="133017" x="5264150" y="5232400"/>
          <p14:tracePt t="133033" x="5810250" y="5213350"/>
          <p14:tracePt t="133050" x="6159500" y="5213350"/>
          <p14:tracePt t="133068" x="6369050" y="5213350"/>
          <p14:tracePt t="133083" x="6438900" y="5213350"/>
          <p14:tracePt t="133100" x="6515100" y="5213350"/>
          <p14:tracePt t="133118" x="6572250" y="5200650"/>
          <p14:tracePt t="133133" x="6597650" y="5200650"/>
          <p14:tracePt t="133150" x="6629400" y="5200650"/>
          <p14:tracePt t="133166" x="6654800" y="5200650"/>
          <p14:tracePt t="133183" x="6673850" y="5200650"/>
          <p14:tracePt t="133199" x="6705600" y="5213350"/>
          <p14:tracePt t="133216" x="6731000" y="5226050"/>
          <p14:tracePt t="133233" x="6743700" y="5238750"/>
          <p14:tracePt t="133250" x="6775450" y="5257800"/>
          <p14:tracePt t="133266" x="6800850" y="5270500"/>
          <p14:tracePt t="133282" x="6807200" y="5270500"/>
          <p14:tracePt t="133299" x="6807200" y="5276850"/>
          <p14:tracePt t="133316" x="6807200" y="5283200"/>
          <p14:tracePt t="133333" x="6807200" y="5295900"/>
          <p14:tracePt t="133349" x="6807200" y="5308600"/>
          <p14:tracePt t="133382" x="6794500" y="5314950"/>
          <p14:tracePt t="133399" x="6788150" y="5321300"/>
          <p14:tracePt t="133415" x="6781800" y="5327650"/>
          <p14:tracePt t="133433" x="6762750" y="5346700"/>
          <p14:tracePt t="133449" x="6737350" y="5372100"/>
          <p14:tracePt t="133465" x="6718300" y="5397500"/>
          <p14:tracePt t="133482" x="6673850" y="5429250"/>
          <p14:tracePt t="133498" x="6629400" y="5473700"/>
          <p14:tracePt t="133515" x="6597650" y="5492750"/>
          <p14:tracePt t="133532" x="6559550" y="5518150"/>
          <p14:tracePt t="133548" x="6534150" y="5537200"/>
          <p14:tracePt t="133566" x="6515100" y="5549900"/>
          <p14:tracePt t="133581" x="6515100" y="5556250"/>
          <p14:tracePt t="133598" x="6508750" y="5556250"/>
          <p14:tracePt t="133615" x="6502400" y="5562600"/>
          <p14:tracePt t="133671" x="6508750" y="5562600"/>
          <p14:tracePt t="133678" x="6515100" y="5556250"/>
          <p14:tracePt t="133685" x="6521450" y="5556250"/>
          <p14:tracePt t="133700" x="6527800" y="5556250"/>
          <p14:tracePt t="133719" x="6534150" y="5556250"/>
          <p14:tracePt t="133731" x="6540500" y="5549900"/>
          <p14:tracePt t="133748" x="6565900" y="5543550"/>
          <p14:tracePt t="133764" x="6584950" y="5537200"/>
          <p14:tracePt t="133781" x="6635750" y="5511800"/>
          <p14:tracePt t="133797" x="6699250" y="5499100"/>
          <p14:tracePt t="133814" x="6718300" y="5492750"/>
          <p14:tracePt t="133830" x="6800850" y="5480050"/>
          <p14:tracePt t="133847" x="6877050" y="5480050"/>
          <p14:tracePt t="133864" x="6915150" y="5480050"/>
          <p14:tracePt t="133881" x="6985000" y="5480050"/>
          <p14:tracePt t="133896" x="7042150" y="5480050"/>
          <p14:tracePt t="133913" x="7061200" y="5480050"/>
          <p14:tracePt t="133930" x="7092950" y="5480050"/>
          <p14:tracePt t="133947" x="7105650" y="5480050"/>
          <p14:tracePt t="133950" x="7118350" y="5486400"/>
          <p14:tracePt t="133963" x="7124700" y="5486400"/>
          <p14:tracePt t="133980" x="7143750" y="5492750"/>
          <p14:tracePt t="133996" x="7150100" y="5492750"/>
          <p14:tracePt t="134014" x="7162800" y="5499100"/>
          <p14:tracePt t="134030" x="7181850" y="5505450"/>
          <p14:tracePt t="134046" x="7188200" y="5511800"/>
          <p14:tracePt t="134063" x="7213600" y="5511800"/>
          <p14:tracePt t="134079" x="7258050" y="5518150"/>
          <p14:tracePt t="134096" x="7283450" y="5524500"/>
          <p14:tracePt t="134113" x="7321550" y="5524500"/>
          <p14:tracePt t="134129" x="7378700" y="5530850"/>
          <p14:tracePt t="134146" x="7410450" y="5530850"/>
          <p14:tracePt t="134163" x="7454900" y="5530850"/>
          <p14:tracePt t="134179" x="7499350" y="5530850"/>
          <p14:tracePt t="134197" x="7524750" y="5530850"/>
          <p14:tracePt t="134212" x="7543800" y="5530850"/>
          <p14:tracePt t="134229" x="7550150" y="5530850"/>
          <p14:tracePt t="134246" x="7569200" y="5543550"/>
          <p14:tracePt t="134262" x="7581900" y="5543550"/>
          <p14:tracePt t="134279" x="7594600" y="5549900"/>
          <p14:tracePt t="134295" x="7620000" y="5562600"/>
          <p14:tracePt t="134312" x="7645400" y="5568950"/>
          <p14:tracePt t="134330" x="7677150" y="5575300"/>
          <p14:tracePt t="134345" x="7702550" y="5581650"/>
          <p14:tracePt t="134362" x="7740650" y="5588000"/>
          <p14:tracePt t="134379" x="7785100" y="5607050"/>
          <p14:tracePt t="134395" x="7797800" y="5607050"/>
          <p14:tracePt t="134412" x="7816850" y="5607050"/>
          <p14:tracePt t="134449" x="7823200" y="5607050"/>
          <p14:tracePt t="134470" x="7823200" y="5613400"/>
          <p14:tracePt t="134484" x="7823200" y="5626100"/>
          <p14:tracePt t="140346" x="7696200" y="5626100"/>
          <p14:tracePt t="140353" x="7480300" y="5632450"/>
          <p14:tracePt t="140367" x="7137400" y="5645150"/>
          <p14:tracePt t="140375" x="6826250" y="5664200"/>
          <p14:tracePt t="140391" x="6546850" y="5727700"/>
          <p14:tracePt t="140409" x="6000750" y="5803900"/>
          <p14:tracePt t="140424" x="5549900" y="5886450"/>
          <p14:tracePt t="140441" x="5372100" y="5924550"/>
          <p14:tracePt t="140458" x="5003800" y="5975350"/>
          <p14:tracePt t="140474" x="4857750" y="5994400"/>
          <p14:tracePt t="140491" x="4603750" y="6038850"/>
          <p14:tracePt t="140507" x="4362450" y="6057900"/>
          <p14:tracePt t="140524" x="4260850" y="6083300"/>
          <p14:tracePt t="140540" x="4102100" y="6108700"/>
          <p14:tracePt t="140557" x="3994150" y="6134100"/>
          <p14:tracePt t="140574" x="3962400" y="6146800"/>
          <p14:tracePt t="140591" x="3898900" y="6165850"/>
          <p14:tracePt t="140608" x="3860800" y="6191250"/>
          <p14:tracePt t="140624" x="3835400" y="6197600"/>
          <p14:tracePt t="140640" x="3810000" y="6210300"/>
          <p14:tracePt t="140657" x="3797300" y="6229350"/>
          <p14:tracePt t="140673" x="3790950" y="6229350"/>
          <p14:tracePt t="140690" x="3784600" y="6235700"/>
          <p14:tracePt t="140707" x="3771900" y="6242050"/>
          <p14:tracePt t="140725" x="3752850" y="6242050"/>
          <p14:tracePt t="140739" x="3740150" y="6242050"/>
          <p14:tracePt t="140756" x="3721100" y="6235700"/>
          <p14:tracePt t="140774" x="3638550" y="6216650"/>
          <p14:tracePt t="140790" x="3600450" y="6197600"/>
          <p14:tracePt t="140807" x="3543300" y="6191250"/>
          <p14:tracePt t="140823" x="3416300" y="6172200"/>
          <p14:tracePt t="140839" x="3232150" y="6153150"/>
          <p14:tracePt t="140856" x="3143250" y="6140450"/>
          <p14:tracePt t="140873" x="2952750" y="6108700"/>
          <p14:tracePt t="140889" x="2781300" y="6089650"/>
          <p14:tracePt t="140907" x="2616200" y="6070600"/>
          <p14:tracePt t="140923" x="2533650" y="6051550"/>
          <p14:tracePt t="140940" x="2368550" y="6032500"/>
          <p14:tracePt t="140956" x="2292350" y="6032500"/>
          <p14:tracePt t="140972" x="2247900" y="6032500"/>
          <p14:tracePt t="140989" x="2203450" y="6032500"/>
          <p14:tracePt t="141006" x="2152650" y="6038850"/>
          <p14:tracePt t="141022" x="2120900" y="6045200"/>
          <p14:tracePt t="141039" x="2070100" y="6057900"/>
          <p14:tracePt t="141055" x="2032000" y="6064250"/>
          <p14:tracePt t="141072" x="2000250" y="6070600"/>
          <p14:tracePt t="141089" x="1943100" y="6070600"/>
          <p14:tracePt t="141105" x="1898650" y="6070600"/>
          <p14:tracePt t="141123" x="1873250" y="6064250"/>
          <p14:tracePt t="141530" x="1835150" y="6064250"/>
          <p14:tracePt t="141538" x="1784350" y="6064250"/>
          <p14:tracePt t="141551" x="1746250" y="6051550"/>
          <p14:tracePt t="141558" x="1676400" y="6045200"/>
          <p14:tracePt t="141570" x="1625600" y="6032500"/>
          <p14:tracePt t="141587" x="1504950" y="6007100"/>
          <p14:tracePt t="141603" x="1441450" y="6007100"/>
          <p14:tracePt t="141621" x="1346200" y="6000750"/>
          <p14:tracePt t="141637" x="1289050" y="5994400"/>
          <p14:tracePt t="141653" x="1270000" y="5994400"/>
          <p14:tracePt t="141670" x="1244600" y="5975350"/>
          <p14:tracePt t="141686" x="1231900" y="5975350"/>
          <p14:tracePt t="141703" x="1212850" y="5975350"/>
          <p14:tracePt t="141720" x="1200150" y="5975350"/>
          <p14:tracePt t="141817" x="1206500" y="5975350"/>
          <p14:tracePt t="141838" x="1212850" y="5975350"/>
          <p14:tracePt t="141845" x="1219200" y="5975350"/>
          <p14:tracePt t="141859" x="1225550" y="5975350"/>
          <p14:tracePt t="141880" x="1231900" y="5975350"/>
          <p14:tracePt t="141889" x="1238250" y="5975350"/>
          <p14:tracePt t="141903" x="1244600" y="5975350"/>
          <p14:tracePt t="141919" x="1270000" y="5975350"/>
          <p14:tracePt t="141937" x="1308100" y="5975350"/>
          <p14:tracePt t="141952" x="1346200" y="5975350"/>
          <p14:tracePt t="141969" x="1397000" y="5975350"/>
          <p14:tracePt t="141986" x="1593850" y="5988050"/>
          <p14:tracePt t="142002" x="1670050" y="5988050"/>
          <p14:tracePt t="142019" x="1746250" y="5994400"/>
          <p14:tracePt t="142035" x="1885950" y="6007100"/>
          <p14:tracePt t="142052" x="2019300" y="6007100"/>
          <p14:tracePt t="142069" x="2095500" y="6013450"/>
          <p14:tracePt t="142085" x="2133600" y="6013450"/>
          <p14:tracePt t="142102" x="2171700" y="6019800"/>
          <p14:tracePt t="142119" x="2184400" y="6019800"/>
          <p14:tracePt t="142135" x="2190750" y="6019800"/>
          <p14:tracePt t="142182" x="2197100" y="6019800"/>
          <p14:tracePt t="142329" x="2190750" y="6019800"/>
          <p14:tracePt t="142581" x="2197100" y="6019800"/>
          <p14:tracePt t="142609" x="2203450" y="6019800"/>
          <p14:tracePt t="142638" x="2209800" y="6026150"/>
          <p14:tracePt t="142658" x="2216150" y="6026150"/>
          <p14:tracePt t="142680" x="2222500" y="6026150"/>
          <p14:tracePt t="142701" x="2228850" y="6026150"/>
          <p14:tracePt t="142707" x="2241550" y="6026150"/>
          <p14:tracePt t="142722" x="2254250" y="6026150"/>
          <p14:tracePt t="142732" x="2273300" y="6026150"/>
          <p14:tracePt t="142750" x="2355850" y="6032500"/>
          <p14:tracePt t="142766" x="2406650" y="6032500"/>
          <p14:tracePt t="142783" x="2520950" y="6045200"/>
          <p14:tracePt t="142800" x="2647950" y="6045200"/>
          <p14:tracePt t="142816" x="2711450" y="6045200"/>
          <p14:tracePt t="142834" x="2832100" y="6045200"/>
          <p14:tracePt t="142849" x="2921000" y="6038850"/>
          <p14:tracePt t="142867" x="2952750" y="6038850"/>
          <p14:tracePt t="142883" x="3009900" y="6032500"/>
          <p14:tracePt t="142899" x="3048000" y="6026150"/>
          <p14:tracePt t="142916" x="3060700" y="6019800"/>
          <p14:tracePt t="142932" x="3086100" y="6019800"/>
          <p14:tracePt t="143002" x="3073400" y="6019800"/>
          <p14:tracePt t="143009" x="3060700" y="6019800"/>
          <p14:tracePt t="143023" x="3054350" y="6019800"/>
          <p14:tracePt t="143032" x="3041650" y="6019800"/>
          <p14:tracePt t="143049" x="3028950" y="6026150"/>
          <p14:tracePt t="143065" x="3003550" y="6026150"/>
          <p14:tracePt t="143082" x="2990850" y="6032500"/>
          <p14:tracePt t="143098" x="2971800" y="6032500"/>
          <p14:tracePt t="143115" x="2921000" y="6038850"/>
          <p14:tracePt t="143132" x="2838450" y="6038850"/>
          <p14:tracePt t="143149" x="2762250" y="6038850"/>
          <p14:tracePt t="143165" x="2736850" y="6038850"/>
          <p14:tracePt t="143181" x="2667000" y="6038850"/>
          <p14:tracePt t="143198" x="2616200" y="6038850"/>
          <p14:tracePt t="143215" x="2597150" y="6038850"/>
          <p14:tracePt t="143231" x="2584450" y="6038850"/>
          <p14:tracePt t="143248" x="2571750" y="6038850"/>
          <p14:tracePt t="143311" x="2584450" y="6038850"/>
          <p14:tracePt t="143317" x="2597150" y="6038850"/>
          <p14:tracePt t="143333" x="2622550" y="6038850"/>
          <p14:tracePt t="143347" x="2641600" y="6032500"/>
          <p14:tracePt t="143364" x="2698750" y="6026150"/>
          <p14:tracePt t="143381" x="2794000" y="6013450"/>
          <p14:tracePt t="143397" x="2832100" y="6007100"/>
          <p14:tracePt t="143414" x="2965450" y="5994400"/>
          <p14:tracePt t="143431" x="3092450" y="5981700"/>
          <p14:tracePt t="143447" x="3168650" y="5981700"/>
          <p14:tracePt t="143464" x="3308350" y="5981700"/>
          <p14:tracePt t="143480" x="3460750" y="5981700"/>
          <p14:tracePt t="143497" x="3536950" y="5981700"/>
          <p14:tracePt t="143514" x="3657600" y="5981700"/>
          <p14:tracePt t="143530" x="3759200" y="5981700"/>
          <p14:tracePt t="143547" x="3816350" y="5988050"/>
          <p14:tracePt t="143563" x="3892550" y="5988050"/>
          <p14:tracePt t="143580" x="3924300" y="5988050"/>
          <p14:tracePt t="143598" x="3981450" y="5988050"/>
          <p14:tracePt t="143613" x="4000500" y="5988050"/>
          <p14:tracePt t="143630" x="4013200" y="5988050"/>
          <p14:tracePt t="143647" x="4038600" y="5981700"/>
          <p14:tracePt t="143663" x="4057650" y="5981700"/>
          <p14:tracePt t="143680" x="4064000" y="5981700"/>
          <p14:tracePt t="143696" x="4083050" y="5975350"/>
          <p14:tracePt t="143713" x="4095750" y="5969000"/>
          <p14:tracePt t="143729" x="4108450" y="5969000"/>
          <p14:tracePt t="143746" x="4121150" y="5962650"/>
          <p14:tracePt t="143763" x="4133850" y="5956300"/>
          <p14:tracePt t="143780" x="4140200" y="5949950"/>
          <p14:tracePt t="143796" x="4146550" y="5949950"/>
          <p14:tracePt t="143812" x="4152900" y="5949950"/>
          <p14:tracePt t="143942" x="4146550" y="5949950"/>
          <p14:tracePt t="143949" x="4140200" y="5949950"/>
          <p14:tracePt t="143970" x="4140200" y="5956300"/>
          <p14:tracePt t="143991" x="4133850" y="5956300"/>
          <p14:tracePt t="144013" x="4127500" y="5956300"/>
          <p14:tracePt t="144041" x="4121150" y="5956300"/>
          <p14:tracePt t="144055" x="4114800" y="5956300"/>
          <p14:tracePt t="144069" x="4108450" y="5962650"/>
          <p14:tracePt t="144078" x="4102100" y="5962650"/>
          <p14:tracePt t="144097" x="4095750" y="5962650"/>
          <p14:tracePt t="144112" x="4064000" y="5962650"/>
          <p14:tracePt t="144128" x="3968750" y="5962650"/>
          <p14:tracePt t="144146" x="3816350" y="5962650"/>
          <p14:tracePt t="144161" x="3714750" y="5962650"/>
          <p14:tracePt t="144178" x="3606800" y="5962650"/>
          <p14:tracePt t="144196" x="3238500" y="5962650"/>
          <p14:tracePt t="144211" x="3111500" y="5962650"/>
          <p14:tracePt t="144228" x="2997200" y="5962650"/>
          <p14:tracePt t="144245" x="2768600" y="5956300"/>
          <p14:tracePt t="144261" x="2578100" y="5956300"/>
          <p14:tracePt t="144279" x="2425700" y="5937250"/>
          <p14:tracePt t="144294" x="2362200" y="5924550"/>
          <p14:tracePt t="144311" x="2266950" y="5911850"/>
          <p14:tracePt t="144328" x="2190750" y="5886450"/>
          <p14:tracePt t="144344" x="2159000" y="5867400"/>
          <p14:tracePt t="144361" x="2108200" y="5848350"/>
          <p14:tracePt t="144378" x="2070100" y="5829300"/>
          <p14:tracePt t="144394" x="2057400" y="5829300"/>
          <p14:tracePt t="144411" x="2012950" y="5810250"/>
          <p14:tracePt t="144427" x="1974850" y="5797550"/>
          <p14:tracePt t="144444" x="1949450" y="5797550"/>
          <p14:tracePt t="144462" x="1924050" y="5791200"/>
          <p14:tracePt t="144477" x="1911350" y="5791200"/>
          <p14:tracePt t="144493" x="1898650" y="5791200"/>
          <p14:tracePt t="144512" x="1885950" y="5791200"/>
          <p14:tracePt t="144527" x="1873250" y="5791200"/>
          <p14:tracePt t="144544" x="1866900" y="5791200"/>
          <p14:tracePt t="144560" x="1860550" y="5791200"/>
          <p14:tracePt t="144577" x="1854200" y="5797550"/>
          <p14:tracePt t="144593" x="1847850" y="5803900"/>
          <p14:tracePt t="144672" x="1847850" y="5810250"/>
          <p14:tracePt t="144679" x="1847850" y="5816600"/>
          <p14:tracePt t="144707" x="1847850" y="5822950"/>
          <p14:tracePt t="144728" x="1847850" y="5829300"/>
          <p14:tracePt t="144756" x="1854200" y="5835650"/>
          <p14:tracePt t="144777" x="1854200" y="5842000"/>
          <p14:tracePt t="144847" x="1854200" y="5854700"/>
          <p14:tracePt t="144910" x="1854200" y="5861050"/>
          <p14:tracePt t="144917" x="1854200" y="5867400"/>
          <p14:tracePt t="144938" x="1860550" y="5873750"/>
          <p14:tracePt t="145029" x="1860550" y="5867400"/>
          <p14:tracePt t="145036" x="1860550" y="5861050"/>
          <p14:tracePt t="145100" x="1854200" y="5861050"/>
          <p14:tracePt t="145106" x="1847850" y="5861050"/>
          <p14:tracePt t="145121" x="1841500" y="5861050"/>
          <p14:tracePt t="145128" x="1835150" y="5867400"/>
          <p14:tracePt t="145144" x="1828800" y="5867400"/>
          <p14:tracePt t="145158" x="1822450" y="5867400"/>
          <p14:tracePt t="145175" x="1784350" y="5873750"/>
          <p14:tracePt t="145191" x="1746250" y="5880100"/>
          <p14:tracePt t="145208" x="1714500" y="5880100"/>
          <p14:tracePt t="145226" x="1651000" y="5892800"/>
          <p14:tracePt t="145241" x="1581150" y="5905500"/>
          <p14:tracePt t="145257" x="1562100" y="5911850"/>
          <p14:tracePt t="145275" x="1517650" y="5918200"/>
          <p14:tracePt t="145291" x="1498600" y="5924550"/>
          <p14:tracePt t="145324" x="1498600" y="5930900"/>
          <p14:tracePt t="145359" x="1498600" y="5937250"/>
          <p14:tracePt t="145373" x="1504950" y="5943600"/>
          <p14:tracePt t="145380" x="1511300" y="5943600"/>
          <p14:tracePt t="145390" x="1517650" y="5943600"/>
          <p14:tracePt t="145408" x="1524000" y="5949950"/>
          <p14:tracePt t="145440" x="1530350" y="5949950"/>
          <p14:tracePt t="145457" x="1536700" y="5949950"/>
          <p14:tracePt t="145478" x="1543050" y="5949950"/>
          <p14:tracePt t="145513" x="1549400" y="5949950"/>
          <p14:tracePt t="145527" x="1555750" y="5949950"/>
          <p14:tracePt t="145569" x="1555750" y="5943600"/>
          <p14:tracePt t="145598" x="1555750" y="5937250"/>
          <p14:tracePt t="145618" x="1549400" y="5937250"/>
          <p14:tracePt t="145641" x="1543050" y="5937250"/>
          <p14:tracePt t="145660" x="1536700" y="5937250"/>
          <p14:tracePt t="145667" x="1530350" y="5937250"/>
          <p14:tracePt t="145724" x="1524000" y="5937250"/>
          <p14:tracePt t="145730" x="1517650" y="5937250"/>
          <p14:tracePt t="145759" x="1504950" y="5937250"/>
          <p14:tracePt t="145780" x="1498600" y="5937250"/>
          <p14:tracePt t="145801" x="1492250" y="5930900"/>
          <p14:tracePt t="145808" x="1485900" y="5930900"/>
          <p14:tracePt t="145850" x="1479550" y="5930900"/>
          <p14:tracePt t="145878" x="1473200" y="5930900"/>
          <p14:tracePt t="145962" x="1473200" y="5924550"/>
          <p14:tracePt t="145990" x="1479550" y="5918200"/>
          <p14:tracePt t="146018" x="1479550" y="5911850"/>
          <p14:tracePt t="146054" x="1479550" y="5905500"/>
          <p14:tracePt t="146088" x="1479550" y="5899150"/>
          <p14:tracePt t="146123" x="1473200" y="5899150"/>
          <p14:tracePt t="146145" x="1466850" y="5899150"/>
          <p14:tracePt t="146151" x="1460500" y="5892800"/>
          <p14:tracePt t="146158" x="1454150" y="5892800"/>
          <p14:tracePt t="146174" x="1447800" y="5892800"/>
          <p14:tracePt t="146193" x="1435100" y="5886450"/>
          <p14:tracePt t="146204" x="1422400" y="5886450"/>
          <p14:tracePt t="146222" x="1390650" y="5886450"/>
          <p14:tracePt t="146237" x="1377950" y="5892800"/>
          <p14:tracePt t="146254" x="1339850" y="5905500"/>
          <p14:tracePt t="146271" x="1314450" y="5924550"/>
          <p14:tracePt t="146287" x="1308100" y="5937250"/>
          <p14:tracePt t="146305" x="1295400" y="5962650"/>
          <p14:tracePt t="146321" x="1295400" y="5981700"/>
          <p14:tracePt t="146337" x="1295400" y="5988050"/>
          <p14:tracePt t="146355" x="1301750" y="5994400"/>
          <p14:tracePt t="146370" x="1314450" y="6007100"/>
          <p14:tracePt t="146387" x="1327150" y="6007100"/>
          <p14:tracePt t="146404" x="1377950" y="6013450"/>
          <p14:tracePt t="146420" x="1409700" y="6013450"/>
          <p14:tracePt t="146437" x="1466850" y="6013450"/>
          <p14:tracePt t="146454" x="1517650" y="5981700"/>
          <p14:tracePt t="146470" x="1530350" y="5969000"/>
          <p14:tracePt t="146487" x="1555750" y="5918200"/>
          <p14:tracePt t="146503" x="1555750" y="5886450"/>
          <p14:tracePt t="146520" x="1549400" y="5861050"/>
          <p14:tracePt t="146537" x="1524000" y="5829300"/>
          <p14:tracePt t="146553" x="1492250" y="5797550"/>
          <p14:tracePt t="146570" x="1473200" y="5784850"/>
          <p14:tracePt t="146586" x="1435100" y="5765800"/>
          <p14:tracePt t="146603" x="1384300" y="5753100"/>
          <p14:tracePt t="146619" x="1365250" y="5753100"/>
          <p14:tracePt t="146636" x="1327150" y="5753100"/>
          <p14:tracePt t="146653" x="1301750" y="5765800"/>
          <p14:tracePt t="146670" x="1282700" y="5784850"/>
          <p14:tracePt t="146685" x="1282700" y="5791200"/>
          <p14:tracePt t="146702" x="1276350" y="5810250"/>
          <p14:tracePt t="146719" x="1276350" y="5835650"/>
          <p14:tracePt t="146736" x="1276350" y="5848350"/>
          <p14:tracePt t="146752" x="1276350" y="5861050"/>
          <p14:tracePt t="146769" x="1276350" y="5886450"/>
          <p14:tracePt t="146786" x="1282700" y="5911850"/>
          <p14:tracePt t="146803" x="1295400" y="5943600"/>
          <p14:tracePt t="146819" x="1314450" y="5969000"/>
          <p14:tracePt t="146836" x="1352550" y="5988050"/>
          <p14:tracePt t="146853" x="1447800" y="6013450"/>
          <p14:tracePt t="146869" x="1492250" y="6019800"/>
          <p14:tracePt t="146885" x="1606550" y="6032500"/>
          <p14:tracePt t="146902" x="1727200" y="6038850"/>
          <p14:tracePt t="146918" x="1765300" y="6038850"/>
          <p14:tracePt t="146936" x="1847850" y="6013450"/>
          <p14:tracePt t="146952" x="1892300" y="5994400"/>
          <p14:tracePt t="146968" x="1911350" y="5981700"/>
          <p14:tracePt t="146986" x="1917700" y="5962650"/>
          <p14:tracePt t="147001" x="1917700" y="5956300"/>
          <p14:tracePt t="147018" x="1917700" y="5949950"/>
          <p14:tracePt t="147035" x="1905000" y="5937250"/>
          <p14:tracePt t="147051" x="1898650" y="5930900"/>
          <p14:tracePt t="147068" x="1885950" y="5930900"/>
          <p14:tracePt t="147085" x="1879600" y="5930900"/>
          <p14:tracePt t="147101" x="1873250" y="5930900"/>
          <p14:tracePt t="147117" x="1866900" y="5930900"/>
          <p14:tracePt t="147134" x="1860550" y="5930900"/>
          <p14:tracePt t="147175" x="1860550" y="5937250"/>
          <p14:tracePt t="147203" x="1860550" y="5943600"/>
          <p14:tracePt t="147210" x="1860550" y="5949950"/>
          <p14:tracePt t="147230" x="1860550" y="5956300"/>
          <p14:tracePt t="147252" x="1866900" y="5962650"/>
          <p14:tracePt t="147280" x="1873250" y="5962650"/>
          <p14:tracePt t="147302" x="1879600" y="5969000"/>
          <p14:tracePt t="147322" x="1885950" y="5969000"/>
          <p14:tracePt t="147371" x="1892300" y="5969000"/>
          <p14:tracePt t="147392" x="1898650" y="5969000"/>
          <p14:tracePt t="147420" x="1905000" y="5969000"/>
          <p14:tracePt t="147442" x="1911350" y="5969000"/>
          <p14:tracePt t="147455" x="1917700" y="5969000"/>
          <p14:tracePt t="147462" x="1924050" y="5969000"/>
          <p14:tracePt t="147526" x="1924050" y="5962650"/>
          <p14:tracePt t="147596" x="1917700" y="5956300"/>
          <p14:tracePt t="147631" x="1911350" y="5956300"/>
          <p14:tracePt t="147652" x="1905000" y="5956300"/>
          <p14:tracePt t="147667" x="1905000" y="5962650"/>
          <p14:tracePt t="147687" x="1911350" y="5969000"/>
          <p14:tracePt t="147694" x="1917700" y="5969000"/>
          <p14:tracePt t="147702" x="1930400" y="5969000"/>
          <p14:tracePt t="147716" x="1943100" y="5975350"/>
          <p14:tracePt t="147732" x="1968500" y="5981700"/>
          <p14:tracePt t="147750" x="2089150" y="6019800"/>
          <p14:tracePt t="147765" x="2273300" y="6064250"/>
          <p14:tracePt t="147782" x="2387600" y="6083300"/>
          <p14:tracePt t="147800" x="2641600" y="6102350"/>
          <p14:tracePt t="147815" x="2870200" y="6102350"/>
          <p14:tracePt t="147832" x="2971800" y="6089650"/>
          <p14:tracePt t="147849" x="3143250" y="6038850"/>
          <p14:tracePt t="147865" x="3282950" y="5981700"/>
          <p14:tracePt t="147883" x="3365500" y="5937250"/>
          <p14:tracePt t="147899" x="3403600" y="5911850"/>
          <p14:tracePt t="147915" x="3435350" y="5867400"/>
          <p14:tracePt t="147933" x="3460750" y="5842000"/>
          <p14:tracePt t="147948" x="3467100" y="5829300"/>
          <p14:tracePt t="147965" x="3473450" y="5816600"/>
          <p14:tracePt t="147982" x="3486150" y="5797550"/>
          <p14:tracePt t="147998" x="3492500" y="5791200"/>
          <p14:tracePt t="148015" x="3492500" y="5784850"/>
          <p14:tracePt t="148032" x="3498850" y="5778500"/>
          <p14:tracePt t="148048" x="3505200" y="5772150"/>
          <p14:tracePt t="148065" x="3511550" y="5765800"/>
          <p14:tracePt t="148081" x="3511550" y="5759450"/>
          <p14:tracePt t="148098" x="3517900" y="5759450"/>
          <p14:tracePt t="148115" x="3524250" y="5753100"/>
          <p14:tracePt t="148143" x="3530600" y="5753100"/>
          <p14:tracePt t="148178" x="3536950" y="5753100"/>
          <p14:tracePt t="148185" x="3536950" y="5746750"/>
          <p14:tracePt t="148197" x="3543300" y="5746750"/>
          <p14:tracePt t="148214" x="3549650" y="5746750"/>
          <p14:tracePt t="148374" x="3543300" y="5753100"/>
          <p14:tracePt t="148402" x="3536950" y="5753100"/>
          <p14:tracePt t="148416" x="3530600" y="5753100"/>
          <p14:tracePt t="148423" x="3524250" y="5753100"/>
          <p14:tracePt t="148465" x="3517900" y="5746750"/>
          <p14:tracePt t="148493" x="3511550" y="5734050"/>
          <p14:tracePt t="148514" x="3505200" y="5734050"/>
          <p14:tracePt t="148535" x="3498850" y="5721350"/>
          <p14:tracePt t="148563" x="3486150" y="5715000"/>
          <p14:tracePt t="148577" x="3486150" y="5708650"/>
          <p14:tracePt t="148585" x="3479800" y="5708650"/>
          <p14:tracePt t="148605" x="3473450" y="5702300"/>
          <p14:tracePt t="148615" x="3467100" y="5702300"/>
          <p14:tracePt t="148629" x="3460750" y="5702300"/>
          <p14:tracePt t="148655" x="3460750" y="5695950"/>
          <p14:tracePt t="148676" x="3454400" y="5689600"/>
          <p14:tracePt t="148704" x="3448050" y="5683250"/>
          <p14:tracePt t="148725" x="3441700" y="5676900"/>
          <p14:tracePt t="148747" x="3435350" y="5676900"/>
          <p14:tracePt t="148774" x="3429000" y="5670550"/>
          <p14:tracePt t="148865" x="3429000" y="5676900"/>
          <p14:tracePt t="148886" x="3429000" y="5683250"/>
          <p14:tracePt t="148892" x="3429000" y="5689600"/>
          <p14:tracePt t="148914" x="3429000" y="5695950"/>
          <p14:tracePt t="148956" x="3422650" y="5702300"/>
          <p14:tracePt t="148962" x="3422650" y="5708650"/>
          <p14:tracePt t="148978" x="3416300" y="5715000"/>
          <p14:tracePt t="148984" x="3403600" y="5721350"/>
          <p14:tracePt t="148998" x="3384550" y="5734050"/>
          <p14:tracePt t="149012" x="3352800" y="5753100"/>
          <p14:tracePt t="149028" x="3263900" y="5784850"/>
          <p14:tracePt t="149045" x="3219450" y="5803900"/>
          <p14:tracePt t="149061" x="3111500" y="5835650"/>
          <p14:tracePt t="149078" x="3003550" y="5854700"/>
          <p14:tracePt t="149094" x="2965450" y="5861050"/>
          <p14:tracePt t="149111" x="2870200" y="5873750"/>
          <p14:tracePt t="149127" x="2806700" y="5873750"/>
          <p14:tracePt t="149146" x="2755900" y="5873750"/>
          <p14:tracePt t="149161" x="2724150" y="5873750"/>
          <p14:tracePt t="149177" x="2686050" y="5873750"/>
          <p14:tracePt t="149195" x="2660650" y="5867400"/>
          <p14:tracePt t="149210" x="2647950" y="5861050"/>
          <p14:tracePt t="149227" x="2635250" y="5854700"/>
          <p14:tracePt t="149244" x="2597150" y="5848350"/>
          <p14:tracePt t="149260" x="2584450" y="5848350"/>
          <p14:tracePt t="149277" x="2578100" y="5848350"/>
          <p14:tracePt t="149294" x="2565400" y="5848350"/>
          <p14:tracePt t="149310" x="2559050" y="5848350"/>
          <p14:tracePt t="149349" x="2559050" y="5854700"/>
          <p14:tracePt t="149356" x="2571750" y="5854700"/>
          <p14:tracePt t="149370" x="2584450" y="5854700"/>
          <p14:tracePt t="149379" x="2597150" y="5854700"/>
          <p14:tracePt t="149393" x="2616200" y="5854700"/>
          <p14:tracePt t="149410" x="2686050" y="5848350"/>
          <p14:tracePt t="149427" x="2781300" y="5829300"/>
          <p14:tracePt t="149443" x="2838450" y="5803900"/>
          <p14:tracePt t="149460" x="2940050" y="5753100"/>
          <p14:tracePt t="149476" x="3028950" y="5689600"/>
          <p14:tracePt t="149493" x="3060700" y="5657850"/>
          <p14:tracePt t="149510" x="3105150" y="5619750"/>
          <p14:tracePt t="149526" x="3124200" y="5594350"/>
          <p14:tracePt t="149543" x="3130550" y="5581650"/>
          <p14:tracePt t="149559" x="3136900" y="5581650"/>
          <p14:tracePt t="149580" x="3130550" y="5581650"/>
          <p14:tracePt t="149592" x="3124200" y="5588000"/>
          <p14:tracePt t="149609" x="3111500" y="5600700"/>
          <p14:tracePt t="149626" x="3105150" y="5607050"/>
          <p14:tracePt t="149643" x="3086100" y="5619750"/>
          <p14:tracePt t="149659" x="3060700" y="5632450"/>
          <p14:tracePt t="149676" x="3022600" y="5645150"/>
          <p14:tracePt t="149692" x="2927350" y="5664200"/>
          <p14:tracePt t="149709" x="2794000" y="5689600"/>
          <p14:tracePt t="149725" x="2705100" y="5715000"/>
          <p14:tracePt t="149742" x="2520950" y="5734050"/>
          <p14:tracePt t="149759" x="2330450" y="5765800"/>
          <p14:tracePt t="149777" x="2171700" y="5784850"/>
          <p14:tracePt t="149792" x="2108200" y="5784850"/>
          <p14:tracePt t="149808" x="2012950" y="5797550"/>
          <p14:tracePt t="149826" x="1917700" y="5816600"/>
          <p14:tracePt t="149842" x="1879600" y="5822950"/>
          <p14:tracePt t="149858" x="1835150" y="5835650"/>
          <p14:tracePt t="149875" x="1714500" y="5842000"/>
          <p14:tracePt t="149891" x="1682750" y="5835650"/>
          <p14:tracePt t="149908" x="1657350" y="5835650"/>
          <p14:tracePt t="149925" x="1606550" y="5810250"/>
          <p14:tracePt t="149941" x="1555750" y="5797550"/>
          <p14:tracePt t="149958" x="1504950" y="5778500"/>
          <p14:tracePt t="149975" x="1485900" y="5765800"/>
          <p14:tracePt t="149991" x="1435100" y="5753100"/>
          <p14:tracePt t="150008" x="1371600" y="5734050"/>
          <p14:tracePt t="150024" x="1346200" y="5721350"/>
          <p14:tracePt t="150041" x="1301750" y="5715000"/>
          <p14:tracePt t="150058" x="1250950" y="5715000"/>
          <p14:tracePt t="150074" x="1225550" y="5715000"/>
          <p14:tracePt t="150091" x="1193800" y="5715000"/>
          <p14:tracePt t="150107" x="1174750" y="5727700"/>
          <p14:tracePt t="150124" x="1168400" y="5727700"/>
          <p14:tracePt t="150128" x="1162050" y="5740400"/>
          <p14:tracePt t="150148" x="1162050" y="5746750"/>
          <p14:tracePt t="150157" x="1162050" y="5753100"/>
          <p14:tracePt t="150173" x="1162050" y="5759450"/>
          <p14:tracePt t="150191" x="1174750" y="5765800"/>
          <p14:tracePt t="150207" x="1181100" y="5772150"/>
          <p14:tracePt t="150224" x="1206500" y="5772150"/>
          <p14:tracePt t="150240" x="1250950" y="5778500"/>
          <p14:tracePt t="150257" x="1270000" y="5778500"/>
          <p14:tracePt t="150274" x="1314450" y="5772150"/>
          <p14:tracePt t="150290" x="1346200" y="5759450"/>
          <p14:tracePt t="150307" x="1352550" y="5753100"/>
          <p14:tracePt t="150324" x="1352550" y="5746750"/>
          <p14:tracePt t="150356" x="1339850" y="5746750"/>
          <p14:tracePt t="150373" x="1314450" y="5740400"/>
          <p14:tracePt t="150390" x="1295400" y="5740400"/>
          <p14:tracePt t="150408" x="1263650" y="5740400"/>
          <p14:tracePt t="150423" x="1244600" y="5740400"/>
          <p14:tracePt t="150440" x="1187450" y="5753100"/>
          <p14:tracePt t="150457" x="1136650" y="5765800"/>
          <p14:tracePt t="150473" x="1117600" y="5784850"/>
          <p14:tracePt t="150489" x="1098550" y="5797550"/>
          <p14:tracePt t="150506" x="1073150" y="5822950"/>
          <p14:tracePt t="150523" x="1073150" y="5829300"/>
          <p14:tracePt t="150541" x="1073150" y="5842000"/>
          <p14:tracePt t="150556" x="1079500" y="5854700"/>
          <p14:tracePt t="150572" x="1117600" y="5867400"/>
          <p14:tracePt t="150590" x="1162050" y="5873750"/>
          <p14:tracePt t="150606" x="1206500" y="5886450"/>
          <p14:tracePt t="150622" x="1289050" y="5892800"/>
          <p14:tracePt t="150640" x="1365250" y="5892800"/>
          <p14:tracePt t="150656" x="1390650" y="5873750"/>
          <p14:tracePt t="150673" x="1416050" y="5848350"/>
          <p14:tracePt t="150689" x="1428750" y="5822950"/>
          <p14:tracePt t="150705" x="1428750" y="5810250"/>
          <p14:tracePt t="150723" x="1416050" y="5791200"/>
          <p14:tracePt t="150739" x="1390650" y="5784850"/>
          <p14:tracePt t="150756" x="1377950" y="5778500"/>
          <p14:tracePt t="150773" x="1346200" y="5772150"/>
          <p14:tracePt t="150788" x="1301750" y="5772150"/>
          <p14:tracePt t="150805" x="1282700" y="5772150"/>
          <p14:tracePt t="150822" x="1231900" y="5778500"/>
          <p14:tracePt t="150838" x="1212850" y="5784850"/>
          <p14:tracePt t="150856" x="1174750" y="5810250"/>
          <p14:tracePt t="150872" x="1168400" y="5816600"/>
          <p14:tracePt t="150888" x="1168400" y="5829300"/>
          <p14:tracePt t="150905" x="1168400" y="5842000"/>
          <p14:tracePt t="150921" x="1168400" y="5848350"/>
          <p14:tracePt t="150938" x="1168400" y="5854700"/>
          <p14:tracePt t="150955" x="1174750" y="5867400"/>
          <p14:tracePt t="150971" x="1212850" y="5886450"/>
          <p14:tracePt t="150988" x="1231900" y="5892800"/>
          <p14:tracePt t="151004" x="1295400" y="5924550"/>
          <p14:tracePt t="151021" x="1377950" y="5943600"/>
          <p14:tracePt t="151038" x="1435100" y="5949950"/>
          <p14:tracePt t="151054" x="1460500" y="5949950"/>
          <p14:tracePt t="151071" x="1498600" y="5937250"/>
          <p14:tracePt t="151088" x="1504950" y="5918200"/>
          <p14:tracePt t="151104" x="1504950" y="5911850"/>
          <p14:tracePt t="151121" x="1504950" y="5899150"/>
          <p14:tracePt t="151137" x="1473200" y="5880100"/>
          <p14:tracePt t="151154" x="1460500" y="5880100"/>
          <p14:tracePt t="151158" x="1447800" y="5873750"/>
          <p14:tracePt t="151173" x="1441450" y="5873750"/>
          <p14:tracePt t="151187" x="1422400" y="5873750"/>
          <p14:tracePt t="151204" x="1397000" y="5873750"/>
          <p14:tracePt t="151221" x="1365250" y="5880100"/>
          <p14:tracePt t="151237" x="1352550" y="5886450"/>
          <p14:tracePt t="151254" x="1339850" y="5886450"/>
          <p14:tracePt t="151271" x="1333500" y="5899150"/>
          <p14:tracePt t="151287" x="1333500" y="5905500"/>
          <p14:tracePt t="151303" x="1333500" y="5911850"/>
          <p14:tracePt t="151320" x="1333500" y="5924550"/>
          <p14:tracePt t="151353" x="1339850" y="5924550"/>
          <p14:tracePt t="151370" x="1346200" y="5924550"/>
          <p14:tracePt t="151387" x="1352550" y="5924550"/>
          <p14:tracePt t="151403" x="1358900" y="5924550"/>
          <p14:tracePt t="151420" x="1390650" y="5924550"/>
          <p14:tracePt t="151436" x="1416050" y="5937250"/>
          <p14:tracePt t="151453" x="1460500" y="5937250"/>
          <p14:tracePt t="151469" x="1492250" y="5937250"/>
          <p14:tracePt t="151487" x="1555750" y="5937250"/>
          <p14:tracePt t="151503" x="1619250" y="5930900"/>
          <p14:tracePt t="151519" x="1644650" y="5930900"/>
          <p14:tracePt t="151536" x="1676400" y="5924550"/>
          <p14:tracePt t="151552" x="1695450" y="5924550"/>
          <p14:tracePt t="151569" x="1701800" y="5924550"/>
          <p14:tracePt t="151620" x="1708150" y="5924550"/>
          <p14:tracePt t="151627" x="1714500" y="5924550"/>
          <p14:tracePt t="151663" x="1720850" y="5918200"/>
          <p14:tracePt t="151670" x="1733550" y="5918200"/>
          <p14:tracePt t="151683" x="1739900" y="5918200"/>
          <p14:tracePt t="151691" x="1752600" y="5918200"/>
          <p14:tracePt t="151702" x="1765300" y="5918200"/>
          <p14:tracePt t="151719" x="1822450" y="5918200"/>
          <p14:tracePt t="151735" x="1873250" y="5930900"/>
          <p14:tracePt t="151752" x="1924050" y="5930900"/>
          <p14:tracePt t="151769" x="2165350" y="5949950"/>
          <p14:tracePt t="151785" x="2266950" y="5956300"/>
          <p14:tracePt t="151802" x="2457450" y="5956300"/>
          <p14:tracePt t="151818" x="2559050" y="5956300"/>
          <p14:tracePt t="151835" x="2724150" y="5956300"/>
          <p14:tracePt t="151852" x="2844800" y="5937250"/>
          <p14:tracePt t="151868" x="2895600" y="5924550"/>
          <p14:tracePt t="151885" x="2971800" y="5911850"/>
          <p14:tracePt t="151901" x="3028950" y="5899150"/>
          <p14:tracePt t="151918" x="3048000" y="5899150"/>
          <p14:tracePt t="151935" x="3079750" y="5892800"/>
          <p14:tracePt t="151951" x="3124200" y="5892800"/>
          <p14:tracePt t="151968" x="3136900" y="5892800"/>
          <p14:tracePt t="151985" x="3175000" y="5892800"/>
          <p14:tracePt t="152001" x="3225800" y="5892800"/>
          <p14:tracePt t="152017" x="3238500" y="5892800"/>
          <p14:tracePt t="152035" x="3276600" y="5892800"/>
          <p14:tracePt t="152051" x="3321050" y="5899150"/>
          <p14:tracePt t="152067" x="3340100" y="5899150"/>
          <p14:tracePt t="152084" x="3371850" y="5899150"/>
          <p14:tracePt t="152101" x="3378200" y="5899150"/>
          <p14:tracePt t="152118" x="3384550" y="5905500"/>
          <p14:tracePt t="152133" x="3378200" y="5911850"/>
          <p14:tracePt t="152150" x="3371850" y="5911850"/>
          <p14:tracePt t="152154" x="3359150" y="5911850"/>
          <p14:tracePt t="152167" x="3352800" y="5911850"/>
          <p14:tracePt t="152184" x="3321050" y="5911850"/>
          <p14:tracePt t="152200" x="3308350" y="5911850"/>
          <p14:tracePt t="152217" x="3263900" y="5924550"/>
          <p14:tracePt t="152233" x="3143250" y="5930900"/>
          <p14:tracePt t="152250" x="3054350" y="5930900"/>
          <p14:tracePt t="152267" x="2863850" y="5943600"/>
          <p14:tracePt t="152283" x="2647950" y="5949950"/>
          <p14:tracePt t="152301" x="2457450" y="5949950"/>
          <p14:tracePt t="152316" x="2393950" y="5949950"/>
          <p14:tracePt t="152333" x="2286000" y="5943600"/>
          <p14:tracePt t="152350" x="2228850" y="5943600"/>
          <p14:tracePt t="152366" x="2216150" y="5943600"/>
          <p14:tracePt t="152383" x="2203450" y="5943600"/>
          <p14:tracePt t="152400" x="2197100" y="5943600"/>
          <p14:tracePt t="152483" x="2197100" y="5937250"/>
          <p14:tracePt t="152553" x="2190750" y="5937250"/>
          <p14:tracePt t="152595" x="2184400" y="5937250"/>
          <p14:tracePt t="152602" x="2178050" y="5937250"/>
          <p14:tracePt t="152615" x="2171700" y="5937250"/>
          <p14:tracePt t="152632" x="2159000" y="5937250"/>
          <p14:tracePt t="152649" x="2152650" y="5937250"/>
          <p14:tracePt t="152652" x="2146300" y="5937250"/>
          <p14:tracePt t="152668" x="2120900" y="5937250"/>
          <p14:tracePt t="152682" x="2082800" y="5937250"/>
          <p14:tracePt t="152698" x="2051050" y="5937250"/>
          <p14:tracePt t="152715" x="1987550" y="5937250"/>
          <p14:tracePt t="152732" x="1943100" y="5943600"/>
          <p14:tracePt t="152749" x="1866900" y="5943600"/>
          <p14:tracePt t="152765" x="1854200" y="5943600"/>
          <p14:tracePt t="152781" x="1841500" y="5943600"/>
          <p14:tracePt t="152799" x="1828800" y="5949950"/>
          <p14:tracePt t="152814" x="1822450" y="5949950"/>
          <p14:tracePt t="152834" x="1822450" y="5956300"/>
          <p14:tracePt t="152862" x="1835150" y="5956300"/>
          <p14:tracePt t="152876" x="1847850" y="5956300"/>
          <p14:tracePt t="152884" x="1860550" y="5956300"/>
          <p14:tracePt t="152898" x="1879600" y="5956300"/>
          <p14:tracePt t="152914" x="1917700" y="5943600"/>
          <p14:tracePt t="152932" x="1987550" y="5924550"/>
          <p14:tracePt t="152948" x="2025650" y="5918200"/>
          <p14:tracePt t="152964" x="2133600" y="5899150"/>
          <p14:tracePt t="152981" x="2298700" y="5886450"/>
          <p14:tracePt t="152997" x="2387600" y="5886450"/>
          <p14:tracePt t="153015" x="2565400" y="5886450"/>
          <p14:tracePt t="153030" x="2736850" y="5892800"/>
          <p14:tracePt t="153047" x="2813050" y="5911850"/>
          <p14:tracePt t="153065" x="2965450" y="5924550"/>
          <p14:tracePt t="153080" x="3035300" y="5930900"/>
          <p14:tracePt t="153097" x="3111500" y="5937250"/>
          <p14:tracePt t="153114" x="3155950" y="5937250"/>
          <p14:tracePt t="153131" x="3168650" y="5937250"/>
          <p14:tracePt t="153147" x="3175000" y="5937250"/>
          <p14:tracePt t="153164" x="3181350" y="5937250"/>
          <p14:tracePt t="153191" x="3187700" y="5937250"/>
          <p14:tracePt t="153282" x="3181350" y="5937250"/>
          <p14:tracePt t="153303" x="3181350" y="5930900"/>
          <p14:tracePt t="153310" x="3175000" y="5930900"/>
          <p14:tracePt t="153331" x="3168650" y="5930900"/>
          <p14:tracePt t="153655" x="3194050" y="5930900"/>
          <p14:tracePt t="153663" x="3270250" y="5918200"/>
          <p14:tracePt t="153676" x="3359150" y="5918200"/>
          <p14:tracePt t="153683" x="3460750" y="5918200"/>
          <p14:tracePt t="153698" x="3600450" y="5911850"/>
          <p14:tracePt t="153711" x="3962400" y="5911850"/>
          <p14:tracePt t="153728" x="4171950" y="5911850"/>
          <p14:tracePt t="153746" x="4603750" y="5905500"/>
          <p14:tracePt t="153761" x="5029200" y="5930900"/>
          <p14:tracePt t="153778" x="5187950" y="5930900"/>
          <p14:tracePt t="153795" x="5416550" y="5949950"/>
          <p14:tracePt t="153811" x="5518150" y="5962650"/>
          <p14:tracePt t="153828" x="5683250" y="5981700"/>
          <p14:tracePt t="153845" x="5778500" y="5981700"/>
          <p14:tracePt t="153861" x="5797550" y="5981700"/>
          <p14:tracePt t="153878" x="5829300" y="5981700"/>
          <p14:tracePt t="153894" x="5835650" y="5975350"/>
          <p14:tracePt t="154048" x="5835650" y="5981700"/>
          <p14:tracePt t="154055" x="5829300" y="5981700"/>
          <p14:tracePt t="154063" x="5822950" y="5981700"/>
          <p14:tracePt t="154097" x="5810250" y="5988050"/>
          <p14:tracePt t="154104" x="5803900" y="5988050"/>
          <p14:tracePt t="154118" x="5791200" y="5988050"/>
          <p14:tracePt t="154126" x="5784850" y="5988050"/>
          <p14:tracePt t="154143" x="5772150" y="5988050"/>
          <p14:tracePt t="154160" x="5759450" y="5988050"/>
          <p14:tracePt t="154178" x="5734050" y="5988050"/>
          <p14:tracePt t="154194" x="5721350" y="5988050"/>
          <p14:tracePt t="154210" x="5670550" y="6000750"/>
          <p14:tracePt t="154227" x="5632450" y="5994400"/>
          <p14:tracePt t="154244" x="5568950" y="5981700"/>
          <p14:tracePt t="154260" x="5562600" y="5981700"/>
          <p14:tracePt t="154276" x="5524500" y="5962650"/>
          <p14:tracePt t="154294" x="5505450" y="5956300"/>
          <p14:tracePt t="154326" x="5499100" y="5956300"/>
          <p14:tracePt t="154567" x="5518150" y="5949950"/>
          <p14:tracePt t="154588" x="5530850" y="5949950"/>
          <p14:tracePt t="154595" x="5556250" y="5943600"/>
          <p14:tracePt t="154611" x="5575300" y="5943600"/>
          <p14:tracePt t="154625" x="5651500" y="5943600"/>
          <p14:tracePt t="154642" x="5702300" y="5937250"/>
          <p14:tracePt t="154659" x="5797550" y="5918200"/>
          <p14:tracePt t="154675" x="5848350" y="5918200"/>
          <p14:tracePt t="154679" x="5892800" y="5911850"/>
          <p14:tracePt t="154691" x="5930900" y="5911850"/>
          <p14:tracePt t="154708" x="5988050" y="5899150"/>
          <p14:tracePt t="154725" x="6007100" y="5899150"/>
          <p14:tracePt t="154742" x="6045200" y="5892800"/>
          <p14:tracePt t="154758" x="6057900" y="5892800"/>
          <p14:tracePt t="154775" x="6064250" y="5892800"/>
          <p14:tracePt t="154791" x="6070600" y="5892800"/>
          <p14:tracePt t="154995" x="6076950" y="5892800"/>
          <p14:tracePt t="155009" x="6083300" y="5892800"/>
          <p14:tracePt t="155015" x="6089650" y="5892800"/>
          <p14:tracePt t="155037" x="6096000" y="5892800"/>
          <p14:tracePt t="155044" x="6108700" y="5892800"/>
          <p14:tracePt t="155060" x="6127750" y="5892800"/>
          <p14:tracePt t="155074" x="6159500" y="5892800"/>
          <p14:tracePt t="155090" x="6235700" y="5886450"/>
          <p14:tracePt t="155107" x="6381750" y="5867400"/>
          <p14:tracePt t="155123" x="6470650" y="5854700"/>
          <p14:tracePt t="155140" x="6673850" y="5816600"/>
          <p14:tracePt t="155157" x="6883400" y="5772150"/>
          <p14:tracePt t="155173" x="6985000" y="5753100"/>
          <p14:tracePt t="155177" x="7086600" y="5734050"/>
          <p14:tracePt t="155193" x="7181850" y="5721350"/>
          <p14:tracePt t="155207" x="7270750" y="5702300"/>
          <p14:tracePt t="155223" x="7346950" y="5689600"/>
          <p14:tracePt t="155240" x="7505700" y="5670550"/>
          <p14:tracePt t="155256" x="7556500" y="5664200"/>
          <p14:tracePt t="155273" x="7607300" y="5664200"/>
          <p14:tracePt t="155290" x="7677150" y="5657850"/>
          <p14:tracePt t="155306" x="7708900" y="5657850"/>
          <p14:tracePt t="155323" x="7734300" y="5657850"/>
          <p14:tracePt t="155339" x="7747000" y="5664200"/>
          <p14:tracePt t="155356" x="7753350" y="5664200"/>
          <p14:tracePt t="155373" x="7753350" y="5670550"/>
          <p14:tracePt t="155444" x="7753350" y="5676900"/>
          <p14:tracePt t="155479" x="7747000" y="5683250"/>
          <p14:tracePt t="155486" x="7740650" y="5683250"/>
          <p14:tracePt t="155513" x="7734300" y="5689600"/>
          <p14:tracePt t="155563" x="7727950" y="5689600"/>
          <p14:tracePt t="155584" x="7721600" y="5689600"/>
          <p14:tracePt t="155619" x="7715250" y="5689600"/>
          <p14:tracePt t="155647" x="7708900" y="5689600"/>
          <p14:tracePt t="155710" x="7702550" y="5689600"/>
          <p14:tracePt t="155717" x="7696200" y="5683250"/>
          <p14:tracePt t="155745" x="7689850" y="5683250"/>
          <p14:tracePt t="155794" x="7683500" y="5683250"/>
          <p14:tracePt t="155836" x="7677150" y="5683250"/>
          <p14:tracePt t="155857" x="7670800" y="5683250"/>
          <p14:tracePt t="155879" x="7664450" y="5683250"/>
          <p14:tracePt t="155885" x="7664450" y="5689600"/>
          <p14:tracePt t="155900" x="7658100" y="5689600"/>
          <p14:tracePt t="155922" x="7651750" y="5689600"/>
          <p14:tracePt t="155928" x="7645400" y="5695950"/>
          <p14:tracePt t="155956" x="7639050" y="5695950"/>
          <p14:tracePt t="155977" x="7632700" y="5695950"/>
          <p14:tracePt t="155998" x="7626350" y="5702300"/>
          <p14:tracePt t="156012" x="7620000" y="5702300"/>
          <p14:tracePt t="156019" x="7613650" y="5702300"/>
          <p14:tracePt t="156026" x="7613650" y="5708650"/>
          <p14:tracePt t="156047" x="7607300" y="5708650"/>
          <p14:tracePt t="156061" x="7600950" y="5708650"/>
          <p14:tracePt t="156070" x="7594600" y="5708650"/>
          <p14:tracePt t="156086" x="7588250" y="5708650"/>
          <p14:tracePt t="156103" x="7581900" y="5708650"/>
          <p14:tracePt t="156120" x="7575550" y="5715000"/>
          <p14:tracePt t="156140" x="7569200" y="5721350"/>
          <p14:tracePt t="156159" x="7562850" y="5721350"/>
          <p14:tracePt t="156169" x="7556500" y="5721350"/>
          <p14:tracePt t="156187" x="7543800" y="5727700"/>
          <p14:tracePt t="156203" x="7543800" y="5734050"/>
          <p14:tracePt t="156220" x="7531100" y="5734050"/>
          <p14:tracePt t="156236" x="7505700" y="5746750"/>
          <p14:tracePt t="156253" x="7480300" y="5753100"/>
          <p14:tracePt t="156269" x="7461250" y="5759450"/>
          <p14:tracePt t="156286" x="7410450" y="5772150"/>
          <p14:tracePt t="156303" x="7353300" y="5778500"/>
          <p14:tracePt t="156320" x="7270750" y="5778500"/>
          <p14:tracePt t="156336" x="7207250" y="5772150"/>
          <p14:tracePt t="156353" x="7175500" y="5765800"/>
          <p14:tracePt t="156831" x="7124700" y="5765800"/>
          <p14:tracePt t="156837" x="7061200" y="5765800"/>
          <p14:tracePt t="156854" x="7010400" y="5765800"/>
          <p14:tracePt t="156867" x="6965950" y="5746750"/>
          <p14:tracePt t="156884" x="6858000" y="5740400"/>
          <p14:tracePt t="156901" x="6781800" y="5727700"/>
          <p14:tracePt t="156918" x="6724650" y="5727700"/>
          <p14:tracePt t="156934" x="6623050" y="5727700"/>
          <p14:tracePt t="156951" x="6534150" y="5734050"/>
          <p14:tracePt t="156967" x="6502400" y="5734050"/>
          <p14:tracePt t="156984" x="6451600" y="5740400"/>
          <p14:tracePt t="157000" x="6413500" y="5740400"/>
          <p14:tracePt t="157017" x="6400800" y="5740400"/>
          <p14:tracePt t="157034" x="6381750" y="5746750"/>
          <p14:tracePt t="157050" x="6369050" y="5753100"/>
          <p14:tracePt t="157083" x="6356350" y="5753100"/>
          <p14:tracePt t="157116" x="6343650" y="5759450"/>
          <p14:tracePt t="157134" x="6337300" y="5759450"/>
          <p14:tracePt t="157150" x="6330950" y="5759450"/>
          <p14:tracePt t="157167" x="6324600" y="5759450"/>
          <p14:tracePt t="157183" x="6318250" y="5759450"/>
          <p14:tracePt t="157200" x="6311900" y="5759450"/>
          <p14:tracePt t="157216" x="6305550" y="5765800"/>
          <p14:tracePt t="157233" x="6286500" y="5765800"/>
          <p14:tracePt t="157250" x="6273800" y="5772150"/>
          <p14:tracePt t="157266" x="6242050" y="5784850"/>
          <p14:tracePt t="157282" x="6178550" y="5816600"/>
          <p14:tracePt t="157301" x="6108700" y="5842000"/>
          <p14:tracePt t="157316" x="6064250" y="5861050"/>
          <p14:tracePt t="157332" x="6000750" y="5880100"/>
          <p14:tracePt t="157350" x="5930900" y="5905500"/>
          <p14:tracePt t="157366" x="5899150" y="5911850"/>
          <p14:tracePt t="157382" x="5873750" y="5918200"/>
          <p14:tracePt t="157399" x="5753100" y="5905500"/>
          <p14:tracePt t="157928" x="5651500" y="5905500"/>
          <p14:tracePt t="157942" x="5543550" y="5905500"/>
          <p14:tracePt t="157950" x="5441950" y="5918200"/>
          <p14:tracePt t="157966" x="5327650" y="5918200"/>
          <p14:tracePt t="157980" x="5156200" y="5918200"/>
          <p14:tracePt t="157998" x="4768850" y="5918200"/>
          <p14:tracePt t="158014" x="4438650" y="5899150"/>
          <p14:tracePt t="158030" x="4279900" y="5899150"/>
          <p14:tracePt t="158047" x="3994150" y="5892800"/>
          <p14:tracePt t="158063" x="3771900" y="5892800"/>
          <p14:tracePt t="158080" x="3663950" y="5880100"/>
          <p14:tracePt t="158097" x="3441700" y="5880100"/>
          <p14:tracePt t="158113" x="3251200" y="5880100"/>
          <p14:tracePt t="158130" x="3162300" y="5886450"/>
          <p14:tracePt t="158147" x="2990850" y="5892800"/>
          <p14:tracePt t="158163" x="2800350" y="5905500"/>
          <p14:tracePt t="158180" x="2673350" y="5924550"/>
          <p14:tracePt t="158197" x="2616200" y="5930900"/>
          <p14:tracePt t="158213" x="2552700" y="5937250"/>
          <p14:tracePt t="158231" x="2470150" y="5956300"/>
          <p14:tracePt t="158246" x="2438400" y="5962650"/>
          <p14:tracePt t="158262" x="2387600" y="5962650"/>
          <p14:tracePt t="158279" x="2279650" y="5988050"/>
          <p14:tracePt t="158296" x="2133600" y="6019800"/>
          <p14:tracePt t="158312" x="2082800" y="6026150"/>
          <p14:tracePt t="158329" x="1962150" y="6057900"/>
          <p14:tracePt t="158346" x="1854200" y="6083300"/>
          <p14:tracePt t="158363" x="1752600" y="6121400"/>
          <p14:tracePt t="158378" x="1708150" y="6140450"/>
          <p14:tracePt t="158395" x="1625600" y="6153150"/>
          <p14:tracePt t="158413" x="1543050" y="6178550"/>
          <p14:tracePt t="158429" x="1517650" y="6184900"/>
          <p14:tracePt t="158445" x="1479550" y="6191250"/>
          <p14:tracePt t="158462" x="1447800" y="6210300"/>
          <p14:tracePt t="158806" x="1377950" y="6216650"/>
          <p14:tracePt t="158813" x="1301750" y="6229350"/>
          <p14:tracePt t="158827" x="1225550" y="6229350"/>
          <p14:tracePt t="158844" x="1117600" y="6242050"/>
          <p14:tracePt t="158860" x="1073150" y="6254750"/>
          <p14:tracePt t="158877" x="1003300" y="6261100"/>
          <p14:tracePt t="158894" x="977900" y="6261100"/>
          <p14:tracePt t="158911" x="895350" y="6267450"/>
          <p14:tracePt t="158927" x="876300" y="6273800"/>
          <p14:tracePt t="158944" x="863600" y="6273800"/>
          <p14:tracePt t="158960" x="844550" y="6280150"/>
          <p14:tracePt t="158977" x="838200" y="6286500"/>
          <p14:tracePt t="158994" x="831850" y="6292850"/>
          <p14:tracePt t="159010" x="819150" y="6292850"/>
          <p14:tracePt t="159027" x="812800" y="6292850"/>
          <p14:tracePt t="159044" x="800100" y="6292850"/>
          <p14:tracePt t="159060" x="781050" y="6292850"/>
          <p14:tracePt t="159076" x="762000" y="6292850"/>
          <p14:tracePt t="159093" x="755650" y="6292850"/>
          <p14:tracePt t="159126" x="749300" y="6292850"/>
          <p14:tracePt t="159205" x="755650" y="6292850"/>
          <p14:tracePt t="159212" x="762000" y="6292850"/>
          <p14:tracePt t="159229" x="774700" y="6292850"/>
          <p14:tracePt t="159242" x="793750" y="6292850"/>
          <p14:tracePt t="159259" x="812800" y="6292850"/>
          <p14:tracePt t="159276" x="876300" y="6292850"/>
          <p14:tracePt t="159292" x="927100" y="6292850"/>
          <p14:tracePt t="159309" x="1073150" y="6311900"/>
          <p14:tracePt t="159326" x="1301750" y="6330950"/>
          <p14:tracePt t="159342" x="1428750" y="6343650"/>
          <p14:tracePt t="159360" x="1657350" y="6362700"/>
          <p14:tracePt t="159375" x="1873250" y="6381750"/>
          <p14:tracePt t="159392" x="1955800" y="6400800"/>
          <p14:tracePt t="159409" x="2070100" y="6413500"/>
          <p14:tracePt t="159425" x="2133600" y="6419850"/>
          <p14:tracePt t="159442" x="2152650" y="6419850"/>
          <p14:tracePt t="159459" x="2165350" y="6419850"/>
          <p14:tracePt t="159494" x="2171700" y="6419850"/>
          <p14:tracePt t="159514" x="2178050" y="6419850"/>
          <p14:tracePt t="159535" x="2184400" y="6413500"/>
          <p14:tracePt t="159556" x="2190750" y="6413500"/>
          <p14:tracePt t="159563" x="2197100" y="6413500"/>
          <p14:tracePt t="159585" x="2209800" y="6407150"/>
          <p14:tracePt t="159605" x="2216150" y="6400800"/>
          <p14:tracePt t="159626" x="2222500" y="6400800"/>
          <p14:tracePt t="159633" x="2228850" y="6400800"/>
          <p14:tracePt t="159647" x="2235200" y="6394450"/>
          <p14:tracePt t="159658" x="2241550" y="6394450"/>
          <p14:tracePt t="159676" x="2247900" y="6394450"/>
          <p14:tracePt t="159691" x="2254250" y="6394450"/>
          <p14:tracePt t="159707" x="2266950" y="6394450"/>
          <p14:tracePt t="159725" x="2279650" y="6381750"/>
          <p14:tracePt t="159740" x="2292350" y="6375400"/>
          <p14:tracePt t="159757" x="2343150" y="635635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62484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b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sz="36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0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setattr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obj,name,value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US" altLang="zh-TW" sz="36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setattr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(x, 'y', v)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TW" sz="36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x.y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</a:br>
            <a:endParaRPr lang="en-GB" altLang="en-US" sz="20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delattr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b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US" altLang="en-US" sz="3600" dirty="0" err="1" smtClean="0">
                <a:solidFill>
                  <a:srgbClr val="7030A0"/>
                </a:solidFill>
              </a:rPr>
              <a:t>delattr</a:t>
            </a:r>
            <a:r>
              <a:rPr lang="en-US" altLang="en-US" sz="3600" dirty="0" smtClean="0">
                <a:solidFill>
                  <a:srgbClr val="7030A0"/>
                </a:solidFill>
              </a:rPr>
              <a:t>(x</a:t>
            </a:r>
            <a:r>
              <a:rPr lang="en-US" altLang="en-US" sz="3600" dirty="0">
                <a:solidFill>
                  <a:srgbClr val="7030A0"/>
                </a:solidFill>
              </a:rPr>
              <a:t>, 'y') is equivalent to </a:t>
            </a:r>
            <a:r>
              <a:rPr lang="en-US" altLang="en-US" sz="3600" dirty="0" smtClean="0">
                <a:solidFill>
                  <a:srgbClr val="7030A0"/>
                </a:solidFill>
              </a:rPr>
              <a:t>del </a:t>
            </a:r>
            <a:r>
              <a:rPr lang="en-US" altLang="en-US" sz="3600" dirty="0" err="1" smtClean="0">
                <a:solidFill>
                  <a:srgbClr val="7030A0"/>
                </a:solidFill>
              </a:rPr>
              <a:t>x.y</a:t>
            </a:r>
            <a:endParaRPr lang="en-GB" altLang="en-US" sz="3200" dirty="0" smtClean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C(</a:t>
            </a:r>
            <a:r>
              <a:rPr lang="en-GB" altLang="en-US" sz="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):pass</a:t>
            </a:r>
          </a:p>
          <a:p>
            <a:pPr marL="95250" indent="0" eaLnBrk="1">
              <a:lnSpc>
                <a:spcPct val="5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f=C(</a:t>
            </a:r>
            <a:r>
              <a:rPr lang="en-GB" altLang="en-US" sz="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400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f.a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=5;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GB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5)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");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endParaRPr lang="en-GB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True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True</a:t>
            </a:r>
            <a:endParaRPr lang="en-GB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del </a:t>
            </a:r>
            <a:r>
              <a:rPr lang="en-GB" altLang="en-US" sz="2400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f.a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endParaRPr lang="en-GB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err="1" smtClean="0">
                <a:solidFill>
                  <a:srgbClr val="0033CC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"); 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GB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lang="en-GB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False</a:t>
            </a:r>
            <a:r>
              <a:rPr lang="en-GB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endParaRPr lang="en-GB" altLang="en-US" sz="240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78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Built-ins dealing with attributes </a:t>
            </a:r>
            <a:endParaRPr lang="en-GB" altLang="en-US" sz="4400" dirty="0" smtClean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3785244"/>
      </p:ext>
    </p:extLst>
  </p:cSld>
  <p:clrMapOvr>
    <a:masterClrMapping/>
  </p:clrMapOvr>
  <p:transition spd="med" advTm="581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881" x="2343150" y="6324600"/>
          <p14:tracePt t="4889" x="2343150" y="6292850"/>
          <p14:tracePt t="4895" x="2330450" y="6267450"/>
          <p14:tracePt t="4905" x="2330450" y="6235700"/>
          <p14:tracePt t="4921" x="2305050" y="6146800"/>
          <p14:tracePt t="4938" x="2273300" y="6019800"/>
          <p14:tracePt t="4955" x="2254250" y="5911850"/>
          <p14:tracePt t="4973" x="2209800" y="5746750"/>
          <p14:tracePt t="4988" x="2184400" y="5651500"/>
          <p14:tracePt t="5004" x="2159000" y="5568950"/>
          <p14:tracePt t="5022" x="2127250" y="5486400"/>
          <p14:tracePt t="5038" x="2095500" y="5422900"/>
          <p14:tracePt t="5054" x="2082800" y="5353050"/>
          <p14:tracePt t="5071" x="2051050" y="5226050"/>
          <p14:tracePt t="5087" x="2019300" y="5118100"/>
          <p14:tracePt t="5104" x="1993900" y="5035550"/>
          <p14:tracePt t="5121" x="1987550" y="4876800"/>
          <p14:tracePt t="5137" x="2000250" y="4768850"/>
          <p14:tracePt t="5155" x="2019300" y="4622800"/>
          <p14:tracePt t="5170" x="2044700" y="4489450"/>
          <p14:tracePt t="5187" x="2070100" y="4394200"/>
          <p14:tracePt t="5204" x="2146300" y="4241800"/>
          <p14:tracePt t="5220" x="2197100" y="4159250"/>
          <p14:tracePt t="5237" x="2241550" y="4089400"/>
          <p14:tracePt t="5253" x="2336800" y="3962400"/>
          <p14:tracePt t="5270" x="2387600" y="3892550"/>
          <p14:tracePt t="5274" x="2406650" y="3873500"/>
          <p14:tracePt t="5288" x="2444750" y="3848100"/>
          <p14:tracePt t="5303" x="2476500" y="3810000"/>
          <p14:tracePt t="5320" x="2520950" y="3778250"/>
          <p14:tracePt t="5337" x="2578100" y="3721100"/>
          <p14:tracePt t="5353" x="2609850" y="3689350"/>
          <p14:tracePt t="5370" x="2635250" y="3651250"/>
          <p14:tracePt t="5387" x="2686050" y="3619500"/>
          <p14:tracePt t="5403" x="2705100" y="3594100"/>
          <p14:tracePt t="5420" x="2730500" y="3581400"/>
          <p14:tracePt t="5437" x="2762250" y="3556000"/>
          <p14:tracePt t="5453" x="2781300" y="3543300"/>
          <p14:tracePt t="5470" x="2794000" y="3524250"/>
          <p14:tracePt t="5486" x="2800350" y="3517900"/>
          <p14:tracePt t="5503" x="2813050" y="3511550"/>
          <p14:tracePt t="5520" x="2825750" y="3505200"/>
          <p14:tracePt t="5536" x="2832100" y="3498850"/>
          <p14:tracePt t="5553" x="2838450" y="3492500"/>
          <p14:tracePt t="5570" x="2844800" y="3486150"/>
          <p14:tracePt t="5603" x="2851150" y="3486150"/>
          <p14:tracePt t="5619" x="2863850" y="3486150"/>
          <p14:tracePt t="5636" x="2870200" y="3486150"/>
          <p14:tracePt t="5653" x="2889250" y="3486150"/>
          <p14:tracePt t="5669" x="2908300" y="3486150"/>
          <p14:tracePt t="5685" x="2940050" y="3486150"/>
          <p14:tracePt t="5702" x="3003550" y="3486150"/>
          <p14:tracePt t="5719" x="3136900" y="3498850"/>
          <p14:tracePt t="5735" x="3213100" y="3517900"/>
          <p14:tracePt t="5752" x="3422650" y="3536950"/>
          <p14:tracePt t="5769" x="3536950" y="3549650"/>
          <p14:tracePt t="5772" x="3663950" y="3562350"/>
          <p14:tracePt t="5786" x="3905250" y="3581400"/>
          <p14:tracePt t="5803" x="4006850" y="3594100"/>
          <p14:tracePt t="5818" x="4108450" y="3594100"/>
          <p14:tracePt t="5835" x="4286250" y="3587750"/>
          <p14:tracePt t="5852" x="4394200" y="3568700"/>
          <p14:tracePt t="5868" x="4438650" y="3549650"/>
          <p14:tracePt t="5885" x="4489450" y="3524250"/>
          <p14:tracePt t="5902" x="4514850" y="3511550"/>
          <p14:tracePt t="5918" x="4521200" y="3505200"/>
          <p14:tracePt t="5935" x="4521200" y="3492500"/>
          <p14:tracePt t="5971" x="4514850" y="3492500"/>
          <p14:tracePt t="5984" x="4508500" y="3492500"/>
          <p14:tracePt t="6001" x="4495800" y="3492500"/>
          <p14:tracePt t="6018" x="4483100" y="3492500"/>
          <p14:tracePt t="6034" x="4476750" y="3498850"/>
          <p14:tracePt t="6051" x="4470400" y="3498850"/>
          <p14:tracePt t="6068" x="4413250" y="3505200"/>
          <p14:tracePt t="6084" x="4368800" y="3511550"/>
          <p14:tracePt t="6102" x="4241800" y="3511550"/>
          <p14:tracePt t="6117" x="4165600" y="3511550"/>
          <p14:tracePt t="6134" x="3937000" y="3524250"/>
          <p14:tracePt t="6151" x="3676650" y="3524250"/>
          <p14:tracePt t="6167" x="3549650" y="3524250"/>
          <p14:tracePt t="6184" x="3295650" y="3524250"/>
          <p14:tracePt t="6200" x="3067050" y="3543300"/>
          <p14:tracePt t="6218" x="2978150" y="3556000"/>
          <p14:tracePt t="6234" x="2819400" y="3575050"/>
          <p14:tracePt t="6250" x="2730500" y="3581400"/>
          <p14:tracePt t="6267" x="2698750" y="3581400"/>
          <p14:tracePt t="6284" x="2667000" y="3581400"/>
          <p14:tracePt t="6300" x="2654300" y="3581400"/>
          <p14:tracePt t="6473" x="2654300" y="3587750"/>
          <p14:tracePt t="6860" x="2667000" y="3587750"/>
          <p14:tracePt t="6866" x="2686050" y="3587750"/>
          <p14:tracePt t="6884" x="2717800" y="3587750"/>
          <p14:tracePt t="6898" x="2736850" y="3581400"/>
          <p14:tracePt t="6916" x="2813050" y="3556000"/>
          <p14:tracePt t="6931" x="2908300" y="3530600"/>
          <p14:tracePt t="6948" x="2959100" y="3511550"/>
          <p14:tracePt t="6965" x="3092450" y="3492500"/>
          <p14:tracePt t="6981" x="3238500" y="3473450"/>
          <p14:tracePt t="6997" x="3327400" y="3460750"/>
          <p14:tracePt t="7015" x="3473450" y="3435350"/>
          <p14:tracePt t="7031" x="3613150" y="3403600"/>
          <p14:tracePt t="7048" x="3689350" y="3403600"/>
          <p14:tracePt t="7064" x="3835400" y="3384550"/>
          <p14:tracePt t="7081" x="3898900" y="3384550"/>
          <p14:tracePt t="7098" x="4013200" y="3371850"/>
          <p14:tracePt t="7114" x="4032250" y="3371850"/>
          <p14:tracePt t="7130" x="4038600" y="3371850"/>
          <p14:tracePt t="7147" x="4044950" y="3365500"/>
          <p14:tracePt t="7180" x="4038600" y="3365500"/>
          <p14:tracePt t="7197" x="4025900" y="3365500"/>
          <p14:tracePt t="7213" x="4019550" y="3365500"/>
          <p14:tracePt t="7230" x="4006850" y="3365500"/>
          <p14:tracePt t="7247" x="3994150" y="3371850"/>
          <p14:tracePt t="7263" x="3981450" y="3371850"/>
          <p14:tracePt t="7281" x="3962400" y="3371850"/>
          <p14:tracePt t="7297" x="3930650" y="3378200"/>
          <p14:tracePt t="7313" x="3854450" y="3378200"/>
          <p14:tracePt t="7330" x="3689350" y="3371850"/>
          <p14:tracePt t="7347" x="3600450" y="3371850"/>
          <p14:tracePt t="7363" x="3498850" y="3365500"/>
          <p14:tracePt t="7380" x="3155950" y="3340100"/>
          <p14:tracePt t="7396" x="3054350" y="3333750"/>
          <p14:tracePt t="7414" x="2895600" y="3302000"/>
          <p14:tracePt t="7429" x="2832100" y="3282950"/>
          <p14:tracePt t="7446" x="2749550" y="3276600"/>
          <p14:tracePt t="7463" x="2692400" y="3282950"/>
          <p14:tracePt t="7479" x="2667000" y="3289300"/>
          <p14:tracePt t="7496" x="2641600" y="3295650"/>
          <p14:tracePt t="7513" x="2616200" y="3302000"/>
          <p14:tracePt t="7546" x="2603500" y="3302000"/>
          <p14:tracePt t="7562" x="2597150" y="3295650"/>
          <p14:tracePt t="7596" x="2590800" y="3295650"/>
          <p14:tracePt t="7624" x="2590800" y="3289300"/>
          <p14:tracePt t="7680" x="2597150" y="3289300"/>
          <p14:tracePt t="7701" x="2609850" y="3289300"/>
          <p14:tracePt t="7716" x="2616200" y="3289300"/>
          <p14:tracePt t="7723" x="2622550" y="3289300"/>
          <p14:tracePt t="7731" x="2628900" y="3289300"/>
          <p14:tracePt t="7745" x="2641600" y="3289300"/>
          <p14:tracePt t="7762" x="2654300" y="3289300"/>
          <p14:tracePt t="7778" x="2736850" y="3302000"/>
          <p14:tracePt t="7795" x="2882900" y="3352800"/>
          <p14:tracePt t="7811" x="2984500" y="3384550"/>
          <p14:tracePt t="7828" x="3219450" y="3435350"/>
          <p14:tracePt t="7845" x="3460750" y="3498850"/>
          <p14:tracePt t="7862" x="3695700" y="3530600"/>
          <p14:tracePt t="7878" x="3784600" y="3543300"/>
          <p14:tracePt t="7894" x="3937000" y="3536950"/>
          <p14:tracePt t="7912" x="4032250" y="3530600"/>
          <p14:tracePt t="7928" x="4051300" y="3530600"/>
          <p14:tracePt t="7944" x="4076700" y="3517900"/>
          <p14:tracePt t="7961" x="4083050" y="3517900"/>
          <p14:tracePt t="7997" x="4076700" y="3517900"/>
          <p14:tracePt t="8011" x="4070350" y="3511550"/>
          <p14:tracePt t="8027" x="4064000" y="3511550"/>
          <p14:tracePt t="8044" x="4057650" y="3511550"/>
          <p14:tracePt t="8061" x="4051300" y="3511550"/>
          <p14:tracePt t="8077" x="4038600" y="3511550"/>
          <p14:tracePt t="8094" x="4025900" y="3511550"/>
          <p14:tracePt t="8127" x="4000500" y="3517900"/>
          <p14:tracePt t="8144" x="3949700" y="3524250"/>
          <p14:tracePt t="8160" x="3892550" y="3543300"/>
          <p14:tracePt t="8177" x="3746500" y="3568700"/>
          <p14:tracePt t="8193" x="3505200" y="3613150"/>
          <p14:tracePt t="8210" x="3359150" y="3644900"/>
          <p14:tracePt t="8227" x="3079750" y="3714750"/>
          <p14:tracePt t="8243" x="2724150" y="3829050"/>
          <p14:tracePt t="8260" x="2559050" y="3892550"/>
          <p14:tracePt t="8277" x="2336800" y="3975100"/>
          <p14:tracePt t="8293" x="2152650" y="4057650"/>
          <p14:tracePt t="8310" x="2070100" y="4102100"/>
          <p14:tracePt t="8326" x="1949450" y="4146550"/>
          <p14:tracePt t="8343" x="1905000" y="4165600"/>
          <p14:tracePt t="8360" x="1803400" y="4178300"/>
          <p14:tracePt t="8376" x="1778000" y="4178300"/>
          <p14:tracePt t="8393" x="1758950" y="4178300"/>
          <p14:tracePt t="8410" x="1720850" y="4178300"/>
          <p14:tracePt t="8426" x="1682750" y="4178300"/>
          <p14:tracePt t="8443" x="1670050" y="4178300"/>
          <p14:tracePt t="8459" x="1638300" y="4178300"/>
          <p14:tracePt t="8475" x="1593850" y="4178300"/>
          <p14:tracePt t="8493" x="1549400" y="4178300"/>
          <p14:tracePt t="8509" x="1517650" y="4178300"/>
          <p14:tracePt t="8526" x="1460500" y="4178300"/>
          <p14:tracePt t="8543" x="1422400" y="4178300"/>
          <p14:tracePt t="8559" x="1403350" y="4178300"/>
          <p14:tracePt t="8575" x="1365250" y="4178300"/>
          <p14:tracePt t="8592" x="1346200" y="4178300"/>
          <p14:tracePt t="8609" x="1339850" y="4178300"/>
          <p14:tracePt t="8625" x="1333500" y="4178300"/>
          <p14:tracePt t="8683" x="1339850" y="4178300"/>
          <p14:tracePt t="8704" x="1346200" y="4171950"/>
          <p14:tracePt t="8711" x="1352550" y="4171950"/>
          <p14:tracePt t="8728" x="1358900" y="4171950"/>
          <p14:tracePt t="8741" x="1365250" y="4171950"/>
          <p14:tracePt t="8758" x="1384300" y="4152900"/>
          <p14:tracePt t="8775" x="1409700" y="4121150"/>
          <p14:tracePt t="8791" x="1428750" y="4108450"/>
          <p14:tracePt t="8810" x="1454150" y="4064000"/>
          <p14:tracePt t="8824" x="1492250" y="4032250"/>
          <p14:tracePt t="8841" x="1511300" y="4006850"/>
          <p14:tracePt t="8858" x="1530350" y="3981450"/>
          <p14:tracePt t="8875" x="1562100" y="3943350"/>
          <p14:tracePt t="8891" x="1574800" y="3924300"/>
          <p14:tracePt t="8908" x="1593850" y="3892550"/>
          <p14:tracePt t="8924" x="1619250" y="3867150"/>
          <p14:tracePt t="8941" x="1631950" y="3854450"/>
          <p14:tracePt t="8958" x="1651000" y="3835400"/>
          <p14:tracePt t="8974" x="1657350" y="3835400"/>
          <p14:tracePt t="8992" x="1682750" y="3816350"/>
          <p14:tracePt t="9008" x="1689100" y="3810000"/>
          <p14:tracePt t="9024" x="1689100" y="3803650"/>
          <p14:tracePt t="9041" x="1701800" y="3797300"/>
          <p14:tracePt t="9057" x="1714500" y="3790950"/>
          <p14:tracePt t="9074" x="1720850" y="3790950"/>
          <p14:tracePt t="9090" x="1727200" y="3790950"/>
          <p14:tracePt t="9125" x="1727200" y="3784600"/>
          <p14:tracePt t="9237" x="1720850" y="3784600"/>
          <p14:tracePt t="9258" x="1720850" y="3790950"/>
          <p14:tracePt t="9265" x="1714500" y="3790950"/>
          <p14:tracePt t="9293" x="1714500" y="3797300"/>
          <p14:tracePt t="9308" x="1714500" y="3803650"/>
          <p14:tracePt t="9342" x="1708150" y="3810000"/>
          <p14:tracePt t="9363" x="1701800" y="3816350"/>
          <p14:tracePt t="9377" x="1701800" y="3822700"/>
          <p14:tracePt t="9384" x="1695450" y="3822700"/>
          <p14:tracePt t="9412" x="1689100" y="3829050"/>
          <p14:tracePt t="9426" x="1689100" y="3835400"/>
          <p14:tracePt t="9434" x="1682750" y="3848100"/>
          <p14:tracePt t="9448" x="1682750" y="3860800"/>
          <p14:tracePt t="9456" x="1676400" y="3879850"/>
          <p14:tracePt t="9472" x="1676400" y="3911600"/>
          <p14:tracePt t="9489" x="1676400" y="3968750"/>
          <p14:tracePt t="9506" x="1676400" y="4025900"/>
          <p14:tracePt t="9523" x="1676400" y="4051300"/>
          <p14:tracePt t="9539" x="1676400" y="4102100"/>
          <p14:tracePt t="9556" x="1676400" y="4127500"/>
          <p14:tracePt t="9572" x="1682750" y="4140200"/>
          <p14:tracePt t="9589" x="1695450" y="4146550"/>
          <p14:tracePt t="9605" x="1701800" y="4146550"/>
          <p14:tracePt t="9624" x="1708150" y="4146550"/>
          <p14:tracePt t="9655" x="1714500" y="4146550"/>
          <p14:tracePt t="9672" x="1714500" y="4140200"/>
          <p14:tracePt t="9688" x="1720850" y="4121150"/>
          <p14:tracePt t="9705" x="1727200" y="4114800"/>
          <p14:tracePt t="9722" x="1727200" y="4108450"/>
          <p14:tracePt t="9738" x="1733550" y="4095750"/>
          <p14:tracePt t="9755" x="1733550" y="4089400"/>
          <p14:tracePt t="9771" x="1746250" y="4064000"/>
          <p14:tracePt t="9788" x="1752600" y="4051300"/>
          <p14:tracePt t="9805" x="1752600" y="4019550"/>
          <p14:tracePt t="9821" x="1752600" y="4000500"/>
          <p14:tracePt t="9838" x="1752600" y="3956050"/>
          <p14:tracePt t="9855" x="1733550" y="3905250"/>
          <p14:tracePt t="9871" x="1720850" y="3886200"/>
          <p14:tracePt t="9888" x="1714500" y="3873500"/>
          <p14:tracePt t="9904" x="1676400" y="3835400"/>
          <p14:tracePt t="9921" x="1663700" y="3829050"/>
          <p14:tracePt t="9938" x="1644650" y="3822700"/>
          <p14:tracePt t="9954" x="1638300" y="3822700"/>
          <p14:tracePt t="9971" x="1625600" y="3822700"/>
          <p14:tracePt t="9988" x="1619250" y="3829050"/>
          <p14:tracePt t="10020" x="1612900" y="3841750"/>
          <p14:tracePt t="10054" x="1612900" y="3848100"/>
          <p14:tracePt t="10085" x="1612900" y="3854450"/>
          <p14:tracePt t="10107" x="1612900" y="3860800"/>
          <p14:tracePt t="10149" x="1612900" y="3867150"/>
          <p14:tracePt t="10176" x="1612900" y="3873500"/>
          <p14:tracePt t="10205" x="1619250" y="3879850"/>
          <p14:tracePt t="10225" x="1625600" y="3886200"/>
          <p14:tracePt t="10240" x="1631950" y="3886200"/>
          <p14:tracePt t="10255" x="1638300" y="3886200"/>
          <p14:tracePt t="10268" x="1644650" y="3886200"/>
          <p14:tracePt t="10289" x="1651000" y="3886200"/>
          <p14:tracePt t="10324" x="1657350" y="3886200"/>
          <p14:tracePt t="10345" x="1670050" y="3886200"/>
          <p14:tracePt t="10367" x="1676400" y="3886200"/>
          <p14:tracePt t="10387" x="1682750" y="3886200"/>
          <p14:tracePt t="10394" x="1689100" y="3886200"/>
          <p14:tracePt t="10416" x="1695450" y="3879850"/>
          <p14:tracePt t="10457" x="1695450" y="3873500"/>
          <p14:tracePt t="10464" x="1701800" y="3873500"/>
          <p14:tracePt t="10487" x="1708150" y="3873500"/>
          <p14:tracePt t="10500" x="1714500" y="3873500"/>
          <p14:tracePt t="10521" x="1720850" y="3873500"/>
          <p14:tracePt t="10528" x="1727200" y="3873500"/>
          <p14:tracePt t="10536" x="1733550" y="3873500"/>
          <p14:tracePt t="10552" x="1739900" y="3873500"/>
          <p14:tracePt t="10570" x="1778000" y="3886200"/>
          <p14:tracePt t="10585" x="1797050" y="3886200"/>
          <p14:tracePt t="10602" x="1866900" y="3898900"/>
          <p14:tracePt t="10619" x="1949450" y="3924300"/>
          <p14:tracePt t="10635" x="2000250" y="3924300"/>
          <p14:tracePt t="10652" x="2108200" y="3943350"/>
          <p14:tracePt t="10668" x="2190750" y="3943350"/>
          <p14:tracePt t="10685" x="2228850" y="3943350"/>
          <p14:tracePt t="10703" x="2279650" y="3943350"/>
          <p14:tracePt t="10718" x="2305050" y="3937000"/>
          <p14:tracePt t="10735" x="2317750" y="3937000"/>
          <p14:tracePt t="10752" x="2324100" y="3924300"/>
          <p14:tracePt t="10768" x="2336800" y="3917950"/>
          <p14:tracePt t="10784" x="2343150" y="3917950"/>
          <p14:tracePt t="10801" x="2343150" y="3911600"/>
          <p14:tracePt t="10836" x="2355850" y="3911600"/>
          <p14:tracePt t="10871" x="2355850" y="3905250"/>
          <p14:tracePt t="10878" x="2362200" y="3905250"/>
          <p14:tracePt t="10920" x="2368550" y="3898900"/>
          <p14:tracePt t="11109" x="2362200" y="3898900"/>
          <p14:tracePt t="11138" x="2355850" y="3905250"/>
          <p14:tracePt t="11179" x="2349500" y="3905250"/>
          <p14:tracePt t="11271" x="2343150" y="3911600"/>
          <p14:tracePt t="11348" x="2336800" y="3911600"/>
          <p14:tracePt t="11376" x="2336800" y="3917950"/>
          <p14:tracePt t="11411" x="2336800" y="3924300"/>
          <p14:tracePt t="11418" x="2336800" y="3930650"/>
          <p14:tracePt t="11439" x="2330450" y="3937000"/>
          <p14:tracePt t="11448" x="2330450" y="3943350"/>
          <p14:tracePt t="11483" x="2330450" y="3956050"/>
          <p14:tracePt t="11488" x="2330450" y="3968750"/>
          <p14:tracePt t="11502" x="2330450" y="3981450"/>
          <p14:tracePt t="11517" x="2336800" y="4013200"/>
          <p14:tracePt t="11532" x="2343150" y="4025900"/>
          <p14:tracePt t="11548" x="2349500" y="4044950"/>
          <p14:tracePt t="11566" x="2355850" y="4051300"/>
          <p14:tracePt t="11582" x="2362200" y="4051300"/>
          <p14:tracePt t="11598" x="2368550" y="4051300"/>
          <p14:tracePt t="11615" x="2374900" y="4038600"/>
          <p14:tracePt t="11632" x="2374900" y="4019550"/>
          <p14:tracePt t="11649" x="2374900" y="3994150"/>
          <p14:tracePt t="11665" x="2374900" y="3975100"/>
          <p14:tracePt t="11681" x="2374900" y="3949700"/>
          <p14:tracePt t="11699" x="2362200" y="3924300"/>
          <p14:tracePt t="11714" x="2362200" y="3917950"/>
          <p14:tracePt t="11731" x="2355850" y="3911600"/>
          <p14:tracePt t="11748" x="2349500" y="3911600"/>
          <p14:tracePt t="11781" x="2349500" y="3917950"/>
          <p14:tracePt t="11798" x="2349500" y="3930650"/>
          <p14:tracePt t="11839" x="2349500" y="3937000"/>
          <p14:tracePt t="11853" x="2349500" y="3943350"/>
          <p14:tracePt t="11867" x="2349500" y="3949700"/>
          <p14:tracePt t="11888" x="2349500" y="3956050"/>
          <p14:tracePt t="11909" x="2349500" y="3962400"/>
          <p14:tracePt t="11923" x="2349500" y="3968750"/>
          <p14:tracePt t="11937" x="2349500" y="3975100"/>
          <p14:tracePt t="11979" x="2349500" y="3981450"/>
          <p14:tracePt t="12071" x="2349500" y="3975100"/>
          <p14:tracePt t="12092" x="2349500" y="3968750"/>
          <p14:tracePt t="12114" x="2349500" y="3962400"/>
          <p14:tracePt t="12140" x="2349500" y="3956050"/>
          <p14:tracePt t="12148" x="2349500" y="3949700"/>
          <p14:tracePt t="12330" x="2355850" y="3956050"/>
          <p14:tracePt t="12365" x="2362200" y="3956050"/>
          <p14:tracePt t="12846" x="2368550" y="3956050"/>
          <p14:tracePt t="12852" x="2374900" y="3962400"/>
          <p14:tracePt t="12861" x="2393950" y="3968750"/>
          <p14:tracePt t="12877" x="2413000" y="3968750"/>
          <p14:tracePt t="12894" x="2451100" y="3975100"/>
          <p14:tracePt t="12910" x="2584450" y="3994150"/>
          <p14:tracePt t="12928" x="2774950" y="4025900"/>
          <p14:tracePt t="12944" x="3016250" y="4044950"/>
          <p14:tracePt t="12960" x="3155950" y="4057650"/>
          <p14:tracePt t="12977" x="3473450" y="4051300"/>
          <p14:tracePt t="12994" x="3746500" y="4025900"/>
          <p14:tracePt t="13010" x="3860800" y="4025900"/>
          <p14:tracePt t="13028" x="4089400" y="4019550"/>
          <p14:tracePt t="13043" x="4292600" y="4006850"/>
          <p14:tracePt t="13060" x="4362450" y="4000500"/>
          <p14:tracePt t="13077" x="4464050" y="4000500"/>
          <p14:tracePt t="13093" x="4546600" y="3975100"/>
          <p14:tracePt t="13110" x="4578350" y="3968750"/>
          <p14:tracePt t="13127" x="4629150" y="3949700"/>
          <p14:tracePt t="13143" x="4686300" y="3937000"/>
          <p14:tracePt t="13160" x="4718050" y="3930650"/>
          <p14:tracePt t="13176" x="4775200" y="3911600"/>
          <p14:tracePt t="13193" x="4806950" y="3911600"/>
          <p14:tracePt t="13210" x="4895850" y="3898900"/>
          <p14:tracePt t="13226" x="4921250" y="3898900"/>
          <p14:tracePt t="13243" x="4953000" y="3892550"/>
          <p14:tracePt t="13260" x="5010150" y="3886200"/>
          <p14:tracePt t="13276" x="5080000" y="3873500"/>
          <p14:tracePt t="13292" x="5105400" y="3873500"/>
          <p14:tracePt t="13309" x="5175250" y="3867150"/>
          <p14:tracePt t="13326" x="5257800" y="3867150"/>
          <p14:tracePt t="13343" x="5359400" y="3873500"/>
          <p14:tracePt t="13359" x="5410200" y="3873500"/>
          <p14:tracePt t="13376" x="5518150" y="3873500"/>
          <p14:tracePt t="13393" x="5619750" y="3879850"/>
          <p14:tracePt t="13408" x="5683250" y="3879850"/>
          <p14:tracePt t="13425" x="5816600" y="3898900"/>
          <p14:tracePt t="13443" x="5930900" y="3898900"/>
          <p14:tracePt t="13459" x="5988050" y="3898900"/>
          <p14:tracePt t="13475" x="6026150" y="3886200"/>
          <p14:tracePt t="13492" x="6115050" y="3867150"/>
          <p14:tracePt t="13508" x="6140450" y="3860800"/>
          <p14:tracePt t="13525" x="6178550" y="3860800"/>
          <p14:tracePt t="13542" x="6191250" y="3860800"/>
          <p14:tracePt t="13558" x="6223000" y="3860800"/>
          <p14:tracePt t="13575" x="6248400" y="3860800"/>
          <p14:tracePt t="13591" x="6261100" y="3860800"/>
          <p14:tracePt t="13608" x="6286500" y="3867150"/>
          <p14:tracePt t="13625" x="6311900" y="3873500"/>
          <p14:tracePt t="13641" x="6324600" y="3873500"/>
          <p14:tracePt t="13658" x="6350000" y="3879850"/>
          <p14:tracePt t="13675" x="6381750" y="3886200"/>
          <p14:tracePt t="13691" x="6394450" y="3886200"/>
          <p14:tracePt t="13709" x="6419850" y="3892550"/>
          <p14:tracePt t="13724" x="6464300" y="3898900"/>
          <p14:tracePt t="13741" x="6483350" y="3905250"/>
          <p14:tracePt t="13758" x="6521450" y="3905250"/>
          <p14:tracePt t="13774" x="6565900" y="3917950"/>
          <p14:tracePt t="13791" x="6584950" y="3924300"/>
          <p14:tracePt t="13808" x="6629400" y="3937000"/>
          <p14:tracePt t="13824" x="6648450" y="3943350"/>
          <p14:tracePt t="13841" x="6680200" y="3949700"/>
          <p14:tracePt t="13857" x="6724650" y="3949700"/>
          <p14:tracePt t="13874" x="6743700" y="3949700"/>
          <p14:tracePt t="13891" x="6794500" y="3956050"/>
          <p14:tracePt t="13907" x="6826250" y="3962400"/>
          <p14:tracePt t="13924" x="6845300" y="3968750"/>
          <p14:tracePt t="13941" x="6870700" y="3968750"/>
          <p14:tracePt t="13957" x="6889750" y="3975100"/>
          <p14:tracePt t="13974" x="6896100" y="3975100"/>
          <p14:tracePt t="13990" x="6908800" y="3975100"/>
          <p14:tracePt t="14007" x="6915150" y="3981450"/>
          <p14:tracePt t="14024" x="6921500" y="3981450"/>
          <p14:tracePt t="14056" x="6927850" y="3981450"/>
          <p14:tracePt t="14088" x="6934200" y="3981450"/>
          <p14:tracePt t="14095" x="6940550" y="3981450"/>
          <p14:tracePt t="14165" x="6946900" y="3981450"/>
          <p14:tracePt t="14186" x="6959600" y="3981450"/>
          <p14:tracePt t="14207" x="6965950" y="3981450"/>
          <p14:tracePt t="14227" x="6972300" y="3981450"/>
          <p14:tracePt t="14256" x="6978650" y="3981450"/>
          <p14:tracePt t="14263" x="6985000" y="3981450"/>
          <p14:tracePt t="14299" x="6991350" y="3981450"/>
          <p14:tracePt t="14307" x="6997700" y="3981450"/>
          <p14:tracePt t="14327" x="7004050" y="3981450"/>
          <p14:tracePt t="14333" x="7010400" y="3981450"/>
          <p14:tracePt t="14347" x="7016750" y="3981450"/>
          <p14:tracePt t="14376" x="7023100" y="3981450"/>
          <p14:tracePt t="14390" x="7029450" y="3981450"/>
          <p14:tracePt t="14396" x="7035800" y="3987800"/>
          <p14:tracePt t="14405" x="7042150" y="3987800"/>
          <p14:tracePt t="14422" x="7048500" y="3987800"/>
          <p14:tracePt t="14441" x="7061200" y="3987800"/>
          <p14:tracePt t="14455" x="7061200" y="3994150"/>
          <p14:tracePt t="14472" x="7086600" y="4000500"/>
          <p14:tracePt t="14488" x="7112000" y="4006850"/>
          <p14:tracePt t="14505" x="7124700" y="4013200"/>
          <p14:tracePt t="14523" x="7162800" y="4019550"/>
          <p14:tracePt t="14538" x="7188200" y="4032250"/>
          <p14:tracePt t="14555" x="7194550" y="4038600"/>
          <p14:tracePt t="14572" x="7200900" y="4038600"/>
          <p14:tracePt t="14588" x="7213600" y="4044950"/>
          <p14:tracePt t="14622" x="7219950" y="4044950"/>
          <p14:tracePt t="14649" x="7219950" y="4051300"/>
          <p14:tracePt t="14720" x="7226300" y="4057650"/>
          <p14:tracePt t="14769" x="7226300" y="4064000"/>
          <p14:tracePt t="14804" x="7226300" y="4070350"/>
          <p14:tracePt t="20073" x="7207250" y="4070350"/>
          <p14:tracePt t="20080" x="7181850" y="4070350"/>
          <p14:tracePt t="20088" x="7137400" y="4076700"/>
          <p14:tracePt t="20103" x="7073900" y="4076700"/>
          <p14:tracePt t="20119" x="6965950" y="4095750"/>
          <p14:tracePt t="20137" x="6794500" y="4133850"/>
          <p14:tracePt t="20152" x="6661150" y="4159250"/>
          <p14:tracePt t="20169" x="6515100" y="4210050"/>
          <p14:tracePt t="20186" x="6248400" y="4279900"/>
          <p14:tracePt t="20202" x="6064250" y="4343400"/>
          <p14:tracePt t="20219" x="5892800" y="4387850"/>
          <p14:tracePt t="20236" x="5689600" y="4470400"/>
          <p14:tracePt t="20252" x="5511800" y="4495800"/>
          <p14:tracePt t="20269" x="5314950" y="4546600"/>
          <p14:tracePt t="20285" x="5035550" y="4591050"/>
          <p14:tracePt t="20302" x="4826000" y="4622800"/>
          <p14:tracePt t="20319" x="4559300" y="4660900"/>
          <p14:tracePt t="20335" x="4438650" y="4686300"/>
          <p14:tracePt t="20352" x="4305300" y="4692650"/>
          <p14:tracePt t="20368" x="4133850" y="4660900"/>
          <p14:tracePt t="20385" x="4013200" y="4660900"/>
          <p14:tracePt t="20401" x="3917950" y="4660900"/>
          <p14:tracePt t="20418" x="3816350" y="4610100"/>
          <p14:tracePt t="20435" x="3740150" y="4578350"/>
          <p14:tracePt t="20452" x="3600450" y="4533900"/>
          <p14:tracePt t="20468" x="3511550" y="4527550"/>
          <p14:tracePt t="20484" x="3384550" y="4489450"/>
          <p14:tracePt t="20501" x="3238500" y="4464050"/>
          <p14:tracePt t="20517" x="3117850" y="4445000"/>
          <p14:tracePt t="20534" x="2965450" y="4413250"/>
          <p14:tracePt t="20551" x="2692400" y="4406900"/>
          <p14:tracePt t="20567" x="2540000" y="4406900"/>
          <p14:tracePt t="20584" x="2413000" y="4406900"/>
          <p14:tracePt t="20601" x="2247900" y="4406900"/>
          <p14:tracePt t="20617" x="2152650" y="4406900"/>
          <p14:tracePt t="20635" x="2044700" y="4432300"/>
          <p14:tracePt t="20650" x="1993900" y="4445000"/>
          <p14:tracePt t="20667" x="1943100" y="4457700"/>
          <p14:tracePt t="20684" x="1885950" y="4489450"/>
          <p14:tracePt t="20700" x="1860550" y="4514850"/>
          <p14:tracePt t="20717" x="1835150" y="4533900"/>
          <p14:tracePt t="20734" x="1797050" y="4578350"/>
          <p14:tracePt t="20750" x="1758950" y="4629150"/>
          <p14:tracePt t="20768" x="1739900" y="4667250"/>
          <p14:tracePt t="21136" x="1733550" y="4673600"/>
          <p14:tracePt t="21144" x="1727200" y="4686300"/>
          <p14:tracePt t="21151" x="1720850" y="4699000"/>
          <p14:tracePt t="21166" x="1708150" y="4699000"/>
          <p14:tracePt t="21182" x="1708150" y="4705350"/>
          <p14:tracePt t="21215" x="1708150" y="4711700"/>
          <p14:tracePt t="21232" x="1708150" y="4718050"/>
          <p14:tracePt t="21249" x="1708150" y="4724400"/>
          <p14:tracePt t="21270" x="1708150" y="4730750"/>
          <p14:tracePt t="21291" x="1708150" y="4743450"/>
          <p14:tracePt t="21312" x="1714500" y="4743450"/>
          <p14:tracePt t="21333" x="1720850" y="4749800"/>
          <p14:tracePt t="21362" x="1727200" y="4749800"/>
          <p14:tracePt t="21382" x="1733550" y="4749800"/>
          <p14:tracePt t="21425" x="1739900" y="4749800"/>
          <p14:tracePt t="21432" x="1739900" y="4756150"/>
          <p14:tracePt t="21452" x="1746250" y="4756150"/>
          <p14:tracePt t="21473" x="1752600" y="4756150"/>
          <p14:tracePt t="21481" x="1758950" y="4756150"/>
          <p14:tracePt t="21502" x="1758950" y="4762500"/>
          <p14:tracePt t="21523" x="1765300" y="4768850"/>
          <p14:tracePt t="21586" x="1765300" y="4775200"/>
          <p14:tracePt t="21600" x="1758950" y="4781550"/>
          <p14:tracePt t="21615" x="1752600" y="4781550"/>
          <p14:tracePt t="21621" x="1746250" y="4781550"/>
          <p14:tracePt t="21642" x="1746250" y="4787900"/>
          <p14:tracePt t="21656" x="1739900" y="4794250"/>
          <p14:tracePt t="21666" x="1739900" y="4800600"/>
          <p14:tracePt t="21680" x="1727200" y="4813300"/>
          <p14:tracePt t="21697" x="1714500" y="4819650"/>
          <p14:tracePt t="21714" x="1701800" y="4845050"/>
          <p14:tracePt t="21730" x="1689100" y="4857750"/>
          <p14:tracePt t="21747" x="1676400" y="4864100"/>
          <p14:tracePt t="21763" x="1676400" y="4870450"/>
          <p14:tracePt t="21780" x="1670050" y="4876800"/>
          <p14:tracePt t="21797" x="1670050" y="4883150"/>
          <p14:tracePt t="21813" x="1670050" y="4895850"/>
          <p14:tracePt t="21867" x="1670050" y="4902200"/>
          <p14:tracePt t="21902" x="1670050" y="4908550"/>
          <p14:tracePt t="21923" x="1670050" y="4914900"/>
          <p14:tracePt t="21944" x="1670050" y="4921250"/>
          <p14:tracePt t="21965" x="1670050" y="4927600"/>
          <p14:tracePt t="21972" x="1670050" y="4933950"/>
          <p14:tracePt t="21993" x="1663700" y="4933950"/>
          <p14:tracePt t="22014" x="1663700" y="4940300"/>
          <p14:tracePt t="22035" x="1663700" y="4946650"/>
          <p14:tracePt t="22042" x="1663700" y="4953000"/>
          <p14:tracePt t="22064" x="1663700" y="4959350"/>
          <p14:tracePt t="22084" x="1663700" y="4965700"/>
          <p14:tracePt t="22105" x="1663700" y="4972050"/>
          <p14:tracePt t="22113" x="1657350" y="4972050"/>
          <p14:tracePt t="22134" x="1657350" y="4978400"/>
          <p14:tracePt t="22155" x="1651000" y="4984750"/>
          <p14:tracePt t="22168" x="1644650" y="4991100"/>
          <p14:tracePt t="22176" x="1638300" y="4997450"/>
          <p14:tracePt t="22183" x="1631950" y="5010150"/>
          <p14:tracePt t="22198" x="1612900" y="5016500"/>
          <p14:tracePt t="22212" x="1593850" y="5029200"/>
          <p14:tracePt t="22228" x="1524000" y="5067300"/>
          <p14:tracePt t="22245" x="1454150" y="5092700"/>
          <p14:tracePt t="22262" x="1409700" y="5111750"/>
          <p14:tracePt t="22278" x="1346200" y="5137150"/>
          <p14:tracePt t="22295" x="1295400" y="5143500"/>
          <p14:tracePt t="22311" x="1282700" y="5149850"/>
          <p14:tracePt t="22328" x="1263650" y="5156200"/>
          <p14:tracePt t="22345" x="1257300" y="5162550"/>
          <p14:tracePt t="22477" x="1263650" y="5162550"/>
          <p14:tracePt t="22498" x="1270000" y="5162550"/>
          <p14:tracePt t="22505" x="1276350" y="5162550"/>
          <p14:tracePt t="22526" x="1282700" y="5162550"/>
          <p14:tracePt t="22533" x="1289050" y="5162550"/>
          <p14:tracePt t="22554" x="1295400" y="5162550"/>
          <p14:tracePt t="22569" x="1301750" y="5162550"/>
          <p14:tracePt t="22577" x="1308100" y="5156200"/>
          <p14:tracePt t="22593" x="1320800" y="5156200"/>
          <p14:tracePt t="22611" x="1358900" y="5149850"/>
          <p14:tracePt t="22627" x="1435100" y="5130800"/>
          <p14:tracePt t="22644" x="1473200" y="5124450"/>
          <p14:tracePt t="22660" x="1555750" y="5105400"/>
          <p14:tracePt t="22677" x="1651000" y="5099050"/>
          <p14:tracePt t="22694" x="1727200" y="5099050"/>
          <p14:tracePt t="22710" x="1765300" y="5099050"/>
          <p14:tracePt t="22726" x="1790700" y="5099050"/>
          <p14:tracePt t="22744" x="1866900" y="5099050"/>
          <p14:tracePt t="22760" x="1885950" y="5099050"/>
          <p14:tracePt t="22776" x="1898650" y="5105400"/>
          <p14:tracePt t="22793" x="1917700" y="5105400"/>
          <p14:tracePt t="22810" x="1924050" y="5105400"/>
          <p14:tracePt t="22826" x="1930400" y="5105400"/>
          <p14:tracePt t="22859" x="1936750" y="5105400"/>
          <p14:tracePt t="22879" x="1943100" y="5111750"/>
          <p14:tracePt t="22905" x="1949450" y="5111750"/>
          <p14:tracePt t="22927" x="1955800" y="5111750"/>
          <p14:tracePt t="22947" x="1962150" y="5111750"/>
          <p14:tracePt t="22975" x="1968500" y="5118100"/>
          <p14:tracePt t="23018" x="1974850" y="5118100"/>
          <p14:tracePt t="23046" x="1981200" y="5118100"/>
          <p14:tracePt t="23067" x="1987550" y="5118100"/>
          <p14:tracePt t="23088" x="1993900" y="5118100"/>
          <p14:tracePt t="23094" x="2000250" y="5118100"/>
          <p14:tracePt t="23116" x="2006600" y="5118100"/>
          <p14:tracePt t="23151" x="2012950" y="5118100"/>
          <p14:tracePt t="23165" x="2019300" y="5118100"/>
          <p14:tracePt t="23186" x="2025650" y="5118100"/>
          <p14:tracePt t="23207" x="2032000" y="5118100"/>
          <p14:tracePt t="23228" x="2038350" y="5118100"/>
          <p14:tracePt t="23249" x="2044700" y="5118100"/>
          <p14:tracePt t="23298" x="2051050" y="5118100"/>
          <p14:tracePt t="23305" x="2057400" y="5118100"/>
          <p14:tracePt t="23327" x="2063750" y="5111750"/>
          <p14:tracePt t="23368" x="2070100" y="5111750"/>
          <p14:tracePt t="23375" x="2076450" y="5111750"/>
          <p14:tracePt t="23397" x="2076450" y="5105400"/>
          <p14:tracePt t="23446" x="2082800" y="5099050"/>
          <p14:tracePt t="23481" x="2089150" y="5099050"/>
          <p14:tracePt t="23516" x="2095500" y="5099050"/>
          <p14:tracePt t="23524" x="2095500" y="5092700"/>
          <p14:tracePt t="24522" x="2101850" y="5092700"/>
          <p14:tracePt t="24529" x="2114550" y="5086350"/>
          <p14:tracePt t="24543" x="2127250" y="5080000"/>
          <p14:tracePt t="24553" x="2146300" y="5073650"/>
          <p14:tracePt t="24571" x="2165350" y="5067300"/>
          <p14:tracePt t="24587" x="2216150" y="5054600"/>
          <p14:tracePt t="24604" x="2273300" y="5048250"/>
          <p14:tracePt t="24621" x="2343150" y="5048250"/>
          <p14:tracePt t="24636" x="2381250" y="5054600"/>
          <p14:tracePt t="24653" x="2476500" y="5060950"/>
          <p14:tracePt t="24670" x="2584450" y="5080000"/>
          <p14:tracePt t="24686" x="2647950" y="5099050"/>
          <p14:tracePt t="24703" x="2711450" y="5099050"/>
          <p14:tracePt t="24720" x="2895600" y="5099050"/>
          <p14:tracePt t="24736" x="2933700" y="5099050"/>
          <p14:tracePt t="24753" x="3003550" y="5111750"/>
          <p14:tracePt t="24769" x="3048000" y="5118100"/>
          <p14:tracePt t="24786" x="3067050" y="5118100"/>
          <p14:tracePt t="24803" x="3092450" y="5124450"/>
          <p14:tracePt t="24819" x="3105150" y="5124450"/>
          <p14:tracePt t="24836" x="3111500" y="5130800"/>
          <p14:tracePt t="24853" x="3124200" y="5130800"/>
          <p14:tracePt t="24869" x="3130550" y="5130800"/>
          <p14:tracePt t="24886" x="3136900" y="5130800"/>
          <p14:tracePt t="24903" x="3143250" y="5137150"/>
          <p14:tracePt t="24936" x="3155950" y="5137150"/>
          <p14:tracePt t="24952" x="3168650" y="5137150"/>
          <p14:tracePt t="24969" x="3175000" y="5137150"/>
          <p14:tracePt t="24986" x="3181350" y="5143500"/>
          <p14:tracePt t="25002" x="3187700" y="5143500"/>
          <p14:tracePt t="25018" x="3194050" y="5143500"/>
          <p14:tracePt t="25035" x="3206750" y="5149850"/>
          <p14:tracePt t="25052" x="3213100" y="5149850"/>
          <p14:tracePt t="25069" x="3238500" y="5149850"/>
          <p14:tracePt t="25085" x="3263900" y="5149850"/>
          <p14:tracePt t="25102" x="3282950" y="5149850"/>
          <p14:tracePt t="25119" x="3340100" y="5143500"/>
          <p14:tracePt t="25135" x="3397250" y="5130800"/>
          <p14:tracePt t="25151" x="3435350" y="5124450"/>
          <p14:tracePt t="25168" x="3530600" y="5124450"/>
          <p14:tracePt t="25185" x="3632200" y="5118100"/>
          <p14:tracePt t="25201" x="3689350" y="5105400"/>
          <p14:tracePt t="25218" x="3790950" y="5105400"/>
          <p14:tracePt t="25234" x="3892550" y="5099050"/>
          <p14:tracePt t="25253" x="3987800" y="5092700"/>
          <p14:tracePt t="25268" x="4025900" y="5092700"/>
          <p14:tracePt t="25284" x="4095750" y="5092700"/>
          <p14:tracePt t="25301" x="4152900" y="5092700"/>
          <p14:tracePt t="25317" x="4171950" y="5092700"/>
          <p14:tracePt t="25334" x="4203700" y="5092700"/>
          <p14:tracePt t="25351" x="4260850" y="5080000"/>
          <p14:tracePt t="25367" x="4292600" y="5080000"/>
          <p14:tracePt t="25384" x="4305300" y="5073650"/>
          <p14:tracePt t="25401" x="4337050" y="5073650"/>
          <p14:tracePt t="25417" x="4362450" y="5073650"/>
          <p14:tracePt t="25434" x="4387850" y="5073650"/>
          <p14:tracePt t="25450" x="4400550" y="5086350"/>
          <p14:tracePt t="25467" x="4413250" y="5086350"/>
          <p14:tracePt t="25484" x="4425950" y="5086350"/>
          <p14:tracePt t="25500" x="4432300" y="5086350"/>
          <p14:tracePt t="25517" x="4451350" y="5086350"/>
          <p14:tracePt t="25534" x="4457700" y="5086350"/>
          <p14:tracePt t="25550" x="4464050" y="5086350"/>
          <p14:tracePt t="25567" x="4476750" y="5086350"/>
          <p14:tracePt t="25583" x="4495800" y="5086350"/>
          <p14:tracePt t="25599" x="4508500" y="5086350"/>
          <p14:tracePt t="25617" x="4533900" y="5086350"/>
          <p14:tracePt t="25633" x="4578350" y="5086350"/>
          <p14:tracePt t="25650" x="4610100" y="5086350"/>
          <p14:tracePt t="25667" x="4686300" y="5086350"/>
          <p14:tracePt t="25683" x="4724400" y="5092700"/>
          <p14:tracePt t="25700" x="4819650" y="5099050"/>
          <p14:tracePt t="25716" x="4914900" y="5118100"/>
          <p14:tracePt t="25733" x="4953000" y="5124450"/>
          <p14:tracePt t="25750" x="5022850" y="5130800"/>
          <p14:tracePt t="25766" x="5080000" y="5143500"/>
          <p14:tracePt t="25783" x="5092700" y="5143500"/>
          <p14:tracePt t="25800" x="5137150" y="5149850"/>
          <p14:tracePt t="25816" x="5175250" y="5149850"/>
          <p14:tracePt t="25832" x="5194300" y="5149850"/>
          <p14:tracePt t="25849" x="5232400" y="5149850"/>
          <p14:tracePt t="25866" x="5251450" y="5149850"/>
          <p14:tracePt t="25883" x="5270500" y="5149850"/>
          <p14:tracePt t="25900" x="5276850" y="5149850"/>
          <p14:tracePt t="25915" x="5289550" y="5149850"/>
          <p14:tracePt t="25933" x="5295900" y="5149850"/>
          <p14:tracePt t="25949" x="5302250" y="5149850"/>
          <p14:tracePt t="25965" x="5308600" y="5149850"/>
          <p14:tracePt t="25982" x="5314950" y="5149850"/>
          <p14:tracePt t="26015" x="5321300" y="5143500"/>
          <p14:tracePt t="26032" x="5327650" y="5143500"/>
          <p14:tracePt t="26052" x="5334000" y="5143500"/>
          <p14:tracePt t="26122" x="5340350" y="5137150"/>
          <p14:tracePt t="26143" x="5340350" y="5130800"/>
          <p14:tracePt t="26150" x="5340350" y="5124450"/>
          <p14:tracePt t="26907" x="5283200" y="5137150"/>
          <p14:tracePt t="26915" x="5194300" y="5156200"/>
          <p14:tracePt t="26931" x="5092700" y="5175250"/>
          <p14:tracePt t="26946" x="4959350" y="5207000"/>
          <p14:tracePt t="26963" x="4616450" y="5283200"/>
          <p14:tracePt t="26978" x="4318000" y="5340350"/>
          <p14:tracePt t="26995" x="4152900" y="5359400"/>
          <p14:tracePt t="27013" x="3759200" y="5429250"/>
          <p14:tracePt t="27028" x="3460750" y="5473700"/>
          <p14:tracePt t="27045" x="3333750" y="5486400"/>
          <p14:tracePt t="27062" x="3086100" y="5537200"/>
          <p14:tracePt t="27078" x="2914650" y="5588000"/>
          <p14:tracePt t="27095" x="2838450" y="5600700"/>
          <p14:tracePt t="27112" x="2730500" y="5613400"/>
          <p14:tracePt t="27128" x="2628900" y="5632450"/>
          <p14:tracePt t="27146" x="2546350" y="5638800"/>
          <p14:tracePt t="27161" x="2501900" y="5638800"/>
          <p14:tracePt t="27178" x="2482850" y="5632450"/>
          <p14:tracePt t="27196" x="2438400" y="5619750"/>
          <p14:tracePt t="27211" x="2432050" y="5613400"/>
          <p14:tracePt t="27228" x="2425700" y="5613400"/>
          <p14:tracePt t="27244" x="2419350" y="5600700"/>
          <p14:tracePt t="27261" x="2413000" y="5594350"/>
          <p14:tracePt t="27278" x="2406650" y="5594350"/>
          <p14:tracePt t="27294" x="2406650" y="5581650"/>
          <p14:tracePt t="27311" x="2406650" y="5568950"/>
          <p14:tracePt t="27344" x="2406650" y="5556250"/>
          <p14:tracePt t="27361" x="2425700" y="5543550"/>
          <p14:tracePt t="27378" x="2444750" y="5530850"/>
          <p14:tracePt t="27394" x="2457450" y="5518150"/>
          <p14:tracePt t="27410" x="2489200" y="5505450"/>
          <p14:tracePt t="27427" x="2533650" y="5492750"/>
          <p14:tracePt t="27443" x="2546350" y="5486400"/>
          <p14:tracePt t="27460" x="2565400" y="5480050"/>
          <p14:tracePt t="27477" x="2628900" y="5454650"/>
          <p14:tracePt t="27493" x="2641600" y="5454650"/>
          <p14:tracePt t="27511" x="2660650" y="5448300"/>
          <p14:tracePt t="27543" x="2673350" y="5448300"/>
          <p14:tracePt t="27562" x="2679700" y="5448300"/>
          <p14:tracePt t="27577" x="2686050" y="5448300"/>
          <p14:tracePt t="27593" x="2698750" y="5441950"/>
          <p14:tracePt t="27610" x="2711450" y="5435600"/>
          <p14:tracePt t="27643" x="2717800" y="5429250"/>
          <p14:tracePt t="27660" x="2730500" y="5422900"/>
          <p14:tracePt t="27676" x="2736850" y="5422900"/>
          <p14:tracePt t="27693" x="2749550" y="5416550"/>
          <p14:tracePt t="27709" x="2749550" y="5410200"/>
          <p14:tracePt t="27726" x="2755900" y="5410200"/>
          <p14:tracePt t="27743" x="2768600" y="5410200"/>
          <p14:tracePt t="27759" x="2781300" y="5410200"/>
          <p14:tracePt t="27795" x="2787650" y="5403850"/>
          <p14:tracePt t="27820" x="2787650" y="5397500"/>
          <p14:tracePt t="27847" x="2787650" y="5391150"/>
          <p14:tracePt t="27869" x="2781300" y="5391150"/>
          <p14:tracePt t="27890" x="2768600" y="5391150"/>
          <p14:tracePt t="27911" x="2762250" y="5391150"/>
          <p14:tracePt t="27939" x="2755900" y="5391150"/>
          <p14:tracePt t="27967" x="2749550" y="5391150"/>
          <p14:tracePt t="27981" x="2743200" y="5397500"/>
          <p14:tracePt t="27988" x="2730500" y="5397500"/>
          <p14:tracePt t="28002" x="2711450" y="5403850"/>
          <p14:tracePt t="28011" x="2679700" y="5410200"/>
          <p14:tracePt t="28025" x="2641600" y="5416550"/>
          <p14:tracePt t="28042" x="2514600" y="5454650"/>
          <p14:tracePt t="28059" x="2362200" y="5492750"/>
          <p14:tracePt t="28075" x="2279650" y="5524500"/>
          <p14:tracePt t="28091" x="2184400" y="5556250"/>
          <p14:tracePt t="28108" x="1924050" y="5638800"/>
          <p14:tracePt t="28124" x="1835150" y="5670550"/>
          <p14:tracePt t="28141" x="1765300" y="5689600"/>
          <p14:tracePt t="28158" x="1644650" y="5721350"/>
          <p14:tracePt t="28174" x="1574800" y="5740400"/>
          <p14:tracePt t="28192" x="1536700" y="5746750"/>
          <p14:tracePt t="28207" x="1530350" y="5746750"/>
          <p14:tracePt t="28224" x="1524000" y="5753100"/>
          <p14:tracePt t="28241" x="1517650" y="5753100"/>
          <p14:tracePt t="28273" x="1511300" y="5753100"/>
          <p14:tracePt t="28339" x="1504950" y="5753100"/>
          <p14:tracePt t="28381" x="1498600" y="5753100"/>
          <p14:tracePt t="28431" x="1492250" y="5753100"/>
          <p14:tracePt t="28501" x="1485900" y="5753100"/>
          <p14:tracePt t="28543" x="1479550" y="5753100"/>
          <p14:tracePt t="28549" x="1479550" y="5746750"/>
          <p14:tracePt t="28571" x="1473200" y="5746750"/>
          <p14:tracePt t="28585" x="1466850" y="5740400"/>
          <p14:tracePt t="28593" x="1460500" y="5740400"/>
          <p14:tracePt t="28606" x="1441450" y="5734050"/>
          <p14:tracePt t="28623" x="1397000" y="5734050"/>
          <p14:tracePt t="28639" x="1352550" y="5727700"/>
          <p14:tracePt t="28656" x="1238250" y="5708650"/>
          <p14:tracePt t="28673" x="1104900" y="5689600"/>
          <p14:tracePt t="28690" x="990600" y="5683250"/>
          <p14:tracePt t="28705" x="946150" y="5683250"/>
          <p14:tracePt t="28723" x="908050" y="5676900"/>
          <p14:tracePt t="28740" x="844550" y="5676900"/>
          <p14:tracePt t="28756" x="838200" y="5676900"/>
          <p14:tracePt t="28772" x="831850" y="5676900"/>
          <p14:tracePt t="28805" x="850900" y="5676900"/>
          <p14:tracePt t="28823" x="889000" y="5676900"/>
          <p14:tracePt t="28839" x="914400" y="5676900"/>
          <p14:tracePt t="28855" x="1016000" y="5664200"/>
          <p14:tracePt t="28873" x="1206500" y="5638800"/>
          <p14:tracePt t="28888" x="1327150" y="5632450"/>
          <p14:tracePt t="28905" x="1606550" y="5600700"/>
          <p14:tracePt t="28922" x="1968500" y="5562600"/>
          <p14:tracePt t="28938" x="2152650" y="5549900"/>
          <p14:tracePt t="28955" x="2508250" y="5524500"/>
          <p14:tracePt t="28972" x="2870200" y="5486400"/>
          <p14:tracePt t="28988" x="3028950" y="5486400"/>
          <p14:tracePt t="29005" x="3162300" y="5486400"/>
          <p14:tracePt t="29022" x="3556000" y="5467350"/>
          <p14:tracePt t="29038" x="3670300" y="5467350"/>
          <p14:tracePt t="29055" x="3860800" y="5467350"/>
          <p14:tracePt t="29071" x="3937000" y="5467350"/>
          <p14:tracePt t="29088" x="4102100" y="5467350"/>
          <p14:tracePt t="29105" x="4229100" y="5454650"/>
          <p14:tracePt t="29121" x="4298950" y="5448300"/>
          <p14:tracePt t="29138" x="4413250" y="5429250"/>
          <p14:tracePt t="29154" x="4514850" y="5403850"/>
          <p14:tracePt t="29171" x="4565650" y="5403850"/>
          <p14:tracePt t="29188" x="4641850" y="5397500"/>
          <p14:tracePt t="29205" x="4737100" y="5378450"/>
          <p14:tracePt t="29221" x="4781550" y="5365750"/>
          <p14:tracePt t="29238" x="4889500" y="5340350"/>
          <p14:tracePt t="29254" x="4984750" y="5327650"/>
          <p14:tracePt t="29271" x="5010150" y="5327650"/>
          <p14:tracePt t="29287" x="5086350" y="5327650"/>
          <p14:tracePt t="29304" x="5156200" y="5327650"/>
          <p14:tracePt t="29321" x="5181600" y="5327650"/>
          <p14:tracePt t="29337" x="5238750" y="5327650"/>
          <p14:tracePt t="29353" x="5276850" y="5327650"/>
          <p14:tracePt t="29371" x="5359400" y="5334000"/>
          <p14:tracePt t="29387" x="5378450" y="5334000"/>
          <p14:tracePt t="29404" x="5397500" y="5334000"/>
          <p14:tracePt t="29420" x="5429250" y="5334000"/>
          <p14:tracePt t="29437" x="5454650" y="5327650"/>
          <p14:tracePt t="29453" x="5461000" y="5327650"/>
          <p14:tracePt t="29470" x="5467350" y="5327650"/>
          <p14:tracePt t="29497" x="5467350" y="5321300"/>
          <p14:tracePt t="29506" x="5467350" y="5314950"/>
          <p14:tracePt t="29520" x="5461000" y="5314950"/>
          <p14:tracePt t="29536" x="5454650" y="5308600"/>
          <p14:tracePt t="29556" x="5448300" y="5308600"/>
          <p14:tracePt t="29569" x="5441950" y="5308600"/>
          <p14:tracePt t="29586" x="5422900" y="5308600"/>
          <p14:tracePt t="29603" x="5391150" y="5314950"/>
          <p14:tracePt t="29620" x="5353050" y="5327650"/>
          <p14:tracePt t="29636" x="5302250" y="5327650"/>
          <p14:tracePt t="29653" x="4991100" y="5353050"/>
          <p14:tracePt t="29669" x="4813300" y="5378450"/>
          <p14:tracePt t="29687" x="4311650" y="5410200"/>
          <p14:tracePt t="29703" x="4044950" y="5422900"/>
          <p14:tracePt t="29719" x="3435350" y="5467350"/>
          <p14:tracePt t="29736" x="2870200" y="5518150"/>
          <p14:tracePt t="29752" x="2635250" y="5530850"/>
          <p14:tracePt t="29769" x="2305050" y="5556250"/>
          <p14:tracePt t="29786" x="2076450" y="5575300"/>
          <p14:tracePt t="29802" x="1974850" y="5575300"/>
          <p14:tracePt t="29820" x="1809750" y="5594350"/>
          <p14:tracePt t="29835" x="1663700" y="5600700"/>
          <p14:tracePt t="29853" x="1612900" y="5600700"/>
          <p14:tracePt t="29869" x="1511300" y="5600700"/>
          <p14:tracePt t="29885" x="1416050" y="5600700"/>
          <p14:tracePt t="29902" x="1365250" y="5600700"/>
          <p14:tracePt t="29919" x="1295400" y="5600700"/>
          <p14:tracePt t="29935" x="1231900" y="5600700"/>
          <p14:tracePt t="29953" x="1200150" y="5600700"/>
          <p14:tracePt t="29968" x="1155700" y="5600700"/>
          <p14:tracePt t="29985" x="1130300" y="5600700"/>
          <p14:tracePt t="30003" x="1104900" y="5600700"/>
          <p14:tracePt t="30018" x="1098550" y="5600700"/>
          <p14:tracePt t="30045" x="1092200" y="5600700"/>
          <p14:tracePt t="30094" x="1092200" y="5607050"/>
          <p14:tracePt t="30115" x="1098550" y="5613400"/>
          <p14:tracePt t="30143" x="1104900" y="5613400"/>
          <p14:tracePt t="30156" x="1111250" y="5613400"/>
          <p14:tracePt t="30164" x="1117600" y="5613400"/>
          <p14:tracePt t="30178" x="1123950" y="5619750"/>
          <p14:tracePt t="30187" x="1130300" y="5619750"/>
          <p14:tracePt t="30201" x="1136650" y="5619750"/>
          <p14:tracePt t="30217" x="1136650" y="5626100"/>
          <p14:tracePt t="30235" x="1155700" y="5626100"/>
          <p14:tracePt t="30251" x="1162050" y="5626100"/>
          <p14:tracePt t="30268" x="1174750" y="5632450"/>
          <p14:tracePt t="30284" x="1200150" y="5638800"/>
          <p14:tracePt t="30300" x="1212850" y="5645150"/>
          <p14:tracePt t="30318" x="1231900" y="5651500"/>
          <p14:tracePt t="30333" x="1244600" y="5651500"/>
          <p14:tracePt t="30350" x="1263650" y="5657850"/>
          <p14:tracePt t="30367" x="1270000" y="5657850"/>
          <p14:tracePt t="30384" x="1276350" y="5657850"/>
          <p14:tracePt t="30400" x="1282700" y="5657850"/>
          <p14:tracePt t="30417" x="1295400" y="5664200"/>
          <p14:tracePt t="30433" x="1301750" y="5664200"/>
          <p14:tracePt t="30473" x="1308100" y="5664200"/>
          <p14:tracePt t="30494" x="1314450" y="5664200"/>
          <p14:tracePt t="30516" x="1327150" y="5664200"/>
          <p14:tracePt t="30536" x="1333500" y="5664200"/>
          <p14:tracePt t="30543" x="1339850" y="5664200"/>
          <p14:tracePt t="30564" x="1346200" y="5664200"/>
          <p14:tracePt t="30599" x="1352550" y="5664200"/>
          <p14:tracePt t="30606" x="1358900" y="5664200"/>
          <p14:tracePt t="30620" x="1365250" y="5664200"/>
          <p14:tracePt t="30635" x="1371600" y="5670550"/>
          <p14:tracePt t="30655" x="1377950" y="5670550"/>
          <p14:tracePt t="30669" x="1384300" y="5670550"/>
          <p14:tracePt t="30683" x="1384300" y="5676900"/>
          <p14:tracePt t="30704" x="1397000" y="5676900"/>
          <p14:tracePt t="30725" x="1403350" y="5683250"/>
          <p14:tracePt t="30746" x="1409700" y="5689600"/>
          <p14:tracePt t="30761" x="1422400" y="5689600"/>
          <p14:tracePt t="30769" x="1428750" y="5695950"/>
          <p14:tracePt t="30782" x="1435100" y="5702300"/>
          <p14:tracePt t="30799" x="1473200" y="5721350"/>
          <p14:tracePt t="30815" x="1504950" y="5746750"/>
          <p14:tracePt t="30831" x="1593850" y="5784850"/>
          <p14:tracePt t="30848" x="1682750" y="5848350"/>
          <p14:tracePt t="30866" x="1758950" y="5905500"/>
          <p14:tracePt t="30882" x="1790700" y="5937250"/>
          <p14:tracePt t="30898" x="1828800" y="5962650"/>
          <p14:tracePt t="30915" x="1873250" y="6000750"/>
          <p14:tracePt t="30931" x="1885950" y="6007100"/>
          <p14:tracePt t="30948" x="1898650" y="6026150"/>
          <p14:tracePt t="30965" x="1911350" y="6026150"/>
          <p14:tracePt t="30981" x="1917700" y="6032500"/>
          <p14:tracePt t="30999" x="1930400" y="6038850"/>
          <p14:tracePt t="31014" x="1936750" y="6038850"/>
          <p14:tracePt t="31031" x="1936750" y="6045200"/>
          <p14:tracePt t="31051" x="1943100" y="6045200"/>
          <p14:tracePt t="31064" x="1949450" y="6051550"/>
          <p14:tracePt t="31081" x="1955800" y="6051550"/>
          <p14:tracePt t="31098" x="1968500" y="6051550"/>
          <p14:tracePt t="31114" x="1974850" y="6051550"/>
          <p14:tracePt t="31131" x="1981200" y="6051550"/>
          <p14:tracePt t="31148" x="2000250" y="6045200"/>
          <p14:tracePt t="31164" x="2012950" y="6045200"/>
          <p14:tracePt t="31181" x="2063750" y="6032500"/>
          <p14:tracePt t="31197" x="2133600" y="6013450"/>
          <p14:tracePt t="31214" x="2171700" y="6007100"/>
          <p14:tracePt t="31231" x="2254250" y="6000750"/>
          <p14:tracePt t="31247" x="2292350" y="6000750"/>
          <p14:tracePt t="31264" x="2374900" y="6000750"/>
          <p14:tracePt t="31280" x="2451100" y="6000750"/>
          <p14:tracePt t="31297" x="2482850" y="6000750"/>
          <p14:tracePt t="31314" x="2540000" y="6000750"/>
          <p14:tracePt t="31330" x="2590800" y="6013450"/>
          <p14:tracePt t="31347" x="2603500" y="6013450"/>
          <p14:tracePt t="31364" x="2635250" y="6019800"/>
          <p14:tracePt t="31380" x="2641600" y="6019800"/>
          <p14:tracePt t="31396" x="2654300" y="6019800"/>
          <p14:tracePt t="31413" x="2667000" y="6019800"/>
          <p14:tracePt t="31430" x="2673350" y="6019800"/>
          <p14:tracePt t="31463" x="2673350" y="6013450"/>
          <p14:tracePt t="34158" x="2660650" y="6013450"/>
          <p14:tracePt t="34165" x="2647950" y="6013450"/>
          <p14:tracePt t="34179" x="2628900" y="6007100"/>
          <p14:tracePt t="34187" x="2616200" y="6007100"/>
          <p14:tracePt t="34203" x="2597150" y="5988050"/>
          <p14:tracePt t="34221" x="2571750" y="5981700"/>
          <p14:tracePt t="34237" x="2540000" y="5981700"/>
          <p14:tracePt t="34253" x="2520950" y="5975350"/>
          <p14:tracePt t="34270" x="2489200" y="5975350"/>
          <p14:tracePt t="34287" x="2457450" y="5975350"/>
          <p14:tracePt t="34303" x="2438400" y="5975350"/>
          <p14:tracePt t="34320" x="2400300" y="5975350"/>
          <p14:tracePt t="34336" x="2343150" y="5975350"/>
          <p14:tracePt t="34354" x="2286000" y="5975350"/>
          <p14:tracePt t="34370" x="2260600" y="5975350"/>
          <p14:tracePt t="34386" x="2241550" y="5988050"/>
          <p14:tracePt t="34404" x="2209800" y="5988050"/>
          <p14:tracePt t="34436" x="2203450" y="5988050"/>
          <p14:tracePt t="34474" x="2209800" y="5975350"/>
          <p14:tracePt t="34495" x="2216150" y="5975350"/>
          <p14:tracePt t="34509" x="2228850" y="5969000"/>
          <p14:tracePt t="34516" x="2241550" y="5969000"/>
          <p14:tracePt t="34530" x="2254250" y="5962650"/>
          <p14:tracePt t="34539" x="2273300" y="5962650"/>
          <p14:tracePt t="34552" x="2305050" y="5943600"/>
          <p14:tracePt t="34569" x="2387600" y="5930900"/>
          <p14:tracePt t="34587" x="2482850" y="5905500"/>
          <p14:tracePt t="34602" x="2540000" y="5892800"/>
          <p14:tracePt t="34619" x="2686050" y="5867400"/>
          <p14:tracePt t="34636" x="2825750" y="5848350"/>
          <p14:tracePt t="34652" x="2889250" y="5835650"/>
          <p14:tracePt t="34669" x="2959100" y="5829300"/>
          <p14:tracePt t="34685" x="3111500" y="5829300"/>
          <p14:tracePt t="34702" x="3155950" y="5829300"/>
          <p14:tracePt t="34719" x="3244850" y="5829300"/>
          <p14:tracePt t="34735" x="3282950" y="5829300"/>
          <p14:tracePt t="34752" x="3333750" y="5842000"/>
          <p14:tracePt t="34768" x="3359150" y="5848350"/>
          <p14:tracePt t="34785" x="3378200" y="5854700"/>
          <p14:tracePt t="34801" x="3403600" y="5867400"/>
          <p14:tracePt t="34818" x="3441700" y="5886450"/>
          <p14:tracePt t="34835" x="3460750" y="5886450"/>
          <p14:tracePt t="34852" x="3505200" y="5899150"/>
          <p14:tracePt t="34868" x="3536950" y="5905500"/>
          <p14:tracePt t="34884" x="3549650" y="5911850"/>
          <p14:tracePt t="34901" x="3594100" y="5924550"/>
          <p14:tracePt t="34918" x="3625850" y="5937250"/>
          <p14:tracePt t="34934" x="3638550" y="5943600"/>
          <p14:tracePt t="34951" x="3670300" y="5956300"/>
          <p14:tracePt t="34967" x="3714750" y="5969000"/>
          <p14:tracePt t="34984" x="3733800" y="5981700"/>
          <p14:tracePt t="35001" x="3790950" y="5981700"/>
          <p14:tracePt t="35018" x="3822700" y="5981700"/>
          <p14:tracePt t="35034" x="3867150" y="5994400"/>
          <p14:tracePt t="35050" x="3917950" y="6007100"/>
          <p14:tracePt t="35067" x="3943350" y="6013450"/>
          <p14:tracePt t="35084" x="3981450" y="6013450"/>
          <p14:tracePt t="35100" x="4013200" y="6013450"/>
          <p14:tracePt t="35117" x="4032250" y="6013450"/>
          <p14:tracePt t="35134" x="4070350" y="6013450"/>
          <p14:tracePt t="35150" x="4102100" y="6013450"/>
          <p14:tracePt t="35168" x="4127500" y="6013450"/>
          <p14:tracePt t="35184" x="4133850" y="6013450"/>
          <p14:tracePt t="35200" x="4152900" y="6013450"/>
          <p14:tracePt t="35217" x="4171950" y="6013450"/>
          <p14:tracePt t="35233" x="4178300" y="6007100"/>
          <p14:tracePt t="35250" x="4184650" y="6007100"/>
          <p14:tracePt t="35267" x="4197350" y="6007100"/>
          <p14:tracePt t="35283" x="4203700" y="6007100"/>
          <p14:tracePt t="35300" x="4210050" y="6007100"/>
          <p14:tracePt t="35316" x="4216400" y="6007100"/>
          <p14:tracePt t="35352" x="4216400" y="6000750"/>
          <p14:tracePt t="35366" x="4222750" y="6000750"/>
          <p14:tracePt t="35386" x="4229100" y="5994400"/>
          <p14:tracePt t="35428" x="4241800" y="5994400"/>
          <p14:tracePt t="35450" x="4248150" y="5994400"/>
          <p14:tracePt t="35470" x="4254500" y="5994400"/>
          <p14:tracePt t="35477" x="4260850" y="5994400"/>
          <p14:tracePt t="35491" x="4260850" y="5988050"/>
          <p14:tracePt t="35512" x="4267200" y="5988050"/>
          <p14:tracePt t="35519" x="4273550" y="5988050"/>
          <p14:tracePt t="35532" x="4279900" y="5981700"/>
          <p14:tracePt t="35548" x="4305300" y="5981700"/>
          <p14:tracePt t="35565" x="4318000" y="5975350"/>
          <p14:tracePt t="35583" x="4349750" y="5975350"/>
          <p14:tracePt t="35599" x="4387850" y="5962650"/>
          <p14:tracePt t="35615" x="4419600" y="5962650"/>
          <p14:tracePt t="35632" x="4457700" y="5956300"/>
          <p14:tracePt t="35648" x="4489450" y="5949950"/>
          <p14:tracePt t="35665" x="4540250" y="5937250"/>
          <p14:tracePt t="35682" x="4578350" y="5930900"/>
          <p14:tracePt t="35698" x="4610100" y="5924550"/>
          <p14:tracePt t="35716" x="4660900" y="5918200"/>
          <p14:tracePt t="35731" x="4711700" y="5905500"/>
          <p14:tracePt t="35748" x="4730750" y="5899150"/>
          <p14:tracePt t="35765" x="4775200" y="5892800"/>
          <p14:tracePt t="35781" x="4813300" y="5886450"/>
          <p14:tracePt t="35798" x="4826000" y="5880100"/>
          <p14:tracePt t="35815" x="4857750" y="5867400"/>
          <p14:tracePt t="35831" x="4889500" y="5867400"/>
          <p14:tracePt t="35849" x="4914900" y="5867400"/>
          <p14:tracePt t="35865" x="4927600" y="5873750"/>
          <p14:tracePt t="35881" x="4953000" y="5873750"/>
          <p14:tracePt t="35898" x="4965700" y="5873750"/>
          <p14:tracePt t="35915" x="4978400" y="5873750"/>
          <p14:tracePt t="35931" x="4984750" y="5873750"/>
          <p14:tracePt t="35982" x="4991100" y="5873750"/>
          <p14:tracePt t="36052" x="4997450" y="5873750"/>
          <p14:tracePt t="36088" x="5003800" y="5873750"/>
          <p14:tracePt t="36109" x="5010150" y="5880100"/>
          <p14:tracePt t="36131" x="5016500" y="5880100"/>
          <p14:tracePt t="36151" x="5022850" y="5880100"/>
          <p14:tracePt t="36158" x="5022850" y="5886450"/>
          <p14:tracePt t="36179" x="5029200" y="5886450"/>
          <p14:tracePt t="36200" x="5035550" y="5886450"/>
          <p14:tracePt t="36214" x="5041900" y="5886450"/>
          <p14:tracePt t="36221" x="5048250" y="5886450"/>
          <p14:tracePt t="36230" x="5054600" y="5886450"/>
          <p14:tracePt t="36246" x="5060950" y="5886450"/>
          <p14:tracePt t="36264" x="5080000" y="5880100"/>
          <p14:tracePt t="36280" x="5092700" y="5880100"/>
          <p14:tracePt t="36296" x="5130800" y="5873750"/>
          <p14:tracePt t="36313" x="5149850" y="5867400"/>
          <p14:tracePt t="36330" x="5168900" y="5861050"/>
          <p14:tracePt t="36363" x="5168900" y="5867400"/>
          <p14:tracePt t="36390" x="5168900" y="5873750"/>
          <p14:tracePt t="38053" x="5092700" y="5873750"/>
          <p14:tracePt t="38067" x="4978400" y="5873750"/>
          <p14:tracePt t="38076" x="4851400" y="5873750"/>
          <p14:tracePt t="38090" x="4711700" y="5873750"/>
          <p14:tracePt t="38107" x="4419600" y="5880100"/>
          <p14:tracePt t="38123" x="4140200" y="5905500"/>
          <p14:tracePt t="38140" x="4013200" y="5918200"/>
          <p14:tracePt t="38157" x="3873500" y="5918200"/>
          <p14:tracePt t="38173" x="3587750" y="5924550"/>
          <p14:tracePt t="38190" x="3333750" y="5956300"/>
          <p14:tracePt t="38207" x="3105150" y="5981700"/>
          <p14:tracePt t="38223" x="2990850" y="6000750"/>
          <p14:tracePt t="38240" x="2787650" y="6019800"/>
          <p14:tracePt t="38257" x="2667000" y="6051550"/>
          <p14:tracePt t="38273" x="2609850" y="6070600"/>
          <p14:tracePt t="38289" x="2527300" y="6076950"/>
          <p14:tracePt t="38306" x="2470150" y="6083300"/>
          <p14:tracePt t="38323" x="2457450" y="6083300"/>
          <p14:tracePt t="38340" x="2400300" y="6096000"/>
          <p14:tracePt t="38356" x="2343150" y="6115050"/>
          <p14:tracePt t="38372" x="2311400" y="6121400"/>
          <p14:tracePt t="38390" x="2254250" y="6127750"/>
          <p14:tracePt t="38406" x="2209800" y="6121400"/>
          <p14:tracePt t="38422" x="2190750" y="6115050"/>
          <p14:tracePt t="38439" x="2171700" y="6083300"/>
          <p14:tracePt t="38472" x="2171700" y="6064250"/>
          <p14:tracePt t="38489" x="2171700" y="6051550"/>
          <p14:tracePt t="38505" x="2171700" y="6045200"/>
          <p14:tracePt t="38538" x="2165350" y="6038850"/>
          <p14:tracePt t="38555" x="2159000" y="6032500"/>
          <p14:tracePt t="38572" x="2152650" y="6032500"/>
          <p14:tracePt t="38588" x="2139950" y="6026150"/>
          <p14:tracePt t="38605" x="2133600" y="6026150"/>
          <p14:tracePt t="38622" x="2120900" y="6019800"/>
          <p14:tracePt t="38638" x="2108200" y="6019800"/>
          <p14:tracePt t="38656" x="2095500" y="6019800"/>
          <p14:tracePt t="38672" x="2089150" y="6019800"/>
          <p14:tracePt t="38688" x="2070100" y="6019800"/>
          <p14:tracePt t="38705" x="2044700" y="6019800"/>
          <p14:tracePt t="38721" x="2032000" y="6013450"/>
          <p14:tracePt t="38738" x="2012950" y="6013450"/>
          <p14:tracePt t="38755" x="1968500" y="6013450"/>
          <p14:tracePt t="38771" x="1955800" y="6013450"/>
          <p14:tracePt t="38788" x="1936750" y="6013450"/>
          <p14:tracePt t="38805" x="1892300" y="6013450"/>
          <p14:tracePt t="38821" x="1879600" y="6013450"/>
          <p14:tracePt t="38838" x="1866900" y="6013450"/>
          <p14:tracePt t="38854" x="1847850" y="6013450"/>
          <p14:tracePt t="38871" x="1835150" y="6013450"/>
          <p14:tracePt t="38888" x="1816100" y="6019800"/>
          <p14:tracePt t="38904" x="1809750" y="6019800"/>
          <p14:tracePt t="38920" x="1803400" y="6019800"/>
          <p14:tracePt t="38937" x="1790700" y="6019800"/>
          <p14:tracePt t="38954" x="1790700" y="6026150"/>
          <p14:tracePt t="38988" x="1784350" y="6026150"/>
          <p14:tracePt t="39014" x="1778000" y="6026150"/>
          <p14:tracePt t="39056" x="1771650" y="6026150"/>
          <p14:tracePt t="39084" x="1771650" y="6019800"/>
          <p14:tracePt t="39119" x="1771650" y="6013450"/>
          <p14:tracePt t="39126" x="1771650" y="6007100"/>
          <p14:tracePt t="39140" x="1778000" y="6000750"/>
          <p14:tracePt t="39155" x="1784350" y="6000750"/>
          <p14:tracePt t="39176" x="1790700" y="5994400"/>
          <p14:tracePt t="39190" x="1803400" y="5988050"/>
          <p14:tracePt t="39203" x="1816100" y="5981700"/>
          <p14:tracePt t="39219" x="1841500" y="5975350"/>
          <p14:tracePt t="39236" x="1854200" y="5962650"/>
          <p14:tracePt t="39253" x="1898650" y="5949950"/>
          <p14:tracePt t="39269" x="1936750" y="5930900"/>
          <p14:tracePt t="39286" x="1962150" y="5924550"/>
          <p14:tracePt t="39303" x="1987550" y="5918200"/>
          <p14:tracePt t="39319" x="2012950" y="5918200"/>
          <p14:tracePt t="39337" x="2019300" y="5918200"/>
          <p14:tracePt t="39353" x="2025650" y="5918200"/>
          <p14:tracePt t="39369" x="2032000" y="5918200"/>
          <p14:tracePt t="39386" x="2038350" y="5918200"/>
          <p14:tracePt t="39422" x="2044700" y="5918200"/>
          <p14:tracePt t="39435" x="2051050" y="5918200"/>
          <p14:tracePt t="39456" x="2051050" y="5924550"/>
          <p14:tracePt t="39477" x="2057400" y="5924550"/>
          <p14:tracePt t="39491" x="2063750" y="5924550"/>
          <p14:tracePt t="39513" x="2070100" y="5924550"/>
          <p14:tracePt t="39522" x="2070100" y="5930900"/>
          <p14:tracePt t="39535" x="2076450" y="5930900"/>
          <p14:tracePt t="39553" x="2082800" y="5930900"/>
          <p14:tracePt t="39582" x="2089150" y="5930900"/>
          <p14:tracePt t="39618" x="2089150" y="5937250"/>
          <p14:tracePt t="39639" x="2095500" y="5937250"/>
          <p14:tracePt t="39660" x="2101850" y="5937250"/>
          <p14:tracePt t="39667" x="2108200" y="5937250"/>
          <p14:tracePt t="39688" x="2114550" y="5937250"/>
          <p14:tracePt t="39709" x="2120900" y="5937250"/>
          <p14:tracePt t="39723" x="2127250" y="5943600"/>
          <p14:tracePt t="39758" x="2133600" y="5943600"/>
          <p14:tracePt t="39779" x="2139950" y="5943600"/>
          <p14:tracePt t="39793" x="2146300" y="5943600"/>
          <p14:tracePt t="39803" x="2152650" y="5943600"/>
          <p14:tracePt t="39821" x="2159000" y="5943600"/>
          <p14:tracePt t="39842" x="2165350" y="5943600"/>
          <p14:tracePt t="39870" x="2171700" y="5943600"/>
          <p14:tracePt t="39899" x="2178050" y="5943600"/>
          <p14:tracePt t="39920" x="2184400" y="5943600"/>
          <p14:tracePt t="39941" x="2190750" y="5943600"/>
          <p14:tracePt t="39982" x="2197100" y="5943600"/>
          <p14:tracePt t="39990" x="2203450" y="5943600"/>
          <p14:tracePt t="40039" x="2209800" y="5943600"/>
          <p14:tracePt t="40060" x="2216150" y="5943600"/>
          <p14:tracePt t="40074" x="2222500" y="5943600"/>
          <p14:tracePt t="40088" x="2228850" y="5943600"/>
          <p14:tracePt t="40102" x="2235200" y="5943600"/>
          <p14:tracePt t="40109" x="2235200" y="5937250"/>
          <p14:tracePt t="40123" x="2241550" y="5937250"/>
          <p14:tracePt t="40133" x="2247900" y="5937250"/>
          <p14:tracePt t="40149" x="2254250" y="5937250"/>
          <p14:tracePt t="40167" x="2279650" y="5930900"/>
          <p14:tracePt t="40184" x="2311400" y="5924550"/>
          <p14:tracePt t="40202" x="2336800" y="5918200"/>
          <p14:tracePt t="40216" x="2349500" y="5918200"/>
          <p14:tracePt t="40233" x="2374900" y="5911850"/>
          <p14:tracePt t="40250" x="2387600" y="5905500"/>
          <p14:tracePt t="40283" x="2393950" y="5905500"/>
          <p14:tracePt t="40320" x="2400300" y="5899150"/>
          <p14:tracePt t="40362" x="2406650" y="5899150"/>
          <p14:tracePt t="40369" x="2413000" y="5899150"/>
          <p14:tracePt t="40390" x="2419350" y="5899150"/>
          <p14:tracePt t="40411" x="2425700" y="5899150"/>
          <p14:tracePt t="40460" x="2432050" y="5899150"/>
          <p14:tracePt t="40481" x="2438400" y="5899150"/>
          <p14:tracePt t="40621" x="2432050" y="5899150"/>
          <p14:tracePt t="41338" x="2457450" y="5911850"/>
          <p14:tracePt t="41352" x="2476500" y="5918200"/>
          <p14:tracePt t="41359" x="2495550" y="5918200"/>
          <p14:tracePt t="41373" x="2527300" y="5918200"/>
          <p14:tracePt t="41381" x="2552700" y="5918200"/>
          <p14:tracePt t="41395" x="2597150" y="5918200"/>
          <p14:tracePt t="41412" x="2660650" y="5911850"/>
          <p14:tracePt t="41429" x="2730500" y="5905500"/>
          <p14:tracePt t="41445" x="2762250" y="5905500"/>
          <p14:tracePt t="41462" x="2813050" y="5886450"/>
          <p14:tracePt t="41479" x="2851150" y="5886450"/>
          <p14:tracePt t="41495" x="2863850" y="5886450"/>
          <p14:tracePt t="41513" x="2895600" y="5886450"/>
          <p14:tracePt t="41528" x="2927350" y="5886450"/>
          <p14:tracePt t="41545" x="2952750" y="5886450"/>
          <p14:tracePt t="41563" x="2971800" y="5880100"/>
          <p14:tracePt t="41578" x="2984500" y="5880100"/>
          <p14:tracePt t="41595" x="3022600" y="5873750"/>
          <p14:tracePt t="41598" x="3048000" y="5867400"/>
          <p14:tracePt t="41614" x="3067050" y="5867400"/>
          <p14:tracePt t="41628" x="3092450" y="5861050"/>
          <p14:tracePt t="41644" x="3143250" y="5854700"/>
          <p14:tracePt t="41661" x="3187700" y="5848350"/>
          <p14:tracePt t="41678" x="3219450" y="5842000"/>
          <p14:tracePt t="41695" x="3270250" y="5829300"/>
          <p14:tracePt t="41711" x="3333750" y="5822950"/>
          <p14:tracePt t="41727" x="3359150" y="5822950"/>
          <p14:tracePt t="41744" x="3435350" y="5816600"/>
          <p14:tracePt t="41761" x="3511550" y="5816600"/>
          <p14:tracePt t="41777" x="3556000" y="5816600"/>
          <p14:tracePt t="41794" x="3644900" y="5816600"/>
          <p14:tracePt t="41810" x="3740150" y="5816600"/>
          <p14:tracePt t="41827" x="3790950" y="5829300"/>
          <p14:tracePt t="41844" x="3898900" y="5842000"/>
          <p14:tracePt t="41860" x="3937000" y="5842000"/>
          <p14:tracePt t="41877" x="4019550" y="5861050"/>
          <p14:tracePt t="41893" x="4083050" y="5873750"/>
          <p14:tracePt t="41910" x="4108450" y="5886450"/>
          <p14:tracePt t="41927" x="4146550" y="5905500"/>
          <p14:tracePt t="41943" x="4178300" y="5911850"/>
          <p14:tracePt t="41960" x="4191000" y="5924550"/>
          <p14:tracePt t="41977" x="4210050" y="5937250"/>
          <p14:tracePt t="41993" x="4229100" y="5949950"/>
          <p14:tracePt t="42010" x="4235450" y="5949950"/>
          <p14:tracePt t="42026" x="4248150" y="5962650"/>
          <p14:tracePt t="42043" x="4260850" y="5962650"/>
          <p14:tracePt t="42061" x="4273550" y="5969000"/>
          <p14:tracePt t="42076" x="4273550" y="5975350"/>
          <p14:tracePt t="42093" x="4286250" y="5981700"/>
          <p14:tracePt t="42110" x="4292600" y="5988050"/>
          <p14:tracePt t="42143" x="4298950" y="5988050"/>
          <p14:tracePt t="42159" x="4298950" y="5994400"/>
          <p14:tracePt t="42194" x="4305300" y="6000750"/>
          <p14:tracePt t="42222" x="4305300" y="6007100"/>
          <p14:tracePt t="42264" x="4305300" y="6013450"/>
          <p14:tracePt t="42299" x="4305300" y="6019800"/>
          <p14:tracePt t="42362" x="4298950" y="6019800"/>
          <p14:tracePt t="42391" x="4292600" y="6019800"/>
          <p14:tracePt t="42426" x="4286250" y="6019800"/>
          <p14:tracePt t="42454" x="4279900" y="6019800"/>
          <p14:tracePt t="42503" x="4273550" y="6013450"/>
          <p14:tracePt t="42509" x="4267200" y="6013450"/>
          <p14:tracePt t="42531" x="4267200" y="6007100"/>
          <p14:tracePt t="42573" x="4260850" y="6000750"/>
          <p14:tracePt t="42580" x="4260850" y="5994400"/>
          <p14:tracePt t="42594" x="4254500" y="5994400"/>
          <p14:tracePt t="42622" x="4254500" y="5988050"/>
          <p14:tracePt t="42650" x="4248150" y="5981700"/>
          <p14:tracePt t="42685" x="4241800" y="5975350"/>
          <p14:tracePt t="42734" x="4235450" y="5975350"/>
          <p14:tracePt t="42972" x="4241800" y="5975350"/>
          <p14:tracePt t="42994" x="4248150" y="5975350"/>
          <p14:tracePt t="43000" x="4254500" y="5975350"/>
          <p14:tracePt t="43015" x="4260850" y="5975350"/>
          <p14:tracePt t="43036" x="4267200" y="5975350"/>
          <p14:tracePt t="43043" x="4273550" y="5975350"/>
          <p14:tracePt t="43064" x="4279900" y="5975350"/>
          <p14:tracePt t="43073" x="4286250" y="5975350"/>
          <p14:tracePt t="43090" x="4292600" y="5975350"/>
          <p14:tracePt t="43106" x="4298950" y="5975350"/>
          <p14:tracePt t="43127" x="4305300" y="5975350"/>
          <p14:tracePt t="43142" x="4311650" y="5975350"/>
          <p14:tracePt t="43183" x="4318000" y="5975350"/>
          <p14:tracePt t="43246" x="4324350" y="5975350"/>
          <p14:tracePt t="43281" x="4324350" y="5969000"/>
          <p14:tracePt t="43302" x="4330700" y="5969000"/>
          <p14:tracePt t="43323" x="4343400" y="5962650"/>
          <p14:tracePt t="43366" x="4349750" y="5962650"/>
          <p14:tracePt t="43373" x="4356100" y="5956300"/>
          <p14:tracePt t="43415" x="4362450" y="5956300"/>
          <p14:tracePt t="43423" x="4368800" y="5956300"/>
          <p14:tracePt t="43443" x="4375150" y="5949950"/>
          <p14:tracePt t="43464" x="4381500" y="5949950"/>
          <p14:tracePt t="43485" x="4387850" y="5949950"/>
          <p14:tracePt t="43506" x="4394200" y="5949950"/>
          <p14:tracePt t="43513" x="4400550" y="5949950"/>
          <p14:tracePt t="43527" x="4406900" y="5949950"/>
          <p14:tracePt t="43538" x="4419600" y="5949950"/>
          <p14:tracePt t="43555" x="4438650" y="5949950"/>
          <p14:tracePt t="43571" x="4464050" y="5949950"/>
          <p14:tracePt t="43588" x="4495800" y="5949950"/>
          <p14:tracePt t="43605" x="4527550" y="5949950"/>
          <p14:tracePt t="43621" x="4540250" y="5949950"/>
          <p14:tracePt t="43638" x="4565650" y="5949950"/>
          <p14:tracePt t="43654" x="4591050" y="5949950"/>
          <p14:tracePt t="43689" x="4603750" y="5949950"/>
          <p14:tracePt t="43704" x="4610100" y="5949950"/>
          <p14:tracePt t="43738" x="4616450" y="5949950"/>
          <p14:tracePt t="43754" x="4622800" y="5949950"/>
          <p14:tracePt t="43774" x="4622800" y="5943600"/>
          <p14:tracePt t="43793" x="4629150" y="5943600"/>
          <p14:tracePt t="43836" x="4635500" y="5943600"/>
          <p14:tracePt t="43878" x="4641850" y="5943600"/>
          <p14:tracePt t="43885" x="4648200" y="5943600"/>
          <p14:tracePt t="43906" x="4654550" y="5943600"/>
          <p14:tracePt t="43934" x="4660900" y="5943600"/>
          <p14:tracePt t="43955" x="4667250" y="5937250"/>
          <p14:tracePt t="44004" x="4673600" y="5937250"/>
          <p14:tracePt t="44025" x="4679950" y="5937250"/>
          <p14:tracePt t="44046" x="4686300" y="5937250"/>
          <p14:tracePt t="44088" x="4692650" y="5937250"/>
          <p14:tracePt t="44095" x="4699000" y="5937250"/>
          <p14:tracePt t="44158" x="4705350" y="5937250"/>
          <p14:tracePt t="44538" x="4705350" y="5930900"/>
          <p14:tracePt t="44601" x="4705350" y="5924550"/>
          <p14:tracePt t="44636" x="4711700" y="5911850"/>
          <p14:tracePt t="44657" x="4718050" y="5905500"/>
          <p14:tracePt t="44671" x="4724400" y="5899150"/>
          <p14:tracePt t="44678" x="4730750" y="5886450"/>
          <p14:tracePt t="44687" x="4743450" y="5873750"/>
          <p14:tracePt t="44700" x="4756150" y="5854700"/>
          <p14:tracePt t="44717" x="4775200" y="5829300"/>
          <p14:tracePt t="44734" x="4845050" y="5746750"/>
          <p14:tracePt t="44750" x="4940300" y="5613400"/>
          <p14:tracePt t="44767" x="4991100" y="5543550"/>
          <p14:tracePt t="44783" x="5111750" y="5391150"/>
          <p14:tracePt t="44800" x="5238750" y="5213350"/>
          <p14:tracePt t="44818" x="5353050" y="5029200"/>
          <p14:tracePt t="44833" x="5403850" y="4946650"/>
          <p14:tracePt t="44850" x="5499100" y="4756150"/>
          <p14:tracePt t="44867" x="5600700" y="4597400"/>
          <p14:tracePt t="44883" x="5638800" y="4527550"/>
          <p14:tracePt t="44900" x="5708650" y="4400550"/>
          <p14:tracePt t="44917" x="5784850" y="4298950"/>
          <p14:tracePt t="44933" x="5810250" y="4254500"/>
          <p14:tracePt t="44949" x="5854700" y="4203700"/>
          <p14:tracePt t="44966" x="5949950" y="4095750"/>
          <p14:tracePt t="44983" x="5975350" y="4070350"/>
          <p14:tracePt t="45001" x="6007100" y="4032250"/>
          <p14:tracePt t="45016" x="6013450" y="4019550"/>
          <p14:tracePt t="45033" x="6038850" y="4006850"/>
          <p14:tracePt t="45050" x="6051550" y="3981450"/>
          <p14:tracePt t="45066" x="6064250" y="3968750"/>
          <p14:tracePt t="45083" x="6064250" y="3962400"/>
          <p14:tracePt t="45099" x="6064250" y="3956050"/>
          <p14:tracePt t="45116" x="6057900" y="3956050"/>
          <p14:tracePt t="45133" x="6045200" y="3956050"/>
          <p14:tracePt t="45136" x="6032500" y="3956050"/>
          <p14:tracePt t="45149" x="6019800" y="3962400"/>
          <p14:tracePt t="45169" x="6007100" y="3968750"/>
          <p14:tracePt t="45185" x="5994400" y="3975100"/>
          <p14:tracePt t="45199" x="5962650" y="3981450"/>
          <p14:tracePt t="45215" x="5937250" y="3981450"/>
          <p14:tracePt t="45233" x="5810250" y="3981450"/>
          <p14:tracePt t="45248" x="5708650" y="3968750"/>
          <p14:tracePt t="45265" x="5568950" y="3956050"/>
          <p14:tracePt t="45282" x="5226050" y="3886200"/>
          <p14:tracePt t="45298" x="5029200" y="3860800"/>
          <p14:tracePt t="45316" x="4603750" y="3778250"/>
          <p14:tracePt t="45333" x="4229100" y="3714750"/>
          <p14:tracePt t="45348" x="4102100" y="3702050"/>
          <p14:tracePt t="45365" x="3873500" y="3683000"/>
          <p14:tracePt t="45382" x="3708400" y="3670300"/>
          <p14:tracePt t="45398" x="3632200" y="3670300"/>
          <p14:tracePt t="45415" x="3492500" y="3676650"/>
          <p14:tracePt t="45432" x="3371850" y="3670300"/>
          <p14:tracePt t="45448" x="3333750" y="3670300"/>
          <p14:tracePt t="45465" x="3238500" y="3663950"/>
          <p14:tracePt t="45481" x="3194050" y="3651250"/>
          <p14:tracePt t="45498" x="3149600" y="3632200"/>
          <p14:tracePt t="45514" x="3130550" y="3625850"/>
          <p14:tracePt t="45531" x="3092450" y="3619500"/>
          <p14:tracePt t="45549" x="3060700" y="3613150"/>
          <p14:tracePt t="45564" x="3041650" y="3606800"/>
          <p14:tracePt t="45581" x="3022600" y="3600450"/>
          <p14:tracePt t="45598" x="2965450" y="3581400"/>
          <p14:tracePt t="45614" x="2946400" y="3575050"/>
          <p14:tracePt t="45632" x="2901950" y="3568700"/>
          <p14:tracePt t="45648" x="2882900" y="3556000"/>
          <p14:tracePt t="45664" x="2838450" y="3549650"/>
          <p14:tracePt t="45681" x="2794000" y="3543300"/>
          <p14:tracePt t="45697" x="2768600" y="3543300"/>
          <p14:tracePt t="45714" x="2724150" y="3543300"/>
          <p14:tracePt t="45731" x="2673350" y="3543300"/>
          <p14:tracePt t="45747" x="2641600" y="3556000"/>
          <p14:tracePt t="45765" x="2571750" y="3568700"/>
          <p14:tracePt t="45780" x="2501900" y="3575050"/>
          <p14:tracePt t="45797" x="2476500" y="3581400"/>
          <p14:tracePt t="45814" x="2419350" y="3600450"/>
          <p14:tracePt t="45830" x="2374900" y="3613150"/>
          <p14:tracePt t="45847" x="2343150" y="3619500"/>
          <p14:tracePt t="45864" x="2311400" y="3632200"/>
          <p14:tracePt t="45880" x="2279650" y="3657600"/>
          <p14:tracePt t="45897" x="2266950" y="3670300"/>
          <p14:tracePt t="45913" x="2235200" y="3695700"/>
          <p14:tracePt t="45930" x="2209800" y="3733800"/>
          <p14:tracePt t="45946" x="2197100" y="3752850"/>
          <p14:tracePt t="45963" x="2165350" y="3778250"/>
          <p14:tracePt t="45980" x="2159000" y="3797300"/>
          <p14:tracePt t="45997" x="2133600" y="3829050"/>
          <p14:tracePt t="46012" x="2114550" y="3848100"/>
          <p14:tracePt t="46029" x="2101850" y="3860800"/>
          <p14:tracePt t="46046" x="2089150" y="3879850"/>
          <p14:tracePt t="46063" x="2076450" y="3886200"/>
          <p14:tracePt t="46079" x="2070100" y="3886200"/>
          <p14:tracePt t="46096" x="2063750" y="3892550"/>
          <p14:tracePt t="46112" x="2057400" y="3898900"/>
          <p14:tracePt t="46145" x="2051050" y="3905250"/>
          <p14:tracePt t="46162" x="2051050" y="3911600"/>
          <p14:tracePt t="46182" x="2051050" y="3924300"/>
          <p14:tracePt t="46208" x="2057400" y="3937000"/>
          <p14:tracePt t="46222" x="2076450" y="3962400"/>
          <p14:tracePt t="46231" x="2108200" y="3987800"/>
          <p14:tracePt t="46245" x="2159000" y="4032250"/>
          <p14:tracePt t="46263" x="2228850" y="4102100"/>
          <p14:tracePt t="46279" x="2438400" y="4292600"/>
          <p14:tracePt t="46295" x="2781300" y="4622800"/>
          <p14:tracePt t="46313" x="3219450" y="4997450"/>
          <p14:tracePt t="46328" x="3460750" y="5207000"/>
          <p14:tracePt t="46345" x="3879850" y="5588000"/>
          <p14:tracePt t="46362" x="4178300" y="5886450"/>
          <p14:tracePt t="46378" x="4292600" y="5994400"/>
          <p14:tracePt t="46395" x="4445000" y="6127750"/>
          <p14:tracePt t="46412" x="4540250" y="6210300"/>
          <p14:tracePt t="46428" x="4572000" y="6235700"/>
          <p14:tracePt t="46445" x="4603750" y="6261100"/>
          <p14:tracePt t="46461" x="4603750" y="6273800"/>
          <p14:tracePt t="46478" x="4610100" y="6273800"/>
          <p14:tracePt t="46649" x="4610100" y="6267450"/>
          <p14:tracePt t="46685" x="4610100" y="6261100"/>
          <p14:tracePt t="46691" x="4610100" y="6254750"/>
          <p14:tracePt t="46706" x="4610100" y="6248400"/>
          <p14:tracePt t="46713" x="4610100" y="6242050"/>
          <p14:tracePt t="46727" x="4603750" y="6235700"/>
          <p14:tracePt t="46743" x="4572000" y="6203950"/>
          <p14:tracePt t="46760" x="4546600" y="6172200"/>
          <p14:tracePt t="46777" x="4451350" y="6051550"/>
          <p14:tracePt t="46793" x="4279900" y="5873750"/>
          <p14:tracePt t="46811" x="4013200" y="5594350"/>
          <p14:tracePt t="46826" x="3860800" y="5422900"/>
          <p14:tracePt t="46843" x="3676650" y="5232400"/>
          <p14:tracePt t="46860" x="3079750" y="4610100"/>
          <p14:tracePt t="46876" x="2876550" y="4413250"/>
          <p14:tracePt t="46893" x="2698750" y="4216400"/>
          <p14:tracePt t="46910" x="2406650" y="3886200"/>
          <p14:tracePt t="46926" x="2197100" y="3651250"/>
          <p14:tracePt t="46943" x="2114550" y="3562350"/>
          <p14:tracePt t="46960" x="1993900" y="3448050"/>
          <p14:tracePt t="46976" x="1924050" y="3390900"/>
          <p14:tracePt t="46993" x="1898650" y="3359150"/>
          <p14:tracePt t="47009" x="1885950" y="3352800"/>
          <p14:tracePt t="47026" x="1879600" y="3346450"/>
          <p14:tracePt t="47064" x="1879600" y="3352800"/>
          <p14:tracePt t="47093" x="1879600" y="3359150"/>
          <p14:tracePt t="47112" x="1879600" y="3371850"/>
          <p14:tracePt t="47141" x="1879600" y="3378200"/>
          <p14:tracePt t="47162" x="1885950" y="3378200"/>
          <p14:tracePt t="47183" x="1885950" y="3384550"/>
          <p14:tracePt t="47204" x="1885950" y="3390900"/>
          <p14:tracePt t="47232" x="1885950" y="3397250"/>
          <p14:tracePt t="47246" x="1885950" y="3403600"/>
          <p14:tracePt t="47267" x="1885950" y="3409950"/>
          <p14:tracePt t="47274" x="1885950" y="3416300"/>
          <p14:tracePt t="47309" x="1885950" y="3422650"/>
          <p14:tracePt t="47323" x="1885950" y="3429000"/>
          <p14:tracePt t="47344" x="1885950" y="3435350"/>
          <p14:tracePt t="47351" x="1885950" y="3441700"/>
          <p14:tracePt t="47365" x="1885950" y="3448050"/>
          <p14:tracePt t="47374" x="1892300" y="3460750"/>
          <p14:tracePt t="47391" x="1898650" y="3473450"/>
          <p14:tracePt t="47408" x="1949450" y="3524250"/>
          <p14:tracePt t="47424" x="2032000" y="3625850"/>
          <p14:tracePt t="47442" x="2139950" y="3733800"/>
          <p14:tracePt t="47458" x="2209800" y="3797300"/>
          <p14:tracePt t="47474" x="2279650" y="3854450"/>
          <p14:tracePt t="47493" x="2476500" y="3994150"/>
          <p14:tracePt t="47507" x="2533650" y="4032250"/>
          <p14:tracePt t="47524" x="2578100" y="4051300"/>
          <p14:tracePt t="47541" x="2641600" y="4070350"/>
          <p14:tracePt t="47557" x="2667000" y="4095750"/>
          <p14:tracePt t="47574" x="2673350" y="4095750"/>
          <p14:tracePt t="47618" x="2673350" y="4089400"/>
          <p14:tracePt t="47627" x="2673350" y="4083050"/>
          <p14:tracePt t="47640" x="2673350" y="4076700"/>
          <p14:tracePt t="47657" x="2660650" y="4057650"/>
          <p14:tracePt t="47674" x="2647950" y="4044950"/>
          <p14:tracePt t="47690" x="2647950" y="4038600"/>
          <p14:tracePt t="47707" x="2628900" y="4006850"/>
          <p14:tracePt t="47724" x="2616200" y="3968750"/>
          <p14:tracePt t="47740" x="2609850" y="3956050"/>
          <p14:tracePt t="47757" x="2603500" y="3937000"/>
          <p14:tracePt t="47774" x="2571750" y="3873500"/>
          <p14:tracePt t="47790" x="2559050" y="3841750"/>
          <p14:tracePt t="47807" x="2533650" y="3790950"/>
          <p14:tracePt t="47823" x="2520950" y="3771900"/>
          <p14:tracePt t="47840" x="2508250" y="3746500"/>
          <p14:tracePt t="47856" x="2495550" y="3721100"/>
          <p14:tracePt t="47873" x="2482850" y="3708400"/>
          <p14:tracePt t="47890" x="2476500" y="3702050"/>
          <p14:tracePt t="47922" x="2470150" y="3702050"/>
          <p14:tracePt t="47942" x="2470150" y="3714750"/>
          <p14:tracePt t="47955" x="2476500" y="3721100"/>
          <p14:tracePt t="47972" x="2489200" y="3746500"/>
          <p14:tracePt t="47989" x="2501900" y="3778250"/>
          <p14:tracePt t="48006" x="2559050" y="3829050"/>
          <p14:tracePt t="48022" x="2616200" y="3873500"/>
          <p14:tracePt t="48039" x="2794000" y="4013200"/>
          <p14:tracePt t="48055" x="3016250" y="4191000"/>
          <p14:tracePt t="48072" x="3175000" y="4311650"/>
          <p14:tracePt t="48089" x="3556000" y="4635500"/>
          <p14:tracePt t="48105" x="3727450" y="4787900"/>
          <p14:tracePt t="48124" x="4171950" y="5232400"/>
          <p14:tracePt t="48139" x="4292600" y="5340350"/>
          <p14:tracePt t="48155" x="4387850" y="5416550"/>
          <p14:tracePt t="48174" x="4565650" y="5594350"/>
          <p14:tracePt t="48189" x="4603750" y="5651500"/>
          <p14:tracePt t="48205" x="4667250" y="5727700"/>
          <p14:tracePt t="48223" x="4699000" y="5765800"/>
          <p14:tracePt t="48238" x="4705350" y="5778500"/>
          <p14:tracePt t="48255" x="4718050" y="5791200"/>
          <p14:tracePt t="48272" x="4724400" y="5791200"/>
          <p14:tracePt t="48305" x="4730750" y="5797550"/>
          <p14:tracePt t="48363" x="4737100" y="5797550"/>
          <p14:tracePt t="48391" x="4737100" y="5791200"/>
          <p14:tracePt t="48433" x="4737100" y="5784850"/>
          <p14:tracePt t="48545" x="4743450" y="5778500"/>
          <p14:tracePt t="48552" x="4756150" y="5772150"/>
          <p14:tracePt t="48566" x="4762500" y="5772150"/>
          <p14:tracePt t="48574" x="4775200" y="5765800"/>
          <p14:tracePt t="48587" x="4794250" y="5753100"/>
          <p14:tracePt t="48603" x="4857750" y="5702300"/>
          <p14:tracePt t="48620" x="4902200" y="5676900"/>
          <p14:tracePt t="48637" x="5010150" y="5575300"/>
          <p14:tracePt t="48653" x="5149850" y="5429250"/>
          <p14:tracePt t="48671" x="5276850" y="5264150"/>
          <p14:tracePt t="48688" x="5353050" y="5168900"/>
          <p14:tracePt t="48703" x="5403850" y="5086350"/>
          <p14:tracePt t="48721" x="5562600" y="4838700"/>
          <p14:tracePt t="48736" x="5613400" y="4781550"/>
          <p14:tracePt t="48753" x="5651500" y="4724400"/>
          <p14:tracePt t="48770" x="5727700" y="4629150"/>
          <p14:tracePt t="48787" x="5797550" y="4565650"/>
          <p14:tracePt t="48803" x="5829300" y="4540250"/>
          <p14:tracePt t="48820" x="5892800" y="4489450"/>
          <p14:tracePt t="48836" x="5956300" y="4457700"/>
          <p14:tracePt t="48855" x="6032500" y="4425950"/>
          <p14:tracePt t="48869" x="6057900" y="4419600"/>
          <p14:tracePt t="48886" x="6134100" y="4394200"/>
          <p14:tracePt t="48903" x="6216650" y="4368800"/>
          <p14:tracePt t="48919" x="6261100" y="4349750"/>
          <p14:tracePt t="48936" x="6343650" y="4324350"/>
          <p14:tracePt t="48953" x="6419850" y="4292600"/>
          <p14:tracePt t="48969" x="6464300" y="4273550"/>
          <p14:tracePt t="48986" x="6496050" y="4248150"/>
          <p14:tracePt t="49003" x="6559550" y="4210050"/>
          <p14:tracePt t="49019" x="6591300" y="4184650"/>
          <p14:tracePt t="49036" x="6654800" y="4146550"/>
          <p14:tracePt t="49052" x="6680200" y="4127500"/>
          <p14:tracePt t="49069" x="6699250" y="4108450"/>
          <p14:tracePt t="49086" x="6737350" y="4083050"/>
          <p14:tracePt t="49103" x="6756400" y="4064000"/>
          <p14:tracePt t="49119" x="6781800" y="4044950"/>
          <p14:tracePt t="49135" x="6813550" y="4025900"/>
          <p14:tracePt t="49152" x="6832600" y="4000500"/>
          <p14:tracePt t="49170" x="6870700" y="3975100"/>
          <p14:tracePt t="49185" x="6883400" y="3962400"/>
          <p14:tracePt t="49202" x="6908800" y="3943350"/>
          <p14:tracePt t="49219" x="6927850" y="3917950"/>
          <p14:tracePt t="49235" x="6934200" y="3911600"/>
          <p14:tracePt t="49251" x="6940550" y="3911600"/>
          <p14:tracePt t="49268" x="6940550" y="3905250"/>
          <p14:tracePt t="49285" x="6946900" y="3898900"/>
          <p14:tracePt t="49305" x="6953250" y="3898900"/>
          <p14:tracePt t="49324" x="6959600" y="3898900"/>
          <p14:tracePt t="49366" x="6965950" y="3898900"/>
          <p14:tracePt t="49387" x="6972300" y="3905250"/>
          <p14:tracePt t="49394" x="6978650" y="3905250"/>
          <p14:tracePt t="49415" x="6985000" y="3905250"/>
          <p14:tracePt t="49422" x="6991350" y="3905250"/>
          <p14:tracePt t="49437" x="6997700" y="3911600"/>
          <p14:tracePt t="49451" x="7004050" y="3911600"/>
          <p14:tracePt t="49467" x="7029450" y="3911600"/>
          <p14:tracePt t="49484" x="7061200" y="3917950"/>
          <p14:tracePt t="49501" x="7112000" y="3917950"/>
          <p14:tracePt t="49517" x="7137400" y="3917950"/>
          <p14:tracePt t="49535" x="7207250" y="3917950"/>
          <p14:tracePt t="49551" x="7251700" y="3917950"/>
          <p14:tracePt t="49567" x="7270750" y="3917950"/>
          <p14:tracePt t="49584" x="7289800" y="3917950"/>
          <p14:tracePt t="49634" x="7277100" y="3930650"/>
          <p14:tracePt t="49647" x="7232650" y="3949700"/>
          <p14:tracePt t="49654" x="7156450" y="3987800"/>
          <p14:tracePt t="49666" x="7048500" y="4038600"/>
          <p14:tracePt t="49683" x="6654800" y="4216400"/>
          <p14:tracePt t="49700" x="6108700" y="4476750"/>
          <p14:tracePt t="49718" x="5537200" y="4749800"/>
          <p14:tracePt t="49733" x="5283200" y="4895850"/>
          <p14:tracePt t="49750" x="4851400" y="5143500"/>
          <p14:tracePt t="49767" x="4483100" y="5416550"/>
          <p14:tracePt t="49783" x="4349750" y="5518150"/>
          <p14:tracePt t="49800" x="4133850" y="5721350"/>
          <p14:tracePt t="49816" x="3987800" y="5880100"/>
          <p14:tracePt t="49833" x="3949700" y="5943600"/>
          <p14:tracePt t="49850" x="3879850" y="6057900"/>
          <p14:tracePt t="49866" x="3854450" y="6134100"/>
          <p14:tracePt t="49883" x="3848100" y="6159500"/>
          <p14:tracePt t="49900" x="3848100" y="6178550"/>
          <p14:tracePt t="49916" x="3854450" y="6197600"/>
          <p14:tracePt t="49932" x="3867150" y="6203950"/>
          <p14:tracePt t="49949" x="3886200" y="6203950"/>
          <p14:tracePt t="49965" x="3898900" y="6203950"/>
          <p14:tracePt t="49982" x="3930650" y="6191250"/>
          <p14:tracePt t="49999" x="3956050" y="6184900"/>
          <p14:tracePt t="50015" x="3968750" y="6178550"/>
          <p14:tracePt t="50032" x="3987800" y="6172200"/>
          <p14:tracePt t="50048" x="3994150" y="6159500"/>
          <p14:tracePt t="50065" x="3994150" y="6153150"/>
          <p14:tracePt t="50082" x="3987800" y="6146800"/>
          <p14:tracePt t="50098" x="3968750" y="6146800"/>
          <p14:tracePt t="50115" x="3956050" y="6140450"/>
          <p14:tracePt t="50132" x="3898900" y="6127750"/>
          <p14:tracePt t="50148" x="3740150" y="6089650"/>
          <p14:tracePt t="50167" x="3498850" y="6045200"/>
          <p14:tracePt t="50182" x="3333750" y="6019800"/>
          <p14:tracePt t="50198" x="2971800" y="5969000"/>
          <p14:tracePt t="50215" x="2654300" y="5924550"/>
          <p14:tracePt t="50231" x="2527300" y="5924550"/>
          <p14:tracePt t="50248" x="2413000" y="5911850"/>
          <p14:tracePt t="50265" x="2146300" y="5892800"/>
          <p14:tracePt t="50281" x="2070100" y="5880100"/>
          <p14:tracePt t="50298" x="2006600" y="5880100"/>
          <p14:tracePt t="50315" x="1924050" y="5873750"/>
          <p14:tracePt t="50331" x="1879600" y="5867400"/>
          <p14:tracePt t="50349" x="1866900" y="5861050"/>
          <p14:tracePt t="50419" x="1866900" y="5854700"/>
          <p14:tracePt t="50426" x="1885950" y="5854700"/>
          <p14:tracePt t="50440" x="1917700" y="5854700"/>
          <p14:tracePt t="50450" x="1955800" y="5854700"/>
          <p14:tracePt t="50464" x="2019300" y="5848350"/>
          <p14:tracePt t="50481" x="2209800" y="5835650"/>
          <p14:tracePt t="50497" x="2495550" y="5822950"/>
          <p14:tracePt t="50514" x="2705100" y="5822950"/>
          <p14:tracePt t="50531" x="3073400" y="5829300"/>
          <p14:tracePt t="50547" x="3429000" y="5854700"/>
          <p14:tracePt t="50564" x="3568700" y="5867400"/>
          <p14:tracePt t="50581" x="3829050" y="5867400"/>
          <p14:tracePt t="50597" x="3930650" y="5867400"/>
          <p14:tracePt t="50615" x="4146550" y="5880100"/>
          <p14:tracePt t="50630" x="4311650" y="5886450"/>
          <p14:tracePt t="50647" x="4406900" y="5886450"/>
          <p14:tracePt t="50650" x="4470400" y="5873750"/>
          <p14:tracePt t="50664" x="4521200" y="5873750"/>
          <p14:tracePt t="50680" x="4572000" y="5867400"/>
          <p14:tracePt t="50696" x="4603750" y="5867400"/>
          <p14:tracePt t="50714" x="4622800" y="5861050"/>
          <p14:tracePt t="50730" x="4629150" y="5854700"/>
          <p14:tracePt t="50763" x="4629150" y="5861050"/>
          <p14:tracePt t="50779" x="4622800" y="5861050"/>
          <p14:tracePt t="50796" x="4616450" y="5867400"/>
          <p14:tracePt t="50813" x="4616450" y="5873750"/>
          <p14:tracePt t="50847" x="4616450" y="5880100"/>
          <p14:tracePt t="50895" x="4622800" y="5880100"/>
          <p14:tracePt t="50917" x="4629150" y="5880100"/>
          <p14:tracePt t="50952" x="4635500" y="5886450"/>
          <p14:tracePt t="50986" x="4635500" y="5892800"/>
          <p14:tracePt t="51008" x="4648200" y="5892800"/>
          <p14:tracePt t="51029" x="4660900" y="5892800"/>
          <p14:tracePt t="51036" x="4667250" y="5892800"/>
          <p14:tracePt t="51051" x="4679950" y="5892800"/>
          <p14:tracePt t="51062" x="4692650" y="5892800"/>
          <p14:tracePt t="51079" x="4737100" y="5892800"/>
          <p14:tracePt t="51095" x="4775200" y="5892800"/>
          <p14:tracePt t="51112" x="4895850" y="5886450"/>
          <p14:tracePt t="51129" x="5029200" y="5867400"/>
          <p14:tracePt t="51145" x="5092700" y="5861050"/>
          <p14:tracePt t="51149" x="5156200" y="5842000"/>
          <p14:tracePt t="51165" x="5219700" y="5842000"/>
          <p14:tracePt t="51178" x="5340350" y="5822950"/>
          <p14:tracePt t="51195" x="5410200" y="5810250"/>
          <p14:tracePt t="51212" x="5511800" y="5797550"/>
          <p14:tracePt t="51228" x="5568950" y="5778500"/>
          <p14:tracePt t="51245" x="5638800" y="5753100"/>
          <p14:tracePt t="51262" x="5689600" y="5740400"/>
          <p14:tracePt t="51278" x="5702300" y="5734050"/>
          <p14:tracePt t="51294" x="5715000" y="5727700"/>
          <p14:tracePt t="51311" x="5715000" y="5734050"/>
          <p14:tracePt t="51345" x="5721350" y="5765800"/>
          <p14:tracePt t="51706" x="5727700" y="5753100"/>
          <p14:tracePt t="51712" x="5734050" y="5708650"/>
          <p14:tracePt t="51726" x="5753100" y="5657850"/>
          <p14:tracePt t="51743" x="5784850" y="5473700"/>
          <p14:tracePt t="51759" x="5816600" y="5346700"/>
          <p14:tracePt t="51776" x="5861050" y="5035550"/>
          <p14:tracePt t="51793" x="5937250" y="4705350"/>
          <p14:tracePt t="51811" x="6000750" y="4438650"/>
          <p14:tracePt t="51826" x="6032500" y="4318000"/>
          <p14:tracePt t="51842" x="6057900" y="4203700"/>
          <p14:tracePt t="51860" x="6146800" y="3962400"/>
          <p14:tracePt t="51876" x="6172200" y="3905250"/>
          <p14:tracePt t="51893" x="6191250" y="3867150"/>
          <p14:tracePt t="51909" x="6229350" y="3829050"/>
          <p14:tracePt t="51926" x="6267450" y="3822700"/>
          <p14:tracePt t="51942" x="6280150" y="3822700"/>
          <p14:tracePt t="51959" x="6330950" y="3822700"/>
          <p14:tracePt t="51975" x="6400800" y="3835400"/>
          <p14:tracePt t="51994" x="6496050" y="3854450"/>
          <p14:tracePt t="52009" x="6546850" y="3854450"/>
          <p14:tracePt t="52025" x="6604000" y="3854450"/>
          <p14:tracePt t="52043" x="6629400" y="3854450"/>
          <p14:tracePt t="52085" x="6623050" y="3848100"/>
          <p14:tracePt t="52094" x="6610350" y="3848100"/>
          <p14:tracePt t="52108" x="6591300" y="3848100"/>
          <p14:tracePt t="52126" x="6559550" y="3841750"/>
          <p14:tracePt t="52142" x="6502400" y="3841750"/>
          <p14:tracePt t="52158" x="6419850" y="3835400"/>
          <p14:tracePt t="52161" x="6318250" y="3810000"/>
          <p14:tracePt t="52177" x="6178550" y="3810000"/>
          <p14:tracePt t="52191" x="6019800" y="3790950"/>
          <p14:tracePt t="52208" x="5581650" y="3733800"/>
          <p14:tracePt t="52227" x="5041900" y="3689350"/>
          <p14:tracePt t="52241" x="4775200" y="3657600"/>
          <p14:tracePt t="52258" x="4292600" y="3619500"/>
          <p14:tracePt t="52275" x="3994150" y="3619500"/>
          <p14:tracePt t="52291" x="3905250" y="3606800"/>
          <p14:tracePt t="52308" x="3803650" y="3606800"/>
          <p14:tracePt t="52324" x="3759200" y="3613150"/>
          <p14:tracePt t="52341" x="3752850" y="3619500"/>
          <p14:tracePt t="52358" x="3752850" y="3638550"/>
          <p14:tracePt t="52374" x="3752850" y="3651250"/>
          <p14:tracePt t="52391" x="3759200" y="3663950"/>
          <p14:tracePt t="52407" x="3797300" y="3721100"/>
          <p14:tracePt t="52424" x="3905250" y="3835400"/>
          <p14:tracePt t="52440" x="3968750" y="3930650"/>
          <p14:tracePt t="52457" x="4089400" y="4152900"/>
          <p14:tracePt t="52474" x="4184650" y="4400550"/>
          <p14:tracePt t="52491" x="4241800" y="4616450"/>
          <p14:tracePt t="52507" x="4241800" y="4718050"/>
          <p14:tracePt t="52523" x="4222750" y="4845050"/>
          <p14:tracePt t="52540" x="4159250" y="5080000"/>
          <p14:tracePt t="52557" x="4044950" y="5264150"/>
          <p14:tracePt t="52573" x="3968750" y="5359400"/>
          <p14:tracePt t="52590" x="3848100" y="5518150"/>
          <p14:tracePt t="52606" x="3759200" y="5632450"/>
          <p14:tracePt t="52623" x="3714750" y="5670550"/>
          <p14:tracePt t="52640" x="3625850" y="5740400"/>
          <p14:tracePt t="52656" x="3543300" y="5810250"/>
          <p14:tracePt t="52674" x="3492500" y="5861050"/>
          <p14:tracePt t="52690" x="3460750" y="5873750"/>
          <p14:tracePt t="52706" x="3390900" y="5911850"/>
          <p14:tracePt t="52723" x="3308350" y="5956300"/>
          <p14:tracePt t="52739" x="3270250" y="5981700"/>
          <p14:tracePt t="52756" x="3219450" y="6013450"/>
          <p14:tracePt t="52773" x="3098800" y="6076950"/>
          <p14:tracePt t="52789" x="3054350" y="6108700"/>
          <p14:tracePt t="52806" x="3016250" y="6134100"/>
          <p14:tracePt t="52822" x="2921000" y="6165850"/>
          <p14:tracePt t="52839" x="2819400" y="6203950"/>
          <p14:tracePt t="52856" x="2711450" y="6229350"/>
          <p14:tracePt t="52872" x="2660650" y="6235700"/>
          <p14:tracePt t="52889" x="2590800" y="6261100"/>
          <p14:tracePt t="52906" x="2552700" y="6280150"/>
          <p14:tracePt t="52922" x="2533650" y="6292850"/>
          <p14:tracePt t="52939" x="2508250" y="6292850"/>
          <p14:tracePt t="52955" x="2495550" y="6292850"/>
          <p14:tracePt t="52989" x="2489200" y="6292850"/>
          <p14:tracePt t="53005" x="2489200" y="6286500"/>
          <p14:tracePt t="53025" x="2489200" y="6280150"/>
          <p14:tracePt t="53041" x="2495550" y="6280150"/>
          <p14:tracePt t="53055" x="2501900" y="6273800"/>
          <p14:tracePt t="53074" x="2508250" y="6267450"/>
          <p14:tracePt t="53116" x="2514600" y="6261100"/>
          <p14:tracePt t="53158" x="2508250" y="6261100"/>
          <p14:tracePt t="53186" x="2495550" y="6254750"/>
          <p14:tracePt t="53207" x="2489200" y="6254750"/>
          <p14:tracePt t="53214" x="2482850" y="6254750"/>
          <p14:tracePt t="53235" x="2476500" y="6254750"/>
          <p14:tracePt t="53249" x="2470150" y="6254750"/>
          <p14:tracePt t="53258" x="2457450" y="6248400"/>
          <p14:tracePt t="53271" x="2444750" y="6248400"/>
          <p14:tracePt t="53287" x="2413000" y="6235700"/>
          <p14:tracePt t="53305" x="2368550" y="6229350"/>
          <p14:tracePt t="53321" x="2349500" y="6216650"/>
          <p14:tracePt t="53337" x="2317750" y="6203950"/>
          <p14:tracePt t="53354" x="2298700" y="6197600"/>
          <p14:tracePt t="53370" x="2292350" y="6191250"/>
          <p14:tracePt t="53425" x="2298700" y="6191250"/>
          <p14:tracePt t="53439" x="2305050" y="6191250"/>
          <p14:tracePt t="53446" x="2311400" y="6191250"/>
          <p14:tracePt t="53460" x="2324100" y="6191250"/>
          <p14:tracePt t="53470" x="2336800" y="6191250"/>
          <p14:tracePt t="53487" x="2368550" y="6184900"/>
          <p14:tracePt t="53503" x="2387600" y="6184900"/>
          <p14:tracePt t="53520" x="2438400" y="6178550"/>
          <p14:tracePt t="53537" x="2489200" y="6172200"/>
          <p14:tracePt t="53553" x="2508250" y="6165850"/>
          <p14:tracePt t="53569" x="2559050" y="6159500"/>
          <p14:tracePt t="53587" x="2609850" y="6159500"/>
          <p14:tracePt t="53603" x="2635250" y="6159500"/>
          <p14:tracePt t="53620" x="2711450" y="6159500"/>
          <p14:tracePt t="53636" x="2806700" y="6184900"/>
          <p14:tracePt t="53653" x="2863850" y="6197600"/>
          <p14:tracePt t="53656" x="2940050" y="6216650"/>
          <p14:tracePt t="53672" x="3009900" y="6235700"/>
          <p14:tracePt t="53686" x="3194050" y="6286500"/>
          <p14:tracePt t="53703" x="3282950" y="6305550"/>
          <p14:tracePt t="53720" x="3511550" y="6337300"/>
          <p14:tracePt t="53736" x="3625850" y="6350000"/>
          <p14:tracePt t="53753" x="3854450" y="6369050"/>
          <p14:tracePt t="53769" x="4108450" y="6388100"/>
          <p14:tracePt t="53786" x="4235450" y="6388100"/>
          <p14:tracePt t="53803" x="4489450" y="6400800"/>
          <p14:tracePt t="53819" x="4705350" y="6400800"/>
          <p14:tracePt t="53836" x="4806950" y="6407150"/>
          <p14:tracePt t="53853" x="4984750" y="6432550"/>
          <p14:tracePt t="53869" x="5118100" y="6457950"/>
          <p14:tracePt t="53885" x="5187950" y="6477000"/>
          <p14:tracePt t="53902" x="5289550" y="6496050"/>
          <p14:tracePt t="53919" x="5378450" y="6508750"/>
          <p14:tracePt t="53935" x="5416550" y="6508750"/>
          <p14:tracePt t="53952" x="5473700" y="6521450"/>
          <p14:tracePt t="53969" x="5505450" y="6527800"/>
          <p14:tracePt t="53985" x="5524500" y="6527800"/>
          <p14:tracePt t="54002" x="5543550" y="6527800"/>
          <p14:tracePt t="54018" x="5556250" y="6527800"/>
          <p14:tracePt t="54036" x="5575300" y="6515100"/>
          <p14:tracePt t="54052" x="5588000" y="6515100"/>
          <p14:tracePt t="54069" x="5594350" y="6515100"/>
          <p14:tracePt t="54085" x="5607050" y="6508750"/>
          <p14:tracePt t="54101" x="5626100" y="6502400"/>
          <p14:tracePt t="54117" x="5626100" y="6496050"/>
          <p14:tracePt t="54135" x="5638800" y="6496050"/>
          <p14:tracePt t="54151" x="5651500" y="6489700"/>
          <p14:tracePt t="54169" x="5670550" y="6483350"/>
          <p14:tracePt t="54185" x="5676900" y="6483350"/>
          <p14:tracePt t="54201" x="5683250" y="6483350"/>
          <p14:tracePt t="54218" x="5702300" y="6477000"/>
          <p14:tracePt t="54234" x="5702300" y="6470650"/>
          <p14:tracePt t="54251" x="5708650" y="6464300"/>
          <p14:tracePt t="54267" x="5715000" y="6457950"/>
          <p14:tracePt t="54301" x="5715000" y="6451600"/>
          <p14:tracePt t="54318" x="5715000" y="6445250"/>
          <p14:tracePt t="54379" x="5708650" y="6445250"/>
          <p14:tracePt t="54407" x="5702300" y="6445250"/>
          <p14:tracePt t="54428" x="5695950" y="6445250"/>
          <p14:tracePt t="54443" x="5689600" y="6445250"/>
          <p14:tracePt t="54450" x="5683250" y="6445250"/>
          <p14:tracePt t="54457" x="5676900" y="6445250"/>
          <p14:tracePt t="54470" x="5657850" y="6445250"/>
          <p14:tracePt t="54483" x="5638800" y="6445250"/>
          <p14:tracePt t="54500" x="5556250" y="6464300"/>
          <p14:tracePt t="54517" x="5505450" y="6470650"/>
          <p14:tracePt t="54534" x="5346700" y="6502400"/>
          <p14:tracePt t="54550" x="5181600" y="6534150"/>
          <p14:tracePt t="54566" x="5086350" y="6540500"/>
          <p14:tracePt t="54583" x="4895850" y="6584950"/>
          <p14:tracePt t="54600" x="4699000" y="6610350"/>
          <p14:tracePt t="54618" x="4533900" y="6654800"/>
          <p14:tracePt t="54633" x="4464050" y="6661150"/>
          <p14:tracePt t="54649" x="4387850" y="6680200"/>
          <p14:tracePt t="54667" x="4165600" y="6718300"/>
          <p14:tracePt t="54683" x="4089400" y="6731000"/>
          <p14:tracePt t="54699" x="4006850" y="6737350"/>
          <p14:tracePt t="54717" x="3879850" y="6750050"/>
          <p14:tracePt t="54733" x="3727450" y="6743700"/>
          <p14:tracePt t="54749" x="3632200" y="6724650"/>
          <p14:tracePt t="54766" x="3441700" y="6692900"/>
          <p14:tracePt t="54783" x="3244850" y="6667500"/>
          <p14:tracePt t="54799" x="3168650" y="6654800"/>
          <p14:tracePt t="54816" x="3041650" y="6635750"/>
          <p14:tracePt t="54833" x="2908300" y="6610350"/>
          <p14:tracePt t="54849" x="2774950" y="6591300"/>
          <p14:tracePt t="54865" x="2698750" y="6578600"/>
          <p14:tracePt t="54882" x="2565400" y="6572250"/>
          <p14:tracePt t="54899" x="2482850" y="6559550"/>
          <p14:tracePt t="54915" x="2444750" y="6553200"/>
          <p14:tracePt t="54932" x="2406650" y="6534150"/>
          <p14:tracePt t="54949" x="2279650" y="6521450"/>
          <p14:tracePt t="54965" x="2241550" y="6508750"/>
          <p14:tracePt t="54982" x="2171700" y="6496050"/>
          <p14:tracePt t="54998" x="2139950" y="6496050"/>
          <p14:tracePt t="55048" x="2012950" y="6470650"/>
          <p14:tracePt t="55065" x="1981200" y="6464300"/>
          <p14:tracePt t="55082" x="1955800" y="6464300"/>
          <p14:tracePt t="55098" x="1936750" y="6464300"/>
          <p14:tracePt t="55114" x="1917700" y="6464300"/>
          <p14:tracePt t="55131" x="1892300" y="6464300"/>
          <p14:tracePt t="55148" x="1885950" y="6464300"/>
          <p14:tracePt t="55165" x="1866900" y="6464300"/>
          <p14:tracePt t="55181" x="1847850" y="6470650"/>
          <p14:tracePt t="55197" x="1835150" y="6477000"/>
          <p14:tracePt t="55215" x="1803400" y="6483350"/>
          <p14:tracePt t="55231" x="1758950" y="6496050"/>
          <p14:tracePt t="55705" x="2343150" y="6546850"/>
          <p14:tracePt t="55715" x="2444750" y="6559550"/>
          <p14:tracePt t="55729" x="2546350" y="6559550"/>
          <p14:tracePt t="55746" x="2711450" y="6559550"/>
          <p14:tracePt t="55763" x="2851150" y="6559550"/>
          <p14:tracePt t="55779" x="2908300" y="6546850"/>
          <p14:tracePt t="55796" x="2990850" y="6515100"/>
          <p14:tracePt t="55813" x="3054350" y="6483350"/>
          <p14:tracePt t="55829" x="3079750" y="6464300"/>
          <p14:tracePt t="55846" x="3136900" y="6445250"/>
          <p14:tracePt t="55862" x="3187700" y="6419850"/>
          <p14:tracePt t="55878" x="3219450" y="6407150"/>
          <p14:tracePt t="55896" x="3282950" y="6381750"/>
          <p14:tracePt t="55912" x="3302000" y="6362700"/>
          <p14:tracePt t="55928" x="3365500" y="6330950"/>
          <p14:tracePt t="55945" x="3435350" y="6286500"/>
          <p14:tracePt t="55962" x="3460750" y="6273800"/>
          <p14:tracePt t="55979" x="3530600" y="6235700"/>
          <p14:tracePt t="55995" x="3594100" y="6191250"/>
          <p14:tracePt t="56011" x="3625850" y="6165850"/>
          <p14:tracePt t="56028" x="3676650" y="6140450"/>
          <p14:tracePt t="56045" x="3708400" y="6121400"/>
          <p14:tracePt t="56061" x="3727450" y="6115050"/>
          <p14:tracePt t="56078" x="3752850" y="6096000"/>
          <p14:tracePt t="56094" x="3771900" y="6083300"/>
          <p14:tracePt t="56111" x="3778250" y="6076950"/>
          <p14:tracePt t="56128" x="3790950" y="6076950"/>
          <p14:tracePt t="56144" x="3810000" y="6064250"/>
          <p14:tracePt t="56162" x="3835400" y="6051550"/>
          <p14:tracePt t="56177" x="3841750" y="6051550"/>
          <p14:tracePt t="56194" x="3860800" y="6038850"/>
          <p14:tracePt t="56212" x="3943350" y="6000750"/>
          <p14:tracePt t="56227" x="3981450" y="5981700"/>
          <p14:tracePt t="56244" x="4025900" y="5956300"/>
          <p14:tracePt t="56261" x="4152900" y="5886450"/>
          <p14:tracePt t="56277" x="4305300" y="5810250"/>
          <p14:tracePt t="56294" x="4375150" y="5759450"/>
          <p14:tracePt t="56310" x="4489450" y="5683250"/>
          <p14:tracePt t="56327" x="4578350" y="5626100"/>
          <p14:tracePt t="56344" x="4641850" y="5588000"/>
          <p14:tracePt t="56360" x="4660900" y="5575300"/>
          <p14:tracePt t="56376" x="4699000" y="5562600"/>
          <p14:tracePt t="56394" x="4718050" y="5549900"/>
          <p14:tracePt t="56410" x="4724400" y="5549900"/>
          <p14:tracePt t="56427" x="4743450" y="55372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22229" cy="62484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hasattr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b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GB" altLang="en-US" sz="3600" dirty="0" smtClean="0">
                <a:solidFill>
                  <a:srgbClr val="7030A0"/>
                </a:solidFill>
              </a:rPr>
              <a:t>Does the class/object have this attribute?</a:t>
            </a:r>
            <a:endParaRPr lang="en-GB" altLang="en-US" sz="36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0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setattr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obj,name,value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US" altLang="zh-TW" sz="36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setattr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(x, 'y', v)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TW" sz="36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x.y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TW" sz="36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</a:br>
            <a:endParaRPr lang="en-GB" altLang="en-US" sz="20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delattr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):</a:t>
            </a:r>
            <a:b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</a:br>
            <a:r>
              <a:rPr lang="en-US" altLang="en-US" sz="3600" dirty="0" err="1" smtClean="0">
                <a:solidFill>
                  <a:srgbClr val="7030A0"/>
                </a:solidFill>
              </a:rPr>
              <a:t>delattr</a:t>
            </a:r>
            <a:r>
              <a:rPr lang="en-US" altLang="en-US" sz="3600" dirty="0" smtClean="0">
                <a:solidFill>
                  <a:srgbClr val="7030A0"/>
                </a:solidFill>
              </a:rPr>
              <a:t>(x, 'y') is equivalent to del </a:t>
            </a:r>
            <a:r>
              <a:rPr lang="en-US" altLang="en-US" sz="3600" dirty="0" err="1" smtClean="0">
                <a:solidFill>
                  <a:srgbClr val="7030A0"/>
                </a:solidFill>
              </a:rPr>
              <a:t>x.y</a:t>
            </a:r>
            <a:r>
              <a:rPr lang="en-GB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</a:br>
            <a:endParaRPr lang="en-GB" altLang="en-US" sz="20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US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[,default])-&gt;</a:t>
            </a:r>
            <a:r>
              <a:rPr lang="en-US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600" dirty="0" err="1" smtClean="0">
                <a:solidFill>
                  <a:srgbClr val="7030A0"/>
                </a:solidFill>
              </a:rPr>
              <a:t>getattr</a:t>
            </a:r>
            <a:r>
              <a:rPr lang="en-US" altLang="en-US" sz="3600" dirty="0" smtClean="0">
                <a:solidFill>
                  <a:srgbClr val="7030A0"/>
                </a:solidFill>
              </a:rPr>
              <a:t>(x</a:t>
            </a:r>
            <a:r>
              <a:rPr lang="en-US" altLang="en-US" sz="3600" dirty="0">
                <a:solidFill>
                  <a:srgbClr val="7030A0"/>
                </a:solidFill>
              </a:rPr>
              <a:t>, 'y') is equivalent to </a:t>
            </a:r>
            <a:r>
              <a:rPr lang="en-US" altLang="en-US" sz="3600" dirty="0" err="1" smtClean="0">
                <a:solidFill>
                  <a:srgbClr val="7030A0"/>
                </a:solidFill>
              </a:rPr>
              <a:t>x.y</a:t>
            </a:r>
            <a:r>
              <a:rPr lang="en-US" altLang="en-US" sz="3600" dirty="0" smtClean="0">
                <a:solidFill>
                  <a:srgbClr val="7030A0"/>
                </a:solidFill>
              </a:rPr>
              <a:t>, except that you can avoid generating an error when the attribute is not defined.</a:t>
            </a:r>
            <a: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/>
            </a:r>
            <a:br>
              <a:rPr lang="en-GB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</a:br>
            <a:endParaRPr lang="en-GB" altLang="en-US" sz="24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3000"/>
              </a:lnSpc>
              <a:spcBef>
                <a:spcPts val="0"/>
              </a:spcBef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Built-ins dealing with attributes </a:t>
            </a:r>
            <a:endParaRPr lang="en-GB" altLang="en-US" sz="4400" dirty="0" smtClean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53757"/>
      </p:ext>
    </p:extLst>
  </p:cSld>
  <p:clrMapOvr>
    <a:masterClrMapping/>
  </p:clrMapOvr>
  <p:transition spd="med" advTm="443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645" x="4724400" y="5537200"/>
          <p14:tracePt t="3652" x="4692650" y="5543550"/>
          <p14:tracePt t="3658" x="4641850" y="5549900"/>
          <p14:tracePt t="3671" x="4584700" y="5562600"/>
          <p14:tracePt t="3688" x="4387850" y="5619750"/>
          <p14:tracePt t="3705" x="4267200" y="5657850"/>
          <p14:tracePt t="3723" x="4064000" y="5734050"/>
          <p14:tracePt t="3738" x="3898900" y="5835650"/>
          <p14:tracePt t="3754" x="3721100" y="5937250"/>
          <p14:tracePt t="3771" x="3498850" y="6076950"/>
          <p14:tracePt t="3787" x="3365500" y="6172200"/>
          <p14:tracePt t="3805" x="3238500" y="6248400"/>
          <p14:tracePt t="3821" x="3028950" y="6362700"/>
          <p14:tracePt t="3838" x="2914650" y="6419850"/>
          <p14:tracePt t="3856" x="2755900" y="6521450"/>
          <p14:tracePt t="3871" x="2654300" y="6597650"/>
          <p14:tracePt t="3887" x="2578100" y="6629400"/>
          <p14:tracePt t="3905" x="2463800" y="6692900"/>
          <p14:tracePt t="3920" x="2400300" y="6711950"/>
          <p14:tracePt t="3937" x="2362200" y="6743700"/>
          <p14:tracePt t="3954" x="2317750" y="6750050"/>
          <p14:tracePt t="3970" x="2298700" y="6750050"/>
          <p14:tracePt t="3988" x="2292350" y="6750050"/>
          <p14:tracePt t="4004" x="2286000" y="6731000"/>
          <p14:tracePt t="4020" x="2286000" y="6711950"/>
          <p14:tracePt t="4038" x="2298700" y="6661150"/>
          <p14:tracePt t="4053" x="2311400" y="6604000"/>
          <p14:tracePt t="4070" x="2336800" y="6515100"/>
          <p14:tracePt t="4087" x="2362200" y="6394450"/>
          <p14:tracePt t="4103" x="2381250" y="6311900"/>
          <p14:tracePt t="4120" x="2413000" y="6235700"/>
          <p14:tracePt t="4137" x="2457450" y="6070600"/>
          <p14:tracePt t="4153" x="2476500" y="5930900"/>
          <p14:tracePt t="4157" x="2482850" y="5861050"/>
          <p14:tracePt t="4172" x="2514600" y="5753100"/>
          <p14:tracePt t="4186" x="2540000" y="5670550"/>
          <p14:tracePt t="4203" x="2552700" y="5575300"/>
          <p14:tracePt t="4220" x="2578100" y="5441950"/>
          <p14:tracePt t="4236" x="2597150" y="5334000"/>
          <p14:tracePt t="4253" x="2616200" y="5213350"/>
          <p14:tracePt t="4270" x="2641600" y="5099050"/>
          <p14:tracePt t="4286" x="2667000" y="5035550"/>
          <p14:tracePt t="4302" x="2686050" y="5003800"/>
          <p14:tracePt t="4319" x="2705100" y="4959350"/>
          <p14:tracePt t="4336" x="2717800" y="4927600"/>
          <p14:tracePt t="4353" x="2724150" y="4914900"/>
          <p14:tracePt t="4369" x="2730500" y="4908550"/>
          <p14:tracePt t="4385" x="2736850" y="4895850"/>
          <p14:tracePt t="4419" x="2736850" y="4883150"/>
          <p14:tracePt t="4472" x="2730500" y="4883150"/>
          <p14:tracePt t="4577" x="2724150" y="4883150"/>
          <p14:tracePt t="4598" x="2724150" y="4889500"/>
          <p14:tracePt t="4605" x="2724150" y="4895850"/>
          <p14:tracePt t="4626" x="2717800" y="4902200"/>
          <p14:tracePt t="5020" x="2717800" y="4889500"/>
          <p14:tracePt t="5026" x="2724150" y="4870450"/>
          <p14:tracePt t="5036" x="2724150" y="4857750"/>
          <p14:tracePt t="5050" x="2743200" y="4832350"/>
          <p14:tracePt t="5066" x="2762250" y="4813300"/>
          <p14:tracePt t="5083" x="2768600" y="4787900"/>
          <p14:tracePt t="5100" x="2768600" y="4775200"/>
          <p14:tracePt t="5116" x="2774950" y="4762500"/>
          <p14:tracePt t="5133" x="2787650" y="4743450"/>
          <p14:tracePt t="5149" x="2794000" y="4730750"/>
          <p14:tracePt t="5166" x="2794000" y="4724400"/>
          <p14:tracePt t="5183" x="2800350" y="4711700"/>
          <p14:tracePt t="5199" x="2806700" y="4699000"/>
          <p14:tracePt t="5217" x="2806700" y="4692650"/>
          <p14:tracePt t="5232" x="2806700" y="4686300"/>
          <p14:tracePt t="5249" x="2806700" y="4673600"/>
          <p14:tracePt t="5266" x="2806700" y="4654550"/>
          <p14:tracePt t="5299" x="2806700" y="4648200"/>
          <p14:tracePt t="5315" x="2806700" y="4641850"/>
          <p14:tracePt t="5332" x="2806700" y="4635500"/>
          <p14:tracePt t="5370" x="2806700" y="4629150"/>
          <p14:tracePt t="5398" x="2806700" y="4622800"/>
          <p14:tracePt t="5511" x="2806700" y="4629150"/>
          <p14:tracePt t="5518" x="2806700" y="4635500"/>
          <p14:tracePt t="5539" x="2800350" y="4641850"/>
          <p14:tracePt t="5548" x="2800350" y="4648200"/>
          <p14:tracePt t="5565" x="2794000" y="4654550"/>
          <p14:tracePt t="5581" x="2794000" y="4660900"/>
          <p14:tracePt t="5850" x="2819400" y="4660900"/>
          <p14:tracePt t="5856" x="2857500" y="4660900"/>
          <p14:tracePt t="5866" x="2901950" y="4660900"/>
          <p14:tracePt t="5880" x="3016250" y="4660900"/>
          <p14:tracePt t="5897" x="3117850" y="4654550"/>
          <p14:tracePt t="5914" x="3251200" y="4654550"/>
          <p14:tracePt t="5930" x="3321050" y="4654550"/>
          <p14:tracePt t="5947" x="3441700" y="4654550"/>
          <p14:tracePt t="5963" x="3517900" y="4654550"/>
          <p14:tracePt t="5980" x="3581400" y="4654550"/>
          <p14:tracePt t="5997" x="3663950" y="4654550"/>
          <p14:tracePt t="6013" x="3708400" y="4654550"/>
          <p14:tracePt t="6030" x="3727450" y="4654550"/>
          <p14:tracePt t="6047" x="3771900" y="4641850"/>
          <p14:tracePt t="6063" x="3797300" y="4635500"/>
          <p14:tracePt t="6080" x="3803650" y="4629150"/>
          <p14:tracePt t="6096" x="3822700" y="4629150"/>
          <p14:tracePt t="6113" x="3829050" y="4629150"/>
          <p14:tracePt t="6129" x="3835400" y="4622800"/>
          <p14:tracePt t="6236" x="3829050" y="4622800"/>
          <p14:tracePt t="6292" x="3822700" y="4622800"/>
          <p14:tracePt t="6341" x="3816350" y="4622800"/>
          <p14:tracePt t="6390" x="3810000" y="4622800"/>
          <p14:tracePt t="7177" x="3810000" y="4629150"/>
          <p14:tracePt t="7184" x="3829050" y="4635500"/>
          <p14:tracePt t="7193" x="3848100" y="4641850"/>
          <p14:tracePt t="7209" x="3892550" y="4673600"/>
          <p14:tracePt t="7227" x="3981450" y="4686300"/>
          <p14:tracePt t="7242" x="4102100" y="4711700"/>
          <p14:tracePt t="7259" x="4235450" y="4743450"/>
          <p14:tracePt t="7275" x="4419600" y="4768850"/>
          <p14:tracePt t="7292" x="4540250" y="4787900"/>
          <p14:tracePt t="7309" x="4686300" y="4806950"/>
          <p14:tracePt t="7326" x="4902200" y="4819650"/>
          <p14:tracePt t="7342" x="5016500" y="4826000"/>
          <p14:tracePt t="7359" x="5168900" y="4813300"/>
          <p14:tracePt t="7375" x="5232400" y="4813300"/>
          <p14:tracePt t="7392" x="5314950" y="4826000"/>
          <p14:tracePt t="7409" x="5410200" y="4800600"/>
          <p14:tracePt t="7425" x="5473700" y="4800600"/>
          <p14:tracePt t="7442" x="5511800" y="4781550"/>
          <p14:tracePt t="7458" x="5549900" y="4762500"/>
          <p14:tracePt t="7475" x="5568950" y="4756150"/>
          <p14:tracePt t="7492" x="5588000" y="4756150"/>
          <p14:tracePt t="7508" x="5594350" y="4756150"/>
          <p14:tracePt t="7525" x="5600700" y="4756150"/>
          <p14:tracePt t="7542" x="5607050" y="4756150"/>
          <p14:tracePt t="7558" x="5613400" y="4749800"/>
          <p14:tracePt t="7574" x="5613400" y="4743450"/>
          <p14:tracePt t="7605" x="5613400" y="4737100"/>
          <p14:tracePt t="7626" x="5613400" y="4730750"/>
          <p14:tracePt t="7633" x="5613400" y="4724400"/>
          <p14:tracePt t="7655" x="5613400" y="4718050"/>
          <p14:tracePt t="7676" x="5607050" y="4718050"/>
          <p14:tracePt t="7704" x="5607050" y="4711700"/>
          <p14:tracePt t="7760" x="5607050" y="4705350"/>
          <p14:tracePt t="7773" x="5613400" y="4705350"/>
          <p14:tracePt t="7788" x="5619750" y="4705350"/>
          <p14:tracePt t="7795" x="5626100" y="4705350"/>
          <p14:tracePt t="7806" x="5632450" y="4705350"/>
          <p14:tracePt t="7824" x="5676900" y="4692650"/>
          <p14:tracePt t="7840" x="5727700" y="4692650"/>
          <p14:tracePt t="7858" x="5880100" y="4673600"/>
          <p14:tracePt t="7874" x="6026150" y="4654550"/>
          <p14:tracePt t="7890" x="6178550" y="4629150"/>
          <p14:tracePt t="7908" x="6413500" y="4597400"/>
          <p14:tracePt t="7923" x="6565900" y="4578350"/>
          <p14:tracePt t="7940" x="6673850" y="4552950"/>
          <p14:tracePt t="7957" x="6788150" y="4527550"/>
          <p14:tracePt t="7973" x="6826250" y="4508500"/>
          <p14:tracePt t="7990" x="6858000" y="4502150"/>
          <p14:tracePt t="8006" x="6864350" y="4495800"/>
          <p14:tracePt t="8075" x="6858000" y="4495800"/>
          <p14:tracePt t="8096" x="6851650" y="4495800"/>
          <p14:tracePt t="8118" x="6845300" y="4502150"/>
          <p14:tracePt t="8124" x="6838950" y="4502150"/>
          <p14:tracePt t="8140" x="6832600" y="4502150"/>
          <p14:tracePt t="14748" x="6794500" y="4502150"/>
          <p14:tracePt t="14755" x="6724650" y="4514850"/>
          <p14:tracePt t="14766" x="6648450" y="4514850"/>
          <p14:tracePt t="14783" x="6369050" y="4552950"/>
          <p14:tracePt t="14800" x="6165850" y="4565650"/>
          <p14:tracePt t="14816" x="5969000" y="4572000"/>
          <p14:tracePt t="14833" x="5632450" y="4584700"/>
          <p14:tracePt t="14849" x="5397500" y="4622800"/>
          <p14:tracePt t="14866" x="5219700" y="4622800"/>
          <p14:tracePt t="14883" x="4927600" y="4648200"/>
          <p14:tracePt t="14899" x="4724400" y="4667250"/>
          <p14:tracePt t="14916" x="4476750" y="4699000"/>
          <p14:tracePt t="14932" x="4286250" y="4718050"/>
          <p14:tracePt t="14949" x="4108450" y="4737100"/>
          <p14:tracePt t="14966" x="3886200" y="4749800"/>
          <p14:tracePt t="14982" x="3676650" y="4800600"/>
          <p14:tracePt t="14999" x="3511550" y="4819650"/>
          <p14:tracePt t="15016" x="3295650" y="4864100"/>
          <p14:tracePt t="15032" x="3168650" y="4883150"/>
          <p14:tracePt t="15049" x="3035300" y="4914900"/>
          <p14:tracePt t="15065" x="2851150" y="4940300"/>
          <p14:tracePt t="15082" x="2730500" y="4972050"/>
          <p14:tracePt t="15099" x="2622550" y="4984750"/>
          <p14:tracePt t="15116" x="2552700" y="4991100"/>
          <p14:tracePt t="15132" x="2508250" y="4984750"/>
          <p14:tracePt t="15148" x="2457450" y="4978400"/>
          <p14:tracePt t="15165" x="2432050" y="4972050"/>
          <p14:tracePt t="15181" x="2413000" y="4965700"/>
          <p14:tracePt t="15198" x="2393950" y="4953000"/>
          <p14:tracePt t="15215" x="2368550" y="4946650"/>
          <p14:tracePt t="15233" x="2311400" y="4946650"/>
          <p14:tracePt t="15248" x="2260600" y="4946650"/>
          <p14:tracePt t="15265" x="2222500" y="4953000"/>
          <p14:tracePt t="15281" x="2114550" y="4984750"/>
          <p14:tracePt t="15297" x="1981200" y="5010150"/>
          <p14:tracePt t="15315" x="1943100" y="5029200"/>
          <p14:tracePt t="15331" x="1797050" y="5067300"/>
          <p14:tracePt t="15348" x="1651000" y="5105400"/>
          <p14:tracePt t="15365" x="1549400" y="5143500"/>
          <p14:tracePt t="15381" x="1511300" y="5162550"/>
          <p14:tracePt t="15397" x="1435100" y="5194300"/>
          <p14:tracePt t="15414" x="1390650" y="5213350"/>
          <p14:tracePt t="15431" x="1371600" y="5226050"/>
          <p14:tracePt t="15447" x="1346200" y="5238750"/>
          <p14:tracePt t="15464" x="1308100" y="5257800"/>
          <p14:tracePt t="15480" x="1301750" y="5257800"/>
          <p14:tracePt t="15534" x="1295400" y="5264150"/>
          <p14:tracePt t="15590" x="1295400" y="5270500"/>
          <p14:tracePt t="15618" x="1301750" y="5270500"/>
          <p14:tracePt t="15625" x="1308100" y="5270500"/>
          <p14:tracePt t="15647" x="1320800" y="5264150"/>
          <p14:tracePt t="15660" x="1327150" y="5264150"/>
          <p14:tracePt t="15668" x="1333500" y="5257800"/>
          <p14:tracePt t="15680" x="1346200" y="5251450"/>
          <p14:tracePt t="15697" x="1358900" y="5251450"/>
          <p14:tracePt t="15713" x="1371600" y="5245100"/>
          <p14:tracePt t="15731" x="1428750" y="5232400"/>
          <p14:tracePt t="15746" x="1498600" y="5226050"/>
          <p14:tracePt t="15763" x="1543050" y="5219700"/>
          <p14:tracePt t="15780" x="1657350" y="5219700"/>
          <p14:tracePt t="15796" x="1708150" y="5213350"/>
          <p14:tracePt t="15813" x="1828800" y="5213350"/>
          <p14:tracePt t="15829" x="1917700" y="5200650"/>
          <p14:tracePt t="15846" x="1955800" y="5200650"/>
          <p14:tracePt t="15863" x="2025650" y="5200650"/>
          <p14:tracePt t="15879" x="2070100" y="5200650"/>
          <p14:tracePt t="15896" x="2089150" y="5200650"/>
          <p14:tracePt t="15913" x="2101850" y="5200650"/>
          <p14:tracePt t="15929" x="2114550" y="5200650"/>
          <p14:tracePt t="15962" x="2120900" y="5200650"/>
          <p14:tracePt t="16018" x="2120900" y="5207000"/>
          <p14:tracePt t="16096" x="2120900" y="5213350"/>
          <p14:tracePt t="16208" x="2127250" y="5213350"/>
          <p14:tracePt t="16229" x="2133600" y="5213350"/>
          <p14:tracePt t="16236" x="2139950" y="5213350"/>
          <p14:tracePt t="16278" x="2146300" y="5213350"/>
          <p14:tracePt t="16299" x="2152650" y="5213350"/>
          <p14:tracePt t="16326" x="2165350" y="5213350"/>
          <p14:tracePt t="16348" x="2165350" y="5207000"/>
          <p14:tracePt t="16362" x="2171700" y="5207000"/>
          <p14:tracePt t="16369" x="2178050" y="5207000"/>
          <p14:tracePt t="16411" x="2184400" y="5207000"/>
          <p14:tracePt t="16418" x="2190750" y="5207000"/>
          <p14:tracePt t="16439" x="2190750" y="5200650"/>
          <p14:tracePt t="16447" x="2197100" y="5200650"/>
          <p14:tracePt t="16468" x="2203450" y="5200650"/>
          <p14:tracePt t="16488" x="2209800" y="5200650"/>
          <p14:tracePt t="16511" x="2209800" y="5194300"/>
          <p14:tracePt t="16516" x="2216150" y="5194300"/>
          <p14:tracePt t="16573" x="2222500" y="5194300"/>
          <p14:tracePt t="16608" x="2228850" y="5194300"/>
          <p14:tracePt t="16643" x="2235200" y="5194300"/>
          <p14:tracePt t="16650" x="2241550" y="5194300"/>
          <p14:tracePt t="16678" x="2247900" y="5187950"/>
          <p14:tracePt t="16699" x="2254250" y="5187950"/>
          <p14:tracePt t="16748" x="2260600" y="5187950"/>
          <p14:tracePt t="16797" x="2266950" y="5187950"/>
          <p14:tracePt t="16924" x="2273300" y="5187950"/>
          <p14:tracePt t="16931" x="2279650" y="5187950"/>
          <p14:tracePt t="16960" x="2286000" y="5187950"/>
          <p14:tracePt t="16980" x="2292350" y="5187950"/>
          <p14:tracePt t="17001" x="2298700" y="5187950"/>
          <p14:tracePt t="17022" x="2305050" y="5187950"/>
          <p14:tracePt t="17029" x="2311400" y="5187950"/>
          <p14:tracePt t="17064" x="2311400" y="5181600"/>
          <p14:tracePt t="17071" x="2317750" y="5181600"/>
          <p14:tracePt t="17099" x="2324100" y="5181600"/>
          <p14:tracePt t="17120" x="2330450" y="5181600"/>
          <p14:tracePt t="17148" x="2330450" y="5175250"/>
          <p14:tracePt t="17169" x="2336800" y="5175250"/>
          <p14:tracePt t="17204" x="2343150" y="5175250"/>
          <p14:tracePt t="17240" x="2349500" y="5175250"/>
          <p14:tracePt t="17274" x="2355850" y="5168900"/>
          <p14:tracePt t="17281" x="2362200" y="5168900"/>
          <p14:tracePt t="17324" x="2368550" y="5168900"/>
          <p14:tracePt t="17351" x="2368550" y="5162550"/>
          <p14:tracePt t="17358" x="2374900" y="5162550"/>
          <p14:tracePt t="17401" x="2381250" y="5162550"/>
          <p14:tracePt t="17429" x="2387600" y="5162550"/>
          <p14:tracePt t="17443" x="2393950" y="5162550"/>
          <p14:tracePt t="17471" x="2406650" y="5156200"/>
          <p14:tracePt t="17499" x="2413000" y="5156200"/>
          <p14:tracePt t="17569" x="2419350" y="5156200"/>
          <p14:tracePt t="17591" x="2425700" y="5156200"/>
          <p14:tracePt t="17611" x="2432050" y="5156200"/>
          <p14:tracePt t="17632" x="2438400" y="5156200"/>
          <p14:tracePt t="17654" x="2444750" y="5156200"/>
          <p14:tracePt t="17674" x="2451100" y="5162550"/>
          <p14:tracePt t="17681" x="2457450" y="5162550"/>
          <p14:tracePt t="17696" x="2463800" y="5162550"/>
          <p14:tracePt t="17706" x="2470150" y="5168900"/>
          <p14:tracePt t="17723" x="2501900" y="5168900"/>
          <p14:tracePt t="17740" x="2533650" y="5175250"/>
          <p14:tracePt t="17756" x="2603500" y="5187950"/>
          <p14:tracePt t="17773" x="2692400" y="5200650"/>
          <p14:tracePt t="17789" x="2762250" y="5207000"/>
          <p14:tracePt t="17806" x="2901950" y="5238750"/>
          <p14:tracePt t="17823" x="3073400" y="5276850"/>
          <p14:tracePt t="17839" x="3175000" y="5302250"/>
          <p14:tracePt t="17855" x="3397250" y="5327650"/>
          <p14:tracePt t="17872" x="3613150" y="5384800"/>
          <p14:tracePt t="17889" x="3727450" y="5403850"/>
          <p14:tracePt t="17906" x="3962400" y="5435600"/>
          <p14:tracePt t="17922" x="4191000" y="5454650"/>
          <p14:tracePt t="17938" x="4305300" y="5467350"/>
          <p14:tracePt t="17956" x="4508500" y="5473700"/>
          <p14:tracePt t="17972" x="4597400" y="5486400"/>
          <p14:tracePt t="17988" x="4813300" y="5486400"/>
          <p14:tracePt t="18005" x="5003800" y="5480050"/>
          <p14:tracePt t="18022" x="5092700" y="5480050"/>
          <p14:tracePt t="18038" x="5257800" y="5461000"/>
          <p14:tracePt t="18055" x="5441950" y="5441950"/>
          <p14:tracePt t="18071" x="5543550" y="5435600"/>
          <p14:tracePt t="18088" x="5721350" y="5403850"/>
          <p14:tracePt t="18105" x="5842000" y="5372100"/>
          <p14:tracePt t="18121" x="5911850" y="5353050"/>
          <p14:tracePt t="18138" x="6032500" y="5321300"/>
          <p14:tracePt t="18154" x="6140450" y="5283200"/>
          <p14:tracePt t="18171" x="6184900" y="5257800"/>
          <p14:tracePt t="18188" x="6248400" y="5226050"/>
          <p14:tracePt t="18205" x="6292850" y="5200650"/>
          <p14:tracePt t="18222" x="6305550" y="5194300"/>
          <p14:tracePt t="18254" x="6305550" y="5187950"/>
          <p14:tracePt t="18271" x="6311900" y="5181600"/>
          <p14:tracePt t="18287" x="6311900" y="5175250"/>
          <p14:tracePt t="18313" x="6311900" y="5168900"/>
          <p14:tracePt t="18341" x="6311900" y="5162550"/>
          <p14:tracePt t="18376" x="6318250" y="5162550"/>
          <p14:tracePt t="18383" x="6318250" y="5156200"/>
          <p14:tracePt t="18425" x="6318250" y="5149850"/>
          <p14:tracePt t="18468" x="6318250" y="5143500"/>
          <p14:tracePt t="18482" x="6311900" y="5137150"/>
          <p14:tracePt t="18517" x="6311900" y="5130800"/>
          <p14:tracePt t="18573" x="6305550" y="5130800"/>
          <p14:tracePt t="18594" x="6299200" y="5130800"/>
          <p14:tracePt t="18622" x="6292850" y="5124450"/>
          <p14:tracePt t="18643" x="6286500" y="5124450"/>
          <p14:tracePt t="18685" x="6280150" y="5124450"/>
          <p14:tracePt t="18734" x="6273800" y="5124450"/>
          <p14:tracePt t="18756" x="6267450" y="5130800"/>
          <p14:tracePt t="18783" x="6261100" y="5137150"/>
          <p14:tracePt t="18804" x="6254750" y="5143500"/>
          <p14:tracePt t="18833" x="6248400" y="5149850"/>
          <p14:tracePt t="18853" x="6242050" y="5156200"/>
          <p14:tracePt t="18896" x="6235700" y="5162550"/>
          <p14:tracePt t="18903" x="6229350" y="5162550"/>
          <p14:tracePt t="18924" x="6223000" y="5162550"/>
          <p14:tracePt t="18937" x="6216650" y="5162550"/>
          <p14:tracePt t="18945" x="6210300" y="5162550"/>
          <p14:tracePt t="18966" x="6203950" y="5162550"/>
          <p14:tracePt t="18987" x="6197600" y="5162550"/>
          <p14:tracePt t="18994" x="6191250" y="5162550"/>
          <p14:tracePt t="19008" x="6184900" y="5168900"/>
          <p14:tracePt t="19018" x="6172200" y="5168900"/>
          <p14:tracePt t="19035" x="6146800" y="5168900"/>
          <p14:tracePt t="19051" x="6134100" y="5168900"/>
          <p14:tracePt t="19068" x="6102350" y="5168900"/>
          <p14:tracePt t="19086" x="6070600" y="5156200"/>
          <p14:tracePt t="19101" x="6051550" y="5156200"/>
          <p14:tracePt t="19118" x="6032500" y="5149850"/>
          <p14:tracePt t="19135" x="6013450" y="5143500"/>
          <p14:tracePt t="19151" x="6007100" y="5137150"/>
          <p14:tracePt t="19169" x="6000750" y="5137150"/>
          <p14:tracePt t="19185" x="6000750" y="5130800"/>
          <p14:tracePt t="19220" x="5994400" y="5124450"/>
          <p14:tracePt t="19275" x="5988050" y="5118100"/>
          <p14:tracePt t="19296" x="5981700" y="5118100"/>
          <p14:tracePt t="19302" x="5975350" y="5111750"/>
          <p14:tracePt t="19320" x="5969000" y="5111750"/>
          <p14:tracePt t="19338" x="5962650" y="5111750"/>
          <p14:tracePt t="19366" x="5962650" y="5105400"/>
          <p14:tracePt t="19387" x="5956300" y="5105400"/>
          <p14:tracePt t="19394" x="5949950" y="5105400"/>
          <p14:tracePt t="19415" x="5943600" y="5099050"/>
          <p14:tracePt t="19465" x="5937250" y="5099050"/>
          <p14:tracePt t="19485" x="5937250" y="5086350"/>
          <p14:tracePt t="19507" x="5943600" y="5080000"/>
          <p14:tracePt t="19535" x="5956300" y="5080000"/>
          <p14:tracePt t="19556" x="5962650" y="5073650"/>
          <p14:tracePt t="19570" x="5969000" y="5073650"/>
          <p14:tracePt t="19598" x="5975350" y="5067300"/>
          <p14:tracePt t="19605" x="5981700" y="5067300"/>
          <p14:tracePt t="19626" x="5988050" y="5067300"/>
          <p14:tracePt t="19640" x="5994400" y="5060950"/>
          <p14:tracePt t="19661" x="6000750" y="5060950"/>
          <p14:tracePt t="19669" x="6000750" y="5054600"/>
          <p14:tracePt t="19683" x="6007100" y="5054600"/>
          <p14:tracePt t="19738" x="6007100" y="5048250"/>
          <p14:tracePt t="19766" x="6000750" y="5041900"/>
          <p14:tracePt t="19787" x="5994400" y="5041900"/>
          <p14:tracePt t="19808" x="5988050" y="5041900"/>
          <p14:tracePt t="19836" x="5981700" y="5041900"/>
          <p14:tracePt t="19858" x="5975350" y="5041900"/>
          <p14:tracePt t="19942" x="5975350" y="5048250"/>
          <p14:tracePt t="19956" x="5981700" y="5048250"/>
          <p14:tracePt t="19977" x="5988050" y="5054600"/>
          <p14:tracePt t="19990" x="5994400" y="5054600"/>
          <p14:tracePt t="20001" x="6000750" y="5060950"/>
          <p14:tracePt t="20015" x="6007100" y="5060950"/>
          <p14:tracePt t="20032" x="6026150" y="5067300"/>
          <p14:tracePt t="20048" x="6064250" y="5073650"/>
          <p14:tracePt t="20065" x="6083300" y="5073650"/>
          <p14:tracePt t="20082" x="6121400" y="5080000"/>
          <p14:tracePt t="20097" x="6165850" y="5080000"/>
          <p14:tracePt t="20114" x="6178550" y="5086350"/>
          <p14:tracePt t="20131" x="6210300" y="5086350"/>
          <p14:tracePt t="20148" x="6223000" y="5086350"/>
          <p14:tracePt t="20164" x="6248400" y="5092700"/>
          <p14:tracePt t="20181" x="6261100" y="5092700"/>
          <p14:tracePt t="20197" x="6267450" y="5092700"/>
          <p14:tracePt t="20215" x="6280150" y="5099050"/>
          <p14:tracePt t="20231" x="6299200" y="5099050"/>
          <p14:tracePt t="20264" x="6311900" y="5099050"/>
          <p14:tracePt t="20328" x="6318250" y="5099050"/>
          <p14:tracePt t="20349" x="6324600" y="5099050"/>
          <p14:tracePt t="20370" x="6330950" y="5099050"/>
          <p14:tracePt t="20377" x="6337300" y="5099050"/>
          <p14:tracePt t="20419" x="6343650" y="5092700"/>
          <p14:tracePt t="21492" x="6356350" y="5041900"/>
          <p14:tracePt t="21499" x="6388100" y="4953000"/>
          <p14:tracePt t="21513" x="6419850" y="4826000"/>
          <p14:tracePt t="21526" x="6464300" y="4673600"/>
          <p14:tracePt t="21543" x="6553200" y="4311650"/>
          <p14:tracePt t="21559" x="6604000" y="4152900"/>
          <p14:tracePt t="21576" x="6680200" y="3829050"/>
          <p14:tracePt t="21593" x="6711950" y="3568700"/>
          <p14:tracePt t="21609" x="6731000" y="3422650"/>
          <p14:tracePt t="21626" x="6775450" y="3149600"/>
          <p14:tracePt t="21642" x="6788150" y="2933700"/>
          <p14:tracePt t="21659" x="6807200" y="2832100"/>
          <p14:tracePt t="21676" x="6838950" y="2635250"/>
          <p14:tracePt t="21692" x="6845300" y="2571750"/>
          <p14:tracePt t="21710" x="6851650" y="2451100"/>
          <p14:tracePt t="21726" x="6851650" y="2432050"/>
          <p14:tracePt t="21742" x="6851650" y="2419350"/>
          <p14:tracePt t="21759" x="6845300" y="2393950"/>
          <p14:tracePt t="21775" x="6845300" y="2374900"/>
          <p14:tracePt t="21792" x="6838950" y="2368550"/>
          <p14:tracePt t="21809" x="6832600" y="2362200"/>
          <p14:tracePt t="21825" x="6826250" y="2355850"/>
          <p14:tracePt t="21858" x="6819900" y="2343150"/>
          <p14:tracePt t="21914" x="6826250" y="2343150"/>
          <p14:tracePt t="21935" x="6832600" y="2349500"/>
          <p14:tracePt t="21955" x="6838950" y="2355850"/>
          <p14:tracePt t="21963" x="6838950" y="2368550"/>
          <p14:tracePt t="21977" x="6838950" y="2381250"/>
          <p14:tracePt t="21991" x="6838950" y="2400300"/>
          <p14:tracePt t="22008" x="6838950" y="2406650"/>
          <p14:tracePt t="22026" x="6832600" y="2413000"/>
          <p14:tracePt t="22041" x="6832600" y="2419350"/>
          <p14:tracePt t="22058" x="6826250" y="2432050"/>
          <p14:tracePt t="22075" x="6813550" y="2438400"/>
          <p14:tracePt t="22091" x="6813550" y="2444750"/>
          <p14:tracePt t="22107" x="6807200" y="2451100"/>
          <p14:tracePt t="22125" x="6807200" y="2457450"/>
          <p14:tracePt t="22141" x="6800850" y="2457450"/>
          <p14:tracePt t="22158" x="6794500" y="2463800"/>
          <p14:tracePt t="22175" x="6781800" y="2470150"/>
          <p14:tracePt t="22190" x="6775450" y="2476500"/>
          <p14:tracePt t="22208" x="6769100" y="2482850"/>
          <p14:tracePt t="22224" x="6743700" y="2489200"/>
          <p14:tracePt t="22241" x="6737350" y="2489200"/>
          <p14:tracePt t="22259" x="6705600" y="2495550"/>
          <p14:tracePt t="22274" x="6654800" y="2501900"/>
          <p14:tracePt t="22290" x="6635750" y="2501900"/>
          <p14:tracePt t="22307" x="6584950" y="2501900"/>
          <p14:tracePt t="22323" x="6565900" y="2501900"/>
          <p14:tracePt t="22327" x="6546850" y="2501900"/>
          <p14:tracePt t="22340" x="6515100" y="2495550"/>
          <p14:tracePt t="22357" x="6477000" y="2495550"/>
          <p14:tracePt t="22374" x="6464300" y="2495550"/>
          <p14:tracePt t="22391" x="6438900" y="2495550"/>
          <p14:tracePt t="22406" x="6419850" y="2495550"/>
          <p14:tracePt t="22423" x="6413500" y="2501900"/>
          <p14:tracePt t="22441" x="6413500" y="2514600"/>
          <p14:tracePt t="22457" x="6413500" y="2520950"/>
          <p14:tracePt t="22474" x="6413500" y="2527300"/>
          <p14:tracePt t="22490" x="6413500" y="2533650"/>
          <p14:tracePt t="22506" x="6426200" y="2533650"/>
          <p14:tracePt t="22524" x="6445250" y="2533650"/>
          <p14:tracePt t="22540" x="6451600" y="2533650"/>
          <p14:tracePt t="22556" x="6489700" y="2540000"/>
          <p14:tracePt t="22573" x="6553200" y="2540000"/>
          <p14:tracePt t="22590" x="6584950" y="2552700"/>
          <p14:tracePt t="22606" x="6635750" y="2559050"/>
          <p14:tracePt t="22623" x="6781800" y="2565400"/>
          <p14:tracePt t="22639" x="6832600" y="2565400"/>
          <p14:tracePt t="22656" x="6877050" y="2578100"/>
          <p14:tracePt t="22672" x="6927850" y="2590800"/>
          <p14:tracePt t="22689" x="6959600" y="2590800"/>
          <p14:tracePt t="22707" x="6965950" y="2590800"/>
          <p14:tracePt t="22722" x="6965950" y="2597150"/>
          <p14:tracePt t="22805" x="6959600" y="2597150"/>
          <p14:tracePt t="22826" x="6953250" y="2597150"/>
          <p14:tracePt t="22854" x="6946900" y="2597150"/>
          <p14:tracePt t="22874" x="6940550" y="2597150"/>
          <p14:tracePt t="22896" x="6934200" y="2597150"/>
          <p14:tracePt t="22944" x="6927850" y="2597150"/>
          <p14:tracePt t="22966" x="6921500" y="2597150"/>
          <p14:tracePt t="22994" x="6915150" y="2597150"/>
          <p14:tracePt t="23015" x="6908800" y="2597150"/>
          <p14:tracePt t="23036" x="6902450" y="2597150"/>
          <p14:tracePt t="23043" x="6896100" y="2597150"/>
          <p14:tracePt t="23078" x="6889750" y="2597150"/>
          <p14:tracePt t="23085" x="6877050" y="2597150"/>
          <p14:tracePt t="23100" x="6870700" y="2597150"/>
          <p14:tracePt t="23107" x="6851650" y="2597150"/>
          <p14:tracePt t="23121" x="6832600" y="2597150"/>
          <p14:tracePt t="23137" x="6775450" y="2597150"/>
          <p14:tracePt t="23154" x="6743700" y="2597150"/>
          <p14:tracePt t="23171" x="6680200" y="2597150"/>
          <p14:tracePt t="23187" x="6610350" y="2597150"/>
          <p14:tracePt t="23205" x="6553200" y="2603500"/>
          <p14:tracePt t="23220" x="6521450" y="2603500"/>
          <p14:tracePt t="23237" x="6496050" y="2603500"/>
          <p14:tracePt t="23254" x="6407150" y="2597150"/>
          <p14:tracePt t="23270" x="6388100" y="2597150"/>
          <p14:tracePt t="23287" x="6362700" y="2597150"/>
          <p14:tracePt t="23303" x="6318250" y="2590800"/>
          <p14:tracePt t="23320" x="6286500" y="2590800"/>
          <p14:tracePt t="23324" x="6267450" y="2584450"/>
          <p14:tracePt t="23339" x="6254750" y="2584450"/>
          <p14:tracePt t="23353" x="6242050" y="2584450"/>
          <p14:tracePt t="23370" x="6223000" y="2584450"/>
          <p14:tracePt t="23388" x="6203950" y="2584450"/>
          <p14:tracePt t="23420" x="6197600" y="2584450"/>
          <p14:tracePt t="23437" x="6184900" y="2590800"/>
          <p14:tracePt t="23453" x="6178550" y="2590800"/>
          <p14:tracePt t="23469" x="6172200" y="2590800"/>
          <p14:tracePt t="23486" x="6165850" y="2590800"/>
          <p14:tracePt t="23522" x="6159500" y="2597150"/>
          <p14:tracePt t="23555" x="6159500" y="2603500"/>
          <p14:tracePt t="23576" x="6159500" y="2609850"/>
          <p14:tracePt t="23597" x="6159500" y="2616200"/>
          <p14:tracePt t="23619" x="6172200" y="2616200"/>
          <p14:tracePt t="23640" x="6184900" y="2616200"/>
          <p14:tracePt t="23647" x="6191250" y="2622550"/>
          <p14:tracePt t="23661" x="6197600" y="2622550"/>
          <p14:tracePt t="23669" x="6203950" y="2622550"/>
          <p14:tracePt t="23685" x="6229350" y="2628900"/>
          <p14:tracePt t="23702" x="6261100" y="2635250"/>
          <p14:tracePt t="23718" x="6318250" y="2635250"/>
          <p14:tracePt t="23735" x="6337300" y="2635250"/>
          <p14:tracePt t="23752" x="6388100" y="2635250"/>
          <p14:tracePt t="23768" x="6419850" y="2635250"/>
          <p14:tracePt t="23785" x="6432550" y="2628900"/>
          <p14:tracePt t="23802" x="6451600" y="2628900"/>
          <p14:tracePt t="23818" x="6464300" y="2628900"/>
          <p14:tracePt t="23836" x="6470650" y="2628900"/>
          <p14:tracePt t="23852" x="6477000" y="2628900"/>
          <p14:tracePt t="23871" x="6483350" y="2628900"/>
          <p14:tracePt t="23886" x="6496050" y="2628900"/>
          <p14:tracePt t="23901" x="6496050" y="2622550"/>
          <p14:tracePt t="23918" x="6502400" y="2622550"/>
          <p14:tracePt t="23935" x="6515100" y="2622550"/>
          <p14:tracePt t="23971" x="6521450" y="2622550"/>
          <p14:tracePt t="23998" x="6534150" y="2622550"/>
          <p14:tracePt t="24012" x="6540500" y="2622550"/>
          <p14:tracePt t="24020" x="6546850" y="2616200"/>
          <p14:tracePt t="24034" x="6559550" y="2616200"/>
          <p14:tracePt t="24051" x="6591300" y="2609850"/>
          <p14:tracePt t="24068" x="6623050" y="2603500"/>
          <p14:tracePt t="24084" x="6654800" y="2603500"/>
          <p14:tracePt t="24101" x="6699250" y="2590800"/>
          <p14:tracePt t="24118" x="6743700" y="2590800"/>
          <p14:tracePt t="24134" x="6762750" y="2584450"/>
          <p14:tracePt t="24150" x="6781800" y="2584450"/>
          <p14:tracePt t="24167" x="6813550" y="2578100"/>
          <p14:tracePt t="24184" x="6819900" y="2578100"/>
          <p14:tracePt t="24201" x="6826250" y="2578100"/>
          <p14:tracePt t="24217" x="6832600" y="2578100"/>
          <p14:tracePt t="24278" x="6838950" y="2578100"/>
          <p14:tracePt t="24321" x="6838950" y="2584450"/>
          <p14:tracePt t="24350" x="6832600" y="2590800"/>
          <p14:tracePt t="24363" x="6826250" y="2590800"/>
          <p14:tracePt t="24370" x="6819900" y="2597150"/>
          <p14:tracePt t="24386" x="6813550" y="2603500"/>
          <p14:tracePt t="24399" x="6788150" y="2635250"/>
          <p14:tracePt t="24416" x="6769100" y="2673350"/>
          <p14:tracePt t="24433" x="6705600" y="2787650"/>
          <p14:tracePt t="24449" x="6623050" y="2965450"/>
          <p14:tracePt t="24466" x="6584950" y="3079750"/>
          <p14:tracePt t="24483" x="6521450" y="3314700"/>
          <p14:tracePt t="24499" x="6451600" y="3575050"/>
          <p14:tracePt t="24516" x="6432550" y="3689350"/>
          <p14:tracePt t="24532" x="6388100" y="3917950"/>
          <p14:tracePt t="24549" x="6381750" y="4019550"/>
          <p14:tracePt t="24566" x="6337300" y="4203700"/>
          <p14:tracePt t="24582" x="6299200" y="4349750"/>
          <p14:tracePt t="24599" x="6280150" y="4406900"/>
          <p14:tracePt t="24616" x="6235700" y="4514850"/>
          <p14:tracePt t="24632" x="6191250" y="4629150"/>
          <p14:tracePt t="24649" x="6172200" y="4667250"/>
          <p14:tracePt t="24666" x="6127750" y="4756150"/>
          <p14:tracePt t="24682" x="6089650" y="4826000"/>
          <p14:tracePt t="24700" x="6070600" y="4857750"/>
          <p14:tracePt t="24715" x="6051550" y="4870450"/>
          <p14:tracePt t="24732" x="6051550" y="4883150"/>
          <p14:tracePt t="24749" x="6038850" y="4883150"/>
          <p14:tracePt t="24785" x="6038850" y="4889500"/>
          <p14:tracePt t="24798" x="6032500" y="4895850"/>
          <p14:tracePt t="24840" x="6026150" y="4895850"/>
          <p14:tracePt t="24882" x="6019800" y="4895850"/>
          <p14:tracePt t="24924" x="6013450" y="4902200"/>
          <p14:tracePt t="25051" x="6007100" y="4908550"/>
          <p14:tracePt t="25100" x="6000750" y="4914900"/>
          <p14:tracePt t="25142" x="5994400" y="4914900"/>
          <p14:tracePt t="25191" x="5988050" y="4921250"/>
          <p14:tracePt t="25240" x="5981700" y="4927600"/>
          <p14:tracePt t="25261" x="5975350" y="4927600"/>
          <p14:tracePt t="25282" x="5969000" y="4927600"/>
          <p14:tracePt t="25303" x="5962650" y="4933950"/>
          <p14:tracePt t="25310" x="5956300" y="4933950"/>
          <p14:tracePt t="25324" x="5949950" y="4933950"/>
          <p14:tracePt t="25346" x="5943600" y="4933950"/>
          <p14:tracePt t="25352" x="5937250" y="4933950"/>
          <p14:tracePt t="25381" x="5930900" y="4933950"/>
          <p14:tracePt t="25394" x="5924550" y="4933950"/>
          <p14:tracePt t="25402" x="5918200" y="4940300"/>
          <p14:tracePt t="25423" x="5911850" y="4940300"/>
          <p14:tracePt t="25432" x="5911850" y="4946650"/>
          <p14:tracePt t="25450" x="5905500" y="4946650"/>
          <p14:tracePt t="25472" x="5899150" y="4953000"/>
          <p14:tracePt t="25521" x="5892800" y="4953000"/>
          <p14:tracePt t="25535" x="5886450" y="4953000"/>
          <p14:tracePt t="25542" x="5880100" y="4959350"/>
          <p14:tracePt t="25556" x="5873750" y="4959350"/>
          <p14:tracePt t="25565" x="5867400" y="4959350"/>
          <p14:tracePt t="25579" x="5848350" y="4959350"/>
          <p14:tracePt t="25595" x="5803900" y="4965700"/>
          <p14:tracePt t="25612" x="5721350" y="4972050"/>
          <p14:tracePt t="25629" x="5670550" y="4972050"/>
          <p14:tracePt t="25646" x="5588000" y="4991100"/>
          <p14:tracePt t="25663" x="5530850" y="4997450"/>
          <p14:tracePt t="25679" x="5505450" y="5003800"/>
          <p14:tracePt t="25696" x="5480050" y="5016500"/>
          <p14:tracePt t="25712" x="5473700" y="5029200"/>
          <p14:tracePt t="25728" x="5473700" y="5035550"/>
          <p14:tracePt t="25746" x="5499100" y="5035550"/>
          <p14:tracePt t="25762" x="5511800" y="5035550"/>
          <p14:tracePt t="25778" x="5562600" y="5041900"/>
          <p14:tracePt t="25795" x="5626100" y="5041900"/>
          <p14:tracePt t="25811" x="5664200" y="5041900"/>
          <p14:tracePt t="25828" x="5734050" y="5041900"/>
          <p14:tracePt t="25845" x="5803900" y="5048250"/>
          <p14:tracePt t="25861" x="5829300" y="5067300"/>
          <p14:tracePt t="25879" x="5873750" y="5080000"/>
          <p14:tracePt t="25895" x="5899150" y="5086350"/>
          <p14:tracePt t="25911" x="5905500" y="5086350"/>
          <p14:tracePt t="25928" x="5924550" y="5086350"/>
          <p14:tracePt t="25944" x="5924550" y="5092700"/>
          <p14:tracePt t="25980" x="5930900" y="5099050"/>
          <p14:tracePt t="26012" x="5937250" y="5099050"/>
          <p14:tracePt t="26040" x="5949950" y="5099050"/>
          <p14:tracePt t="26076" x="5956300" y="5099050"/>
          <p14:tracePt t="26082" x="5962650" y="5099050"/>
          <p14:tracePt t="26103" x="5969000" y="5099050"/>
          <p14:tracePt t="26117" x="5969000" y="5092700"/>
          <p14:tracePt t="26126" x="5975350" y="5092700"/>
          <p14:tracePt t="26144" x="5981700" y="5092700"/>
          <p14:tracePt t="26160" x="5994400" y="5092700"/>
          <p14:tracePt t="26177" x="6013450" y="5092700"/>
          <p14:tracePt t="26194" x="6026150" y="5092700"/>
          <p14:tracePt t="26210" x="6032500" y="5092700"/>
          <p14:tracePt t="26226" x="6051550" y="5086350"/>
          <p14:tracePt t="26244" x="6057900" y="5080000"/>
          <p14:tracePt t="26260" x="6070600" y="5080000"/>
          <p14:tracePt t="26276" x="6089650" y="5073650"/>
          <p14:tracePt t="26293" x="6108700" y="5067300"/>
          <p14:tracePt t="26310" x="6121400" y="5067300"/>
          <p14:tracePt t="26326" x="6159500" y="5060950"/>
          <p14:tracePt t="26343" x="6203950" y="5060950"/>
          <p14:tracePt t="26359" x="6223000" y="5060950"/>
          <p14:tracePt t="26377" x="6280150" y="5060950"/>
          <p14:tracePt t="26392" x="6318250" y="5060950"/>
          <p14:tracePt t="26409" x="6337300" y="5060950"/>
          <p14:tracePt t="26427" x="6375400" y="5060950"/>
          <p14:tracePt t="26442" x="6388100" y="5060950"/>
          <p14:tracePt t="26459" x="6407150" y="5067300"/>
          <p14:tracePt t="26476" x="6426200" y="5067300"/>
          <p14:tracePt t="26492" x="6432550" y="5073650"/>
          <p14:tracePt t="26510" x="6445250" y="5073650"/>
          <p14:tracePt t="26526" x="6457950" y="5073650"/>
          <p14:tracePt t="26559" x="6464300" y="5080000"/>
          <p14:tracePt t="26575" x="6470650" y="5080000"/>
          <p14:tracePt t="26592" x="6477000" y="5080000"/>
          <p14:tracePt t="26625" x="6483350" y="5086350"/>
          <p14:tracePt t="26645" x="6489700" y="5086350"/>
          <p14:tracePt t="32120" x="6489700" y="5099050"/>
          <p14:tracePt t="32126" x="6483350" y="5124450"/>
          <p14:tracePt t="32140" x="6470650" y="5143500"/>
          <p14:tracePt t="32156" x="6445250" y="5207000"/>
          <p14:tracePt t="32173" x="6432550" y="5245100"/>
          <p14:tracePt t="32190" x="6419850" y="5295900"/>
          <p14:tracePt t="32206" x="6400800" y="5334000"/>
          <p14:tracePt t="32222" x="6381750" y="5346700"/>
          <p14:tracePt t="32239" x="6362700" y="5391150"/>
          <p14:tracePt t="32256" x="6343650" y="5422900"/>
          <p14:tracePt t="32273" x="6324600" y="5454650"/>
          <p14:tracePt t="32289" x="6292850" y="5492750"/>
          <p14:tracePt t="32305" x="6267450" y="5524500"/>
          <p14:tracePt t="32323" x="6235700" y="5556250"/>
          <p14:tracePt t="32339" x="6216650" y="5581650"/>
          <p14:tracePt t="32356" x="6203950" y="5607050"/>
          <p14:tracePt t="32372" x="6165850" y="5657850"/>
          <p14:tracePt t="32389" x="6146800" y="5670550"/>
          <p14:tracePt t="32406" x="6127750" y="5676900"/>
          <p14:tracePt t="32422" x="6108700" y="5702300"/>
          <p14:tracePt t="32438" x="6096000" y="5708650"/>
          <p14:tracePt t="32457" x="6089650" y="5721350"/>
          <p14:tracePt t="32472" x="6083300" y="5727700"/>
          <p14:tracePt t="32488" x="6076950" y="5734050"/>
          <p14:tracePt t="32505" x="6064250" y="5734050"/>
          <p14:tracePt t="32522" x="6045200" y="5753100"/>
          <p14:tracePt t="32538" x="6032500" y="5759450"/>
          <p14:tracePt t="32555" x="6013450" y="5784850"/>
          <p14:tracePt t="32571" x="5994400" y="5797550"/>
          <p14:tracePt t="32588" x="5969000" y="5810250"/>
          <p14:tracePt t="32605" x="5937250" y="5822950"/>
          <p14:tracePt t="32621" x="5924550" y="5822950"/>
          <p14:tracePt t="32640" x="5905500" y="5829300"/>
          <p14:tracePt t="32654" x="5892800" y="5829300"/>
          <p14:tracePt t="32671" x="5886450" y="5822950"/>
          <p14:tracePt t="32688" x="5854700" y="5810250"/>
          <p14:tracePt t="32704" x="5822950" y="5803900"/>
          <p14:tracePt t="32721" x="5797550" y="5797550"/>
          <p14:tracePt t="32738" x="5740400" y="5791200"/>
          <p14:tracePt t="32754" x="5702300" y="5778500"/>
          <p14:tracePt t="32771" x="5676900" y="5765800"/>
          <p14:tracePt t="32787" x="5594350" y="5740400"/>
          <p14:tracePt t="32804" x="5518150" y="5715000"/>
          <p14:tracePt t="32821" x="5492750" y="5702300"/>
          <p14:tracePt t="33146" x="5435600" y="5702300"/>
          <p14:tracePt t="33154" x="5372100" y="5689600"/>
          <p14:tracePt t="33160" x="5295900" y="5683250"/>
          <p14:tracePt t="33170" x="5238750" y="5683250"/>
          <p14:tracePt t="33186" x="5111750" y="5702300"/>
          <p14:tracePt t="33203" x="4876800" y="5715000"/>
          <p14:tracePt t="33219" x="4762500" y="5708650"/>
          <p14:tracePt t="33236" x="4686300" y="5708650"/>
          <p14:tracePt t="33253" x="4572000" y="5721350"/>
          <p14:tracePt t="33269" x="4508500" y="5740400"/>
          <p14:tracePt t="33286" x="4438650" y="5778500"/>
          <p14:tracePt t="33302" x="4419600" y="5791200"/>
          <p14:tracePt t="33318" x="4413250" y="5791200"/>
          <p14:tracePt t="33337" x="4400550" y="5803900"/>
          <p14:tracePt t="33352" x="4394200" y="5810250"/>
          <p14:tracePt t="33392" x="4387850" y="5810250"/>
          <p14:tracePt t="33434" x="4394200" y="5810250"/>
          <p14:tracePt t="33440" x="4400550" y="5810250"/>
          <p14:tracePt t="33455" x="4406900" y="5810250"/>
          <p14:tracePt t="33468" x="4413250" y="5810250"/>
          <p14:tracePt t="33485" x="4432300" y="5810250"/>
          <p14:tracePt t="33501" x="4470400" y="5810250"/>
          <p14:tracePt t="33518" x="4527550" y="5797550"/>
          <p14:tracePt t="33535" x="4584700" y="5797550"/>
          <p14:tracePt t="33551" x="4641850" y="5797550"/>
          <p14:tracePt t="33568" x="4800600" y="5816600"/>
          <p14:tracePt t="33585" x="4933950" y="5810250"/>
          <p14:tracePt t="33601" x="5073650" y="5803900"/>
          <p14:tracePt t="33618" x="5238750" y="5803900"/>
          <p14:tracePt t="33634" x="5334000" y="5803900"/>
          <p14:tracePt t="33652" x="5429250" y="5797550"/>
          <p14:tracePt t="33668" x="5480050" y="5797550"/>
          <p14:tracePt t="33685" x="5505450" y="5797550"/>
          <p14:tracePt t="33700" x="5518150" y="5797550"/>
          <p14:tracePt t="33721" x="5518150" y="5810250"/>
          <p14:tracePt t="33737" x="5505450" y="5810250"/>
          <p14:tracePt t="33751" x="5492750" y="5816600"/>
          <p14:tracePt t="33767" x="5486400" y="5816600"/>
          <p14:tracePt t="33785" x="5467350" y="5816600"/>
          <p14:tracePt t="33800" x="5448300" y="5816600"/>
          <p14:tracePt t="33817" x="5448300" y="5822950"/>
          <p14:tracePt t="33834" x="5441950" y="5822950"/>
          <p14:tracePt t="33850" x="5429250" y="5822950"/>
          <p14:tracePt t="33867" x="5416550" y="5822950"/>
          <p14:tracePt t="33884" x="5378450" y="5822950"/>
          <p14:tracePt t="33900" x="5327650" y="5822950"/>
          <p14:tracePt t="33918" x="5232400" y="5829300"/>
          <p14:tracePt t="33933" x="5149850" y="5848350"/>
          <p14:tracePt t="33950" x="5067300" y="5854700"/>
          <p14:tracePt t="33967" x="4978400" y="5867400"/>
          <p14:tracePt t="33983" x="4940300" y="5873750"/>
          <p14:tracePt t="34001" x="4927600" y="5880100"/>
          <p14:tracePt t="34017" x="4914900" y="5886450"/>
          <p14:tracePt t="34049" x="4927600" y="5892800"/>
          <p14:tracePt t="34066" x="4953000" y="5892800"/>
          <p14:tracePt t="34083" x="4978400" y="5873750"/>
          <p14:tracePt t="34101" x="5029200" y="5835650"/>
          <p14:tracePt t="34116" x="5105400" y="5816600"/>
          <p14:tracePt t="34133" x="5187950" y="5784850"/>
          <p14:tracePt t="34150" x="5334000" y="5778500"/>
          <p14:tracePt t="34165" x="5422900" y="5778500"/>
          <p14:tracePt t="34182" x="5543550" y="5772150"/>
          <p14:tracePt t="34199" x="5683250" y="5772150"/>
          <p14:tracePt t="34215" x="5759450" y="5772150"/>
          <p14:tracePt t="34233" x="5810250" y="5772150"/>
          <p14:tracePt t="34249" x="5854700" y="5765800"/>
          <p14:tracePt t="34265" x="5867400" y="5765800"/>
          <p14:tracePt t="34283" x="5873750" y="5765800"/>
          <p14:tracePt t="34332" x="5867400" y="5765800"/>
          <p14:tracePt t="34346" x="5861050" y="5765800"/>
          <p14:tracePt t="34353" x="5848350" y="5765800"/>
          <p14:tracePt t="34374" x="5842000" y="5765800"/>
          <p14:tracePt t="34416" x="5835650" y="5765800"/>
          <p14:tracePt t="34423" x="5829300" y="5759450"/>
          <p14:tracePt t="34795" x="5816600" y="5746750"/>
          <p14:tracePt t="34801" x="5791200" y="5695950"/>
          <p14:tracePt t="34813" x="5753100" y="5651500"/>
          <p14:tracePt t="34830" x="5549900" y="5448300"/>
          <p14:tracePt t="34847" x="5403850" y="5283200"/>
          <p14:tracePt t="34865" x="5162550" y="5054600"/>
          <p14:tracePt t="34880" x="5010150" y="4921250"/>
          <p14:tracePt t="34897" x="4870450" y="4806950"/>
          <p14:tracePt t="34914" x="4730750" y="4686300"/>
          <p14:tracePt t="34930" x="4673600" y="4648200"/>
          <p14:tracePt t="34946" x="4641850" y="4629150"/>
          <p14:tracePt t="34963" x="4616450" y="4610100"/>
          <p14:tracePt t="34980" x="4603750" y="4610100"/>
          <p14:tracePt t="35013" x="4591050" y="4610100"/>
          <p14:tracePt t="35029" x="4578350" y="4610100"/>
          <p14:tracePt t="35046" x="4559300" y="4610100"/>
          <p14:tracePt t="35063" x="4552950" y="4603750"/>
          <p14:tracePt t="35079" x="4540250" y="4603750"/>
          <p14:tracePt t="35096" x="4521200" y="4603750"/>
          <p14:tracePt t="35112" x="4514850" y="4603750"/>
          <p14:tracePt t="35129" x="4502150" y="4610100"/>
          <p14:tracePt t="35146" x="4502150" y="4616450"/>
          <p14:tracePt t="35179" x="4495800" y="4622800"/>
          <p14:tracePt t="35196" x="4495800" y="4629150"/>
          <p14:tracePt t="35216" x="4495800" y="4641850"/>
          <p14:tracePt t="35237" x="4495800" y="4648200"/>
          <p14:tracePt t="35300" x="4495800" y="4654550"/>
          <p14:tracePt t="35335" x="4495800" y="4660900"/>
          <p14:tracePt t="35377" x="4495800" y="4667250"/>
          <p14:tracePt t="35475" x="4502150" y="4673600"/>
          <p14:tracePt t="35497" x="4508500" y="4673600"/>
          <p14:tracePt t="35511" x="4514850" y="4673600"/>
          <p14:tracePt t="35532" x="4527550" y="4673600"/>
          <p14:tracePt t="35539" x="4533900" y="4673600"/>
          <p14:tracePt t="35547" x="4540250" y="4673600"/>
          <p14:tracePt t="35561" x="4552950" y="4673600"/>
          <p14:tracePt t="35578" x="4584700" y="4660900"/>
          <p14:tracePt t="35595" x="4648200" y="4648200"/>
          <p14:tracePt t="35611" x="4705350" y="4641850"/>
          <p14:tracePt t="35627" x="4787900" y="4622800"/>
          <p14:tracePt t="35644" x="4921250" y="4597400"/>
          <p14:tracePt t="35661" x="5029200" y="4578350"/>
          <p14:tracePt t="35677" x="5111750" y="4572000"/>
          <p14:tracePt t="35694" x="5207000" y="4559300"/>
          <p14:tracePt t="35710" x="5257800" y="4540250"/>
          <p14:tracePt t="35728" x="5295900" y="4533900"/>
          <p14:tracePt t="35743" x="5308600" y="4533900"/>
          <p14:tracePt t="35791" x="5302250" y="4533900"/>
          <p14:tracePt t="35798" x="5295900" y="4533900"/>
          <p14:tracePt t="35833" x="5283200" y="4533900"/>
          <p14:tracePt t="35848" x="5276850" y="4533900"/>
          <p14:tracePt t="35862" x="5270500" y="4533900"/>
          <p14:tracePt t="35883" x="5264150" y="4533900"/>
          <p14:tracePt t="35904" x="5257800" y="4533900"/>
          <p14:tracePt t="35945" x="5251450" y="4533900"/>
          <p14:tracePt t="35967" x="5245100" y="4533900"/>
          <p14:tracePt t="35981" x="5238750" y="4533900"/>
          <p14:tracePt t="35988" x="5232400" y="4533900"/>
          <p14:tracePt t="36002" x="5226050" y="4540250"/>
          <p14:tracePt t="36012" x="5219700" y="4540250"/>
          <p14:tracePt t="36026" x="5213350" y="4540250"/>
          <p14:tracePt t="36044" x="5194300" y="4546600"/>
          <p14:tracePt t="36059" x="5175250" y="4546600"/>
          <p14:tracePt t="36093" x="5162550" y="4546600"/>
          <p14:tracePt t="36109" x="5149850" y="4546600"/>
          <p14:tracePt t="36177" x="5156200" y="4546600"/>
          <p14:tracePt t="36191" x="5162550" y="4546600"/>
          <p14:tracePt t="36199" x="5175250" y="4546600"/>
          <p14:tracePt t="36213" x="5187950" y="4540250"/>
          <p14:tracePt t="36226" x="5200650" y="4540250"/>
          <p14:tracePt t="36242" x="5238750" y="4527550"/>
          <p14:tracePt t="36259" x="5283200" y="4521200"/>
          <p14:tracePt t="36276" x="5340350" y="4514850"/>
          <p14:tracePt t="36292" x="5378450" y="4508500"/>
          <p14:tracePt t="36308" x="5410200" y="4508500"/>
          <p14:tracePt t="36325" x="5448300" y="4502150"/>
          <p14:tracePt t="36342" x="5467350" y="4502150"/>
          <p14:tracePt t="36402" x="5461000" y="4502150"/>
          <p14:tracePt t="36423" x="5454650" y="4502150"/>
          <p14:tracePt t="36430" x="5448300" y="4502150"/>
          <p14:tracePt t="36444" x="5441950" y="4502150"/>
          <p14:tracePt t="36461" x="5435600" y="4502150"/>
          <p14:tracePt t="36515" x="5429250" y="4502150"/>
          <p14:tracePt t="36620" x="5429250" y="4495800"/>
          <p14:tracePt t="36655" x="5435600" y="4489450"/>
          <p14:tracePt t="36661" x="5441950" y="4483100"/>
          <p14:tracePt t="36674" x="5441950" y="4476750"/>
          <p14:tracePt t="36691" x="5448300" y="4470400"/>
          <p14:tracePt t="36707" x="5454650" y="4457700"/>
          <p14:tracePt t="36724" x="5473700" y="4438650"/>
          <p14:tracePt t="36740" x="5492750" y="4406900"/>
          <p14:tracePt t="36757" x="5505450" y="4394200"/>
          <p14:tracePt t="36774" x="5524500" y="4356100"/>
          <p14:tracePt t="36790" x="5543550" y="4343400"/>
          <p14:tracePt t="36807" x="5568950" y="4324350"/>
          <p14:tracePt t="36824" x="5588000" y="4324350"/>
          <p14:tracePt t="36856" x="5600700" y="4337050"/>
          <p14:tracePt t="36874" x="5619750" y="4349750"/>
          <p14:tracePt t="36890" x="5626100" y="4362450"/>
          <p14:tracePt t="36907" x="5651500" y="4387850"/>
          <p14:tracePt t="36923" x="5695950" y="4425950"/>
          <p14:tracePt t="36939" x="5727700" y="4451350"/>
          <p14:tracePt t="36956" x="5784850" y="4489450"/>
          <p14:tracePt t="36973" x="5848350" y="4521200"/>
          <p14:tracePt t="36990" x="5886450" y="4527550"/>
          <p14:tracePt t="36993" x="5918200" y="4533900"/>
          <p14:tracePt t="37009" x="5943600" y="4540250"/>
          <p14:tracePt t="37023" x="5994400" y="4540250"/>
          <p14:tracePt t="37040" x="6026150" y="4540250"/>
          <p14:tracePt t="37056" x="6064250" y="4521200"/>
          <p14:tracePt t="37072" x="6076950" y="4514850"/>
          <p14:tracePt t="37091" x="6127750" y="4476750"/>
          <p14:tracePt t="37106" x="6140450" y="4470400"/>
          <p14:tracePt t="37122" x="6159500" y="4464050"/>
          <p14:tracePt t="37139" x="6197600" y="4451350"/>
          <p14:tracePt t="37155" x="6235700" y="4438650"/>
          <p14:tracePt t="37172" x="6248400" y="4438650"/>
          <p14:tracePt t="37189" x="6299200" y="4438650"/>
          <p14:tracePt t="37205" x="6356350" y="4438650"/>
          <p14:tracePt t="37223" x="6426200" y="4445000"/>
          <p14:tracePt t="37239" x="6464300" y="4445000"/>
          <p14:tracePt t="37255" x="6540500" y="4445000"/>
          <p14:tracePt t="37273" x="6597650" y="4445000"/>
          <p14:tracePt t="37288" x="6635750" y="4445000"/>
          <p14:tracePt t="37305" x="6699250" y="4438650"/>
          <p14:tracePt t="37322" x="6756400" y="4432300"/>
          <p14:tracePt t="37338" x="6781800" y="4432300"/>
          <p14:tracePt t="37355" x="6800850" y="4419600"/>
          <p14:tracePt t="37372" x="6851650" y="4413250"/>
          <p14:tracePt t="37406" x="6870700" y="4413250"/>
          <p14:tracePt t="37532" x="6864350" y="4419600"/>
          <p14:tracePt t="37567" x="6858000" y="4425950"/>
          <p14:tracePt t="37602" x="6851650" y="4432300"/>
          <p14:tracePt t="37623" x="6851650" y="4438650"/>
          <p14:tracePt t="37644" x="6845300" y="4438650"/>
          <p14:tracePt t="37665" x="6838950" y="4438650"/>
          <p14:tracePt t="37693" x="6832600" y="4438650"/>
          <p14:tracePt t="37722" x="6832600" y="4445000"/>
          <p14:tracePt t="37764" x="6826250" y="4451350"/>
          <p14:tracePt t="37785" x="6819900" y="4451350"/>
          <p14:tracePt t="37791" x="6819900" y="4457700"/>
          <p14:tracePt t="37806" x="6819900" y="4464050"/>
          <p14:tracePt t="37820" x="6813550" y="4464050"/>
          <p14:tracePt t="37836" x="6800850" y="4489450"/>
          <p14:tracePt t="37853" x="6781800" y="4521200"/>
          <p14:tracePt t="37869" x="6750050" y="4616450"/>
          <p14:tracePt t="37886" x="6699250" y="4787900"/>
          <p14:tracePt t="37905" x="6616700" y="4997450"/>
          <p14:tracePt t="37920" x="6584950" y="5111750"/>
          <p14:tracePt t="37936" x="6496050" y="5359400"/>
          <p14:tracePt t="37954" x="6432550" y="5568950"/>
          <p14:tracePt t="37969" x="6413500" y="5670550"/>
          <p14:tracePt t="37986" x="6394450" y="5753100"/>
          <p14:tracePt t="38003" x="6375400" y="5911850"/>
          <p14:tracePt t="38019" x="6375400" y="5937250"/>
          <p14:tracePt t="38036" x="6375400" y="5956300"/>
          <p14:tracePt t="38052" x="6369050" y="5981700"/>
          <p14:tracePt t="38069" x="6369050" y="5994400"/>
          <p14:tracePt t="38087" x="6362700" y="6000750"/>
          <p14:tracePt t="38587" x="6369050" y="6000750"/>
          <p14:tracePt t="38608" x="6381750" y="6000750"/>
          <p14:tracePt t="38629" x="6388100" y="6000750"/>
          <p14:tracePt t="38664" x="6394450" y="6000750"/>
          <p14:tracePt t="38678" x="6400800" y="6000750"/>
          <p14:tracePt t="38707" x="6407150" y="6000750"/>
          <p14:tracePt t="38713" x="6413500" y="6000750"/>
          <p14:tracePt t="38728" x="6419850" y="6000750"/>
          <p14:tracePt t="38777" x="6426200" y="6000750"/>
          <p14:tracePt t="38805" x="6432550" y="6000750"/>
          <p14:tracePt t="38847" x="6432550" y="5994400"/>
          <p14:tracePt t="38917" x="6438900" y="5994400"/>
          <p14:tracePt t="39156" x="6438900" y="5988050"/>
          <p14:tracePt t="39190" x="6445250" y="5988050"/>
          <p14:tracePt t="39205" x="6445250" y="5981700"/>
          <p14:tracePt t="39240" x="6451600" y="5975350"/>
          <p14:tracePt t="39331" x="6451600" y="5969000"/>
          <p14:tracePt t="39387" x="6457950" y="5969000"/>
          <p14:tracePt t="39450" x="6457950" y="5962650"/>
          <p14:tracePt t="39542" x="6457950" y="5956300"/>
          <p14:tracePt t="39591" x="6457950" y="5949950"/>
          <p14:tracePt t="39626" x="6457950" y="5943600"/>
          <p14:tracePt t="39640" x="6457950" y="5937250"/>
          <p14:tracePt t="39661" x="6457950" y="5930900"/>
          <p14:tracePt t="39668" x="6464300" y="5924550"/>
          <p14:tracePt t="39689" x="6464300" y="5918200"/>
          <p14:tracePt t="39703" x="6464300" y="5911850"/>
          <p14:tracePt t="39717" x="6470650" y="5905500"/>
          <p14:tracePt t="39733" x="6470650" y="5892800"/>
          <p14:tracePt t="39746" x="6470650" y="5880100"/>
          <p14:tracePt t="39763" x="6477000" y="5835650"/>
          <p14:tracePt t="39780" x="6483350" y="5772150"/>
          <p14:tracePt t="39797" x="6483350" y="5734050"/>
          <p14:tracePt t="39813" x="6483350" y="5651500"/>
          <p14:tracePt t="39830" x="6483350" y="5575300"/>
          <p14:tracePt t="39846" x="6477000" y="5530850"/>
          <p14:tracePt t="39863" x="6451600" y="5467350"/>
          <p14:tracePt t="39880" x="6432550" y="5435600"/>
          <p14:tracePt t="39896" x="6426200" y="5429250"/>
          <p14:tracePt t="39915" x="6407150" y="5410200"/>
          <p14:tracePt t="39929" x="6394450" y="5410200"/>
          <p14:tracePt t="39946" x="6381750" y="5410200"/>
          <p14:tracePt t="39963" x="6362700" y="5410200"/>
          <p14:tracePt t="39979" x="6356350" y="5403850"/>
          <p14:tracePt t="39996" x="6343650" y="5397500"/>
          <p14:tracePt t="40012" x="6311900" y="5384800"/>
          <p14:tracePt t="40029" x="6286500" y="5372100"/>
          <p14:tracePt t="40045" x="6223000" y="5340350"/>
          <p14:tracePt t="40062" x="6159500" y="5295900"/>
          <p14:tracePt t="40079" x="6140450" y="5283200"/>
          <p14:tracePt t="40097" x="6096000" y="5257800"/>
          <p14:tracePt t="40112" x="6076950" y="5238750"/>
          <p14:tracePt t="40128" x="6070600" y="5232400"/>
          <p14:tracePt t="40145" x="6064250" y="5213350"/>
          <p14:tracePt t="40162" x="6064250" y="5207000"/>
          <p14:tracePt t="40195" x="6064250" y="5194300"/>
          <p14:tracePt t="40212" x="6064250" y="5187950"/>
          <p14:tracePt t="40231" x="6070600" y="5187950"/>
          <p14:tracePt t="40250" x="6076950" y="5181600"/>
          <p14:tracePt t="40272" x="6083300" y="5181600"/>
          <p14:tracePt t="40293" x="6083300" y="5175250"/>
          <p14:tracePt t="40335" x="6089650" y="5168900"/>
          <p14:tracePt t="40342" x="6089650" y="5162550"/>
          <p14:tracePt t="40370" x="6089650" y="5156200"/>
          <p14:tracePt t="40391" x="6089650" y="5149850"/>
          <p14:tracePt t="40440" x="6089650" y="5143500"/>
          <p14:tracePt t="40462" x="6089650" y="5137150"/>
          <p14:tracePt t="40482" x="6089650" y="5130800"/>
          <p14:tracePt t="40504" x="6089650" y="5124450"/>
          <p14:tracePt t="40531" x="6089650" y="5118100"/>
          <p14:tracePt t="40545" x="6089650" y="5111750"/>
          <p14:tracePt t="40553" x="6083300" y="5111750"/>
          <p14:tracePt t="40581" x="6076950" y="5105400"/>
          <p14:tracePt t="40595" x="6070600" y="5105400"/>
          <p14:tracePt t="40601" x="6070600" y="5099050"/>
          <p14:tracePt t="40616" x="6064250" y="5099050"/>
          <p14:tracePt t="40630" x="6057900" y="5092700"/>
          <p14:tracePt t="40646" x="6038850" y="5092700"/>
          <p14:tracePt t="40660" x="6026150" y="5086350"/>
          <p14:tracePt t="40677" x="5981700" y="5073650"/>
          <p14:tracePt t="40694" x="5943600" y="5067300"/>
          <p14:tracePt t="40710" x="5911850" y="5060950"/>
          <p14:tracePt t="40726" x="5873750" y="5054600"/>
          <p14:tracePt t="40743" x="5829300" y="5048250"/>
          <p14:tracePt t="40760" x="5816600" y="5048250"/>
          <p14:tracePt t="40777" x="5797550" y="5048250"/>
          <p14:tracePt t="40792" x="5797550" y="5041900"/>
          <p14:tracePt t="40829" x="5797550" y="5035550"/>
          <p14:tracePt t="40842" x="5803900" y="5035550"/>
          <p14:tracePt t="40859" x="5816600" y="5029200"/>
          <p14:tracePt t="40876" x="5835650" y="5029200"/>
          <p14:tracePt t="40892" x="5842000" y="5029200"/>
          <p14:tracePt t="40910" x="5892800" y="5029200"/>
          <p14:tracePt t="40926" x="5905500" y="5029200"/>
          <p14:tracePt t="40942" x="5911850" y="5029200"/>
          <p14:tracePt t="40959" x="5930900" y="5029200"/>
          <p14:tracePt t="40975" x="5943600" y="5035550"/>
          <p14:tracePt t="40992" x="5943600" y="5041900"/>
          <p14:tracePt t="41025" x="5943600" y="5048250"/>
          <p14:tracePt t="41065" x="5943600" y="5054600"/>
          <p14:tracePt t="41093" x="5949950" y="5054600"/>
          <p14:tracePt t="41108" x="5956300" y="5054600"/>
          <p14:tracePt t="41114" x="5962650" y="5054600"/>
          <p14:tracePt t="41135" x="5969000" y="5054600"/>
          <p14:tracePt t="41144" x="5975350" y="5054600"/>
          <p14:tracePt t="41158" x="5981700" y="5054600"/>
          <p14:tracePt t="41175" x="5988050" y="5054600"/>
          <p14:tracePt t="41192" x="6013450" y="5054600"/>
          <p14:tracePt t="41208" x="6026150" y="5054600"/>
          <p14:tracePt t="41225" x="6051550" y="5054600"/>
          <p14:tracePt t="41242" x="6083300" y="5054600"/>
          <p14:tracePt t="41258" x="6121400" y="5067300"/>
          <p14:tracePt t="41276" x="6165850" y="5067300"/>
          <p14:tracePt t="41291" x="6184900" y="5080000"/>
          <p14:tracePt t="41308" x="6216650" y="5080000"/>
          <p14:tracePt t="41325" x="6261100" y="5080000"/>
          <p14:tracePt t="41341" x="6280150" y="5086350"/>
          <p14:tracePt t="41358" x="6305550" y="5092700"/>
          <p14:tracePt t="41375" x="6343650" y="5092700"/>
          <p14:tracePt t="41391" x="6356350" y="5092700"/>
          <p14:tracePt t="41409" x="6381750" y="5086350"/>
          <p14:tracePt t="41424" x="6407150" y="5080000"/>
          <p14:tracePt t="41441" x="6419850" y="5080000"/>
          <p14:tracePt t="41457" x="6432550" y="5073650"/>
          <p14:tracePt t="41473" x="6457950" y="5067300"/>
          <p14:tracePt t="41490" x="6464300" y="5067300"/>
          <p14:tracePt t="41507" x="6470650" y="5067300"/>
          <p14:tracePt t="41540" x="6477000" y="5067300"/>
          <p14:tracePt t="41577" x="6483350" y="5067300"/>
          <p14:tracePt t="41585" x="6483350" y="5073650"/>
          <p14:tracePt t="41606" x="6489700" y="5073650"/>
          <p14:tracePt t="41613" x="6496050" y="5080000"/>
          <p14:tracePt t="41634" x="6502400" y="5080000"/>
          <p14:tracePt t="41654" x="6502400" y="5086350"/>
          <p14:tracePt t="41676" x="6508750" y="5086350"/>
          <p14:tracePt t="41718" x="6515100" y="5092700"/>
          <p14:tracePt t="41746" x="6521450" y="5092700"/>
          <p14:tracePt t="41788" x="6527800" y="5092700"/>
          <p14:tracePt t="41795" x="6534150" y="5099050"/>
          <p14:tracePt t="41824" x="6540500" y="509905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22229" cy="68580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GB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US" altLang="en-US" sz="36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[,default])-&gt;</a:t>
            </a:r>
            <a:r>
              <a:rPr lang="en-US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val</a:t>
            </a:r>
            <a:endParaRPr lang="en-GB" altLang="en-US" sz="3600" dirty="0" smtClean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quivalent </a:t>
            </a:r>
            <a:r>
              <a:rPr lang="en-US" altLang="en-US" sz="3200" dirty="0">
                <a:solidFill>
                  <a:schemeClr val="tx1"/>
                </a:solidFill>
              </a:rPr>
              <a:t>to </a:t>
            </a:r>
            <a:r>
              <a:rPr lang="en-US" altLang="en-US" sz="3200" dirty="0" smtClean="0">
                <a:solidFill>
                  <a:schemeClr val="tx1"/>
                </a:solidFill>
              </a:rPr>
              <a:t>obj.name…</a:t>
            </a:r>
            <a:r>
              <a:rPr lang="en-US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en-US" sz="3200" dirty="0">
                <a:solidFill>
                  <a:schemeClr val="bg1"/>
                </a:solidFill>
              </a:rPr>
              <a:t>when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3200" dirty="0" smtClean="0">
                <a:solidFill>
                  <a:schemeClr val="bg1"/>
                </a:solidFill>
              </a:rPr>
              <a:t>the</a:t>
            </a:r>
            <a:r>
              <a:rPr lang="en-US" altLang="en-US" sz="2800" dirty="0" smtClean="0">
                <a:solidFill>
                  <a:schemeClr val="bg1"/>
                </a:solidFill>
              </a:rPr>
              <a:t> </a:t>
            </a:r>
            <a:r>
              <a:rPr lang="en-US" altLang="en-US" sz="3200" dirty="0">
                <a:solidFill>
                  <a:schemeClr val="bg1"/>
                </a:solidFill>
              </a:rPr>
              <a:t>attribute doesn’t exist. In that case, you can avoid raising the exception by providing a default argument</a:t>
            </a:r>
            <a:r>
              <a:rPr lang="en-US" altLang="en-US" sz="3200" dirty="0" smtClean="0">
                <a:solidFill>
                  <a:schemeClr val="bg1"/>
                </a:solidFill>
              </a:rPr>
              <a:t>.</a:t>
            </a:r>
            <a:endParaRPr lang="en-GB" altLang="en-US" sz="2800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60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=[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1,3,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,1,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g.count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g.count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g.cnt</a:t>
            </a:r>
            <a:endParaRPr lang="en-US" altLang="en-US" sz="2400" b="1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: 'list' object has no attribute '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r>
              <a:rPr lang="en-US" altLang="en-US" sz="2400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: 'list' object has no attribute '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(g,"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",None)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400" b="1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1601643"/>
      </p:ext>
    </p:extLst>
  </p:cSld>
  <p:clrMapOvr>
    <a:masterClrMapping/>
  </p:clrMapOvr>
  <p:transition spd="med" advTm="1028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012" x="3625850" y="3225800"/>
          <p14:tracePt t="5018" x="3625850" y="3175000"/>
          <p14:tracePt t="5029" x="3613150" y="3124200"/>
          <p14:tracePt t="5046" x="3594100" y="2990850"/>
          <p14:tracePt t="5062" x="3556000" y="2794000"/>
          <p14:tracePt t="5079" x="3530600" y="2673350"/>
          <p14:tracePt t="5096" x="3492500" y="2495550"/>
          <p14:tracePt t="5112" x="3473450" y="2355850"/>
          <p14:tracePt t="5129" x="3454400" y="2279650"/>
          <p14:tracePt t="5132" x="3448050" y="2241550"/>
          <p14:tracePt t="5146" x="3435350" y="2197100"/>
          <p14:tracePt t="5162" x="3416300" y="2133600"/>
          <p14:tracePt t="5179" x="3409950" y="2063750"/>
          <p14:tracePt t="5196" x="3403600" y="2006600"/>
          <p14:tracePt t="5212" x="3390900" y="1974850"/>
          <p14:tracePt t="5229" x="3384550" y="1905000"/>
          <p14:tracePt t="5245" x="3384550" y="1873250"/>
          <p14:tracePt t="5262" x="3378200" y="1828800"/>
          <p14:tracePt t="5279" x="3371850" y="1765300"/>
          <p14:tracePt t="5295" x="3365500" y="1752600"/>
          <p14:tracePt t="5311" x="3359150" y="1727200"/>
          <p14:tracePt t="5328" x="3352800" y="1689100"/>
          <p14:tracePt t="5345" x="3346450" y="1663700"/>
          <p14:tracePt t="5362" x="3346450" y="1638300"/>
          <p14:tracePt t="5378" x="3333750" y="1619250"/>
          <p14:tracePt t="5395" x="3327400" y="1600200"/>
          <p14:tracePt t="5412" x="3321050" y="1568450"/>
          <p14:tracePt t="5428" x="3302000" y="1549400"/>
          <p14:tracePt t="5444" x="3289300" y="1524000"/>
          <p14:tracePt t="5461" x="3263900" y="1460500"/>
          <p14:tracePt t="5478" x="3251200" y="1416050"/>
          <p14:tracePt t="5494" x="3213100" y="1358900"/>
          <p14:tracePt t="5511" x="3149600" y="1238250"/>
          <p14:tracePt t="5527" x="3117850" y="1168400"/>
          <p14:tracePt t="5545" x="3079750" y="1104900"/>
          <p14:tracePt t="5561" x="3048000" y="1035050"/>
          <p14:tracePt t="5577" x="3035300" y="996950"/>
          <p14:tracePt t="5594" x="3016250" y="946150"/>
          <p14:tracePt t="5610" x="3003550" y="914400"/>
          <p14:tracePt t="5627" x="2990850" y="889000"/>
          <p14:tracePt t="5631" x="2984500" y="876300"/>
          <p14:tracePt t="5644" x="2971800" y="857250"/>
          <p14:tracePt t="5660" x="2965450" y="831850"/>
          <p14:tracePt t="5678" x="2946400" y="812800"/>
          <p14:tracePt t="5693" x="2933700" y="793750"/>
          <p14:tracePt t="5710" x="2927350" y="774700"/>
          <p14:tracePt t="5727" x="2921000" y="762000"/>
          <p14:tracePt t="5743" x="2914650" y="742950"/>
          <p14:tracePt t="5760" x="2908300" y="730250"/>
          <p14:tracePt t="5777" x="2901950" y="711200"/>
          <p14:tracePt t="5793" x="2895600" y="698500"/>
          <p14:tracePt t="5811" x="2889250" y="679450"/>
          <p14:tracePt t="5827" x="2876550" y="660400"/>
          <p14:tracePt t="5843" x="2863850" y="641350"/>
          <p14:tracePt t="5860" x="2851150" y="622300"/>
          <p14:tracePt t="5876" x="2844800" y="615950"/>
          <p14:tracePt t="5893" x="2838450" y="603250"/>
          <p14:tracePt t="5910" x="2832100" y="590550"/>
          <p14:tracePt t="5926" x="2825750" y="590550"/>
          <p14:tracePt t="5943" x="2819400" y="577850"/>
          <p14:tracePt t="5959" x="2813050" y="577850"/>
          <p14:tracePt t="5976" x="2806700" y="577850"/>
          <p14:tracePt t="5993" x="2806700" y="571500"/>
          <p14:tracePt t="6009" x="2806700" y="565150"/>
          <p14:tracePt t="6026" x="2800350" y="565150"/>
          <p14:tracePt t="6059" x="2787650" y="565150"/>
          <p14:tracePt t="6076" x="2781300" y="565150"/>
          <p14:tracePt t="6629" x="2781300" y="571500"/>
          <p14:tracePt t="6643" x="2787650" y="577850"/>
          <p14:tracePt t="6658" x="2794000" y="584200"/>
          <p14:tracePt t="6664" x="2794000" y="596900"/>
          <p14:tracePt t="6674" x="2800350" y="603250"/>
          <p14:tracePt t="6693" x="2806700" y="628650"/>
          <p14:tracePt t="6707" x="2819400" y="635000"/>
          <p14:tracePt t="6723" x="2825750" y="660400"/>
          <p14:tracePt t="6741" x="2838450" y="685800"/>
          <p14:tracePt t="6757" x="2844800" y="692150"/>
          <p14:tracePt t="6774" x="2851150" y="704850"/>
          <p14:tracePt t="6790" x="2857500" y="723900"/>
          <p14:tracePt t="6822" x="2863850" y="730250"/>
          <p14:tracePt t="6839" x="2863850" y="742950"/>
          <p14:tracePt t="6856" x="2870200" y="742950"/>
          <p14:tracePt t="6873" x="2870200" y="749300"/>
          <p14:tracePt t="6906" x="2876550" y="755650"/>
          <p14:tracePt t="6923" x="2876550" y="762000"/>
          <p14:tracePt t="6939" x="2882900" y="762000"/>
          <p14:tracePt t="6965" x="2882900" y="768350"/>
          <p14:tracePt t="7000" x="2889250" y="768350"/>
          <p14:tracePt t="7007" x="2889250" y="774700"/>
          <p14:tracePt t="7057" x="2889250" y="781050"/>
          <p14:tracePt t="7098" x="2895600" y="787400"/>
          <p14:tracePt t="7197" x="2895600" y="781050"/>
          <p14:tracePt t="7211" x="2901950" y="774700"/>
          <p14:tracePt t="7218" x="2901950" y="762000"/>
          <p14:tracePt t="7239" x="2901950" y="749300"/>
          <p14:tracePt t="7246" x="2901950" y="742950"/>
          <p14:tracePt t="7255" x="2901950" y="730250"/>
          <p14:tracePt t="7271" x="2901950" y="711200"/>
          <p14:tracePt t="7288" x="2895600" y="679450"/>
          <p14:tracePt t="7305" x="2889250" y="641350"/>
          <p14:tracePt t="7322" x="2882900" y="615950"/>
          <p14:tracePt t="7339" x="2863850" y="565150"/>
          <p14:tracePt t="7354" x="2851150" y="539750"/>
          <p14:tracePt t="7372" x="2832100" y="482600"/>
          <p14:tracePt t="7388" x="2819400" y="463550"/>
          <p14:tracePt t="7404" x="2806700" y="431800"/>
          <p14:tracePt t="7422" x="2787650" y="406400"/>
          <p14:tracePt t="7438" x="2781300" y="400050"/>
          <p14:tracePt t="7454" x="2768600" y="400050"/>
          <p14:tracePt t="7471" x="2762250" y="393700"/>
          <p14:tracePt t="7487" x="2755900" y="387350"/>
          <p14:tracePt t="7504" x="2749550" y="381000"/>
          <p14:tracePt t="7521" x="2736850" y="381000"/>
          <p14:tracePt t="7568" x="2730500" y="381000"/>
          <p14:tracePt t="7589" x="2724150" y="381000"/>
          <p14:tracePt t="7617" x="2717800" y="381000"/>
          <p14:tracePt t="7639" x="2711450" y="381000"/>
          <p14:tracePt t="7673" x="2705100" y="381000"/>
          <p14:tracePt t="7778" x="2711450" y="381000"/>
          <p14:tracePt t="7814" x="2717800" y="381000"/>
          <p14:tracePt t="7870" x="2724150" y="381000"/>
          <p14:tracePt t="7891" x="2730500" y="381000"/>
          <p14:tracePt t="7911" x="2736850" y="381000"/>
          <p14:tracePt t="7918" x="2743200" y="381000"/>
          <p14:tracePt t="7933" x="2749550" y="381000"/>
          <p14:tracePt t="7954" x="2755900" y="381000"/>
          <p14:tracePt t="8003" x="2762250" y="381000"/>
          <p14:tracePt t="8010" x="2768600" y="381000"/>
          <p14:tracePt t="8031" x="2774950" y="381000"/>
          <p14:tracePt t="8038" x="2781300" y="381000"/>
          <p14:tracePt t="8059" x="2787650" y="381000"/>
          <p14:tracePt t="8101" x="2794000" y="381000"/>
          <p14:tracePt t="8108" x="2800350" y="381000"/>
          <p14:tracePt t="8150" x="2806700" y="381000"/>
          <p14:tracePt t="8171" x="2813050" y="381000"/>
          <p14:tracePt t="8178" x="2819400" y="381000"/>
          <p14:tracePt t="8213" x="2819400" y="387350"/>
          <p14:tracePt t="8240" x="2825750" y="387350"/>
          <p14:tracePt t="8269" x="2832100" y="387350"/>
          <p14:tracePt t="8290" x="2832100" y="393700"/>
          <p14:tracePt t="8305" x="2838450" y="393700"/>
          <p14:tracePt t="8311" x="2844800" y="393700"/>
          <p14:tracePt t="8332" x="2851150" y="393700"/>
          <p14:tracePt t="8339" x="2857500" y="393700"/>
          <p14:tracePt t="8354" x="2863850" y="393700"/>
          <p14:tracePt t="8375" x="2870200" y="393700"/>
          <p14:tracePt t="8384" x="2876550" y="393700"/>
          <p14:tracePt t="8404" x="2889250" y="393700"/>
          <p14:tracePt t="8418" x="2908300" y="393700"/>
          <p14:tracePt t="8434" x="2921000" y="393700"/>
          <p14:tracePt t="8452" x="2946400" y="393700"/>
          <p14:tracePt t="8467" x="2959100" y="393700"/>
          <p14:tracePt t="8484" x="2971800" y="393700"/>
          <p14:tracePt t="8501" x="2990850" y="393700"/>
          <p14:tracePt t="8534" x="2997200" y="387350"/>
          <p14:tracePt t="8570" x="3003550" y="381000"/>
          <p14:tracePt t="8598" x="3009900" y="381000"/>
          <p14:tracePt t="8619" x="3016250" y="381000"/>
          <p14:tracePt t="8641" x="3022600" y="381000"/>
          <p14:tracePt t="8662" x="3035300" y="381000"/>
          <p14:tracePt t="8676" x="3041650" y="381000"/>
          <p14:tracePt t="8690" x="3054350" y="381000"/>
          <p14:tracePt t="8697" x="3060700" y="381000"/>
          <p14:tracePt t="8704" x="3079750" y="381000"/>
          <p14:tracePt t="8717" x="3092450" y="381000"/>
          <p14:tracePt t="8733" x="3143250" y="381000"/>
          <p14:tracePt t="8750" x="3194050" y="381000"/>
          <p14:tracePt t="8767" x="3270250" y="381000"/>
          <p14:tracePt t="8782" x="3327400" y="374650"/>
          <p14:tracePt t="8799" x="3371850" y="374650"/>
          <p14:tracePt t="8817" x="3429000" y="368300"/>
          <p14:tracePt t="8833" x="3467100" y="361950"/>
          <p14:tracePt t="8849" x="3486150" y="361950"/>
          <p14:tracePt t="8866" x="3536950" y="355600"/>
          <p14:tracePt t="8883" x="3549650" y="349250"/>
          <p14:tracePt t="8899" x="3562350" y="349250"/>
          <p14:tracePt t="8915" x="3581400" y="349250"/>
          <p14:tracePt t="8932" x="3581400" y="342900"/>
          <p14:tracePt t="8949" x="3594100" y="342900"/>
          <p14:tracePt t="8966" x="3606800" y="336550"/>
          <p14:tracePt t="8999" x="3619500" y="336550"/>
          <p14:tracePt t="9015" x="3619500" y="330200"/>
          <p14:tracePt t="9055" x="3625850" y="330200"/>
          <p14:tracePt t="9083" x="3625850" y="323850"/>
          <p14:tracePt t="9090" x="3625850" y="317500"/>
          <p14:tracePt t="9139" x="3619500" y="317500"/>
          <p14:tracePt t="9153" x="3613150" y="317500"/>
          <p14:tracePt t="9160" x="3606800" y="317500"/>
          <p14:tracePt t="9458" x="3619500" y="317500"/>
          <p14:tracePt t="9465" x="3638550" y="317500"/>
          <p14:tracePt t="9473" x="3670300" y="317500"/>
          <p14:tracePt t="9481" x="3695700" y="317500"/>
          <p14:tracePt t="9497" x="3765550" y="317500"/>
          <p14:tracePt t="9514" x="3917950" y="330200"/>
          <p14:tracePt t="9530" x="4064000" y="330200"/>
          <p14:tracePt t="9547" x="4191000" y="342900"/>
          <p14:tracePt t="9564" x="4394200" y="349250"/>
          <p14:tracePt t="9581" x="4552950" y="361950"/>
          <p14:tracePt t="9597" x="4667250" y="368300"/>
          <p14:tracePt t="9613" x="4826000" y="368300"/>
          <p14:tracePt t="9630" x="4883150" y="381000"/>
          <p14:tracePt t="9647" x="4933950" y="387350"/>
          <p14:tracePt t="9663" x="4991100" y="393700"/>
          <p14:tracePt t="9680" x="5016500" y="393700"/>
          <p14:tracePt t="9697" x="5029200" y="387350"/>
          <p14:tracePt t="9713" x="5041900" y="387350"/>
          <p14:tracePt t="9729" x="5048250" y="381000"/>
          <p14:tracePt t="9747" x="5060950" y="381000"/>
          <p14:tracePt t="9763" x="5067300" y="381000"/>
          <p14:tracePt t="9796" x="5073650" y="374650"/>
          <p14:tracePt t="9812" x="5080000" y="374650"/>
          <p14:tracePt t="9837" x="5080000" y="368300"/>
          <p14:tracePt t="9879" x="5073650" y="368300"/>
          <p14:tracePt t="9887" x="5067300" y="368300"/>
          <p14:tracePt t="9907" x="5060950" y="374650"/>
          <p14:tracePt t="9916" x="5054600" y="374650"/>
          <p14:tracePt t="9929" x="5041900" y="374650"/>
          <p14:tracePt t="9946" x="5029200" y="381000"/>
          <p14:tracePt t="9962" x="5016500" y="387350"/>
          <p14:tracePt t="9979" x="4940300" y="400050"/>
          <p14:tracePt t="9996" x="4826000" y="450850"/>
          <p14:tracePt t="10013" x="4565650" y="527050"/>
          <p14:tracePt t="10029" x="4406900" y="590550"/>
          <p14:tracePt t="10045" x="4241800" y="660400"/>
          <p14:tracePt t="10062" x="4051300" y="736600"/>
          <p14:tracePt t="10078" x="3937000" y="793750"/>
          <p14:tracePt t="10096" x="3867150" y="831850"/>
          <p14:tracePt t="10112" x="3822700" y="850900"/>
          <p14:tracePt t="10128" x="3797300" y="869950"/>
          <p14:tracePt t="10145" x="3765550" y="895350"/>
          <p14:tracePt t="10161" x="3746500" y="908050"/>
          <p14:tracePt t="10178" x="3727450" y="920750"/>
          <p14:tracePt t="10196" x="3702050" y="939800"/>
          <p14:tracePt t="10211" x="3689350" y="946150"/>
          <p14:tracePt t="10228" x="3676650" y="958850"/>
          <p14:tracePt t="10245" x="3657600" y="971550"/>
          <p14:tracePt t="10261" x="3644900" y="977900"/>
          <p14:tracePt t="10278" x="3632200" y="984250"/>
          <p14:tracePt t="10294" x="3625850" y="984250"/>
          <p14:tracePt t="10311" x="3613150" y="990600"/>
          <p14:tracePt t="10328" x="3600450" y="990600"/>
          <p14:tracePt t="10344" x="3581400" y="990600"/>
          <p14:tracePt t="10361" x="3575050" y="990600"/>
          <p14:tracePt t="10378" x="3536950" y="990600"/>
          <p14:tracePt t="10394" x="3517900" y="990600"/>
          <p14:tracePt t="10411" x="3460750" y="990600"/>
          <p14:tracePt t="10428" x="3403600" y="996950"/>
          <p14:tracePt t="10444" x="3378200" y="996950"/>
          <p14:tracePt t="10461" x="3308350" y="996950"/>
          <p14:tracePt t="10477" x="3251200" y="996950"/>
          <p14:tracePt t="10494" x="3213100" y="996950"/>
          <p14:tracePt t="10511" x="3168650" y="996950"/>
          <p14:tracePt t="10527" x="3124200" y="996950"/>
          <p14:tracePt t="10544" x="3105150" y="996950"/>
          <p14:tracePt t="10560" x="3060700" y="996950"/>
          <p14:tracePt t="10577" x="3028950" y="996950"/>
          <p14:tracePt t="10593" x="3022600" y="996950"/>
          <p14:tracePt t="10610" x="3003550" y="1003300"/>
          <p14:tracePt t="10627" x="2990850" y="1009650"/>
          <p14:tracePt t="10644" x="2978150" y="1016000"/>
          <p14:tracePt t="10660" x="2965450" y="1016000"/>
          <p14:tracePt t="10676" x="2965450" y="1022350"/>
          <p14:tracePt t="10693" x="2952750" y="1028700"/>
          <p14:tracePt t="10710" x="2946400" y="1035050"/>
          <p14:tracePt t="10735" x="2940050" y="1035050"/>
          <p14:tracePt t="10805" x="2933700" y="1041400"/>
          <p14:tracePt t="10854" x="2940050" y="1041400"/>
          <p14:tracePt t="10896" x="2946400" y="1041400"/>
          <p14:tracePt t="10903" x="2952750" y="1041400"/>
          <p14:tracePt t="10924" x="2959100" y="1041400"/>
          <p14:tracePt t="10959" x="2965450" y="1041400"/>
          <p14:tracePt t="10966" x="2971800" y="1041400"/>
          <p14:tracePt t="10994" x="2978150" y="1041400"/>
          <p14:tracePt t="11240" x="2978150" y="1035050"/>
          <p14:tracePt t="11275" x="2978150" y="1028700"/>
          <p14:tracePt t="11310" x="2971800" y="1022350"/>
          <p14:tracePt t="11345" x="2965450" y="1016000"/>
          <p14:tracePt t="11394" x="2965450" y="1009650"/>
          <p14:tracePt t="11415" x="2959100" y="1009650"/>
          <p14:tracePt t="11450" x="2959100" y="1003300"/>
          <p14:tracePt t="11458" x="2952750" y="1003300"/>
          <p14:tracePt t="11478" x="2946400" y="1003300"/>
          <p14:tracePt t="11485" x="2940050" y="1003300"/>
          <p14:tracePt t="11527" x="2927350" y="1003300"/>
          <p14:tracePt t="11556" x="2921000" y="1003300"/>
          <p14:tracePt t="11598" x="2914650" y="1003300"/>
          <p14:tracePt t="11640" x="2908300" y="1003300"/>
          <p14:tracePt t="11745" x="2914650" y="1003300"/>
          <p14:tracePt t="11766" x="2921000" y="996950"/>
          <p14:tracePt t="11787" x="2927350" y="990600"/>
          <p14:tracePt t="11801" x="2933700" y="990600"/>
          <p14:tracePt t="11809" x="2952750" y="984250"/>
          <p14:tracePt t="11822" x="2965450" y="977900"/>
          <p14:tracePt t="11839" x="2997200" y="965200"/>
          <p14:tracePt t="11856" x="3022600" y="958850"/>
          <p14:tracePt t="11872" x="3073400" y="939800"/>
          <p14:tracePt t="11889" x="3117850" y="933450"/>
          <p14:tracePt t="11906" x="3168650" y="927100"/>
          <p14:tracePt t="11922" x="3200400" y="920750"/>
          <p14:tracePt t="11938" x="3219450" y="920750"/>
          <p14:tracePt t="11956" x="3282950" y="914400"/>
          <p14:tracePt t="11972" x="3302000" y="914400"/>
          <p14:tracePt t="11989" x="3321050" y="914400"/>
          <p14:tracePt t="12005" x="3352800" y="914400"/>
          <p14:tracePt t="12022" x="3384550" y="914400"/>
          <p14:tracePt t="12038" x="3397250" y="914400"/>
          <p14:tracePt t="12055" x="3416300" y="914400"/>
          <p14:tracePt t="12072" x="3435350" y="914400"/>
          <p14:tracePt t="12089" x="3441700" y="914400"/>
          <p14:tracePt t="12105" x="3448050" y="914400"/>
          <p14:tracePt t="12121" x="3460750" y="914400"/>
          <p14:tracePt t="12138" x="3467100" y="914400"/>
          <p14:tracePt t="12155" x="3473450" y="914400"/>
          <p14:tracePt t="12172" x="3479800" y="920750"/>
          <p14:tracePt t="12208" x="3486150" y="920750"/>
          <p14:tracePt t="12229" x="3492500" y="920750"/>
          <p14:tracePt t="12237" x="3498850" y="920750"/>
          <p14:tracePt t="12258" x="3505200" y="920750"/>
          <p14:tracePt t="12274" x="3511550" y="920750"/>
          <p14:tracePt t="12287" x="3517900" y="920750"/>
          <p14:tracePt t="12304" x="3549650" y="920750"/>
          <p14:tracePt t="12321" x="3587750" y="927100"/>
          <p14:tracePt t="12337" x="3619500" y="927100"/>
          <p14:tracePt t="12354" x="3714750" y="927100"/>
          <p14:tracePt t="12370" x="3822700" y="927100"/>
          <p14:tracePt t="12387" x="3873500" y="927100"/>
          <p14:tracePt t="12404" x="3962400" y="927100"/>
          <p14:tracePt t="12420" x="4032250" y="927100"/>
          <p14:tracePt t="12437" x="4051300" y="927100"/>
          <p14:tracePt t="12453" x="4089400" y="927100"/>
          <p14:tracePt t="12470" x="4114800" y="927100"/>
          <p14:tracePt t="12487" x="4121150" y="927100"/>
          <p14:tracePt t="12503" x="4133850" y="933450"/>
          <p14:tracePt t="12520" x="4140200" y="933450"/>
          <p14:tracePt t="12551" x="4140200" y="939800"/>
          <p14:tracePt t="12579" x="4133850" y="939800"/>
          <p14:tracePt t="12607" x="4127500" y="939800"/>
          <p14:tracePt t="16387" x="4191000" y="933450"/>
          <p14:tracePt t="16395" x="4318000" y="920750"/>
          <p14:tracePt t="16410" x="4464050" y="901700"/>
          <p14:tracePt t="16424" x="4851400" y="850900"/>
          <p14:tracePt t="16440" x="5099050" y="819150"/>
          <p14:tracePt t="16456" x="5372100" y="774700"/>
          <p14:tracePt t="16473" x="5911850" y="717550"/>
          <p14:tracePt t="16489" x="6286500" y="704850"/>
          <p14:tracePt t="16506" x="6400800" y="692150"/>
          <p14:tracePt t="16522" x="6616700" y="660400"/>
          <p14:tracePt t="16539" x="6737350" y="635000"/>
          <p14:tracePt t="16556" x="6826250" y="635000"/>
          <p14:tracePt t="16573" x="6870700" y="622300"/>
          <p14:tracePt t="16589" x="6965950" y="628650"/>
          <p14:tracePt t="16606" x="7054850" y="622300"/>
          <p14:tracePt t="16622" x="7131050" y="622300"/>
          <p14:tracePt t="16639" x="7264400" y="628650"/>
          <p14:tracePt t="16656" x="7391400" y="635000"/>
          <p14:tracePt t="16672" x="7467600" y="635000"/>
          <p14:tracePt t="16690" x="7600950" y="647700"/>
          <p14:tracePt t="16705" x="7651750" y="641350"/>
          <p14:tracePt t="16739" x="7772400" y="622300"/>
          <p14:tracePt t="16755" x="7823200" y="615950"/>
          <p14:tracePt t="16774" x="7912100" y="577850"/>
          <p14:tracePt t="16789" x="7943850" y="552450"/>
          <p14:tracePt t="16805" x="7975600" y="533400"/>
          <p14:tracePt t="16822" x="8032750" y="482600"/>
          <p14:tracePt t="16838" x="8051800" y="463550"/>
          <p14:tracePt t="16855" x="8077200" y="438150"/>
          <p14:tracePt t="16872" x="8115300" y="406400"/>
          <p14:tracePt t="16889" x="8134350" y="400050"/>
          <p14:tracePt t="16905" x="8147050" y="381000"/>
          <p14:tracePt t="16921" x="8172450" y="368300"/>
          <p14:tracePt t="16938" x="8178800" y="368300"/>
          <p14:tracePt t="16955" x="8185150" y="368300"/>
          <p14:tracePt t="17068" x="8178800" y="368300"/>
          <p14:tracePt t="17089" x="8172450" y="368300"/>
          <p14:tracePt t="17124" x="8166100" y="361950"/>
          <p14:tracePt t="18289" x="8147050" y="368300"/>
          <p14:tracePt t="18296" x="8128000" y="381000"/>
          <p14:tracePt t="18310" x="8096250" y="393700"/>
          <p14:tracePt t="18319" x="8064500" y="412750"/>
          <p14:tracePt t="18333" x="8032750" y="438150"/>
          <p14:tracePt t="18350" x="8001000" y="463550"/>
          <p14:tracePt t="18367" x="7861300" y="552450"/>
          <p14:tracePt t="18383" x="7816850" y="577850"/>
          <p14:tracePt t="18400" x="7747000" y="615950"/>
          <p14:tracePt t="18416" x="7588250" y="717550"/>
          <p14:tracePt t="18433" x="7385050" y="825500"/>
          <p14:tracePt t="18451" x="7188200" y="927100"/>
          <p14:tracePt t="18466" x="7080250" y="984250"/>
          <p14:tracePt t="18483" x="6883400" y="1085850"/>
          <p14:tracePt t="18500" x="6686550" y="1162050"/>
          <p14:tracePt t="18516" x="6604000" y="1187450"/>
          <p14:tracePt t="18533" x="6457950" y="1257300"/>
          <p14:tracePt t="18549" x="6267450" y="1371600"/>
          <p14:tracePt t="18566" x="6172200" y="1416050"/>
          <p14:tracePt t="18583" x="6000750" y="1498600"/>
          <p14:tracePt t="18599" x="5842000" y="1581150"/>
          <p14:tracePt t="18616" x="5759450" y="1606550"/>
          <p14:tracePt t="18633" x="5689600" y="1644650"/>
          <p14:tracePt t="18649" x="5473700" y="1746250"/>
          <p14:tracePt t="18665" x="5403850" y="1778000"/>
          <p14:tracePt t="18682" x="5295900" y="1822450"/>
          <p14:tracePt t="18699" x="5238750" y="1847850"/>
          <p14:tracePt t="18715" x="5149850" y="1885950"/>
          <p14:tracePt t="18732" x="5080000" y="1917700"/>
          <p14:tracePt t="18748" x="5035550" y="1943100"/>
          <p14:tracePt t="18766" x="4991100" y="1981200"/>
          <p14:tracePt t="18781" x="4953000" y="2000250"/>
          <p14:tracePt t="18798" x="4933950" y="2006600"/>
          <p14:tracePt t="18802" x="4914900" y="2019300"/>
          <p14:tracePt t="18815" x="4876800" y="2051050"/>
          <p14:tracePt t="18831" x="4857750" y="2057400"/>
          <p14:tracePt t="18848" x="4857750" y="2070100"/>
          <p14:tracePt t="18865" x="4851400" y="2076450"/>
          <p14:tracePt t="19354" x="4756150" y="2057400"/>
          <p14:tracePt t="19361" x="4629150" y="2038350"/>
          <p14:tracePt t="19368" x="4495800" y="2012950"/>
          <p14:tracePt t="19383" x="4343400" y="2000250"/>
          <p14:tracePt t="19397" x="4203700" y="1993900"/>
          <p14:tracePt t="19413" x="3924300" y="1993900"/>
          <p14:tracePt t="19429" x="3797300" y="1993900"/>
          <p14:tracePt t="19446" x="3581400" y="1993900"/>
          <p14:tracePt t="19463" x="3390900" y="2044700"/>
          <p14:tracePt t="19480" x="3321050" y="2057400"/>
          <p14:tracePt t="19495" x="3155950" y="2089150"/>
          <p14:tracePt t="19512" x="3060700" y="2095500"/>
          <p14:tracePt t="19529" x="2870200" y="2159000"/>
          <p14:tracePt t="19546" x="2711450" y="2209800"/>
          <p14:tracePt t="19562" x="2641600" y="2235200"/>
          <p14:tracePt t="19579" x="2508250" y="2292350"/>
          <p14:tracePt t="19596" x="2482850" y="2305050"/>
          <p14:tracePt t="19612" x="2451100" y="2311400"/>
          <p14:tracePt t="19629" x="2406650" y="2343150"/>
          <p14:tracePt t="19645" x="2374900" y="2368550"/>
          <p14:tracePt t="19663" x="2330450" y="2387600"/>
          <p14:tracePt t="19679" x="2317750" y="2393950"/>
          <p14:tracePt t="19695" x="2266950" y="2419350"/>
          <p14:tracePt t="19712" x="2228850" y="2438400"/>
          <p14:tracePt t="19728" x="2209800" y="2438400"/>
          <p14:tracePt t="19745" x="2178050" y="2438400"/>
          <p14:tracePt t="19762" x="2159000" y="2444750"/>
          <p14:tracePt t="20255" x="2159000" y="2451100"/>
          <p14:tracePt t="20276" x="2159000" y="2457450"/>
          <p14:tracePt t="20283" x="2159000" y="2463800"/>
          <p14:tracePt t="20311" x="2159000" y="2470150"/>
          <p14:tracePt t="20325" x="2152650" y="2476500"/>
          <p14:tracePt t="20332" x="2152650" y="2482850"/>
          <p14:tracePt t="20346" x="2152650" y="2489200"/>
          <p14:tracePt t="20360" x="2146300" y="2508250"/>
          <p14:tracePt t="20393" x="2146300" y="2514600"/>
          <p14:tracePt t="20410" x="2146300" y="2520950"/>
          <p14:tracePt t="20427" x="2146300" y="2533650"/>
          <p14:tracePt t="20465" x="2152650" y="2533650"/>
          <p14:tracePt t="20493" x="2165350" y="2533650"/>
          <p14:tracePt t="20500" x="2197100" y="2533650"/>
          <p14:tracePt t="20514" x="2222500" y="2527300"/>
          <p14:tracePt t="20526" x="2266950" y="2520950"/>
          <p14:tracePt t="20543" x="2387600" y="2482850"/>
          <p14:tracePt t="20559" x="2457450" y="2463800"/>
          <p14:tracePt t="20575" x="2616200" y="2419350"/>
          <p14:tracePt t="20592" x="2743200" y="2393950"/>
          <p14:tracePt t="20609" x="2800350" y="2393950"/>
          <p14:tracePt t="20626" x="2889250" y="2374900"/>
          <p14:tracePt t="20642" x="2952750" y="2368550"/>
          <p14:tracePt t="20658" x="2978150" y="2362200"/>
          <p14:tracePt t="20676" x="3022600" y="2355850"/>
          <p14:tracePt t="20692" x="3041650" y="2349500"/>
          <p14:tracePt t="20708" x="3073400" y="2349500"/>
          <p14:tracePt t="20725" x="3130550" y="2343150"/>
          <p14:tracePt t="20742" x="3162300" y="2330450"/>
          <p14:tracePt t="20758" x="3225800" y="2330450"/>
          <p14:tracePt t="20775" x="3308350" y="2330450"/>
          <p14:tracePt t="20791" x="3359150" y="2336800"/>
          <p14:tracePt t="20809" x="3454400" y="2343150"/>
          <p14:tracePt t="20825" x="3568700" y="2362200"/>
          <p14:tracePt t="20842" x="3625850" y="2368550"/>
          <p14:tracePt t="20858" x="3727450" y="2381250"/>
          <p14:tracePt t="20874" x="3797300" y="2387600"/>
          <p14:tracePt t="20891" x="3829050" y="2393950"/>
          <p14:tracePt t="20908" x="3860800" y="2400300"/>
          <p14:tracePt t="20924" x="3892550" y="2425700"/>
          <p14:tracePt t="20941" x="3917950" y="2432050"/>
          <p14:tracePt t="20958" x="3943350" y="2432050"/>
          <p14:tracePt t="29498" x="3879850" y="2432050"/>
          <p14:tracePt t="29504" x="3803650" y="2419350"/>
          <p14:tracePt t="29514" x="3714750" y="2419350"/>
          <p14:tracePt t="29528" x="3524250" y="2393950"/>
          <p14:tracePt t="29544" x="3257550" y="2387600"/>
          <p14:tracePt t="29561" x="2876550" y="2374900"/>
          <p14:tracePt t="29578" x="2609850" y="2362200"/>
          <p14:tracePt t="29594" x="2336800" y="2362200"/>
          <p14:tracePt t="29611" x="2076450" y="2343150"/>
          <p14:tracePt t="29627" x="1936750" y="2343150"/>
          <p14:tracePt t="29645" x="1765300" y="2324100"/>
          <p14:tracePt t="29660" x="1657350" y="2311400"/>
          <p14:tracePt t="29678" x="1587500" y="2292350"/>
          <p14:tracePt t="29694" x="1530350" y="2286000"/>
          <p14:tracePt t="29710" x="1511300" y="2286000"/>
          <p14:tracePt t="29727" x="1504950" y="2292350"/>
          <p14:tracePt t="29744" x="1498600" y="2292350"/>
          <p14:tracePt t="29848" x="1492250" y="2292350"/>
          <p14:tracePt t="29911" x="1492250" y="2298700"/>
          <p14:tracePt t="29940" x="1492250" y="2305050"/>
          <p14:tracePt t="29982" x="1498600" y="2311400"/>
          <p14:tracePt t="30017" x="1504950" y="2324100"/>
          <p14:tracePt t="30031" x="1504950" y="2330450"/>
          <p14:tracePt t="30037" x="1504950" y="2336800"/>
          <p14:tracePt t="30046" x="1511300" y="2343150"/>
          <p14:tracePt t="30059" x="1517650" y="2355850"/>
          <p14:tracePt t="30076" x="1524000" y="2355850"/>
          <p14:tracePt t="30093" x="1536700" y="2362200"/>
          <p14:tracePt t="30109" x="1543050" y="2368550"/>
          <p14:tracePt t="30143" x="1549400" y="2368550"/>
          <p14:tracePt t="30158" x="1555750" y="2368550"/>
          <p14:tracePt t="30178" x="1562100" y="2368550"/>
          <p14:tracePt t="30199" x="1568450" y="2368550"/>
          <p14:tracePt t="30227" x="1574800" y="2368550"/>
          <p14:tracePt t="30248" x="1581150" y="2368550"/>
          <p14:tracePt t="30766" x="1581150" y="2362200"/>
          <p14:tracePt t="30780" x="1581150" y="2349500"/>
          <p14:tracePt t="30786" x="1581150" y="2343150"/>
          <p14:tracePt t="30794" x="1581150" y="2336800"/>
          <p14:tracePt t="30808" x="1581150" y="2324100"/>
          <p14:tracePt t="30823" x="1581150" y="2317750"/>
          <p14:tracePt t="30840" x="1581150" y="2311400"/>
          <p14:tracePt t="30858" x="1581150" y="2286000"/>
          <p14:tracePt t="30873" x="1581150" y="2266950"/>
          <p14:tracePt t="30890" x="1581150" y="2254250"/>
          <p14:tracePt t="30907" x="1581150" y="2216150"/>
          <p14:tracePt t="30923" x="1581150" y="2197100"/>
          <p14:tracePt t="30940" x="1574800" y="2171700"/>
          <p14:tracePt t="30956" x="1568450" y="2152650"/>
          <p14:tracePt t="30972" x="1568450" y="2139950"/>
          <p14:tracePt t="30990" x="1562100" y="2127250"/>
          <p14:tracePt t="31006" x="1555750" y="2120900"/>
          <p14:tracePt t="31023" x="1555750" y="2114550"/>
          <p14:tracePt t="31040" x="1549400" y="2114550"/>
          <p14:tracePt t="31096" x="1536700" y="2108200"/>
          <p14:tracePt t="31208" x="1530350" y="2108200"/>
          <p14:tracePt t="31306" x="1524000" y="2108200"/>
          <p14:tracePt t="31355" x="1517650" y="2108200"/>
          <p14:tracePt t="31403" x="1511300" y="2108200"/>
          <p14:tracePt t="31531" x="1504950" y="2114550"/>
          <p14:tracePt t="31565" x="1492250" y="2114550"/>
          <p14:tracePt t="31572" x="1485900" y="2114550"/>
          <p14:tracePt t="32993" x="1485900" y="2120900"/>
          <p14:tracePt t="33000" x="1485900" y="2127250"/>
          <p14:tracePt t="33007" x="1485900" y="2133600"/>
          <p14:tracePt t="33016" x="1492250" y="2139950"/>
          <p14:tracePt t="33032" x="1492250" y="2146300"/>
          <p14:tracePt t="33051" x="1492250" y="2165350"/>
          <p14:tracePt t="33066" x="1492250" y="2178050"/>
          <p14:tracePt t="33082" x="1498600" y="2184400"/>
          <p14:tracePt t="33099" x="1504950" y="2197100"/>
          <p14:tracePt t="33115" x="1504950" y="2203450"/>
          <p14:tracePt t="33132" x="1511300" y="2209800"/>
          <p14:tracePt t="33149" x="1511300" y="2216150"/>
          <p14:tracePt t="33169" x="1517650" y="2216150"/>
          <p14:tracePt t="33196" x="1517650" y="2222500"/>
          <p14:tracePt t="33225" x="1517650" y="2228850"/>
          <p14:tracePt t="33246" x="1524000" y="2235200"/>
          <p14:tracePt t="33260" x="1524000" y="2241550"/>
          <p14:tracePt t="33274" x="1524000" y="2247900"/>
          <p14:tracePt t="33295" x="1530350" y="2254250"/>
          <p14:tracePt t="33365" x="1530350" y="2260600"/>
          <p14:tracePt t="33414" x="1536700" y="2260600"/>
          <p14:tracePt t="33477" x="1543050" y="2266950"/>
          <p14:tracePt t="33519" x="1543050" y="2273300"/>
          <p14:tracePt t="33547" x="1549400" y="2273300"/>
          <p14:tracePt t="33575" x="1549400" y="2279650"/>
          <p14:tracePt t="33596" x="1549400" y="2286000"/>
          <p14:tracePt t="33603" x="1555750" y="2286000"/>
          <p14:tracePt t="33646" x="1555750" y="2292350"/>
          <p14:tracePt t="33660" x="1555750" y="2298700"/>
          <p14:tracePt t="33667" x="1555750" y="2305050"/>
          <p14:tracePt t="33700" x="1555750" y="2317750"/>
          <p14:tracePt t="33706" x="1562100" y="2317750"/>
          <p14:tracePt t="33735" x="1562100" y="2324100"/>
          <p14:tracePt t="33742" x="1568450" y="2330450"/>
          <p14:tracePt t="33784" x="1568450" y="2336800"/>
          <p14:tracePt t="33790" x="1574800" y="2336800"/>
          <p14:tracePt t="33812" x="1574800" y="2343150"/>
          <p14:tracePt t="33833" x="1574800" y="2349500"/>
          <p14:tracePt t="33861" x="1581150" y="2355850"/>
          <p14:tracePt t="33882" x="1581150" y="2362200"/>
          <p14:tracePt t="33902" x="1581150" y="2368550"/>
          <p14:tracePt t="33909" x="1587500" y="2368550"/>
          <p14:tracePt t="33931" x="1587500" y="2374900"/>
          <p14:tracePt t="33952" x="1587500" y="2381250"/>
          <p14:tracePt t="33980" x="1587500" y="2387600"/>
          <p14:tracePt t="34015" x="1587500" y="2393950"/>
          <p14:tracePt t="34050" x="1587500" y="2400300"/>
          <p14:tracePt t="34085" x="1587500" y="2406650"/>
          <p14:tracePt t="34134" x="1593850" y="2406650"/>
          <p14:tracePt t="34183" x="1600200" y="2406650"/>
          <p14:tracePt t="34204" x="1600200" y="2413000"/>
          <p14:tracePt t="34784" x="1600200" y="2419350"/>
          <p14:tracePt t="34790" x="1600200" y="2425700"/>
          <p14:tracePt t="34797" x="1606550" y="2432050"/>
          <p14:tracePt t="34809" x="1612900" y="2444750"/>
          <p14:tracePt t="34826" x="1631950" y="2463800"/>
          <p14:tracePt t="34843" x="1644650" y="2489200"/>
          <p14:tracePt t="34860" x="1657350" y="2514600"/>
          <p14:tracePt t="34876" x="1682750" y="2559050"/>
          <p14:tracePt t="34892" x="1689100" y="2584450"/>
          <p14:tracePt t="34910" x="1708150" y="2603500"/>
          <p14:tracePt t="34926" x="1714500" y="2616200"/>
          <p14:tracePt t="34943" x="1720850" y="2628900"/>
          <p14:tracePt t="34975" x="1727200" y="2641600"/>
          <p14:tracePt t="35008" x="1733550" y="2647950"/>
          <p14:tracePt t="35025" x="1733550" y="2654300"/>
          <p14:tracePt t="35043" x="1739900" y="2654300"/>
          <p14:tracePt t="35059" x="1739900" y="2660650"/>
          <p14:tracePt t="35078" x="1739900" y="2667000"/>
          <p14:tracePt t="35183" x="1746250" y="2667000"/>
          <p14:tracePt t="35204" x="1752600" y="2673350"/>
          <p14:tracePt t="35226" x="1758950" y="2679700"/>
          <p14:tracePt t="35232" x="1765300" y="2686050"/>
          <p14:tracePt t="35246" x="1765300" y="2692400"/>
          <p14:tracePt t="35258" x="1771650" y="2698750"/>
          <p14:tracePt t="35275" x="1784350" y="2717800"/>
          <p14:tracePt t="35291" x="1809750" y="2743200"/>
          <p14:tracePt t="35308" x="1816100" y="2762250"/>
          <p14:tracePt t="35324" x="1847850" y="2813050"/>
          <p14:tracePt t="35341" x="1866900" y="2844800"/>
          <p14:tracePt t="35358" x="1892300" y="2882900"/>
          <p14:tracePt t="35374" x="1905000" y="2901950"/>
          <p14:tracePt t="35391" x="1917700" y="2921000"/>
          <p14:tracePt t="35408" x="1924050" y="2933700"/>
          <p14:tracePt t="35424" x="1924050" y="2940050"/>
          <p14:tracePt t="35534" x="1930400" y="2940050"/>
          <p14:tracePt t="35583" x="1936750" y="2940050"/>
          <p14:tracePt t="35604" x="1936750" y="2946400"/>
          <p14:tracePt t="35625" x="1949450" y="2946400"/>
          <p14:tracePt t="35646" x="1955800" y="2952750"/>
          <p14:tracePt t="35660" x="1962150" y="2952750"/>
          <p14:tracePt t="35667" x="1968500" y="2952750"/>
          <p14:tracePt t="35676" x="1974850" y="2952750"/>
          <p14:tracePt t="35690" x="1981200" y="2959100"/>
          <p14:tracePt t="35707" x="1993900" y="2965450"/>
          <p14:tracePt t="35723" x="2019300" y="2965450"/>
          <p14:tracePt t="35740" x="2025650" y="2971800"/>
          <p14:tracePt t="35756" x="2038350" y="2971800"/>
          <p14:tracePt t="35773" x="2063750" y="2978150"/>
          <p14:tracePt t="35789" x="2070100" y="2984500"/>
          <p14:tracePt t="35807" x="2101850" y="2990850"/>
          <p14:tracePt t="35823" x="2127250" y="2990850"/>
          <p14:tracePt t="35839" x="2146300" y="3003550"/>
          <p14:tracePt t="35856" x="2165350" y="3003550"/>
          <p14:tracePt t="35872" x="2190750" y="3009900"/>
          <p14:tracePt t="35889" x="2209800" y="3016250"/>
          <p14:tracePt t="35906" x="2235200" y="3022600"/>
          <p14:tracePt t="35922" x="2254250" y="3028950"/>
          <p14:tracePt t="35939" x="2273300" y="3035300"/>
          <p14:tracePt t="35956" x="2286000" y="3041650"/>
          <p14:tracePt t="35972" x="2292350" y="3048000"/>
          <p14:tracePt t="35990" x="2305050" y="3048000"/>
          <p14:tracePt t="36021" x="2311400" y="3048000"/>
          <p14:tracePt t="36088" x="2317750" y="3048000"/>
          <p14:tracePt t="36376" x="2311400" y="3041650"/>
          <p14:tracePt t="36397" x="2305050" y="3035300"/>
          <p14:tracePt t="36760" x="2305050" y="3022600"/>
          <p14:tracePt t="36767" x="2305050" y="3003550"/>
          <p14:tracePt t="36774" x="2311400" y="2971800"/>
          <p14:tracePt t="36786" x="2317750" y="2946400"/>
          <p14:tracePt t="36803" x="2336800" y="2844800"/>
          <p14:tracePt t="36819" x="2349500" y="2762250"/>
          <p14:tracePt t="36836" x="2362200" y="2679700"/>
          <p14:tracePt t="36853" x="2368550" y="2590800"/>
          <p14:tracePt t="36869" x="2374900" y="2546350"/>
          <p14:tracePt t="36887" x="2374900" y="2501900"/>
          <p14:tracePt t="36902" x="2374900" y="2476500"/>
          <p14:tracePt t="36919" x="2374900" y="2451100"/>
          <p14:tracePt t="36936" x="2374900" y="2419350"/>
          <p14:tracePt t="36952" x="2374900" y="2393950"/>
          <p14:tracePt t="36969" x="2374900" y="2381250"/>
          <p14:tracePt t="36985" x="2374900" y="2355850"/>
          <p14:tracePt t="37002" x="2374900" y="2336800"/>
          <p14:tracePt t="37019" x="2374900" y="2324100"/>
          <p14:tracePt t="37035" x="2374900" y="2317750"/>
          <p14:tracePt t="37052" x="2368550" y="2305050"/>
          <p14:tracePt t="37069" x="2368550" y="2286000"/>
          <p14:tracePt t="37085" x="2368550" y="2279650"/>
          <p14:tracePt t="37088" x="2368550" y="2273300"/>
          <p14:tracePt t="37102" x="2368550" y="2266950"/>
          <p14:tracePt t="37118" x="2368550" y="2254250"/>
          <p14:tracePt t="37134" x="2368550" y="2247900"/>
          <p14:tracePt t="37168" x="2368550" y="2241550"/>
          <p14:tracePt t="37184" x="2368550" y="2235200"/>
          <p14:tracePt t="37202" x="2362200" y="2228850"/>
          <p14:tracePt t="37218" x="2362200" y="2216150"/>
          <p14:tracePt t="37234" x="2362200" y="2209800"/>
          <p14:tracePt t="37251" x="2362200" y="2203450"/>
          <p14:tracePt t="37284" x="2355850" y="2190750"/>
          <p14:tracePt t="37301" x="2355850" y="2184400"/>
          <p14:tracePt t="37317" x="2349500" y="2178050"/>
          <p14:tracePt t="37334" x="2349500" y="2165350"/>
          <p14:tracePt t="37441" x="2355850" y="2165350"/>
          <p14:tracePt t="37469" x="2362200" y="2165350"/>
          <p14:tracePt t="37476" x="2368550" y="2165350"/>
          <p14:tracePt t="37490" x="2381250" y="2171700"/>
          <p14:tracePt t="37500" x="2387600" y="2171700"/>
          <p14:tracePt t="37518" x="2425700" y="2178050"/>
          <p14:tracePt t="37533" x="2451100" y="2184400"/>
          <p14:tracePt t="37550" x="2489200" y="2184400"/>
          <p14:tracePt t="37567" x="2552700" y="2190750"/>
          <p14:tracePt t="37583" x="2590800" y="2184400"/>
          <p14:tracePt t="37600" x="2641600" y="2171700"/>
          <p14:tracePt t="37604" x="2667000" y="2165350"/>
          <p14:tracePt t="37617" x="2705100" y="2159000"/>
          <p14:tracePt t="37633" x="2736850" y="2139950"/>
          <p14:tracePt t="37651" x="2774950" y="2133600"/>
          <p14:tracePt t="37666" x="2787650" y="2133600"/>
          <p14:tracePt t="37683" x="2800350" y="2133600"/>
          <p14:tracePt t="37700" x="2819400" y="2127250"/>
          <p14:tracePt t="37716" x="2825750" y="2127250"/>
          <p14:tracePt t="37732" x="2832100" y="2127250"/>
          <p14:tracePt t="37750" x="2838450" y="2127250"/>
          <p14:tracePt t="37766" x="2844800" y="2127250"/>
          <p14:tracePt t="37783" x="2851150" y="2127250"/>
          <p14:tracePt t="37799" x="2863850" y="2133600"/>
          <p14:tracePt t="37816" x="2876550" y="2139950"/>
          <p14:tracePt t="37833" x="2908300" y="2139950"/>
          <p14:tracePt t="37849" x="2933700" y="2152650"/>
          <p14:tracePt t="37866" x="2965450" y="2159000"/>
          <p14:tracePt t="37883" x="3035300" y="2171700"/>
          <p14:tracePt t="37899" x="3086100" y="2197100"/>
          <p14:tracePt t="37915" x="3136900" y="2203450"/>
          <p14:tracePt t="37932" x="3219450" y="2222500"/>
          <p14:tracePt t="37949" x="3263900" y="2235200"/>
          <p14:tracePt t="37966" x="3308350" y="2241550"/>
          <p14:tracePt t="37981" x="3371850" y="2241550"/>
          <p14:tracePt t="37999" x="3409950" y="2247900"/>
          <p14:tracePt t="38016" x="3460750" y="2254250"/>
          <p14:tracePt t="38032" x="3511550" y="2254250"/>
          <p14:tracePt t="38048" x="3562350" y="2260600"/>
          <p14:tracePt t="38066" x="3638550" y="2273300"/>
          <p14:tracePt t="38082" x="3721100" y="2292350"/>
          <p14:tracePt t="38098" x="3778250" y="2298700"/>
          <p14:tracePt t="38115" x="3879850" y="2298700"/>
          <p14:tracePt t="38131" x="3917950" y="2298700"/>
          <p14:tracePt t="38149" x="4051300" y="2311400"/>
          <p14:tracePt t="38164" x="4083050" y="2311400"/>
          <p14:tracePt t="38181" x="4108450" y="2311400"/>
          <p14:tracePt t="38198" x="4159250" y="2311400"/>
          <p14:tracePt t="38214" x="4197350" y="2311400"/>
          <p14:tracePt t="38231" x="4216400" y="2311400"/>
          <p14:tracePt t="38248" x="4254500" y="2311400"/>
          <p14:tracePt t="38264" x="4267200" y="2305050"/>
          <p14:tracePt t="38282" x="4279900" y="2298700"/>
          <p14:tracePt t="38297" x="4279900" y="2292350"/>
          <p14:tracePt t="38352" x="4279900" y="2286000"/>
          <p14:tracePt t="38401" x="4273550" y="2286000"/>
          <p14:tracePt t="38422" x="4267200" y="2286000"/>
          <p14:tracePt t="38450" x="4260850" y="2286000"/>
          <p14:tracePt t="38465" x="4248150" y="2286000"/>
          <p14:tracePt t="38471" x="4235450" y="2292350"/>
          <p14:tracePt t="38486" x="4216400" y="2305050"/>
          <p14:tracePt t="38497" x="4171950" y="2324100"/>
          <p14:tracePt t="38514" x="4000500" y="2381250"/>
          <p14:tracePt t="38530" x="3867150" y="2438400"/>
          <p14:tracePt t="38546" x="3409950" y="2616200"/>
          <p14:tracePt t="38563" x="2800350" y="2844800"/>
          <p14:tracePt t="38580" x="2508250" y="2978150"/>
          <p14:tracePt t="38597" x="1898650" y="3206750"/>
          <p14:tracePt t="38613" x="1435100" y="3403600"/>
          <p14:tracePt t="38629" x="1270000" y="3467100"/>
          <p14:tracePt t="38647" x="1054100" y="3536950"/>
          <p14:tracePt t="38663" x="920750" y="3568700"/>
          <p14:tracePt t="38680" x="863600" y="3575050"/>
          <p14:tracePt t="38696" x="793750" y="3581400"/>
          <p14:tracePt t="38712" x="749300" y="3581400"/>
          <p14:tracePt t="38729" x="717550" y="3568700"/>
          <p14:tracePt t="38746" x="666750" y="3543300"/>
          <p14:tracePt t="38762" x="635000" y="3530600"/>
          <p14:tracePt t="38780" x="558800" y="3492500"/>
          <p14:tracePt t="38795" x="539750" y="3486150"/>
          <p14:tracePt t="38812" x="520700" y="3486150"/>
          <p14:tracePt t="38829" x="476250" y="3467100"/>
          <p14:tracePt t="38845" x="425450" y="3448050"/>
          <p14:tracePt t="38862" x="406400" y="3441700"/>
          <p14:tracePt t="38879" x="355600" y="3429000"/>
          <p14:tracePt t="38895" x="330200" y="3429000"/>
          <p14:tracePt t="38912" x="323850" y="3429000"/>
          <p14:tracePt t="38928" x="317500" y="3429000"/>
          <p14:tracePt t="40128" x="317500" y="3441700"/>
          <p14:tracePt t="40133" x="330200" y="3460750"/>
          <p14:tracePt t="40142" x="342900" y="3492500"/>
          <p14:tracePt t="40158" x="355600" y="3511550"/>
          <p14:tracePt t="40176" x="387350" y="3568700"/>
          <p14:tracePt t="40190" x="412750" y="3594100"/>
          <p14:tracePt t="40208" x="450850" y="3651250"/>
          <p14:tracePt t="40225" x="508000" y="3721100"/>
          <p14:tracePt t="40241" x="533400" y="3752850"/>
          <p14:tracePt t="40258" x="584200" y="3841750"/>
          <p14:tracePt t="40275" x="660400" y="3943350"/>
          <p14:tracePt t="40290" x="711200" y="4000500"/>
          <p14:tracePt t="40308" x="755650" y="4051300"/>
          <p14:tracePt t="40324" x="882650" y="4178300"/>
          <p14:tracePt t="40340" x="920750" y="4222750"/>
          <p14:tracePt t="40358" x="965200" y="4267200"/>
          <p14:tracePt t="40374" x="1003300" y="4305300"/>
          <p14:tracePt t="40390" x="1016000" y="4324350"/>
          <p14:tracePt t="40407" x="1035050" y="4349750"/>
          <p14:tracePt t="40423" x="1047750" y="4368800"/>
          <p14:tracePt t="40440" x="1066800" y="4387850"/>
          <p14:tracePt t="40457" x="1079500" y="4406900"/>
          <p14:tracePt t="40474" x="1085850" y="4419600"/>
          <p14:tracePt t="40491" x="1092200" y="4425950"/>
          <p14:tracePt t="40507" x="1098550" y="4438650"/>
          <p14:tracePt t="40523" x="1104900" y="4438650"/>
          <p14:tracePt t="40540" x="1111250" y="4451350"/>
          <p14:tracePt t="40557" x="1123950" y="4464050"/>
          <p14:tracePt t="40573" x="1130300" y="4470400"/>
          <p14:tracePt t="40590" x="1136650" y="4476750"/>
          <p14:tracePt t="40606" x="1143000" y="4489450"/>
          <p14:tracePt t="40623" x="1143000" y="4495800"/>
          <p14:tracePt t="40639" x="1149350" y="4508500"/>
          <p14:tracePt t="40656" x="1155700" y="4508500"/>
          <p14:tracePt t="40673" x="1162050" y="4514850"/>
          <p14:tracePt t="40689" x="1162050" y="4521200"/>
          <p14:tracePt t="40706" x="1168400" y="4527550"/>
          <p14:tracePt t="40730" x="1168400" y="4533900"/>
          <p14:tracePt t="40765" x="1174750" y="4540250"/>
          <p14:tracePt t="40773" x="1174750" y="4546600"/>
          <p14:tracePt t="40807" x="1181100" y="4546600"/>
          <p14:tracePt t="40814" x="1187450" y="4552950"/>
          <p14:tracePt t="41428" x="1193800" y="4552950"/>
          <p14:tracePt t="41434" x="1200150" y="4546600"/>
          <p14:tracePt t="41449" x="1200150" y="4540250"/>
          <p14:tracePt t="41456" x="1206500" y="4533900"/>
          <p14:tracePt t="41476" x="1212850" y="4527550"/>
          <p14:tracePt t="41491" x="1212850" y="4521200"/>
          <p14:tracePt t="41503" x="1212850" y="4514850"/>
          <p14:tracePt t="41520" x="1219200" y="4514850"/>
          <p14:tracePt t="41536" x="1219200" y="4508500"/>
          <p14:tracePt t="41552" x="1225550" y="4502150"/>
          <p14:tracePt t="41570" x="1225550" y="4495800"/>
          <p14:tracePt t="41586" x="1225550" y="4489450"/>
          <p14:tracePt t="41603" x="1231900" y="4483100"/>
          <p14:tracePt t="41638" x="1231900" y="4476750"/>
          <p14:tracePt t="41666" x="1238250" y="4470400"/>
          <p14:tracePt t="41680" x="1238250" y="4464050"/>
          <p14:tracePt t="41689" x="1238250" y="4457700"/>
          <p14:tracePt t="41703" x="1244600" y="4451350"/>
          <p14:tracePt t="41719" x="1244600" y="4445000"/>
          <p14:tracePt t="41736" x="1244600" y="4432300"/>
          <p14:tracePt t="41752" x="1257300" y="4406900"/>
          <p14:tracePt t="41769" x="1263650" y="4381500"/>
          <p14:tracePt t="41786" x="1276350" y="4305300"/>
          <p14:tracePt t="41802" x="1282700" y="4286250"/>
          <p14:tracePt t="41819" x="1289050" y="4254500"/>
          <p14:tracePt t="41835" x="1301750" y="4216400"/>
          <p14:tracePt t="41852" x="1320800" y="4171950"/>
          <p14:tracePt t="41869" x="1327150" y="4159250"/>
          <p14:tracePt t="41885" x="1333500" y="4114800"/>
          <p14:tracePt t="41901" x="1346200" y="4083050"/>
          <p14:tracePt t="41919" x="1346200" y="4064000"/>
          <p14:tracePt t="41935" x="1358900" y="4032250"/>
          <p14:tracePt t="41952" x="1365250" y="3987800"/>
          <p14:tracePt t="41968" x="1377950" y="3937000"/>
          <p14:tracePt t="41985" x="1377950" y="3911600"/>
          <p14:tracePt t="42002" x="1397000" y="3860800"/>
          <p14:tracePt t="42018" x="1403350" y="3810000"/>
          <p14:tracePt t="42034" x="1409700" y="3790950"/>
          <p14:tracePt t="42052" x="1409700" y="3746500"/>
          <p14:tracePt t="42068" x="1416050" y="3708400"/>
          <p14:tracePt t="42084" x="1416050" y="3689350"/>
          <p14:tracePt t="42101" x="1416050" y="3651250"/>
          <p14:tracePt t="42118" x="1416050" y="3644900"/>
          <p14:tracePt t="42134" x="1416050" y="3619500"/>
          <p14:tracePt t="42151" x="1409700" y="3600450"/>
          <p14:tracePt t="42168" x="1409700" y="3587750"/>
          <p14:tracePt t="42185" x="1409700" y="3568700"/>
          <p14:tracePt t="42201" x="1409700" y="3549650"/>
          <p14:tracePt t="42217" x="1409700" y="3543300"/>
          <p14:tracePt t="42234" x="1416050" y="3505200"/>
          <p14:tracePt t="42251" x="1422400" y="3473450"/>
          <p14:tracePt t="42267" x="1422400" y="3454400"/>
          <p14:tracePt t="42284" x="1428750" y="3409950"/>
          <p14:tracePt t="42300" x="1428750" y="3371850"/>
          <p14:tracePt t="42317" x="1435100" y="3352800"/>
          <p14:tracePt t="42334" x="1435100" y="3321050"/>
          <p14:tracePt t="42350" x="1447800" y="3302000"/>
          <p14:tracePt t="42368" x="1454150" y="3282950"/>
          <p14:tracePt t="42383" x="1454150" y="3270250"/>
          <p14:tracePt t="42400" x="1460500" y="3263900"/>
          <p14:tracePt t="42417" x="1473200" y="3244850"/>
          <p14:tracePt t="42433" x="1473200" y="3238500"/>
          <p14:tracePt t="42466" x="1479550" y="3225800"/>
          <p14:tracePt t="42483" x="1485900" y="3219450"/>
          <p14:tracePt t="42516" x="1485900" y="3213100"/>
          <p14:tracePt t="42543" x="1492250" y="3213100"/>
          <p14:tracePt t="42552" x="1498600" y="3213100"/>
          <p14:tracePt t="42566" x="1498600" y="3206750"/>
          <p14:tracePt t="42583" x="1504950" y="3206750"/>
          <p14:tracePt t="42602" x="1504950" y="3200400"/>
          <p14:tracePt t="42620" x="1511300" y="3194050"/>
          <p14:tracePt t="42662" x="1511300" y="3187700"/>
          <p14:tracePt t="42669" x="1511300" y="3181350"/>
          <p14:tracePt t="42711" x="1517650" y="3181350"/>
          <p14:tracePt t="42753" x="1524000" y="3175000"/>
          <p14:tracePt t="42760" x="1530350" y="3175000"/>
          <p14:tracePt t="42788" x="1536700" y="3168650"/>
          <p14:tracePt t="42803" x="1543050" y="3168650"/>
          <p14:tracePt t="42809" x="1543050" y="3162300"/>
          <p14:tracePt t="42824" x="1549400" y="3162300"/>
          <p14:tracePt t="42832" x="1549400" y="3155950"/>
          <p14:tracePt t="42848" x="1549400" y="3149600"/>
          <p14:tracePt t="42865" x="1555750" y="3143250"/>
          <p14:tracePt t="42881" x="1562100" y="3143250"/>
          <p14:tracePt t="42915" x="1574800" y="3136900"/>
          <p14:tracePt t="42931" x="1574800" y="3130550"/>
          <p14:tracePt t="42964" x="1581150" y="3130550"/>
          <p14:tracePt t="42981" x="1587500" y="3117850"/>
          <p14:tracePt t="43020" x="1587500" y="3111500"/>
          <p14:tracePt t="43049" x="1587500" y="3105150"/>
          <p14:tracePt t="43090" x="1581150" y="3105150"/>
          <p14:tracePt t="43111" x="1574800" y="3098800"/>
          <p14:tracePt t="43139" x="1562100" y="3098800"/>
          <p14:tracePt t="43160" x="1555750" y="3098800"/>
          <p14:tracePt t="43174" x="1549400" y="3098800"/>
          <p14:tracePt t="43188" x="1543050" y="3098800"/>
          <p14:tracePt t="43202" x="1536700" y="3092450"/>
          <p14:tracePt t="43214" x="1517650" y="3092450"/>
          <p14:tracePt t="43231" x="1485900" y="3086100"/>
          <p14:tracePt t="43247" x="1460500" y="3086100"/>
          <p14:tracePt t="43265" x="1403350" y="3073400"/>
          <p14:tracePt t="43281" x="1352550" y="3060700"/>
          <p14:tracePt t="43297" x="1333500" y="3054350"/>
          <p14:tracePt t="43314" x="1314450" y="3048000"/>
          <p14:tracePt t="43330" x="1270000" y="3041650"/>
          <p14:tracePt t="43347" x="1257300" y="3041650"/>
          <p14:tracePt t="43364" x="1244600" y="3041650"/>
          <p14:tracePt t="43380" x="1238250" y="3041650"/>
          <p14:tracePt t="43397" x="1231900" y="3035300"/>
          <p14:tracePt t="43413" x="1225550" y="3035300"/>
          <p14:tracePt t="43553" x="1219200" y="3035300"/>
          <p14:tracePt t="43602" x="1212850" y="3035300"/>
          <p14:tracePt t="43651" x="1212850" y="3028950"/>
          <p14:tracePt t="43672" x="1219200" y="3028950"/>
          <p14:tracePt t="43701" x="1225550" y="3028950"/>
          <p14:tracePt t="43714" x="1231900" y="3022600"/>
          <p14:tracePt t="43721" x="1238250" y="3022600"/>
          <p14:tracePt t="43735" x="1244600" y="3022600"/>
          <p14:tracePt t="43749" x="1250950" y="3022600"/>
          <p14:tracePt t="43765" x="1257300" y="3022600"/>
          <p14:tracePt t="43791" x="1263650" y="3022600"/>
          <p14:tracePt t="43806" x="1276350" y="3022600"/>
          <p14:tracePt t="43814" x="1282700" y="3016250"/>
          <p14:tracePt t="43828" x="1295400" y="3016250"/>
          <p14:tracePt t="43845" x="1327150" y="3016250"/>
          <p14:tracePt t="43862" x="1365250" y="3009900"/>
          <p14:tracePt t="43878" x="1377950" y="3009900"/>
          <p14:tracePt t="43895" x="1422400" y="3003550"/>
          <p14:tracePt t="43912" x="1466850" y="3003550"/>
          <p14:tracePt t="43928" x="1492250" y="3003550"/>
          <p14:tracePt t="43945" x="1530350" y="3003550"/>
          <p14:tracePt t="43961" x="1574800" y="3003550"/>
          <p14:tracePt t="43978" x="1600200" y="3003550"/>
          <p14:tracePt t="43996" x="1651000" y="3009900"/>
          <p14:tracePt t="44011" x="1689100" y="3009900"/>
          <p14:tracePt t="44028" x="1752600" y="3022600"/>
          <p14:tracePt t="44044" x="1816100" y="3028950"/>
          <p14:tracePt t="44061" x="1847850" y="3028950"/>
          <p14:tracePt t="44078" x="1905000" y="3028950"/>
          <p14:tracePt t="44094" x="1943100" y="3041650"/>
          <p14:tracePt t="44111" x="1968500" y="3048000"/>
          <p14:tracePt t="44128" x="1981200" y="3048000"/>
          <p14:tracePt t="44144" x="1993900" y="3048000"/>
          <p14:tracePt t="44177" x="2000250" y="3048000"/>
          <p14:tracePt t="44205" x="2000250" y="3054350"/>
          <p14:tracePt t="44213" x="1993900" y="3054350"/>
          <p14:tracePt t="44240" x="1987550" y="3054350"/>
          <p14:tracePt t="44262" x="1981200" y="3054350"/>
          <p14:tracePt t="44283" x="1981200" y="3060700"/>
          <p14:tracePt t="44297" x="1981200" y="3073400"/>
          <p14:tracePt t="44303" x="1981200" y="3079750"/>
          <p14:tracePt t="44313" x="1974850" y="3098800"/>
          <p14:tracePt t="44327" x="1962150" y="3124200"/>
          <p14:tracePt t="44344" x="1955800" y="3168650"/>
          <p14:tracePt t="44360" x="1930400" y="3327400"/>
          <p14:tracePt t="44377" x="1885950" y="3530600"/>
          <p14:tracePt t="44393" x="1854200" y="3651250"/>
          <p14:tracePt t="44410" x="1790700" y="3879850"/>
          <p14:tracePt t="44426" x="1727200" y="4102100"/>
          <p14:tracePt t="44443" x="1676400" y="4311650"/>
          <p14:tracePt t="44459" x="1657350" y="4387850"/>
          <p14:tracePt t="44476" x="1606550" y="4533900"/>
          <p14:tracePt t="44493" x="1574800" y="4622800"/>
          <p14:tracePt t="44509" x="1555750" y="4641850"/>
          <p14:tracePt t="44526" x="1543050" y="4673600"/>
          <p14:tracePt t="44543" x="1536700" y="4686300"/>
          <p14:tracePt t="44559" x="1536700" y="4692650"/>
          <p14:tracePt t="44592" x="1524000" y="4692650"/>
          <p14:tracePt t="44647" x="1517650" y="4692650"/>
          <p14:tracePt t="44654" x="1517650" y="4686300"/>
          <p14:tracePt t="44682" x="1517650" y="4679950"/>
          <p14:tracePt t="44703" x="1511300" y="4673600"/>
          <p14:tracePt t="44752" x="1504950" y="4667250"/>
          <p14:tracePt t="44773" x="1504950" y="4660900"/>
          <p14:tracePt t="44802" x="1504950" y="4654550"/>
          <p14:tracePt t="44823" x="1504950" y="4648200"/>
          <p14:tracePt t="44836" x="1498600" y="4641850"/>
          <p14:tracePt t="44893" x="1498600" y="4635500"/>
          <p14:tracePt t="44935" x="1498600" y="4629150"/>
          <p14:tracePt t="44963" x="1504950" y="4622800"/>
          <p14:tracePt t="44984" x="1511300" y="4622800"/>
          <p14:tracePt t="44998" x="1517650" y="4622800"/>
          <p14:tracePt t="45004" x="1524000" y="4622800"/>
          <p14:tracePt t="45012" x="1530350" y="4622800"/>
          <p14:tracePt t="45054" x="1536700" y="4622800"/>
          <p14:tracePt t="45068" x="1543050" y="4622800"/>
          <p14:tracePt t="45077" x="1549400" y="4622800"/>
          <p14:tracePt t="45091" x="1555750" y="4622800"/>
          <p14:tracePt t="45107" x="1568450" y="4622800"/>
          <p14:tracePt t="45124" x="1587500" y="4622800"/>
          <p14:tracePt t="45140" x="1600200" y="4622800"/>
          <p14:tracePt t="45157" x="1651000" y="4622800"/>
          <p14:tracePt t="45174" x="1701800" y="4622800"/>
          <p14:tracePt t="45190" x="1727200" y="4629150"/>
          <p14:tracePt t="45207" x="1758950" y="4629150"/>
          <p14:tracePt t="45223" x="1835150" y="4635500"/>
          <p14:tracePt t="45240" x="1866900" y="4635500"/>
          <p14:tracePt t="45244" x="1885950" y="4641850"/>
          <p14:tracePt t="45260" x="1905000" y="4641850"/>
          <p14:tracePt t="45273" x="1924050" y="4641850"/>
          <p14:tracePt t="45290" x="1955800" y="4641850"/>
          <p14:tracePt t="45307" x="1974850" y="4641850"/>
          <p14:tracePt t="45323" x="1981200" y="4641850"/>
          <p14:tracePt t="45340" x="1993900" y="4641850"/>
          <p14:tracePt t="45357" x="2000250" y="4641850"/>
          <p14:tracePt t="45373" x="2006600" y="4641850"/>
          <p14:tracePt t="45390" x="2019300" y="4641850"/>
          <p14:tracePt t="45406" x="2025650" y="4641850"/>
          <p14:tracePt t="45423" x="2032000" y="4641850"/>
          <p14:tracePt t="45440" x="2038350" y="4641850"/>
          <p14:tracePt t="45456" x="2038350" y="4648200"/>
          <p14:tracePt t="45496" x="2044700" y="4648200"/>
          <p14:tracePt t="45524" x="2051050" y="4648200"/>
          <p14:tracePt t="45559" x="2057400" y="4648200"/>
          <p14:tracePt t="45574" x="2063750" y="4648200"/>
          <p14:tracePt t="45608" x="2070100" y="4648200"/>
          <p14:tracePt t="45643" x="2076450" y="4648200"/>
          <p14:tracePt t="45664" x="2082800" y="4648200"/>
          <p14:tracePt t="46104" x="2089150" y="4648200"/>
          <p14:tracePt t="46118" x="2101850" y="4648200"/>
          <p14:tracePt t="46125" x="2114550" y="4648200"/>
          <p14:tracePt t="46141" x="2127250" y="4648200"/>
          <p14:tracePt t="46154" x="2139950" y="4648200"/>
          <p14:tracePt t="46170" x="2171700" y="4648200"/>
          <p14:tracePt t="46188" x="2184400" y="4654550"/>
          <p14:tracePt t="46204" x="2197100" y="4654550"/>
          <p14:tracePt t="46220" x="2216150" y="4654550"/>
          <p14:tracePt t="46238" x="2228850" y="4654550"/>
          <p14:tracePt t="46253" x="2241550" y="4654550"/>
          <p14:tracePt t="46270" x="2247900" y="4654550"/>
          <p14:tracePt t="46287" x="2260600" y="4654550"/>
          <p14:tracePt t="46303" x="2266950" y="4654550"/>
          <p14:tracePt t="46320" x="2273300" y="4654550"/>
          <p14:tracePt t="46337" x="2279650" y="4654550"/>
          <p14:tracePt t="46399" x="2286000" y="4654550"/>
          <p14:tracePt t="46525" x="2292350" y="4660900"/>
          <p14:tracePt t="46581" x="2298700" y="4667250"/>
          <p14:tracePt t="46595" x="2305050" y="4667250"/>
          <p14:tracePt t="46616" x="2311400" y="4673600"/>
          <p14:tracePt t="46630" x="2317750" y="4679950"/>
          <p14:tracePt t="46665" x="2324100" y="4679950"/>
          <p14:tracePt t="46679" x="2330450" y="4679950"/>
          <p14:tracePt t="46688" x="2336800" y="4679950"/>
          <p14:tracePt t="46702" x="2343150" y="4686300"/>
          <p14:tracePt t="46718" x="2349500" y="4686300"/>
          <p14:tracePt t="46736" x="2355850" y="4686300"/>
          <p14:tracePt t="46752" x="2362200" y="4686300"/>
          <p14:tracePt t="46768" x="2368550" y="4686300"/>
          <p14:tracePt t="46785" x="2374900" y="4686300"/>
          <p14:tracePt t="46801" x="2387600" y="4686300"/>
          <p14:tracePt t="46818" x="2393950" y="4686300"/>
          <p14:tracePt t="46851" x="2406650" y="4686300"/>
          <p14:tracePt t="46869" x="2413000" y="4679950"/>
          <p14:tracePt t="46885" x="2419350" y="4679950"/>
          <p14:tracePt t="46901" x="2425700" y="4673600"/>
          <p14:tracePt t="46918" x="2438400" y="4667250"/>
          <p14:tracePt t="46951" x="2438400" y="4660900"/>
          <p14:tracePt t="46968" x="2444750" y="4654550"/>
          <p14:tracePt t="46988" x="2451100" y="4654550"/>
          <p14:tracePt t="47009" x="2457450" y="4648200"/>
          <p14:tracePt t="47037" x="2463800" y="4648200"/>
          <p14:tracePt t="47058" x="2470150" y="4641850"/>
          <p14:tracePt t="47079" x="2470150" y="4635500"/>
          <p14:tracePt t="47085" x="2476500" y="4635500"/>
          <p14:tracePt t="47107" x="2476500" y="4629150"/>
          <p14:tracePt t="47156" x="2482850" y="4622800"/>
          <p14:tracePt t="47198" x="2489200" y="4622800"/>
          <p14:tracePt t="47219" x="2489200" y="4629150"/>
          <p14:tracePt t="47226" x="2489200" y="4635500"/>
          <p14:tracePt t="47240" x="2489200" y="4641850"/>
          <p14:tracePt t="47268" x="2495550" y="4641850"/>
          <p14:tracePt t="47290" x="2501900" y="4648200"/>
          <p14:tracePt t="47296" x="2508250" y="4648200"/>
          <p14:tracePt t="47310" x="2520950" y="4654550"/>
          <p14:tracePt t="47319" x="2533650" y="4660900"/>
          <p14:tracePt t="47333" x="2552700" y="4660900"/>
          <p14:tracePt t="47349" x="2578100" y="4667250"/>
          <p14:tracePt t="47367" x="2705100" y="4686300"/>
          <p14:tracePt t="47383" x="2755900" y="4692650"/>
          <p14:tracePt t="47400" x="2806700" y="4692650"/>
          <p14:tracePt t="47416" x="2908300" y="4692650"/>
          <p14:tracePt t="47432" x="3016250" y="4692650"/>
          <p14:tracePt t="47449" x="3041650" y="4692650"/>
          <p14:tracePt t="47466" x="3105150" y="4686300"/>
          <p14:tracePt t="47483" x="3136900" y="4679950"/>
          <p14:tracePt t="47499" x="3162300" y="4673600"/>
          <p14:tracePt t="47516" x="3168650" y="4667250"/>
          <p14:tracePt t="47532" x="3175000" y="4667250"/>
          <p14:tracePt t="47549" x="3181350" y="4660900"/>
          <p14:tracePt t="47591" x="3187700" y="4660900"/>
          <p14:tracePt t="47633" x="3194050" y="4660900"/>
          <p14:tracePt t="47703" x="3200400" y="4660900"/>
          <p14:tracePt t="47717" x="3206750" y="4660900"/>
          <p14:tracePt t="47733" x="3213100" y="4660900"/>
          <p14:tracePt t="47752" x="3219450" y="4660900"/>
          <p14:tracePt t="47759" x="3225800" y="4660900"/>
          <p14:tracePt t="47802" x="3238500" y="4660900"/>
          <p14:tracePt t="47808" x="3251200" y="4660900"/>
          <p14:tracePt t="47823" x="3263900" y="4660900"/>
          <p14:tracePt t="47837" x="3295650" y="4660900"/>
          <p14:tracePt t="47847" x="3314700" y="4660900"/>
          <p14:tracePt t="47865" x="3371850" y="4667250"/>
          <p14:tracePt t="47881" x="3429000" y="4667250"/>
          <p14:tracePt t="47898" x="3467100" y="4667250"/>
          <p14:tracePt t="47914" x="3524250" y="4667250"/>
          <p14:tracePt t="47931" x="3562350" y="4667250"/>
          <p14:tracePt t="47948" x="3600450" y="4667250"/>
          <p14:tracePt t="47964" x="3613150" y="4660900"/>
          <p14:tracePt t="47998" x="3632200" y="4660900"/>
          <p14:tracePt t="48014" x="3638550" y="4660900"/>
          <p14:tracePt t="48054" x="3644900" y="4660900"/>
          <p14:tracePt t="48222" x="3638550" y="4660900"/>
          <p14:tracePt t="48230" x="3632200" y="4660900"/>
          <p14:tracePt t="48271" x="3625850" y="4660900"/>
          <p14:tracePt t="48299" x="3619500" y="4660900"/>
          <p14:tracePt t="48314" x="3613150" y="4660900"/>
          <p14:tracePt t="48327" x="3606800" y="4660900"/>
          <p14:tracePt t="49013" x="3625850" y="4660900"/>
          <p14:tracePt t="49019" x="3670300" y="4686300"/>
          <p14:tracePt t="49034" x="3714750" y="4705350"/>
          <p14:tracePt t="49043" x="3759200" y="4724400"/>
          <p14:tracePt t="49060" x="3810000" y="4743450"/>
          <p14:tracePt t="49077" x="3911600" y="4775200"/>
          <p14:tracePt t="49093" x="3962400" y="4794250"/>
          <p14:tracePt t="49111" x="4057650" y="4813300"/>
          <p14:tracePt t="49127" x="4127500" y="4826000"/>
          <p14:tracePt t="49143" x="4159250" y="4832350"/>
          <p14:tracePt t="49160" x="4191000" y="4845050"/>
          <p14:tracePt t="49177" x="4210050" y="4845050"/>
          <p14:tracePt t="49210" x="4216400" y="4845050"/>
          <p14:tracePt t="49293" x="4210050" y="4845050"/>
          <p14:tracePt t="49300" x="4203700" y="4838700"/>
          <p14:tracePt t="49321" x="4197350" y="4832350"/>
          <p14:tracePt t="49343" x="4197350" y="4826000"/>
          <p14:tracePt t="49726" x="4184650" y="4826000"/>
          <p14:tracePt t="49733" x="4171950" y="4826000"/>
          <p14:tracePt t="49747" x="4140200" y="4826000"/>
          <p14:tracePt t="49758" x="4121150" y="4832350"/>
          <p14:tracePt t="49775" x="4064000" y="4851400"/>
          <p14:tracePt t="49791" x="4032250" y="4864100"/>
          <p14:tracePt t="49808" x="3949700" y="4883150"/>
          <p14:tracePt t="49825" x="3848100" y="4908550"/>
          <p14:tracePt t="49841" x="3797300" y="4927600"/>
          <p14:tracePt t="49858" x="3727450" y="4933950"/>
          <p14:tracePt t="49874" x="3651250" y="4933950"/>
          <p14:tracePt t="49890" x="3619500" y="4933950"/>
          <p14:tracePt t="49908" x="3556000" y="4933950"/>
          <p14:tracePt t="49924" x="3479800" y="4914900"/>
          <p14:tracePt t="49941" x="3454400" y="4908550"/>
          <p14:tracePt t="49958" x="3397250" y="4895850"/>
          <p14:tracePt t="49973" x="3321050" y="4876800"/>
          <p14:tracePt t="49990" x="3295650" y="4876800"/>
          <p14:tracePt t="50007" x="3244850" y="4864100"/>
          <p14:tracePt t="50024" x="3187700" y="4851400"/>
          <p14:tracePt t="50041" x="3162300" y="4845050"/>
          <p14:tracePt t="50057" x="3105150" y="4826000"/>
          <p14:tracePt t="50073" x="3086100" y="4819650"/>
          <p14:tracePt t="50091" x="3016250" y="4813300"/>
          <p14:tracePt t="50106" x="2997200" y="4813300"/>
          <p14:tracePt t="50123" x="2978150" y="4813300"/>
          <p14:tracePt t="50140" x="2952750" y="4813300"/>
          <p14:tracePt t="50157" x="2933700" y="4806950"/>
          <p14:tracePt t="50173" x="2927350" y="4806950"/>
          <p14:tracePt t="50190" x="2921000" y="4806950"/>
          <p14:tracePt t="50223" x="2914650" y="4806950"/>
          <p14:tracePt t="50358" x="2914650" y="4813300"/>
          <p14:tracePt t="50386" x="2921000" y="4813300"/>
          <p14:tracePt t="50414" x="2927350" y="4813300"/>
          <p14:tracePt t="50435" x="2940050" y="4813300"/>
          <p14:tracePt t="50442" x="2946400" y="4813300"/>
          <p14:tracePt t="50484" x="2952750" y="4813300"/>
          <p14:tracePt t="50498" x="2959100" y="4813300"/>
          <p14:tracePt t="50508" x="2965450" y="4813300"/>
          <p14:tracePt t="50522" x="2971800" y="4813300"/>
          <p14:tracePt t="50538" x="2997200" y="4813300"/>
          <p14:tracePt t="50555" x="3041650" y="4813300"/>
          <p14:tracePt t="50572" x="3067050" y="4813300"/>
          <p14:tracePt t="50589" x="3143250" y="4826000"/>
          <p14:tracePt t="50605" x="3238500" y="4832350"/>
          <p14:tracePt t="50622" x="3276600" y="4832350"/>
          <p14:tracePt t="50639" x="3365500" y="4832350"/>
          <p14:tracePt t="50655" x="3403600" y="4832350"/>
          <p14:tracePt t="50671" x="3473450" y="4832350"/>
          <p14:tracePt t="50688" x="3524250" y="4838700"/>
          <p14:tracePt t="50705" x="3549650" y="4838700"/>
          <p14:tracePt t="50721" x="3587750" y="4845050"/>
          <p14:tracePt t="50738" x="3625850" y="4851400"/>
          <p14:tracePt t="50754" x="3638550" y="4857750"/>
          <p14:tracePt t="50758" x="3657600" y="4857750"/>
          <p14:tracePt t="50771" x="3676650" y="4857750"/>
          <p14:tracePt t="50788" x="3721100" y="4864100"/>
          <p14:tracePt t="50804" x="3740150" y="4864100"/>
          <p14:tracePt t="50821" x="3771900" y="4876800"/>
          <p14:tracePt t="50837" x="3810000" y="4876800"/>
          <p14:tracePt t="50854" x="3829050" y="4876800"/>
          <p14:tracePt t="50871" x="3860800" y="4883150"/>
          <p14:tracePt t="50887" x="3879850" y="4883150"/>
          <p14:tracePt t="50904" x="3892550" y="4883150"/>
          <p14:tracePt t="50920" x="3905250" y="4883150"/>
          <p14:tracePt t="50937" x="3917950" y="4883150"/>
          <p14:tracePt t="50955" x="3937000" y="4876800"/>
          <p14:tracePt t="50970" x="3943350" y="4876800"/>
          <p14:tracePt t="50987" x="3949700" y="4876800"/>
          <p14:tracePt t="51004" x="3956050" y="4870450"/>
          <p14:tracePt t="51020" x="3968750" y="4870450"/>
          <p14:tracePt t="51060" x="3975100" y="4870450"/>
          <p14:tracePt t="51088" x="3981450" y="4870450"/>
          <p14:tracePt t="51095" x="3987800" y="4870450"/>
          <p14:tracePt t="51165" x="3994150" y="4864100"/>
          <p14:tracePt t="51207" x="4000500" y="4864100"/>
          <p14:tracePt t="51228" x="4006850" y="4864100"/>
          <p14:tracePt t="51235" x="4013200" y="4864100"/>
          <p14:tracePt t="51256" x="4019550" y="4857750"/>
          <p14:tracePt t="51271" x="4025900" y="4857750"/>
          <p14:tracePt t="51277" x="4032250" y="4857750"/>
          <p14:tracePt t="51291" x="4057650" y="4857750"/>
          <p14:tracePt t="51302" x="4083050" y="4857750"/>
          <p14:tracePt t="51320" x="4197350" y="4851400"/>
          <p14:tracePt t="51336" x="4273550" y="4851400"/>
          <p14:tracePt t="51352" x="4451350" y="4851400"/>
          <p14:tracePt t="51369" x="4641850" y="4851400"/>
          <p14:tracePt t="51385" x="4730750" y="4851400"/>
          <p14:tracePt t="51402" x="4876800" y="4864100"/>
          <p14:tracePt t="51419" x="4978400" y="4870450"/>
          <p14:tracePt t="51435" x="5016500" y="4870450"/>
          <p14:tracePt t="51452" x="5060950" y="4876800"/>
          <p14:tracePt t="51468" x="5092700" y="4876800"/>
          <p14:tracePt t="51485" x="5099050" y="4876800"/>
          <p14:tracePt t="51502" x="5111750" y="4876800"/>
          <p14:tracePt t="51518" x="5118100" y="4876800"/>
          <p14:tracePt t="51628" x="5111750" y="4876800"/>
          <p14:tracePt t="51648" x="5111750" y="4870450"/>
          <p14:tracePt t="51655" x="5111750" y="4864100"/>
          <p14:tracePt t="51667" x="5105400" y="4857750"/>
          <p14:tracePt t="52040" x="5092700" y="4851400"/>
          <p14:tracePt t="52046" x="5080000" y="4845050"/>
          <p14:tracePt t="52062" x="5060950" y="4845050"/>
          <p14:tracePt t="52070" x="5048250" y="4838700"/>
          <p14:tracePt t="52084" x="5029200" y="4832350"/>
          <p14:tracePt t="52100" x="5003800" y="4826000"/>
          <p14:tracePt t="52117" x="4953000" y="4819650"/>
          <p14:tracePt t="52133" x="4895850" y="4806950"/>
          <p14:tracePt t="52149" x="4870450" y="4806950"/>
          <p14:tracePt t="52167" x="4775200" y="4787900"/>
          <p14:tracePt t="52183" x="4654550" y="4768850"/>
          <p14:tracePt t="52199" x="4578350" y="4768850"/>
          <p14:tracePt t="52216" x="4464050" y="4762500"/>
          <p14:tracePt t="52232" x="4343400" y="4749800"/>
          <p14:tracePt t="52249" x="4305300" y="4749800"/>
          <p14:tracePt t="52253" x="4267200" y="4749800"/>
          <p14:tracePt t="52266" x="4248150" y="4749800"/>
          <p14:tracePt t="52282" x="4197350" y="4743450"/>
          <p14:tracePt t="52300" x="4171950" y="4743450"/>
          <p14:tracePt t="52315" x="4159250" y="4743450"/>
          <p14:tracePt t="52332" x="4140200" y="4743450"/>
          <p14:tracePt t="52349" x="4127500" y="4737100"/>
          <p14:tracePt t="52382" x="4121150" y="4737100"/>
          <p14:tracePt t="52399" x="4095750" y="4737100"/>
          <p14:tracePt t="52415" x="4089400" y="4737100"/>
          <p14:tracePt t="52448" x="4083050" y="4737100"/>
          <p14:tracePt t="52465" x="4070350" y="4737100"/>
          <p14:tracePt t="52499" x="4064000" y="4737100"/>
          <p14:tracePt t="52525" x="4057650" y="4737100"/>
          <p14:tracePt t="52580" x="4057650" y="4743450"/>
          <p14:tracePt t="52608" x="4064000" y="4743450"/>
          <p14:tracePt t="52630" x="4070350" y="4743450"/>
          <p14:tracePt t="52644" x="4076700" y="4743450"/>
          <p14:tracePt t="52650" x="4083050" y="4743450"/>
          <p14:tracePt t="52667" x="4095750" y="4743450"/>
          <p14:tracePt t="52681" x="4127500" y="4743450"/>
          <p14:tracePt t="52697" x="4146550" y="4743450"/>
          <p14:tracePt t="52715" x="4210050" y="4743450"/>
          <p14:tracePt t="52731" x="4260850" y="4743450"/>
          <p14:tracePt t="52748" x="4362450" y="4743450"/>
          <p14:tracePt t="52764" x="4413250" y="4743450"/>
          <p14:tracePt t="52781" x="4470400" y="4749800"/>
          <p14:tracePt t="52797" x="4533900" y="4749800"/>
          <p14:tracePt t="52814" x="4565650" y="4749800"/>
          <p14:tracePt t="52831" x="4597400" y="4756150"/>
          <p14:tracePt t="52848" x="4603750" y="4756150"/>
          <p14:tracePt t="52890" x="4597400" y="4756150"/>
          <p14:tracePt t="52904" x="4591050" y="4756150"/>
          <p14:tracePt t="52913" x="4584700" y="4756150"/>
          <p14:tracePt t="52939" x="4565650" y="4749800"/>
          <p14:tracePt t="52953" x="4552950" y="4749800"/>
          <p14:tracePt t="52963" x="4546600" y="4749800"/>
          <p14:tracePt t="52981" x="4521200" y="4749800"/>
          <p14:tracePt t="52997" x="4502150" y="4756150"/>
          <p14:tracePt t="53013" x="4470400" y="4756150"/>
          <p14:tracePt t="53030" x="4318000" y="4762500"/>
          <p14:tracePt t="53047" x="4241800" y="4762500"/>
          <p14:tracePt t="53063" x="4152900" y="4762500"/>
          <p14:tracePt t="53080" x="4025900" y="4762500"/>
          <p14:tracePt t="53096" x="3917950" y="4756150"/>
          <p14:tracePt t="53114" x="3879850" y="4749800"/>
          <p14:tracePt t="53129" x="3835400" y="4749800"/>
          <p14:tracePt t="53146" x="3822700" y="4743450"/>
          <p14:tracePt t="53164" x="3816350" y="4730750"/>
          <p14:tracePt t="53180" x="3816350" y="4718050"/>
          <p14:tracePt t="53196" x="3816350" y="4699000"/>
          <p14:tracePt t="53213" x="3816350" y="4654550"/>
          <p14:tracePt t="53229" x="3816350" y="4629150"/>
          <p14:tracePt t="53246" x="3797300" y="4502150"/>
          <p14:tracePt t="53263" x="3721100" y="4305300"/>
          <p14:tracePt t="53279" x="3670300" y="4184650"/>
          <p14:tracePt t="53297" x="3517900" y="3911600"/>
          <p14:tracePt t="53312" x="3346450" y="3632200"/>
          <p14:tracePt t="53329" x="3263900" y="3505200"/>
          <p14:tracePt t="53346" x="3213100" y="3422650"/>
          <p14:tracePt t="53362" x="3105150" y="3295650"/>
          <p14:tracePt t="53379" x="3016250" y="3187700"/>
          <p14:tracePt t="53396" x="2914650" y="3111500"/>
          <p14:tracePt t="53412" x="2844800" y="3067050"/>
          <p14:tracePt t="53429" x="2705100" y="2965450"/>
          <p14:tracePt t="53445" x="2565400" y="2863850"/>
          <p14:tracePt t="53462" x="2520950" y="2825750"/>
          <p14:tracePt t="53479" x="2432050" y="2781300"/>
          <p14:tracePt t="53496" x="2368550" y="2762250"/>
          <p14:tracePt t="53511" x="2336800" y="2743200"/>
          <p14:tracePt t="53528" x="2286000" y="2724150"/>
          <p14:tracePt t="53545" x="2222500" y="2698750"/>
          <p14:tracePt t="53561" x="2209800" y="2698750"/>
          <p14:tracePt t="53579" x="2178050" y="2686050"/>
          <p14:tracePt t="53595" x="2152650" y="2679700"/>
          <p14:tracePt t="53612" x="2133600" y="2679700"/>
          <p14:tracePt t="53628" x="2101850" y="2673350"/>
          <p14:tracePt t="53644" x="2089150" y="2673350"/>
          <p14:tracePt t="53662" x="2044700" y="2673350"/>
          <p14:tracePt t="53678" x="2032000" y="2673350"/>
          <p14:tracePt t="53695" x="2019300" y="2673350"/>
          <p14:tracePt t="53712" x="1987550" y="2679700"/>
          <p14:tracePt t="53728" x="1949450" y="2686050"/>
          <p14:tracePt t="53744" x="1930400" y="2686050"/>
          <p14:tracePt t="53761" x="1873250" y="2692400"/>
          <p14:tracePt t="53777" x="1803400" y="2711450"/>
          <p14:tracePt t="53796" x="1739900" y="2717800"/>
          <p14:tracePt t="53810" x="1695450" y="2717800"/>
          <p14:tracePt t="53827" x="1587500" y="2743200"/>
          <p14:tracePt t="53844" x="1504950" y="2774950"/>
          <p14:tracePt t="53860" x="1460500" y="2787650"/>
          <p14:tracePt t="53877" x="1409700" y="2813050"/>
          <p14:tracePt t="53894" x="1390650" y="2825750"/>
          <p14:tracePt t="53910" x="1377950" y="2832100"/>
          <p14:tracePt t="53927" x="1371600" y="2838450"/>
          <p14:tracePt t="53943" x="1371600" y="2857500"/>
          <p14:tracePt t="53978" x="1371600" y="2863850"/>
          <p14:tracePt t="53993" x="1371600" y="2870200"/>
          <p14:tracePt t="54010" x="1371600" y="2882900"/>
          <p14:tracePt t="54027" x="1377950" y="2889250"/>
          <p14:tracePt t="54043" x="1384300" y="2895600"/>
          <p14:tracePt t="54059" x="1390650" y="2901950"/>
          <p14:tracePt t="54076" x="1397000" y="2901950"/>
          <p14:tracePt t="54093" x="1403350" y="2901950"/>
          <p14:tracePt t="54110" x="1422400" y="2901950"/>
          <p14:tracePt t="54126" x="1454150" y="2901950"/>
          <p14:tracePt t="54143" x="1485900" y="2901950"/>
          <p14:tracePt t="54160" x="1587500" y="2895600"/>
          <p14:tracePt t="54176" x="1739900" y="2901950"/>
          <p14:tracePt t="54192" x="1828800" y="2901950"/>
          <p14:tracePt t="54210" x="2032000" y="2921000"/>
          <p14:tracePt t="54226" x="2222500" y="2927350"/>
          <p14:tracePt t="54242" x="2298700" y="2940050"/>
          <p14:tracePt t="54259" x="2419350" y="2959100"/>
          <p14:tracePt t="54276" x="2457450" y="2959100"/>
          <p14:tracePt t="54293" x="2489200" y="2959100"/>
          <p14:tracePt t="54309" x="2495550" y="2959100"/>
          <p14:tracePt t="54325" x="2501900" y="2959100"/>
          <p14:tracePt t="54406" x="2495550" y="2959100"/>
          <p14:tracePt t="54426" x="2495550" y="2952750"/>
          <p14:tracePt t="54434" x="2489200" y="2952750"/>
          <p14:tracePt t="54680" x="2489200" y="2946400"/>
          <p14:tracePt t="54707" x="2489200" y="2940050"/>
          <p14:tracePt t="54756" x="2489200" y="2933700"/>
          <p14:tracePt t="54848" x="2482850" y="2921000"/>
          <p14:tracePt t="54876" x="2476500" y="2914650"/>
          <p14:tracePt t="54897" x="2476500" y="2908300"/>
          <p14:tracePt t="54918" x="2470150" y="2901950"/>
          <p14:tracePt t="54925" x="2470150" y="2895600"/>
          <p14:tracePt t="54946" x="2470150" y="2889250"/>
          <p14:tracePt t="54981" x="2470150" y="2882900"/>
          <p14:tracePt t="54988" x="2470150" y="2876550"/>
          <p14:tracePt t="54995" x="2470150" y="2870200"/>
          <p14:tracePt t="55016" x="2470150" y="2863850"/>
          <p14:tracePt t="55037" x="2470150" y="2857500"/>
          <p14:tracePt t="55101" x="2470150" y="2851150"/>
          <p14:tracePt t="55107" x="2470150" y="2844800"/>
          <p14:tracePt t="55129" x="2463800" y="2844800"/>
          <p14:tracePt t="55136" x="2457450" y="2844800"/>
          <p14:tracePt t="55157" x="2451100" y="2844800"/>
          <p14:tracePt t="55199" x="2451100" y="2851150"/>
          <p14:tracePt t="55227" x="2451100" y="2857500"/>
          <p14:tracePt t="55241" x="2444750" y="2863850"/>
          <p14:tracePt t="55248" x="2444750" y="2870200"/>
          <p14:tracePt t="55262" x="2438400" y="2882900"/>
          <p14:tracePt t="55272" x="2438400" y="2895600"/>
          <p14:tracePt t="55289" x="2432050" y="2914650"/>
          <p14:tracePt t="55305" x="2413000" y="2984500"/>
          <p14:tracePt t="55322" x="2406650" y="3054350"/>
          <p14:tracePt t="55339" x="2406650" y="3117850"/>
          <p14:tracePt t="55355" x="2406650" y="3155950"/>
          <p14:tracePt t="55372" x="2413000" y="3206750"/>
          <p14:tracePt t="55389" x="2444750" y="3244850"/>
          <p14:tracePt t="55405" x="2457450" y="3251200"/>
          <p14:tracePt t="55421" x="2508250" y="3257550"/>
          <p14:tracePt t="55438" x="2546350" y="3251200"/>
          <p14:tracePt t="55455" x="2565400" y="3232150"/>
          <p14:tracePt t="55472" x="2584450" y="3219450"/>
          <p14:tracePt t="55488" x="2609850" y="3187700"/>
          <p14:tracePt t="55505" x="2616200" y="3168650"/>
          <p14:tracePt t="55522" x="2622550" y="3136900"/>
          <p14:tracePt t="55538" x="2628900" y="3111500"/>
          <p14:tracePt t="55554" x="2635250" y="3073400"/>
          <p14:tracePt t="55571" x="2641600" y="3048000"/>
          <p14:tracePt t="55587" x="2647950" y="3035300"/>
          <p14:tracePt t="55604" x="2654300" y="3009900"/>
          <p14:tracePt t="55621" x="2673350" y="2990850"/>
          <p14:tracePt t="55637" x="2679700" y="2984500"/>
          <p14:tracePt t="55654" x="2705100" y="2971800"/>
          <p14:tracePt t="55670" x="2724150" y="2965450"/>
          <p14:tracePt t="55687" x="2736850" y="2965450"/>
          <p14:tracePt t="55704" x="2749550" y="2965450"/>
          <p14:tracePt t="55720" x="2755900" y="2971800"/>
          <p14:tracePt t="55737" x="2762250" y="2971800"/>
          <p14:tracePt t="55753" x="2762250" y="2978150"/>
          <p14:tracePt t="55809" x="2762250" y="2984500"/>
          <p14:tracePt t="55831" x="2755900" y="2990850"/>
          <p14:tracePt t="55838" x="2749550" y="2990850"/>
          <p14:tracePt t="55859" x="2749550" y="2997200"/>
          <p14:tracePt t="55873" x="2743200" y="2997200"/>
          <p14:tracePt t="55879" x="2730500" y="3003550"/>
          <p14:tracePt t="55894" x="2724150" y="3009900"/>
          <p14:tracePt t="55903" x="2711450" y="3009900"/>
          <p14:tracePt t="55920" x="2692400" y="3016250"/>
          <p14:tracePt t="55937" x="2660650" y="3022600"/>
          <p14:tracePt t="55953" x="2609850" y="3028950"/>
          <p14:tracePt t="55969" x="2590800" y="3028950"/>
          <p14:tracePt t="55986" x="2552700" y="3028950"/>
          <p14:tracePt t="56003" x="2540000" y="3016250"/>
          <p14:tracePt t="56020" x="2533650" y="3009900"/>
          <p14:tracePt t="56036" x="2533650" y="3003550"/>
          <p14:tracePt t="56054" x="2533650" y="2997200"/>
          <p14:tracePt t="56070" x="2540000" y="2997200"/>
          <p14:tracePt t="56086" x="2546350" y="2990850"/>
          <p14:tracePt t="56103" x="2552700" y="2990850"/>
          <p14:tracePt t="56119" x="2559050" y="2978150"/>
          <p14:tracePt t="56161" x="2559050" y="2971800"/>
          <p14:tracePt t="56182" x="2559050" y="2965450"/>
          <p14:tracePt t="56252" x="2552700" y="2965450"/>
          <p14:tracePt t="56273" x="2546350" y="2965450"/>
          <p14:tracePt t="56280" x="2540000" y="2965450"/>
          <p14:tracePt t="56300" x="2527300" y="2965450"/>
          <p14:tracePt t="56315" x="2514600" y="2965450"/>
          <p14:tracePt t="56322" x="2489200" y="2971800"/>
          <p14:tracePt t="56335" x="2470150" y="2978150"/>
          <p14:tracePt t="56352" x="2413000" y="2997200"/>
          <p14:tracePt t="56368" x="2381250" y="3016250"/>
          <p14:tracePt t="56385" x="2317750" y="3035300"/>
          <p14:tracePt t="56401" x="2279650" y="3054350"/>
          <p14:tracePt t="56418" x="2266950" y="3054350"/>
          <p14:tracePt t="56435" x="2247900" y="3060700"/>
          <p14:tracePt t="56452" x="2241550" y="3060700"/>
          <p14:tracePt t="56505" x="2241550" y="3054350"/>
          <p14:tracePt t="56596" x="2247900" y="3054350"/>
          <p14:tracePt t="56602" x="2247900" y="3060700"/>
          <p14:tracePt t="57115" x="2266950" y="3073400"/>
          <p14:tracePt t="57122" x="2286000" y="3079750"/>
          <p14:tracePt t="57136" x="2324100" y="3092450"/>
          <p14:tracePt t="57150" x="2368550" y="3117850"/>
          <p14:tracePt t="57165" x="2438400" y="3168650"/>
          <p14:tracePt t="57182" x="2470150" y="3187700"/>
          <p14:tracePt t="57199" x="2520950" y="3232150"/>
          <p14:tracePt t="57216" x="2565400" y="3263900"/>
          <p14:tracePt t="57232" x="2578100" y="3276600"/>
          <p14:tracePt t="57249" x="2603500" y="3295650"/>
          <p14:tracePt t="57265" x="2616200" y="3308350"/>
          <p14:tracePt t="57282" x="2616200" y="3314700"/>
          <p14:tracePt t="57298" x="2616200" y="3321050"/>
          <p14:tracePt t="57315" x="2622550" y="3327400"/>
          <p14:tracePt t="57332" x="2622550" y="3340100"/>
          <p14:tracePt t="57348" x="2628900" y="3359150"/>
          <p14:tracePt t="57365" x="2628900" y="3371850"/>
          <p14:tracePt t="57382" x="2647950" y="3441700"/>
          <p14:tracePt t="57398" x="2667000" y="3486150"/>
          <p14:tracePt t="57415" x="2673350" y="3536950"/>
          <p14:tracePt t="57431" x="2705100" y="3644900"/>
          <p14:tracePt t="57448" x="2730500" y="3752850"/>
          <p14:tracePt t="57465" x="2736850" y="3822700"/>
          <p14:tracePt t="57481" x="2755900" y="3924300"/>
          <p14:tracePt t="57498" x="2755900" y="4019550"/>
          <p14:tracePt t="57515" x="2755900" y="4108450"/>
          <p14:tracePt t="57531" x="2743200" y="4152900"/>
          <p14:tracePt t="57547" x="2730500" y="4222750"/>
          <p14:tracePt t="57564" x="2717800" y="4279900"/>
          <p14:tracePt t="57581" x="2705100" y="4311650"/>
          <p14:tracePt t="57597" x="2698750" y="4362450"/>
          <p14:tracePt t="57614" x="2692400" y="4400550"/>
          <p14:tracePt t="57631" x="2686050" y="4425950"/>
          <p14:tracePt t="57648" x="2679700" y="4464050"/>
          <p14:tracePt t="57663" x="2679700" y="4495800"/>
          <p14:tracePt t="57680" x="2679700" y="4527550"/>
          <p14:tracePt t="57697" x="2679700" y="4565650"/>
          <p14:tracePt t="57714" x="2679700" y="4591050"/>
          <p14:tracePt t="59321" x="2667000" y="4603750"/>
          <p14:tracePt t="59328" x="2647950" y="4610100"/>
          <p14:tracePt t="59344" x="2622550" y="4629150"/>
          <p14:tracePt t="59358" x="2590800" y="4648200"/>
          <p14:tracePt t="59374" x="2578100" y="4648200"/>
          <p14:tracePt t="59378" x="2559050" y="4654550"/>
          <p14:tracePt t="59394" x="2546350" y="4660900"/>
          <p14:tracePt t="59408" x="2520950" y="4660900"/>
          <p14:tracePt t="59425" x="2489200" y="4667250"/>
          <p14:tracePt t="59441" x="2463800" y="4673600"/>
          <p14:tracePt t="59458" x="2451100" y="4673600"/>
          <p14:tracePt t="59474" x="2438400" y="4673600"/>
          <p14:tracePt t="59491" x="2425700" y="4673600"/>
          <p14:tracePt t="59507" x="2419350" y="4673600"/>
          <p14:tracePt t="59525" x="2406650" y="4673600"/>
          <p14:tracePt t="59541" x="2400300" y="4679950"/>
          <p14:tracePt t="59574" x="2393950" y="4679950"/>
          <p14:tracePt t="59594" x="2387600" y="4679950"/>
          <p14:tracePt t="59651" x="2381250" y="4673600"/>
          <p14:tracePt t="59693" x="2381250" y="4667250"/>
          <p14:tracePt t="59728" x="2381250" y="4660900"/>
          <p14:tracePt t="59764" x="2387600" y="4654550"/>
          <p14:tracePt t="59770" x="2387600" y="4648200"/>
          <p14:tracePt t="59777" x="2393950" y="4648200"/>
          <p14:tracePt t="59799" x="2393950" y="4641850"/>
          <p14:tracePt t="59819" x="2393950" y="4635500"/>
          <p14:tracePt t="59841" x="2400300" y="4635500"/>
          <p14:tracePt t="59847" x="2400300" y="4629150"/>
          <p14:tracePt t="59869" x="2406650" y="4629150"/>
          <p14:tracePt t="59911" x="2413000" y="4616450"/>
          <p14:tracePt t="59918" x="2419350" y="4616450"/>
          <p14:tracePt t="59939" x="2425700" y="4616450"/>
          <p14:tracePt t="59960" x="2425700" y="4610100"/>
          <p14:tracePt t="59981" x="2432050" y="4603750"/>
          <p14:tracePt t="60009" x="2438400" y="4597400"/>
          <p14:tracePt t="60030" x="2438400" y="4591050"/>
          <p14:tracePt t="60058" x="2444750" y="4584700"/>
          <p14:tracePt t="60100" x="2451100" y="4584700"/>
          <p14:tracePt t="60121" x="2457450" y="4578350"/>
          <p14:tracePt t="60150" x="2457450" y="4572000"/>
          <p14:tracePt t="60163" x="2457450" y="4565650"/>
          <p14:tracePt t="60185" x="2457450" y="4559300"/>
          <p14:tracePt t="60191" x="2457450" y="4552950"/>
          <p14:tracePt t="60206" x="2463800" y="4552950"/>
          <p14:tracePt t="60221" x="2463800" y="4546600"/>
          <p14:tracePt t="60269" x="2463800" y="4540250"/>
          <p14:tracePt t="60290" x="2463800" y="4533900"/>
          <p14:tracePt t="60325" x="2463800" y="4527550"/>
          <p14:tracePt t="60374" x="2457450" y="4527550"/>
          <p14:tracePt t="60451" x="2457450" y="4533900"/>
          <p14:tracePt t="60479" x="2463800" y="4533900"/>
          <p14:tracePt t="60493" x="2470150" y="4533900"/>
          <p14:tracePt t="60521" x="2476500" y="4533900"/>
          <p14:tracePt t="60535" x="2482850" y="4533900"/>
          <p14:tracePt t="60542" x="2489200" y="4533900"/>
          <p14:tracePt t="60554" x="2501900" y="4533900"/>
          <p14:tracePt t="60571" x="2527300" y="4533900"/>
          <p14:tracePt t="60587" x="2546350" y="4533900"/>
          <p14:tracePt t="60604" x="2603500" y="4533900"/>
          <p14:tracePt t="60620" x="2667000" y="4533900"/>
          <p14:tracePt t="60637" x="2698750" y="4533900"/>
          <p14:tracePt t="60654" x="2736850" y="4533900"/>
          <p14:tracePt t="60670" x="2800350" y="4533900"/>
          <p14:tracePt t="60687" x="2870200" y="4533900"/>
          <p14:tracePt t="60704" x="2889250" y="4533900"/>
          <p14:tracePt t="60720" x="2946400" y="4533900"/>
          <p14:tracePt t="60737" x="3003550" y="4533900"/>
          <p14:tracePt t="60754" x="3060700" y="4533900"/>
          <p14:tracePt t="60770" x="3092450" y="4533900"/>
          <p14:tracePt t="60787" x="3149600" y="4533900"/>
          <p14:tracePt t="60803" x="3194050" y="4533900"/>
          <p14:tracePt t="60820" x="3219450" y="4533900"/>
          <p14:tracePt t="60837" x="3257550" y="4540250"/>
          <p14:tracePt t="60852" x="3289300" y="4540250"/>
          <p14:tracePt t="60869" x="3302000" y="4540250"/>
          <p14:tracePt t="60886" x="3314700" y="4546600"/>
          <p14:tracePt t="60903" x="3333750" y="4546600"/>
          <p14:tracePt t="60937" x="3333750" y="4552950"/>
          <p14:tracePt t="60970" x="3327400" y="4552950"/>
          <p14:tracePt t="60992" x="3321050" y="4552950"/>
          <p14:tracePt t="61006" x="3314700" y="4552950"/>
          <p14:tracePt t="61034" x="3308350" y="4552950"/>
          <p14:tracePt t="61076" x="3302000" y="4552950"/>
          <p14:tracePt t="61083" x="3295650" y="4552950"/>
          <p14:tracePt t="61132" x="3289300" y="4552950"/>
          <p14:tracePt t="61153" x="3282950" y="4552950"/>
          <p14:tracePt t="61175" x="3276600" y="4552950"/>
          <p14:tracePt t="61196" x="3270250" y="4552950"/>
          <p14:tracePt t="61203" x="3263900" y="4552950"/>
          <p14:tracePt t="61216" x="3251200" y="4552950"/>
          <p14:tracePt t="61223" x="3232150" y="4565650"/>
          <p14:tracePt t="61234" x="3213100" y="4565650"/>
          <p14:tracePt t="61252" x="3143250" y="4572000"/>
          <p14:tracePt t="61268" x="3092450" y="4572000"/>
          <p14:tracePt t="61285" x="3054350" y="4572000"/>
          <p14:tracePt t="61301" x="2908300" y="4572000"/>
          <p14:tracePt t="61318" x="2870200" y="4578350"/>
          <p14:tracePt t="61335" x="2787650" y="4584700"/>
          <p14:tracePt t="61351" x="2755900" y="4584700"/>
          <p14:tracePt t="61368" x="2711450" y="4597400"/>
          <p14:tracePt t="61385" x="2660650" y="4603750"/>
          <p14:tracePt t="61401" x="2647950" y="4603750"/>
          <p14:tracePt t="61418" x="2590800" y="4616450"/>
          <p14:tracePt t="61434" x="2546350" y="4629150"/>
          <p14:tracePt t="61451" x="2520950" y="4629150"/>
          <p14:tracePt t="61467" x="2470150" y="4629150"/>
          <p14:tracePt t="61484" x="2425700" y="4629150"/>
          <p14:tracePt t="61500" x="2419350" y="4629150"/>
          <p14:tracePt t="61518" x="2381250" y="4635500"/>
          <p14:tracePt t="61533" x="2368550" y="4635500"/>
          <p14:tracePt t="61550" x="2355850" y="4635500"/>
          <p14:tracePt t="61568" x="2343150" y="4635500"/>
          <p14:tracePt t="61584" x="2336800" y="4635500"/>
          <p14:tracePt t="61600" x="2330450" y="4641850"/>
          <p14:tracePt t="61855" x="2336800" y="4641850"/>
          <p14:tracePt t="61946" x="2336800" y="4635500"/>
          <p14:tracePt t="61967" x="2330450" y="4635500"/>
          <p14:tracePt t="61975" x="2324100" y="4635500"/>
          <p14:tracePt t="61995" x="2317750" y="4635500"/>
          <p14:tracePt t="62009" x="2311400" y="4635500"/>
          <p14:tracePt t="62018" x="2298700" y="4635500"/>
          <p14:tracePt t="62032" x="2286000" y="4629150"/>
          <p14:tracePt t="62048" x="2247900" y="4629150"/>
          <p14:tracePt t="62066" x="2190750" y="4616450"/>
          <p14:tracePt t="62082" x="2165350" y="4610100"/>
          <p14:tracePt t="62098" x="2114550" y="4603750"/>
          <p14:tracePt t="62116" x="2082800" y="4603750"/>
          <p14:tracePt t="62148" x="2076450" y="4597400"/>
          <p14:tracePt t="62165" x="2082800" y="4591050"/>
          <p14:tracePt t="62181" x="2095500" y="4591050"/>
          <p14:tracePt t="62199" x="2133600" y="4578350"/>
          <p14:tracePt t="62215" x="2152650" y="4572000"/>
          <p14:tracePt t="62231" x="2190750" y="4565650"/>
          <p14:tracePt t="62249" x="2241550" y="4559300"/>
          <p14:tracePt t="62264" x="2273300" y="4559300"/>
          <p14:tracePt t="62281" x="2336800" y="4559300"/>
          <p14:tracePt t="62298" x="2393950" y="4552950"/>
          <p14:tracePt t="62314" x="2413000" y="4552950"/>
          <p14:tracePt t="62331" x="2463800" y="4552950"/>
          <p14:tracePt t="62348" x="2489200" y="4552950"/>
          <p14:tracePt t="62364" x="2495550" y="4552950"/>
          <p14:tracePt t="62381" x="2501900" y="4552950"/>
          <p14:tracePt t="62397" x="2508250" y="4552950"/>
          <p14:tracePt t="62466" x="2501900" y="4559300"/>
          <p14:tracePt t="62501" x="2495550" y="4559300"/>
          <p14:tracePt t="62557" x="2495550" y="4565650"/>
          <p14:tracePt t="62585" x="2495550" y="4572000"/>
          <p14:tracePt t="62606" x="2501900" y="4572000"/>
          <p14:tracePt t="62620" x="2508250" y="4572000"/>
          <p14:tracePt t="62627" x="2514600" y="4572000"/>
          <p14:tracePt t="62641" x="2520950" y="4572000"/>
          <p14:tracePt t="62650" x="2527300" y="4572000"/>
          <p14:tracePt t="62663" x="2540000" y="4578350"/>
          <p14:tracePt t="62679" x="2578100" y="4578350"/>
          <p14:tracePt t="62697" x="2628900" y="4578350"/>
          <p14:tracePt t="62713" x="2647950" y="4578350"/>
          <p14:tracePt t="62730" x="2705100" y="4578350"/>
          <p14:tracePt t="62748" x="2755900" y="4578350"/>
          <p14:tracePt t="62763" x="2774950" y="4578350"/>
          <p14:tracePt t="62779" x="2787650" y="4578350"/>
          <p14:tracePt t="62796" x="2819400" y="4572000"/>
          <p14:tracePt t="62832" x="2825750" y="4572000"/>
          <p14:tracePt t="62846" x="2832100" y="4565650"/>
          <p14:tracePt t="62863" x="2844800" y="4565650"/>
          <p14:tracePt t="62880" x="2863850" y="4565650"/>
          <p14:tracePt t="62912" x="2882900" y="4565650"/>
          <p14:tracePt t="62929" x="2901950" y="4565650"/>
          <p14:tracePt t="62946" x="2921000" y="4565650"/>
          <p14:tracePt t="62962" x="2946400" y="4565650"/>
          <p14:tracePt t="62979" x="2959100" y="4565650"/>
          <p14:tracePt t="62995" x="2965450" y="4565650"/>
          <p14:tracePt t="63013" x="2971800" y="4565650"/>
          <p14:tracePt t="63210" x="2978150" y="4565650"/>
          <p14:tracePt t="63238" x="2984500" y="4565650"/>
          <p14:tracePt t="63259" x="2990850" y="4565650"/>
          <p14:tracePt t="63301" x="2997200" y="4565650"/>
          <p14:tracePt t="63322" x="3003550" y="4565650"/>
          <p14:tracePt t="63329" x="3009900" y="4565650"/>
          <p14:tracePt t="63343" x="3016250" y="4565650"/>
          <p14:tracePt t="63350" x="3028950" y="4565650"/>
          <p14:tracePt t="63361" x="3041650" y="4565650"/>
          <p14:tracePt t="63378" x="3073400" y="4565650"/>
          <p14:tracePt t="63394" x="3098800" y="4565650"/>
          <p14:tracePt t="63411" x="3136900" y="4565650"/>
          <p14:tracePt t="63415" x="3181350" y="4572000"/>
          <p14:tracePt t="63428" x="3276600" y="4591050"/>
          <p14:tracePt t="63444" x="3327400" y="4597400"/>
          <p14:tracePt t="63461" x="3384550" y="4603750"/>
          <p14:tracePt t="63477" x="3498850" y="4616450"/>
          <p14:tracePt t="63494" x="3581400" y="4629150"/>
          <p14:tracePt t="63511" x="3619500" y="4629150"/>
          <p14:tracePt t="63527" x="3670300" y="4629150"/>
          <p14:tracePt t="63543" x="3702050" y="4629150"/>
          <p14:tracePt t="63561" x="3714750" y="4629150"/>
          <p14:tracePt t="63577" x="3721100" y="4629150"/>
          <p14:tracePt t="63652" x="3721100" y="4622800"/>
          <p14:tracePt t="63701" x="3714750" y="4622800"/>
          <p14:tracePt t="63729" x="3702050" y="4622800"/>
          <p14:tracePt t="63750" x="3695700" y="4622800"/>
          <p14:tracePt t="63778" x="3689350" y="4622800"/>
          <p14:tracePt t="63820" x="3683000" y="4622800"/>
          <p14:tracePt t="63834" x="3676650" y="4622800"/>
          <p14:tracePt t="63849" x="3670300" y="4622800"/>
          <p14:tracePt t="63863" x="3663950" y="4622800"/>
          <p14:tracePt t="63869" x="3651250" y="4622800"/>
          <p14:tracePt t="63884" x="3644900" y="4629150"/>
          <p14:tracePt t="63892" x="3638550" y="4635500"/>
          <p14:tracePt t="63909" x="3613150" y="4635500"/>
          <p14:tracePt t="63926" x="3587750" y="4648200"/>
          <p14:tracePt t="63942" x="3556000" y="4654550"/>
          <p14:tracePt t="63959" x="3549650" y="4654550"/>
          <p14:tracePt t="63976" x="3524250" y="4660900"/>
          <p14:tracePt t="63992" x="3517900" y="4660900"/>
          <p14:tracePt t="64009" x="3511550" y="4667250"/>
          <p14:tracePt t="64025" x="3505200" y="4667250"/>
          <p14:tracePt t="64042" x="3498850" y="4667250"/>
          <p14:tracePt t="64291" x="3492500" y="4673600"/>
          <p14:tracePt t="64333" x="3486150" y="4673600"/>
          <p14:tracePt t="64375" x="3486150" y="4679950"/>
          <p14:tracePt t="64403" x="3473450" y="4686300"/>
          <p14:tracePt t="64417" x="3467100" y="4686300"/>
          <p14:tracePt t="64438" x="3454400" y="4692650"/>
          <p14:tracePt t="64452" x="3441700" y="4692650"/>
          <p14:tracePt t="64460" x="3429000" y="4699000"/>
          <p14:tracePt t="64474" x="3397250" y="4705350"/>
          <p14:tracePt t="64490" x="3359150" y="4724400"/>
          <p14:tracePt t="64507" x="3238500" y="4749800"/>
          <p14:tracePt t="64523" x="3092450" y="4781550"/>
          <p14:tracePt t="64540" x="3003550" y="4787900"/>
          <p14:tracePt t="64557" x="2832100" y="4819650"/>
          <p14:tracePt t="64573" x="2654300" y="4826000"/>
          <p14:tracePt t="64590" x="2565400" y="4838700"/>
          <p14:tracePt t="64607" x="2413000" y="4851400"/>
          <p14:tracePt t="64623" x="2254250" y="4851400"/>
          <p14:tracePt t="64640" x="2178050" y="4851400"/>
          <p14:tracePt t="64656" x="2038350" y="4857750"/>
          <p14:tracePt t="64673" x="1987550" y="4864100"/>
          <p14:tracePt t="64691" x="1790700" y="4883150"/>
          <p14:tracePt t="64706" x="1727200" y="4883150"/>
          <p14:tracePt t="64723" x="1676400" y="4883150"/>
          <p14:tracePt t="64740" x="1581150" y="4883150"/>
          <p14:tracePt t="64756" x="1504950" y="4883150"/>
          <p14:tracePt t="64773" x="1466850" y="4883150"/>
          <p14:tracePt t="64789" x="1397000" y="4902200"/>
          <p14:tracePt t="64806" x="1314450" y="4908550"/>
          <p14:tracePt t="64823" x="1270000" y="4914900"/>
          <p14:tracePt t="64839" x="1187450" y="4933950"/>
          <p14:tracePt t="64856" x="1104900" y="4953000"/>
          <p14:tracePt t="64873" x="1041400" y="4953000"/>
          <p14:tracePt t="64889" x="1009650" y="4953000"/>
          <p14:tracePt t="64905" x="971550" y="4953000"/>
          <p14:tracePt t="64923" x="927100" y="4953000"/>
          <p14:tracePt t="64939" x="920750" y="4953000"/>
          <p14:tracePt t="64942" x="895350" y="4953000"/>
          <p14:tracePt t="64955" x="876300" y="4953000"/>
          <p14:tracePt t="64972" x="850900" y="4953000"/>
          <p14:tracePt t="64988" x="838200" y="4953000"/>
          <p14:tracePt t="65006" x="812800" y="4953000"/>
          <p14:tracePt t="65021" x="806450" y="4946650"/>
          <p14:tracePt t="65038" x="800100" y="4946650"/>
          <p14:tracePt t="65055" x="793750" y="4946650"/>
          <p14:tracePt t="65071" x="787400" y="4946650"/>
          <p14:tracePt t="65378" x="793750" y="4946650"/>
          <p14:tracePt t="65435" x="800100" y="4946650"/>
          <p14:tracePt t="65476" x="806450" y="4946650"/>
          <p14:tracePt t="65533" x="812800" y="4946650"/>
          <p14:tracePt t="65554" x="819150" y="4946650"/>
          <p14:tracePt t="65617" x="825500" y="4946650"/>
          <p14:tracePt t="65624" x="831850" y="4940300"/>
          <p14:tracePt t="65645" x="838200" y="4940300"/>
          <p14:tracePt t="65666" x="844550" y="4940300"/>
          <p14:tracePt t="65694" x="850900" y="4933950"/>
          <p14:tracePt t="65701" x="857250" y="4933950"/>
          <p14:tracePt t="65715" x="863600" y="4933950"/>
          <p14:tracePt t="65737" x="876300" y="4933950"/>
          <p14:tracePt t="65743" x="889000" y="4933950"/>
          <p14:tracePt t="65757" x="901700" y="4927600"/>
          <p14:tracePt t="65769" x="920750" y="4927600"/>
          <p14:tracePt t="65786" x="958850" y="4927600"/>
          <p14:tracePt t="65802" x="990600" y="4921250"/>
          <p14:tracePt t="65819" x="1047750" y="4914900"/>
          <p14:tracePt t="65836" x="1123950" y="4914900"/>
          <p14:tracePt t="65852" x="1155700" y="4914900"/>
          <p14:tracePt t="65870" x="1225550" y="4908550"/>
          <p14:tracePt t="65885" x="1276350" y="4908550"/>
          <p14:tracePt t="65902" x="1301750" y="4908550"/>
          <p14:tracePt t="65919" x="1339850" y="4908550"/>
          <p14:tracePt t="65935" x="1352550" y="4908550"/>
          <p14:tracePt t="65938" x="1365250" y="4908550"/>
          <p14:tracePt t="65952" x="1384300" y="4908550"/>
          <p14:tracePt t="65969" x="1416050" y="4908550"/>
          <p14:tracePt t="65985" x="1435100" y="4908550"/>
          <p14:tracePt t="66002" x="1473200" y="4908550"/>
          <p14:tracePt t="66018" x="1517650" y="4908550"/>
          <p14:tracePt t="66035" x="1536700" y="4908550"/>
          <p14:tracePt t="66052" x="1600200" y="4908550"/>
          <p14:tracePt t="66068" x="1657350" y="4914900"/>
          <p14:tracePt t="66085" x="1676400" y="4914900"/>
          <p14:tracePt t="66102" x="1727200" y="4914900"/>
          <p14:tracePt t="66118" x="1765300" y="4921250"/>
          <p14:tracePt t="66135" x="1784350" y="4921250"/>
          <p14:tracePt t="66152" x="1816100" y="4921250"/>
          <p14:tracePt t="66168" x="1860550" y="4921250"/>
          <p14:tracePt t="66186" x="1911350" y="4927600"/>
          <p14:tracePt t="66200" x="1936750" y="4927600"/>
          <p14:tracePt t="66218" x="1955800" y="4927600"/>
          <p14:tracePt t="66235" x="2089150" y="4921250"/>
          <p14:tracePt t="66251" x="2133600" y="4908550"/>
          <p14:tracePt t="66268" x="2171700" y="4908550"/>
          <p14:tracePt t="66284" x="2292350" y="4908550"/>
          <p14:tracePt t="66300" x="2330450" y="4908550"/>
          <p14:tracePt t="66317" x="2368550" y="4908550"/>
          <p14:tracePt t="66334" x="2438400" y="4902200"/>
          <p14:tracePt t="66350" x="2495550" y="4895850"/>
          <p14:tracePt t="66369" x="2571750" y="4883150"/>
          <p14:tracePt t="66384" x="2622550" y="4883150"/>
          <p14:tracePt t="66400" x="2679700" y="4876800"/>
          <p14:tracePt t="66417" x="2762250" y="4857750"/>
          <p14:tracePt t="66433" x="2787650" y="4851400"/>
          <p14:tracePt t="66450" x="2819400" y="4845050"/>
          <p14:tracePt t="66454" x="2838450" y="4838700"/>
          <p14:tracePt t="66468" x="2863850" y="4832350"/>
          <p14:tracePt t="66484" x="2870200" y="4826000"/>
          <p14:tracePt t="66501" x="2882900" y="4813300"/>
          <p14:tracePt t="66517" x="2889250" y="4813300"/>
          <p14:tracePt t="66533" x="2895600" y="4806950"/>
          <p14:tracePt t="66566" x="2901950" y="4806950"/>
          <p14:tracePt t="66586" x="2908300" y="4800600"/>
          <p14:tracePt t="66606" x="2914650" y="4794250"/>
          <p14:tracePt t="66628" x="2914650" y="4787900"/>
          <p14:tracePt t="66648" x="2914650" y="4781550"/>
          <p14:tracePt t="66656" x="2921000" y="4781550"/>
          <p14:tracePt t="66677" x="2927350" y="4775200"/>
          <p14:tracePt t="66719" x="2933700" y="4768850"/>
          <p14:tracePt t="66726" x="2940050" y="4768850"/>
          <p14:tracePt t="66747" x="2946400" y="4768850"/>
          <p14:tracePt t="66768" x="2952750" y="4768850"/>
          <p14:tracePt t="66783" x="2952750" y="4762500"/>
          <p14:tracePt t="66788" x="2959100" y="4762500"/>
          <p14:tracePt t="66800" x="2965450" y="4756150"/>
          <p14:tracePt t="66816" x="2978150" y="4749800"/>
          <p14:tracePt t="66832" x="3009900" y="4737100"/>
          <p14:tracePt t="66849" x="3022600" y="4730750"/>
          <p14:tracePt t="66866" x="3086100" y="4711700"/>
          <p14:tracePt t="66882" x="3105150" y="4705350"/>
          <p14:tracePt t="66898" x="3130550" y="4699000"/>
          <p14:tracePt t="66916" x="3155950" y="4686300"/>
          <p14:tracePt t="66932" x="3168650" y="4679950"/>
          <p14:tracePt t="66948" x="3168650" y="4673600"/>
          <p14:tracePt t="66965" x="3175000" y="4673600"/>
          <p14:tracePt t="67000" x="3181350" y="4673600"/>
          <p14:tracePt t="67042" x="3187700" y="4673600"/>
          <p14:tracePt t="67098" x="3187700" y="4667250"/>
          <p14:tracePt t="67147" x="3194050" y="4667250"/>
          <p14:tracePt t="67189" x="3194050" y="4660900"/>
          <p14:tracePt t="67288" x="3200400" y="4654550"/>
          <p14:tracePt t="67329" x="3200400" y="4648200"/>
          <p14:tracePt t="68386" x="3200400" y="4641850"/>
          <p14:tracePt t="68434" x="3206750" y="4641850"/>
          <p14:tracePt t="68462" x="3213100" y="4641850"/>
          <p14:tracePt t="68483" x="3219450" y="4641850"/>
          <p14:tracePt t="68490" x="3225800" y="4635500"/>
          <p14:tracePt t="68511" x="3232150" y="4635500"/>
          <p14:tracePt t="68527" x="3238500" y="4635500"/>
          <p14:tracePt t="68532" x="3244850" y="4635500"/>
          <p14:tracePt t="68543" x="3251200" y="4629150"/>
          <p14:tracePt t="68575" x="3257550" y="4629150"/>
          <p14:tracePt t="68583" x="3257550" y="4622800"/>
          <p14:tracePt t="68596" x="3263900" y="4622800"/>
          <p14:tracePt t="68612" x="3270250" y="4622800"/>
          <p14:tracePt t="68632" x="3276600" y="4622800"/>
          <p14:tracePt t="68653" x="3282950" y="4622800"/>
          <p14:tracePt t="68667" x="3282950" y="4616450"/>
          <p14:tracePt t="68681" x="3289300" y="4616450"/>
          <p14:tracePt t="68703" x="3295650" y="4610100"/>
          <p14:tracePt t="68723" x="3308350" y="4610100"/>
          <p14:tracePt t="68744" x="3314700" y="4603750"/>
          <p14:tracePt t="68765" x="3321050" y="4603750"/>
          <p14:tracePt t="68771" x="3327400" y="4603750"/>
          <p14:tracePt t="68807" x="3333750" y="4603750"/>
          <p14:tracePt t="68821" x="3340100" y="4603750"/>
          <p14:tracePt t="68843" x="3346450" y="4603750"/>
          <p14:tracePt t="68856" x="3352800" y="4603750"/>
          <p14:tracePt t="68862" x="3359150" y="4597400"/>
          <p14:tracePt t="68884" x="3365500" y="4597400"/>
          <p14:tracePt t="68912" x="3371850" y="4597400"/>
          <p14:tracePt t="68934" x="3384550" y="4597400"/>
          <p14:tracePt t="68954" x="3390900" y="4597400"/>
          <p14:tracePt t="68961" x="3397250" y="4591050"/>
          <p14:tracePt t="68983" x="3403600" y="4591050"/>
          <p14:tracePt t="69017" x="3409950" y="4591050"/>
          <p14:tracePt t="69032" x="3416300" y="4591050"/>
          <p14:tracePt t="69053" x="3429000" y="4591050"/>
          <p14:tracePt t="69073" x="3435350" y="4591050"/>
          <p14:tracePt t="69095" x="3441700" y="4591050"/>
          <p14:tracePt t="69123" x="3448050" y="4591050"/>
          <p14:tracePt t="69165" x="3454400" y="4591050"/>
          <p14:tracePt t="69193" x="3460750" y="4591050"/>
          <p14:tracePt t="69214" x="3467100" y="4591050"/>
          <p14:tracePt t="69242" x="3473450" y="4591050"/>
          <p14:tracePt t="69263" x="3479800" y="4591050"/>
          <p14:tracePt t="69305" x="3486150" y="4591050"/>
          <p14:tracePt t="69404" x="3492500" y="4591050"/>
          <p14:tracePt t="69537" x="3492500" y="4597400"/>
          <p14:tracePt t="69635" x="3486150" y="4597400"/>
          <p14:tracePt t="69677" x="3479800" y="4597400"/>
          <p14:tracePt t="69705" x="3467100" y="4597400"/>
          <p14:tracePt t="70436" x="3473450" y="4597400"/>
          <p14:tracePt t="70458" x="3473450" y="4603750"/>
          <p14:tracePt t="70479" x="3479800" y="4616450"/>
          <p14:tracePt t="70485" x="3486150" y="4616450"/>
          <p14:tracePt t="70507" x="3486150" y="4622800"/>
          <p14:tracePt t="70542" x="3492500" y="4629150"/>
          <p14:tracePt t="70549" x="3498850" y="4629150"/>
          <p14:tracePt t="70556" x="3498850" y="4635500"/>
          <p14:tracePt t="70576" x="3505200" y="4635500"/>
          <p14:tracePt t="70619" x="3511550" y="4641850"/>
          <p14:tracePt t="70647" x="3517900" y="4641850"/>
          <p14:tracePt t="70682" x="3517900" y="4648200"/>
          <p14:tracePt t="70717" x="3524250" y="4654550"/>
          <p14:tracePt t="70802" x="3524250" y="4660900"/>
          <p14:tracePt t="70921" x="3524250" y="4667250"/>
          <p14:tracePt t="71202" x="3517900" y="4667250"/>
          <p14:tracePt t="71475" x="3511550" y="4667250"/>
          <p14:tracePt t="71496" x="3511550" y="4660900"/>
          <p14:tracePt t="71515" x="3517900" y="4667250"/>
          <p14:tracePt t="72256" x="3505200" y="4667250"/>
          <p14:tracePt t="72263" x="3486150" y="4679950"/>
          <p14:tracePt t="72276" x="3454400" y="4705350"/>
          <p14:tracePt t="72283" x="3422650" y="4718050"/>
          <p14:tracePt t="72296" x="3390900" y="4737100"/>
          <p14:tracePt t="72313" x="3302000" y="4787900"/>
          <p14:tracePt t="72329" x="3257550" y="4826000"/>
          <p14:tracePt t="72347" x="3130550" y="4883150"/>
          <p14:tracePt t="72363" x="3009900" y="4933950"/>
          <p14:tracePt t="72380" x="2952750" y="4953000"/>
          <p14:tracePt t="72397" x="2851150" y="4959350"/>
          <p14:tracePt t="72413" x="2774950" y="4972050"/>
          <p14:tracePt t="72430" x="2749550" y="4972050"/>
          <p14:tracePt t="72447" x="2698750" y="4972050"/>
          <p14:tracePt t="72463" x="2667000" y="4978400"/>
          <p14:tracePt t="72480" x="2641600" y="4978400"/>
          <p14:tracePt t="72496" x="2628900" y="4978400"/>
          <p14:tracePt t="72513" x="2622550" y="4978400"/>
          <p14:tracePt t="72529" x="2603500" y="4978400"/>
          <p14:tracePt t="72545" x="2597150" y="4978400"/>
          <p14:tracePt t="72562" x="2590800" y="4972050"/>
          <p14:tracePt t="72579" x="2578100" y="4972050"/>
          <p14:tracePt t="72595" x="2571750" y="4972050"/>
          <p14:tracePt t="72629" x="2559050" y="4972050"/>
          <p14:tracePt t="72645" x="2546350" y="4965700"/>
          <p14:tracePt t="72663" x="2533650" y="4959350"/>
          <p14:tracePt t="72695" x="2520950" y="4953000"/>
          <p14:tracePt t="72712" x="2508250" y="4953000"/>
          <p14:tracePt t="72728" x="2501900" y="4953000"/>
          <p14:tracePt t="72745" x="2501900" y="4946650"/>
          <p14:tracePt t="72762" x="2489200" y="4946650"/>
          <p14:tracePt t="72795" x="2482850" y="4946650"/>
          <p14:tracePt t="72838" x="2476500" y="4946650"/>
          <p14:tracePt t="72866" x="2470150" y="4940300"/>
          <p14:tracePt t="72873" x="2463800" y="4940300"/>
          <p14:tracePt t="72944" x="2470150" y="4940300"/>
          <p14:tracePt t="72964" x="2476500" y="4940300"/>
          <p14:tracePt t="72992" x="2482850" y="4940300"/>
          <p14:tracePt t="73013" x="2489200" y="4940300"/>
          <p14:tracePt t="73029" x="2495550" y="4933950"/>
          <p14:tracePt t="73049" x="2501900" y="4933950"/>
          <p14:tracePt t="73055" x="2508250" y="4933950"/>
          <p14:tracePt t="73064" x="2514600" y="4933950"/>
          <p14:tracePt t="73078" x="2527300" y="4933950"/>
          <p14:tracePt t="73093" x="2540000" y="4933950"/>
          <p14:tracePt t="73111" x="2578100" y="4927600"/>
          <p14:tracePt t="73127" x="2628900" y="4927600"/>
          <p14:tracePt t="73144" x="2667000" y="4927600"/>
          <p14:tracePt t="73162" x="2724150" y="4921250"/>
          <p14:tracePt t="73177" x="2794000" y="4921250"/>
          <p14:tracePt t="73194" x="2832100" y="4921250"/>
          <p14:tracePt t="73210" x="2895600" y="4921250"/>
          <p14:tracePt t="73227" x="2946400" y="4921250"/>
          <p14:tracePt t="73243" x="2971800" y="4921250"/>
          <p14:tracePt t="73260" x="3016250" y="4921250"/>
          <p14:tracePt t="73277" x="3048000" y="4921250"/>
          <p14:tracePt t="73294" x="3073400" y="4921250"/>
          <p14:tracePt t="73310" x="3086100" y="4921250"/>
          <p14:tracePt t="73326" x="3111500" y="4908550"/>
          <p14:tracePt t="73344" x="3124200" y="4908550"/>
          <p14:tracePt t="73360" x="3130550" y="4908550"/>
          <p14:tracePt t="73377" x="3143250" y="4908550"/>
          <p14:tracePt t="73393" x="3162300" y="4908550"/>
          <p14:tracePt t="73409" x="3175000" y="4908550"/>
          <p14:tracePt t="73427" x="3181350" y="4908550"/>
          <p14:tracePt t="73443" x="3206750" y="4908550"/>
          <p14:tracePt t="73459" x="3232150" y="4908550"/>
          <p14:tracePt t="73477" x="3263900" y="4908550"/>
          <p14:tracePt t="73493" x="3276600" y="4908550"/>
          <p14:tracePt t="73509" x="3302000" y="4908550"/>
          <p14:tracePt t="73526" x="3327400" y="4908550"/>
          <p14:tracePt t="73542" x="3333750" y="4908550"/>
          <p14:tracePt t="73545" x="3340100" y="4908550"/>
          <p14:tracePt t="73559" x="3346450" y="4908550"/>
          <p14:tracePt t="73576" x="3359150" y="4908550"/>
          <p14:tracePt t="73612" x="3365500" y="4908550"/>
          <p14:tracePt t="73645" x="3371850" y="4908550"/>
          <p14:tracePt t="73729" x="3378200" y="4908550"/>
          <p14:tracePt t="73877" x="3371850" y="4902200"/>
          <p14:tracePt t="74339" x="3371850" y="4889500"/>
          <p14:tracePt t="74346" x="3371850" y="4883150"/>
          <p14:tracePt t="74360" x="3371850" y="4876800"/>
          <p14:tracePt t="74372" x="3371850" y="4870450"/>
          <p14:tracePt t="74389" x="3371850" y="4851400"/>
          <p14:tracePt t="74406" x="3371850" y="4838700"/>
          <p14:tracePt t="74423" x="3384550" y="4806950"/>
          <p14:tracePt t="74439" x="3384550" y="4781550"/>
          <p14:tracePt t="74456" x="3384550" y="4768850"/>
          <p14:tracePt t="74473" x="3384550" y="4743450"/>
          <p14:tracePt t="74489" x="3384550" y="4730750"/>
          <p14:tracePt t="74506" x="3384550" y="4724400"/>
          <p14:tracePt t="74522" x="3378200" y="4705350"/>
          <p14:tracePt t="74539" x="3378200" y="4692650"/>
          <p14:tracePt t="74556" x="3371850" y="4679950"/>
          <p14:tracePt t="74572" x="3371850" y="4673600"/>
          <p14:tracePt t="74588" x="3371850" y="4667250"/>
          <p14:tracePt t="74592" x="3371850" y="4654550"/>
          <p14:tracePt t="74608" x="3371850" y="4641850"/>
          <p14:tracePt t="74621" x="3365500" y="4641850"/>
          <p14:tracePt t="74638" x="3365500" y="4635500"/>
          <p14:tracePt t="74655" x="3359150" y="4629150"/>
          <p14:tracePt t="74697" x="3359150" y="4622800"/>
          <p14:tracePt t="74718" x="3352800" y="4616450"/>
          <p14:tracePt t="74740" x="3352800" y="4610100"/>
          <p14:tracePt t="74781" x="3346450" y="4603750"/>
          <p14:tracePt t="74789" x="3346450" y="4597400"/>
          <p14:tracePt t="74816" x="3340100" y="4597400"/>
          <p14:tracePt t="74852" x="3333750" y="4591050"/>
          <p14:tracePt t="74879" x="3327400" y="4584700"/>
          <p14:tracePt t="74928" x="3321050" y="4578350"/>
          <p14:tracePt t="75322" x="3327400" y="4578350"/>
          <p14:tracePt t="75350" x="3333750" y="4578350"/>
          <p14:tracePt t="75385" x="3340100" y="4578350"/>
          <p14:tracePt t="75420" x="3346450" y="4578350"/>
          <p14:tracePt t="75469" x="3352800" y="4578350"/>
          <p14:tracePt t="75504" x="3359150" y="4578350"/>
          <p14:tracePt t="75531" x="3365500" y="4578350"/>
          <p14:tracePt t="75560" x="3371850" y="4578350"/>
          <p14:tracePt t="75602" x="3378200" y="4578350"/>
          <p14:tracePt t="75630" x="3384550" y="4584700"/>
          <p14:tracePt t="75673" x="3390900" y="4584700"/>
          <p14:tracePt t="75679" x="3397250" y="4591050"/>
          <p14:tracePt t="75715" x="3403600" y="4591050"/>
          <p14:tracePt t="75722" x="3409950" y="4591050"/>
          <p14:tracePt t="75737" x="3416300" y="4591050"/>
          <p14:tracePt t="75764" x="3422650" y="4591050"/>
          <p14:tracePt t="75786" x="3429000" y="4591050"/>
          <p14:tracePt t="75792" x="3435350" y="4591050"/>
          <p14:tracePt t="75813" x="3441700" y="4597400"/>
          <p14:tracePt t="75821" x="3448050" y="4597400"/>
          <p14:tracePt t="75841" x="3454400" y="4597400"/>
          <p14:tracePt t="75882" x="3454400" y="4603750"/>
          <p14:tracePt t="75911" x="3460750" y="4603750"/>
          <p14:tracePt t="75932" x="3467100" y="4610100"/>
          <p14:tracePt t="75961" x="3467100" y="4616450"/>
          <p14:tracePt t="75981" x="3460750" y="4622800"/>
          <p14:tracePt t="76017" x="3454400" y="4622800"/>
          <p14:tracePt t="76052" x="3448050" y="4622800"/>
          <p14:tracePt t="76073" x="3441700" y="4622800"/>
          <p14:tracePt t="76079" x="3435350" y="4622800"/>
          <p14:tracePt t="76101" x="3429000" y="4629150"/>
          <p14:tracePt t="76122" x="3422650" y="4629150"/>
          <p14:tracePt t="76143" x="3422650" y="4635500"/>
          <p14:tracePt t="76164" x="3416300" y="4635500"/>
          <p14:tracePt t="76171" x="3409950" y="4635500"/>
          <p14:tracePt t="76186" x="3403600" y="4641850"/>
          <p14:tracePt t="76206" x="3403600" y="4648200"/>
          <p14:tracePt t="76216" x="3397250" y="4648200"/>
          <p14:tracePt t="76233" x="3390900" y="4654550"/>
          <p14:tracePt t="76249" x="3390900" y="4660900"/>
          <p14:tracePt t="76267" x="3384550" y="4660900"/>
          <p14:tracePt t="76283" x="3378200" y="4667250"/>
          <p14:tracePt t="76299" x="3378200" y="4673600"/>
          <p14:tracePt t="76316" x="3378200" y="4679950"/>
          <p14:tracePt t="76333" x="3365500" y="4699000"/>
          <p14:tracePt t="76349" x="3365500" y="4705350"/>
          <p14:tracePt t="76366" x="3352800" y="4718050"/>
          <p14:tracePt t="76382" x="3333750" y="4743450"/>
          <p14:tracePt t="76399" x="3327400" y="4749800"/>
          <p14:tracePt t="76417" x="3314700" y="4775200"/>
          <p14:tracePt t="76432" x="3308350" y="4781550"/>
          <p14:tracePt t="76449" x="3302000" y="4794250"/>
          <p14:tracePt t="76466" x="3295650" y="4800600"/>
          <p14:tracePt t="76498" x="3289300" y="4806950"/>
          <p14:tracePt t="76517" x="3289300" y="4813300"/>
          <p14:tracePt t="76550" x="3282950" y="4813300"/>
          <p14:tracePt t="76570" x="3282950" y="4819650"/>
          <p14:tracePt t="76612" x="3276600" y="4826000"/>
          <p14:tracePt t="76648" x="3276600" y="4832350"/>
          <p14:tracePt t="76683" x="3270250" y="4838700"/>
          <p14:tracePt t="76746" x="3270250" y="4845050"/>
          <p14:tracePt t="76781" x="3270250" y="4851400"/>
          <p14:tracePt t="76817" x="3270250" y="4857750"/>
          <p14:tracePt t="76852" x="3270250" y="4864100"/>
          <p14:tracePt t="76901" x="3270250" y="4870450"/>
          <p14:tracePt t="76936" x="3276600" y="4870450"/>
          <p14:tracePt t="76957" x="3282950" y="4870450"/>
          <p14:tracePt t="76971" x="3289300" y="4870450"/>
          <p14:tracePt t="76999" x="3295650" y="4870450"/>
          <p14:tracePt t="77006" x="3302000" y="4864100"/>
          <p14:tracePt t="77020" x="3308350" y="4864100"/>
          <p14:tracePt t="77041" x="3321050" y="4857750"/>
          <p14:tracePt t="77055" x="3346450" y="4857750"/>
          <p14:tracePt t="77069" x="3365500" y="4851400"/>
          <p14:tracePt t="77083" x="3378200" y="4845050"/>
          <p14:tracePt t="77097" x="3403600" y="4838700"/>
          <p14:tracePt t="77113" x="3435350" y="4832350"/>
          <p14:tracePt t="77130" x="3467100" y="4819650"/>
          <p14:tracePt t="77147" x="3524250" y="4806950"/>
          <p14:tracePt t="77163" x="3556000" y="4800600"/>
          <p14:tracePt t="77180" x="3594100" y="4800600"/>
          <p14:tracePt t="77197" x="3606800" y="4794250"/>
          <p14:tracePt t="77213" x="3619500" y="4794250"/>
          <p14:tracePt t="77230" x="3638550" y="4794250"/>
          <p14:tracePt t="77246" x="3644900" y="4787900"/>
          <p14:tracePt t="77287" x="3651250" y="4787900"/>
          <p14:tracePt t="77322" x="3657600" y="4787900"/>
          <p14:tracePt t="77736" x="3651250" y="4781550"/>
          <p14:tracePt t="77905" x="3651250" y="4775200"/>
          <p14:tracePt t="77975" x="3644900" y="4775200"/>
          <p14:tracePt t="78024" x="3638550" y="4775200"/>
          <p14:tracePt t="78059" x="3632200" y="4781550"/>
          <p14:tracePt t="78086" x="3632200" y="4787900"/>
          <p14:tracePt t="78129" x="3625850" y="4794250"/>
          <p14:tracePt t="78144" x="3619500" y="4800600"/>
          <p14:tracePt t="78178" x="3619500" y="4806950"/>
          <p14:tracePt t="78207" x="3619500" y="4813300"/>
          <p14:tracePt t="78213" x="3613150" y="4819650"/>
          <p14:tracePt t="78226" x="3613150" y="4826000"/>
          <p14:tracePt t="78243" x="3613150" y="4832350"/>
          <p14:tracePt t="78259" x="3606800" y="4838700"/>
          <p14:tracePt t="78277" x="3606800" y="4851400"/>
          <p14:tracePt t="78292" x="3600450" y="4857750"/>
          <p14:tracePt t="78309" x="3600450" y="4870450"/>
          <p14:tracePt t="78326" x="3594100" y="4883150"/>
          <p14:tracePt t="78342" x="3581400" y="4902200"/>
          <p14:tracePt t="78359" x="3581400" y="4914900"/>
          <p14:tracePt t="78376" x="3568700" y="4933950"/>
          <p14:tracePt t="78392" x="3568700" y="4953000"/>
          <p14:tracePt t="78410" x="3568700" y="4959350"/>
          <p14:tracePt t="78442" x="3562350" y="4965700"/>
          <p14:tracePt t="78473" x="3562350" y="4972050"/>
          <p14:tracePt t="78508" x="3556000" y="4978400"/>
          <p14:tracePt t="78550" x="3549650" y="4984750"/>
          <p14:tracePt t="78557" x="3543300" y="4984750"/>
          <p14:tracePt t="78578" x="3536950" y="4984750"/>
          <p14:tracePt t="78599" x="3530600" y="4984750"/>
          <p14:tracePt t="78627" x="3530600" y="4978400"/>
          <p14:tracePt t="78648" x="3517900" y="4972050"/>
          <p14:tracePt t="78670" x="3511550" y="4965700"/>
          <p14:tracePt t="78677" x="3498850" y="4959350"/>
          <p14:tracePt t="78691" x="3492500" y="4959350"/>
          <p14:tracePt t="78698" x="3473450" y="4953000"/>
          <p14:tracePt t="78711" x="3448050" y="4940300"/>
          <p14:tracePt t="78724" x="3422650" y="4927600"/>
          <p14:tracePt t="78741" x="3321050" y="4895850"/>
          <p14:tracePt t="78758" x="3251200" y="4864100"/>
          <p14:tracePt t="78775" x="3105150" y="4832350"/>
          <p14:tracePt t="78791" x="2946400" y="4794250"/>
          <p14:tracePt t="78808" x="2870200" y="4787900"/>
          <p14:tracePt t="78824" x="2724150" y="4756150"/>
          <p14:tracePt t="78841" x="2609850" y="4737100"/>
          <p14:tracePt t="78857" x="2527300" y="4730750"/>
          <p14:tracePt t="78874" x="2413000" y="4711700"/>
          <p14:tracePt t="78890" x="2343150" y="4711700"/>
          <p14:tracePt t="78908" x="2209800" y="4692650"/>
          <p14:tracePt t="78923" x="2184400" y="4686300"/>
          <p14:tracePt t="78940" x="2152650" y="4686300"/>
          <p14:tracePt t="78957" x="2114550" y="4679950"/>
          <p14:tracePt t="78973" x="2070100" y="4673600"/>
          <p14:tracePt t="78990" x="2051050" y="4673600"/>
          <p14:tracePt t="79007" x="1987550" y="4679950"/>
          <p14:tracePt t="79023" x="1968500" y="4679950"/>
          <p14:tracePt t="79040" x="1949450" y="4679950"/>
          <p14:tracePt t="79056" x="1905000" y="4692650"/>
          <p14:tracePt t="79073" x="1866900" y="4692650"/>
          <p14:tracePt t="79091" x="1828800" y="4705350"/>
          <p14:tracePt t="79106" x="1816100" y="4711700"/>
          <p14:tracePt t="79123" x="1790700" y="4718050"/>
          <p14:tracePt t="79140" x="1771650" y="4730750"/>
          <p14:tracePt t="79156" x="1765300" y="4737100"/>
          <p14:tracePt t="79173" x="1752600" y="4743450"/>
          <p14:tracePt t="79190" x="1746250" y="4743450"/>
          <p14:tracePt t="79223" x="1733550" y="4749800"/>
          <p14:tracePt t="79239" x="1727200" y="4756150"/>
          <p14:tracePt t="79274" x="1727200" y="4762500"/>
          <p14:tracePt t="79301" x="1720850" y="4762500"/>
          <p14:tracePt t="79308" x="1720850" y="4768850"/>
          <p14:tracePt t="79329" x="1720850" y="4775200"/>
          <p14:tracePt t="79420" x="1727200" y="4781550"/>
          <p14:tracePt t="79434" x="1733550" y="4787900"/>
          <p14:tracePt t="79441" x="1739900" y="4787900"/>
          <p14:tracePt t="79462" x="1746250" y="4787900"/>
          <p14:tracePt t="79471" x="1752600" y="4787900"/>
          <p14:tracePt t="79492" x="1752600" y="4794250"/>
          <p14:tracePt t="79507" x="1758950" y="4794250"/>
          <p14:tracePt t="79522" x="1765300" y="4794250"/>
          <p14:tracePt t="79538" x="1771650" y="4794250"/>
          <p14:tracePt t="79555" x="1790700" y="4794250"/>
          <p14:tracePt t="79572" x="1797050" y="4794250"/>
          <p14:tracePt t="79588" x="1822450" y="4794250"/>
          <p14:tracePt t="79604" x="1873250" y="4794250"/>
          <p14:tracePt t="79621" x="1892300" y="4794250"/>
          <p14:tracePt t="79625" x="1911350" y="4794250"/>
          <p14:tracePt t="79638" x="1943100" y="4794250"/>
          <p14:tracePt t="79655" x="1993900" y="4794250"/>
          <p14:tracePt t="79672" x="2012950" y="4794250"/>
          <p14:tracePt t="79688" x="2063750" y="4794250"/>
          <p14:tracePt t="79704" x="2108200" y="4794250"/>
          <p14:tracePt t="79721" x="2127250" y="4794250"/>
          <p14:tracePt t="79737" x="2178050" y="4794250"/>
          <p14:tracePt t="79754" x="2222500" y="4794250"/>
          <p14:tracePt t="79772" x="2279650" y="4794250"/>
          <p14:tracePt t="79788" x="2305050" y="4794250"/>
          <p14:tracePt t="79804" x="2336800" y="4794250"/>
          <p14:tracePt t="79821" x="2419350" y="4794250"/>
          <p14:tracePt t="79837" x="2451100" y="4794250"/>
          <p14:tracePt t="79854" x="2489200" y="4800600"/>
          <p14:tracePt t="79871" x="2552700" y="4806950"/>
          <p14:tracePt t="79888" x="2616200" y="4806950"/>
          <p14:tracePt t="79904" x="2635250" y="4806950"/>
          <p14:tracePt t="79920" x="2679700" y="4806950"/>
          <p14:tracePt t="79937" x="2730500" y="4819650"/>
          <p14:tracePt t="79954" x="2787650" y="4819650"/>
          <p14:tracePt t="79970" x="2825750" y="4813300"/>
          <p14:tracePt t="79987" x="2889250" y="4819650"/>
          <p14:tracePt t="80003" x="2952750" y="4832350"/>
          <p14:tracePt t="80019" x="2984500" y="4832350"/>
          <p14:tracePt t="80036" x="3041650" y="4832350"/>
          <p14:tracePt t="80053" x="3086100" y="4832350"/>
          <p14:tracePt t="80070" x="3117850" y="4838700"/>
          <p14:tracePt t="80087" x="3155950" y="4838700"/>
          <p14:tracePt t="80103" x="3200400" y="4838700"/>
          <p14:tracePt t="80119" x="3219450" y="4838700"/>
          <p14:tracePt t="80123" x="3238500" y="4838700"/>
          <p14:tracePt t="80139" x="3263900" y="4838700"/>
          <p14:tracePt t="80153" x="3270250" y="4838700"/>
          <p14:tracePt t="80169" x="3308350" y="4838700"/>
          <p14:tracePt t="80186" x="3327400" y="4838700"/>
          <p14:tracePt t="80203" x="3333750" y="4832350"/>
          <p14:tracePt t="80220" x="3340100" y="4832350"/>
          <p14:tracePt t="80284" x="3333750" y="4832350"/>
          <p14:tracePt t="80305" x="3321050" y="4832350"/>
          <p14:tracePt t="80326" x="3308350" y="4832350"/>
          <p14:tracePt t="80347" x="3295650" y="4832350"/>
          <p14:tracePt t="80354" x="3289300" y="4832350"/>
          <p14:tracePt t="80368" x="3282950" y="4832350"/>
          <p14:tracePt t="80375" x="3270250" y="4832350"/>
          <p14:tracePt t="80385" x="3257550" y="4832350"/>
          <p14:tracePt t="80402" x="3238500" y="4838700"/>
          <p14:tracePt t="80419" x="3187700" y="4838700"/>
          <p14:tracePt t="80435" x="3162300" y="4845050"/>
          <p14:tracePt t="80452" x="2997200" y="4845050"/>
          <p14:tracePt t="80468" x="2927350" y="4845050"/>
          <p14:tracePt t="80485" x="2838450" y="4845050"/>
          <p14:tracePt t="80502" x="2698750" y="4845050"/>
          <p14:tracePt t="80518" x="2584450" y="4845050"/>
          <p14:tracePt t="80536" x="2540000" y="4845050"/>
          <p14:tracePt t="80551" x="2482850" y="4845050"/>
          <p14:tracePt t="80568" x="2463800" y="4845050"/>
          <p14:tracePt t="80585" x="2444750" y="4845050"/>
          <p14:tracePt t="80601" x="2432050" y="4845050"/>
          <p14:tracePt t="80618" x="2425700" y="4845050"/>
          <p14:tracePt t="80635" x="2413000" y="4851400"/>
          <p14:tracePt t="80668" x="2413000" y="4857750"/>
          <p14:tracePt t="80684" x="2413000" y="4864100"/>
          <p14:tracePt t="80789" x="2419350" y="4864100"/>
          <p14:tracePt t="80796" x="2425700" y="4864100"/>
          <p14:tracePt t="80824" x="2438400" y="4864100"/>
          <p14:tracePt t="80838" x="2444750" y="4864100"/>
          <p14:tracePt t="80845" x="2451100" y="4864100"/>
          <p14:tracePt t="80867" x="2470150" y="4857750"/>
          <p14:tracePt t="80873" x="2501900" y="4845050"/>
          <p14:tracePt t="80887" x="2540000" y="4845050"/>
          <p14:tracePt t="80900" x="2590800" y="4845050"/>
          <p14:tracePt t="80916" x="2736850" y="4838700"/>
          <p14:tracePt t="80933" x="2825750" y="4838700"/>
          <p14:tracePt t="80950" x="2978150" y="4838700"/>
          <p14:tracePt t="80966" x="3155950" y="4864100"/>
          <p14:tracePt t="80983" x="3219450" y="4864100"/>
          <p14:tracePt t="81000" x="3340100" y="4870450"/>
          <p14:tracePt t="81016" x="3416300" y="4870450"/>
          <p14:tracePt t="81033" x="3448050" y="4870450"/>
          <p14:tracePt t="81050" x="3473450" y="4870450"/>
          <p14:tracePt t="81066" x="3479800" y="4870450"/>
          <p14:tracePt t="81112" x="3479800" y="4876800"/>
          <p14:tracePt t="81134" x="3473450" y="4876800"/>
          <p14:tracePt t="81147" x="3467100" y="4876800"/>
          <p14:tracePt t="81161" x="3454400" y="4870450"/>
          <p14:tracePt t="81169" x="3448050" y="4870450"/>
          <p14:tracePt t="81182" x="3441700" y="4864100"/>
          <p14:tracePt t="81199" x="3429000" y="4857750"/>
          <p14:tracePt t="81216" x="3422650" y="4851400"/>
          <p14:tracePt t="81232" x="3409950" y="4851400"/>
          <p14:tracePt t="81249" x="3390900" y="4826000"/>
          <p14:tracePt t="81266" x="3346450" y="4794250"/>
          <p14:tracePt t="81282" x="3327400" y="4781550"/>
          <p14:tracePt t="81299" x="3263900" y="4730750"/>
          <p14:tracePt t="81316" x="3200400" y="4673600"/>
          <p14:tracePt t="81332" x="3175000" y="4641850"/>
          <p14:tracePt t="81349" x="3143250" y="4616450"/>
          <p14:tracePt t="81365" x="3048000" y="4546600"/>
          <p14:tracePt t="81382" x="3003550" y="4533900"/>
          <p14:tracePt t="81399" x="2971800" y="4527550"/>
          <p14:tracePt t="81415" x="2933700" y="4502150"/>
          <p14:tracePt t="81432" x="2901950" y="4495800"/>
          <p14:tracePt t="81449" x="2876550" y="4489450"/>
          <p14:tracePt t="81465" x="2863850" y="4489450"/>
          <p14:tracePt t="81481" x="2851150" y="4489450"/>
          <p14:tracePt t="81498" x="2838450" y="4489450"/>
          <p14:tracePt t="81515" x="2832100" y="4495800"/>
          <p14:tracePt t="81531" x="2825750" y="4502150"/>
          <p14:tracePt t="81548" x="2819400" y="4508500"/>
          <p14:tracePt t="81582" x="2819400" y="4521200"/>
          <p14:tracePt t="81597" x="2819400" y="4527550"/>
          <p14:tracePt t="81631" x="2819400" y="4540250"/>
          <p14:tracePt t="81647" x="2819400" y="4546600"/>
          <p14:tracePt t="81682" x="2819400" y="4552950"/>
          <p14:tracePt t="81709" x="2819400" y="4559300"/>
          <p14:tracePt t="81736" x="2819400" y="4572000"/>
          <p14:tracePt t="81758" x="2825750" y="4578350"/>
          <p14:tracePt t="81772" x="2825750" y="4584700"/>
          <p14:tracePt t="81778" x="2832100" y="4584700"/>
          <p14:tracePt t="81807" x="2838450" y="4597400"/>
          <p14:tracePt t="81821" x="2844800" y="4597400"/>
          <p14:tracePt t="81828" x="2857500" y="4603750"/>
          <p14:tracePt t="81842" x="2882900" y="4622800"/>
          <p14:tracePt t="81856" x="2901950" y="4629150"/>
          <p14:tracePt t="81865" x="2921000" y="4641850"/>
          <p14:tracePt t="81880" x="2946400" y="4648200"/>
          <p14:tracePt t="81896" x="2971800" y="4654550"/>
          <p14:tracePt t="81913" x="3028950" y="4673600"/>
          <p14:tracePt t="81930" x="3060700" y="4679950"/>
          <p14:tracePt t="81947" x="3092450" y="4686300"/>
          <p14:tracePt t="81963" x="3149600" y="4686300"/>
          <p14:tracePt t="81980" x="3168650" y="4686300"/>
          <p14:tracePt t="81997" x="3219450" y="4686300"/>
          <p14:tracePt t="82013" x="3232150" y="4679950"/>
          <p14:tracePt t="82030" x="3251200" y="4673600"/>
          <p14:tracePt t="82046" x="3276600" y="4660900"/>
          <p14:tracePt t="82063" x="3289300" y="4654550"/>
          <p14:tracePt t="82080" x="3302000" y="4648200"/>
          <p14:tracePt t="82123" x="3295650" y="4648200"/>
          <p14:tracePt t="82137" x="3282950" y="4648200"/>
          <p14:tracePt t="82151" x="3276600" y="4648200"/>
          <p14:tracePt t="82162" x="3270250" y="4648200"/>
          <p14:tracePt t="82179" x="3251200" y="4654550"/>
          <p14:tracePt t="82196" x="3232150" y="4654550"/>
          <p14:tracePt t="82212" x="3219450" y="4660900"/>
          <p14:tracePt t="82229" x="3200400" y="4660900"/>
          <p14:tracePt t="82245" x="3143250" y="4667250"/>
          <p14:tracePt t="82263" x="3098800" y="4667250"/>
          <p14:tracePt t="82278" x="2984500" y="4673600"/>
          <p14:tracePt t="82295" x="2933700" y="4686300"/>
          <p14:tracePt t="82312" x="2806700" y="4711700"/>
          <p14:tracePt t="82328" x="2787650" y="4718050"/>
          <p14:tracePt t="82345" x="2762250" y="4730750"/>
          <p14:tracePt t="82362" x="2749550" y="4730750"/>
          <p14:tracePt t="82378" x="2749550" y="4737100"/>
          <p14:tracePt t="82395" x="2743200" y="4743450"/>
          <p14:tracePt t="82412" x="2743200" y="4749800"/>
          <p14:tracePt t="82428" x="2749550" y="4756150"/>
          <p14:tracePt t="82445" x="2762250" y="4756150"/>
          <p14:tracePt t="82461" x="2787650" y="4756150"/>
          <p14:tracePt t="82477" x="2800350" y="4756150"/>
          <p14:tracePt t="82495" x="2832100" y="4749800"/>
          <p14:tracePt t="82511" x="2857500" y="4743450"/>
          <p14:tracePt t="82528" x="2882900" y="4743450"/>
          <p14:tracePt t="82545" x="2940050" y="4724400"/>
          <p14:tracePt t="82561" x="3003550" y="4705350"/>
          <p14:tracePt t="82579" x="3067050" y="4673600"/>
          <p14:tracePt t="82595" x="3111500" y="4648200"/>
          <p14:tracePt t="82611" x="3117850" y="4635500"/>
          <p14:tracePt t="82628" x="3136900" y="4616450"/>
          <p14:tracePt t="82644" x="3136900" y="4603750"/>
          <p14:tracePt t="82660" x="3136900" y="4591050"/>
          <p14:tracePt t="82677" x="3124200" y="4578350"/>
          <p14:tracePt t="82694" x="3111500" y="4565650"/>
          <p14:tracePt t="82711" x="3098800" y="4559300"/>
          <p14:tracePt t="82727" x="3092450" y="4559300"/>
          <p14:tracePt t="82744" x="3079750" y="4559300"/>
          <p14:tracePt t="82761" x="3073400" y="4559300"/>
          <p14:tracePt t="82778" x="3060700" y="4559300"/>
          <p14:tracePt t="82793" x="3054350" y="4572000"/>
          <p14:tracePt t="82811" x="3035300" y="4578350"/>
          <p14:tracePt t="82827" x="3022600" y="4584700"/>
          <p14:tracePt t="82843" x="3009900" y="4591050"/>
          <p14:tracePt t="82860" x="2971800" y="4610100"/>
          <p14:tracePt t="82877" x="2952750" y="4622800"/>
          <p14:tracePt t="82894" x="2921000" y="4648200"/>
          <p14:tracePt t="82910" x="2889250" y="4673600"/>
          <p14:tracePt t="82927" x="2876550" y="4699000"/>
          <p14:tracePt t="82944" x="2870200" y="4711700"/>
          <p14:tracePt t="82960" x="2870200" y="4718050"/>
          <p14:tracePt t="82996" x="2870200" y="4724400"/>
          <p14:tracePt t="83063" x="2863850" y="4730750"/>
          <p14:tracePt t="83113" x="2863850" y="4737100"/>
          <p14:tracePt t="83120" x="2863850" y="4743450"/>
          <p14:tracePt t="83162" x="2857500" y="4749800"/>
          <p14:tracePt t="83177" x="2857500" y="4756150"/>
          <p14:tracePt t="83190" x="2851150" y="4756150"/>
          <p14:tracePt t="83204" x="2851150" y="4762500"/>
          <p14:tracePt t="83212" x="2844800" y="4768850"/>
          <p14:tracePt t="83228" x="2838450" y="4781550"/>
          <p14:tracePt t="83242" x="2832100" y="4800600"/>
          <p14:tracePt t="83259" x="2806700" y="4838700"/>
          <p14:tracePt t="83275" x="2768600" y="4889500"/>
          <p14:tracePt t="83292" x="2743200" y="4921250"/>
          <p14:tracePt t="83309" x="2698750" y="4978400"/>
          <p14:tracePt t="83325" x="2654300" y="5022850"/>
          <p14:tracePt t="83341" x="2641600" y="5035550"/>
          <p14:tracePt t="83358" x="2603500" y="5060950"/>
          <p14:tracePt t="83375" x="2578100" y="5073650"/>
          <p14:tracePt t="83392" x="2559050" y="5086350"/>
          <p14:tracePt t="83408" x="2533650" y="5099050"/>
          <p14:tracePt t="83425" x="2501900" y="5099050"/>
          <p14:tracePt t="83441" x="2489200" y="5099050"/>
          <p14:tracePt t="83458" x="2444750" y="5099050"/>
          <p14:tracePt t="83475" x="2406650" y="5099050"/>
          <p14:tracePt t="83492" x="2374900" y="5099050"/>
          <p14:tracePt t="83508" x="2355850" y="5099050"/>
          <p14:tracePt t="83525" x="2349500" y="5099050"/>
          <p14:tracePt t="83541" x="2324100" y="5099050"/>
          <p14:tracePt t="83558" x="2317750" y="5099050"/>
          <p14:tracePt t="83574" x="2311400" y="5099050"/>
          <p14:tracePt t="83607" x="2305050" y="5099050"/>
          <p14:tracePt t="83625" x="2298700" y="5099050"/>
          <p14:tracePt t="83646" x="2292350" y="5105400"/>
          <p14:tracePt t="83702" x="2292350" y="5111750"/>
          <p14:tracePt t="83765" x="2286000" y="5111750"/>
          <p14:tracePt t="83807" x="2286000" y="5118100"/>
          <p14:tracePt t="83843" x="2286000" y="5124450"/>
          <p14:tracePt t="83864" x="2292350" y="5124450"/>
          <p14:tracePt t="83878" x="2305050" y="5124450"/>
          <p14:tracePt t="83885" x="2311400" y="5124450"/>
          <p14:tracePt t="83905" x="2330450" y="5124450"/>
          <p14:tracePt t="83913" x="2349500" y="5124450"/>
          <p14:tracePt t="83927" x="2393950" y="5130800"/>
          <p14:tracePt t="83940" x="2444750" y="5130800"/>
          <p14:tracePt t="83956" x="2597150" y="5149850"/>
          <p14:tracePt t="83973" x="2698750" y="5149850"/>
          <p14:tracePt t="83990" x="2914650" y="5168900"/>
          <p14:tracePt t="84006" x="3143250" y="5181600"/>
          <p14:tracePt t="84023" x="3232150" y="5194300"/>
          <p14:tracePt t="84040" x="3409950" y="5194300"/>
          <p14:tracePt t="84056" x="3530600" y="5194300"/>
          <p14:tracePt t="84073" x="3556000" y="5187950"/>
          <p14:tracePt t="84089" x="3606800" y="5187950"/>
          <p14:tracePt t="84106" x="3632200" y="5181600"/>
          <p14:tracePt t="84123" x="3651250" y="5181600"/>
          <p14:tracePt t="84139" x="3651250" y="5175250"/>
          <p14:tracePt t="84156" x="3657600" y="5175250"/>
          <p14:tracePt t="84173" x="3676650" y="5168900"/>
          <p14:tracePt t="84189" x="3689350" y="5168900"/>
          <p14:tracePt t="84205" x="3702050" y="5168900"/>
          <p14:tracePt t="84222" x="3727450" y="5162550"/>
          <p14:tracePt t="84238" x="3759200" y="5162550"/>
          <p14:tracePt t="84256" x="3784600" y="5162550"/>
          <p14:tracePt t="84272" x="3835400" y="5162550"/>
          <p14:tracePt t="84288" x="3886200" y="5162550"/>
          <p14:tracePt t="84306" x="3943350" y="5162550"/>
          <p14:tracePt t="84322" x="3956050" y="5156200"/>
          <p14:tracePt t="84338" x="3987800" y="5156200"/>
          <p14:tracePt t="84355" x="4013200" y="5156200"/>
          <p14:tracePt t="84371" x="4025900" y="5149850"/>
          <p14:tracePt t="84388" x="4038600" y="5149850"/>
          <p14:tracePt t="84405" x="4051300" y="5149850"/>
          <p14:tracePt t="84421" x="4057650" y="5149850"/>
          <p14:tracePt t="84438" x="4064000" y="5149850"/>
          <p14:tracePt t="84454" x="4076700" y="5149850"/>
          <p14:tracePt t="84471" x="4083050" y="5149850"/>
          <p14:tracePt t="84488" x="4089400" y="5149850"/>
          <p14:tracePt t="84504" x="4095750" y="5149850"/>
          <p14:tracePt t="84521" x="4102100" y="5149850"/>
          <p14:tracePt t="84558" x="4108450" y="5149850"/>
          <p14:tracePt t="84594" x="4114800" y="5156200"/>
          <p14:tracePt t="84650" x="4121150" y="5162550"/>
          <p14:tracePt t="84657" x="4121150" y="5168900"/>
          <p14:tracePt t="84671" x="4127500" y="5168900"/>
          <p14:tracePt t="84687" x="4127500" y="5175250"/>
          <p14:tracePt t="84707" x="4133850" y="5181600"/>
          <p14:tracePt t="84748" x="4140200" y="5187950"/>
          <p14:tracePt t="84776" x="4146550" y="5194300"/>
          <p14:tracePt t="84797" x="4152900" y="5194300"/>
          <p14:tracePt t="84805" x="4152900" y="5200650"/>
          <p14:tracePt t="84825" x="4159250" y="5207000"/>
          <p14:tracePt t="84845" x="4165600" y="5213350"/>
          <p14:tracePt t="84860" x="4171950" y="5213350"/>
          <p14:tracePt t="84867" x="4178300" y="5213350"/>
          <p14:tracePt t="84874" x="4184650" y="5219700"/>
          <p14:tracePt t="84890" x="4197350" y="5219700"/>
          <p14:tracePt t="84903" x="4210050" y="5226050"/>
          <p14:tracePt t="84920" x="4241800" y="5232400"/>
          <p14:tracePt t="84937" x="4267200" y="5232400"/>
          <p14:tracePt t="84953" x="4318000" y="5238750"/>
          <p14:tracePt t="84969" x="4375150" y="5238750"/>
          <p14:tracePt t="84987" x="4432300" y="5245100"/>
          <p14:tracePt t="85003" x="4464050" y="5245100"/>
          <p14:tracePt t="85019" x="4508500" y="5245100"/>
          <p14:tracePt t="85036" x="4552950" y="5245100"/>
          <p14:tracePt t="85052" x="4565650" y="5251450"/>
          <p14:tracePt t="85069" x="4578350" y="5251450"/>
          <p14:tracePt t="85086" x="4616450" y="5251450"/>
          <p14:tracePt t="85106" x="4629150" y="5251450"/>
          <p14:tracePt t="85122" x="4635500" y="5251450"/>
          <p14:tracePt t="85135" x="4648200" y="5257800"/>
          <p14:tracePt t="85152" x="4667250" y="5264150"/>
          <p14:tracePt t="85156" x="4679950" y="5264150"/>
          <p14:tracePt t="85172" x="4679950" y="5270500"/>
          <p14:tracePt t="85185" x="4686300" y="5270500"/>
          <p14:tracePt t="85202" x="4711700" y="5283200"/>
          <p14:tracePt t="85219" x="4749800" y="5295900"/>
          <p14:tracePt t="85235" x="4768850" y="5295900"/>
          <p14:tracePt t="85251" x="4800600" y="5302250"/>
          <p14:tracePt t="85269" x="4832350" y="5308600"/>
          <p14:tracePt t="85285" x="4838700" y="5314950"/>
          <p14:tracePt t="85302" x="4864100" y="5314950"/>
          <p14:tracePt t="85318" x="4876800" y="5314950"/>
          <p14:tracePt t="85352" x="4883150" y="5314950"/>
          <p14:tracePt t="85368" x="4895850" y="5314950"/>
          <p14:tracePt t="85429" x="4895850" y="5308600"/>
          <p14:tracePt t="87005" x="4889500" y="5308600"/>
          <p14:tracePt t="87013" x="4883150" y="5308600"/>
          <p14:tracePt t="87026" x="4870450" y="5302250"/>
          <p14:tracePt t="87033" x="4857750" y="5302250"/>
          <p14:tracePt t="87047" x="4845050" y="5302250"/>
          <p14:tracePt t="87062" x="4800600" y="5302250"/>
          <p14:tracePt t="87079" x="4775200" y="5302250"/>
          <p14:tracePt t="87096" x="4737100" y="5302250"/>
          <p14:tracePt t="87112" x="4565650" y="5302250"/>
          <p14:tracePt t="87129" x="4514850" y="5302250"/>
          <p14:tracePt t="87147" x="4362450" y="5289550"/>
          <p14:tracePt t="87162" x="4298950" y="5289550"/>
          <p14:tracePt t="87166" x="4216400" y="5283200"/>
          <p14:tracePt t="87178" x="4140200" y="5270500"/>
          <p14:tracePt t="87195" x="3956050" y="5232400"/>
          <p14:tracePt t="87212" x="3867150" y="5213350"/>
          <p14:tracePt t="87228" x="3683000" y="5162550"/>
          <p14:tracePt t="87245" x="3536950" y="5111750"/>
          <p14:tracePt t="87262" x="3479800" y="5092700"/>
          <p14:tracePt t="87278" x="3371850" y="5054600"/>
          <p14:tracePt t="87295" x="3263900" y="5022850"/>
          <p14:tracePt t="87311" x="3206750" y="5003800"/>
          <p14:tracePt t="87328" x="3130550" y="4959350"/>
          <p14:tracePt t="87345" x="3054350" y="4914900"/>
          <p14:tracePt t="87361" x="3022600" y="4902200"/>
          <p14:tracePt t="87378" x="2971800" y="4864100"/>
          <p14:tracePt t="87394" x="2933700" y="4838700"/>
          <p14:tracePt t="87412" x="2908300" y="4813300"/>
          <p14:tracePt t="87427" x="2901950" y="4806950"/>
          <p14:tracePt t="87461" x="2901950" y="4794250"/>
          <p14:tracePt t="87494" x="2901950" y="4787900"/>
          <p14:tracePt t="87524" x="2901950" y="4781550"/>
          <p14:tracePt t="87531" x="2908300" y="4781550"/>
          <p14:tracePt t="87547" x="2914650" y="4781550"/>
          <p14:tracePt t="87560" x="2927350" y="4781550"/>
          <p14:tracePt t="87577" x="2940050" y="4781550"/>
          <p14:tracePt t="87595" x="2959100" y="4794250"/>
          <p14:tracePt t="87610" x="2965450" y="4800600"/>
          <p14:tracePt t="87627" x="2997200" y="4813300"/>
          <p14:tracePt t="87644" x="3035300" y="4838700"/>
          <p14:tracePt t="87660" x="3054350" y="4851400"/>
          <p14:tracePt t="87677" x="3098800" y="4883150"/>
          <p14:tracePt t="87693" x="3149600" y="4914900"/>
          <p14:tracePt t="87710" x="3181350" y="4927600"/>
          <p14:tracePt t="87727" x="3213100" y="4940300"/>
          <p14:tracePt t="87743" x="3282950" y="4984750"/>
          <p14:tracePt t="87760" x="3308350" y="4991100"/>
          <p14:tracePt t="87777" x="3359150" y="5016500"/>
          <p14:tracePt t="87793" x="3378200" y="5022850"/>
          <p14:tracePt t="87810" x="3422650" y="5035550"/>
          <p14:tracePt t="87827" x="3441700" y="5041900"/>
          <p14:tracePt t="87843" x="3467100" y="5048250"/>
          <p14:tracePt t="87859" x="3492500" y="5060950"/>
          <p14:tracePt t="87876" x="3524250" y="5067300"/>
          <p14:tracePt t="87893" x="3536950" y="5073650"/>
          <p14:tracePt t="87910" x="3556000" y="5080000"/>
          <p14:tracePt t="87926" x="3581400" y="5092700"/>
          <p14:tracePt t="87942" x="3594100" y="5099050"/>
          <p14:tracePt t="87960" x="3619500" y="5105400"/>
          <p14:tracePt t="87976" x="3638550" y="5111750"/>
          <p14:tracePt t="87992" x="3644900" y="5111750"/>
          <p14:tracePt t="88009" x="3651250" y="5111750"/>
          <p14:tracePt t="88106" x="3651250" y="5105400"/>
          <p14:tracePt t="88128" x="3644900" y="5099050"/>
          <p14:tracePt t="88135" x="3638550" y="5099050"/>
          <p14:tracePt t="88149" x="3632200" y="5099050"/>
          <p14:tracePt t="88158" x="3625850" y="5092700"/>
          <p14:tracePt t="88175" x="3619500" y="5086350"/>
          <p14:tracePt t="88192" x="3600450" y="5080000"/>
          <p14:tracePt t="88208" x="3556000" y="5060950"/>
          <p14:tracePt t="88225" x="3536950" y="5054600"/>
          <p14:tracePt t="88241" x="3448050" y="5022850"/>
          <p14:tracePt t="88258" x="3340100" y="4991100"/>
          <p14:tracePt t="88275" x="3200400" y="4965700"/>
          <p14:tracePt t="88291" x="3130550" y="4953000"/>
          <p14:tracePt t="88308" x="3003550" y="4946650"/>
          <p14:tracePt t="88325" x="2908300" y="4940300"/>
          <p14:tracePt t="88341" x="2870200" y="4940300"/>
          <p14:tracePt t="88358" x="2800350" y="4946650"/>
          <p14:tracePt t="88374" x="2755900" y="4959350"/>
          <p14:tracePt t="88391" x="2755900" y="4965700"/>
          <p14:tracePt t="88408" x="2743200" y="4972050"/>
          <p14:tracePt t="88424" x="2724150" y="4984750"/>
          <p14:tracePt t="88441" x="2711450" y="4991100"/>
          <p14:tracePt t="88474" x="2698750" y="4991100"/>
          <p14:tracePt t="88500" x="2692400" y="4991100"/>
          <p14:tracePt t="88626" x="2692400" y="4997450"/>
          <p14:tracePt t="88633" x="2692400" y="5003800"/>
          <p14:tracePt t="88647" x="2705100" y="5003800"/>
          <p14:tracePt t="88656" x="2711450" y="5010150"/>
          <p14:tracePt t="88673" x="2724150" y="5010150"/>
          <p14:tracePt t="88690" x="2762250" y="5022850"/>
          <p14:tracePt t="88707" x="2806700" y="5029200"/>
          <p14:tracePt t="88724" x="2940050" y="5060950"/>
          <p14:tracePt t="88740" x="3092450" y="5092700"/>
          <p14:tracePt t="88756" x="3175000" y="5099050"/>
          <p14:tracePt t="88773" x="3327400" y="5118100"/>
          <p14:tracePt t="88790" x="3467100" y="5130800"/>
          <p14:tracePt t="88806" x="3536950" y="5130800"/>
          <p14:tracePt t="88823" x="3613150" y="5130800"/>
          <p14:tracePt t="88839" x="3663950" y="5130800"/>
          <p14:tracePt t="88856" x="3683000" y="5130800"/>
          <p14:tracePt t="88873" x="3708400" y="5124450"/>
          <p14:tracePt t="88889" x="3721100" y="5111750"/>
          <p14:tracePt t="88906" x="3727450" y="5105400"/>
          <p14:tracePt t="88922" x="3727450" y="5099050"/>
          <p14:tracePt t="88939" x="3721100" y="5092700"/>
          <p14:tracePt t="88956" x="3702050" y="5086350"/>
          <p14:tracePt t="88972" x="3689350" y="5080000"/>
          <p14:tracePt t="89006" x="3657600" y="5080000"/>
          <p14:tracePt t="89021" x="3644900" y="5080000"/>
          <p14:tracePt t="89039" x="3632200" y="5080000"/>
          <p14:tracePt t="89055" x="3594100" y="5086350"/>
          <p14:tracePt t="89072" x="3511550" y="5092700"/>
          <p14:tracePt t="89089" x="3384550" y="5111750"/>
          <p14:tracePt t="89105" x="3308350" y="5111750"/>
          <p14:tracePt t="89122" x="3136900" y="5130800"/>
          <p14:tracePt t="89139" x="2971800" y="5162550"/>
          <p14:tracePt t="89155" x="2901950" y="5181600"/>
          <p14:tracePt t="89171" x="2781300" y="5207000"/>
          <p14:tracePt t="89188" x="2711450" y="5226050"/>
          <p14:tracePt t="89205" x="2692400" y="5232400"/>
          <p14:tracePt t="89221" x="2667000" y="5232400"/>
          <p14:tracePt t="89238" x="2654300" y="5238750"/>
          <p14:tracePt t="89272" x="2647950" y="5238750"/>
          <p14:tracePt t="89288" x="2647950" y="5245100"/>
          <p14:tracePt t="89305" x="2654300" y="5245100"/>
          <p14:tracePt t="89321" x="2667000" y="5245100"/>
          <p14:tracePt t="89338" x="2711450" y="5245100"/>
          <p14:tracePt t="89354" x="2724150" y="5238750"/>
          <p14:tracePt t="89371" x="2794000" y="5219700"/>
          <p14:tracePt t="89388" x="2832100" y="5213350"/>
          <p14:tracePt t="89405" x="3003550" y="5194300"/>
          <p14:tracePt t="89420" x="3219450" y="5175250"/>
          <p14:tracePt t="89437" x="3333750" y="5162550"/>
          <p14:tracePt t="89454" x="3536950" y="5149850"/>
          <p14:tracePt t="89470" x="3702050" y="5143500"/>
          <p14:tracePt t="89487" x="3752850" y="5143500"/>
          <p14:tracePt t="89504" x="3835400" y="5143500"/>
          <p14:tracePt t="89521" x="3860800" y="5143500"/>
          <p14:tracePt t="89537" x="3867150" y="5143500"/>
          <p14:tracePt t="89569" x="3860800" y="5143500"/>
          <p14:tracePt t="89586" x="3848100" y="5149850"/>
          <p14:tracePt t="89604" x="3829050" y="5156200"/>
          <p14:tracePt t="89620" x="3816350" y="5162550"/>
          <p14:tracePt t="89638" x="3778250" y="5162550"/>
          <p14:tracePt t="89653" x="3752850" y="5162550"/>
          <p14:tracePt t="89670" x="3721100" y="5162550"/>
          <p14:tracePt t="89687" x="3619500" y="5162550"/>
          <p14:tracePt t="89703" x="3479800" y="5181600"/>
          <p14:tracePt t="89706" x="3390900" y="5181600"/>
          <p14:tracePt t="89737" x="3187700" y="5194300"/>
          <p14:tracePt t="89753" x="3028950" y="5194300"/>
          <p14:tracePt t="89769" x="2965450" y="5194300"/>
          <p14:tracePt t="89786" x="2876550" y="5187950"/>
          <p14:tracePt t="89803" x="2832100" y="5181600"/>
          <p14:tracePt t="89821" x="2806700" y="5181600"/>
          <p14:tracePt t="89911" x="2806700" y="5175250"/>
          <p14:tracePt t="89918" x="2813050" y="5175250"/>
          <p14:tracePt t="89932" x="2832100" y="5175250"/>
          <p14:tracePt t="89939" x="2851150" y="5168900"/>
          <p14:tracePt t="89955" x="2876550" y="5168900"/>
          <p14:tracePt t="89969" x="2901950" y="5162550"/>
          <p14:tracePt t="89985" x="3016250" y="5162550"/>
          <p14:tracePt t="90002" x="3219450" y="5156200"/>
          <p14:tracePt t="90018" x="3333750" y="5156200"/>
          <p14:tracePt t="90035" x="3549650" y="5168900"/>
          <p14:tracePt t="90053" x="3733800" y="5175250"/>
          <p14:tracePt t="90069" x="3797300" y="5187950"/>
          <p14:tracePt t="90085" x="3867150" y="5194300"/>
          <p14:tracePt t="90101" x="3879850" y="5200650"/>
          <p14:tracePt t="90135" x="3867150" y="5207000"/>
          <p14:tracePt t="90152" x="3848100" y="5207000"/>
          <p14:tracePt t="90168" x="3829050" y="5207000"/>
          <p14:tracePt t="90185" x="3784600" y="5207000"/>
          <p14:tracePt t="90201" x="3670300" y="5194300"/>
          <p14:tracePt t="90218" x="3575050" y="5181600"/>
          <p14:tracePt t="90235" x="3359150" y="5149850"/>
          <p14:tracePt t="90251" x="3105150" y="5143500"/>
          <p14:tracePt t="90268" x="3003550" y="5130800"/>
          <p14:tracePt t="90284" x="2838450" y="5124450"/>
          <p14:tracePt t="90301" x="2774950" y="5111750"/>
          <p14:tracePt t="90318" x="2667000" y="5111750"/>
          <p14:tracePt t="90334" x="2628900" y="5111750"/>
          <p14:tracePt t="90351" x="2616200" y="5111750"/>
          <p14:tracePt t="90368" x="2609850" y="5111750"/>
          <p14:tracePt t="90423" x="2622550" y="5111750"/>
          <p14:tracePt t="90430" x="2641600" y="5105400"/>
          <p14:tracePt t="90444" x="2660650" y="5099050"/>
          <p14:tracePt t="90453" x="2692400" y="5099050"/>
          <p14:tracePt t="90467" x="2730500" y="5092700"/>
          <p14:tracePt t="90484" x="2838450" y="5080000"/>
          <p14:tracePt t="90501" x="3003550" y="5073650"/>
          <p14:tracePt t="90517" x="3117850" y="5060950"/>
          <p14:tracePt t="90533" x="3219450" y="5060950"/>
          <p14:tracePt t="90550" x="3549650" y="5060950"/>
          <p14:tracePt t="90567" x="3651250" y="5067300"/>
          <p14:tracePt t="90584" x="3727450" y="5073650"/>
          <p14:tracePt t="90600" x="3829050" y="5086350"/>
          <p14:tracePt t="90617" x="3892550" y="5111750"/>
          <p14:tracePt t="90634" x="3905250" y="5111750"/>
          <p14:tracePt t="90650" x="3911600" y="5118100"/>
          <p14:tracePt t="90683" x="3905250" y="5124450"/>
          <p14:tracePt t="90699" x="3898900" y="5124450"/>
          <p14:tracePt t="90703" x="3892550" y="5124450"/>
          <p14:tracePt t="90717" x="3886200" y="5124450"/>
          <p14:tracePt t="90733" x="3867150" y="5124450"/>
          <p14:tracePt t="90749" x="3854450" y="5124450"/>
          <p14:tracePt t="90767" x="3816350" y="5124450"/>
          <p14:tracePt t="90782" x="3740150" y="5130800"/>
          <p14:tracePt t="90799" x="3676650" y="5130800"/>
          <p14:tracePt t="90816" x="3479800" y="5156200"/>
          <p14:tracePt t="90832" x="3251200" y="5175250"/>
          <p14:tracePt t="90849" x="3149600" y="5175250"/>
          <p14:tracePt t="90866" x="2984500" y="5181600"/>
          <p14:tracePt t="90882" x="2921000" y="5181600"/>
          <p14:tracePt t="90899" x="2813050" y="5194300"/>
          <p14:tracePt t="90916" x="2730500" y="5181600"/>
          <p14:tracePt t="90932" x="2717800" y="5181600"/>
          <p14:tracePt t="90949" x="2698750" y="5181600"/>
          <p14:tracePt t="90965" x="2686050" y="5175250"/>
          <p14:tracePt t="90998" x="2679700" y="5175250"/>
          <p14:tracePt t="91076" x="2686050" y="5175250"/>
          <p14:tracePt t="91110" x="2692400" y="5175250"/>
          <p14:tracePt t="91623" x="2692400" y="5168900"/>
          <p14:tracePt t="91637" x="2692400" y="5162550"/>
          <p14:tracePt t="91644" x="2692400" y="5156200"/>
          <p14:tracePt t="91666" x="2686050" y="5149850"/>
          <p14:tracePt t="91672" x="2679700" y="5143500"/>
          <p14:tracePt t="91687" x="2673350" y="5137150"/>
          <p14:tracePt t="91696" x="2667000" y="5137150"/>
          <p14:tracePt t="91712" x="2647950" y="5124450"/>
          <p14:tracePt t="91730" x="2603500" y="5092700"/>
          <p14:tracePt t="91746" x="2527300" y="5041900"/>
          <p14:tracePt t="91763" x="2482850" y="5016500"/>
          <p14:tracePt t="91779" x="2393950" y="4953000"/>
          <p14:tracePt t="91796" x="2349500" y="4927600"/>
          <p14:tracePt t="91813" x="2203450" y="4851400"/>
          <p14:tracePt t="91829" x="2171700" y="4838700"/>
          <p14:tracePt t="91846" x="2146300" y="4832350"/>
          <p14:tracePt t="91862" x="2095500" y="4806950"/>
          <p14:tracePt t="91879" x="2063750" y="4800600"/>
          <p14:tracePt t="91895" x="2051050" y="4800600"/>
          <p14:tracePt t="91912" x="2038350" y="4800600"/>
          <p14:tracePt t="91929" x="2032000" y="4800600"/>
          <p14:tracePt t="91967" x="2025650" y="4800600"/>
          <p14:tracePt t="92038" x="2032000" y="4806950"/>
          <p14:tracePt t="92046" x="2038350" y="4806950"/>
          <p14:tracePt t="92059" x="2044700" y="4813300"/>
          <p14:tracePt t="92065" x="2051050" y="4813300"/>
          <p14:tracePt t="92081" x="2057400" y="4819650"/>
          <p14:tracePt t="92095" x="2101850" y="4832350"/>
          <p14:tracePt t="92111" x="2139950" y="4838700"/>
          <p14:tracePt t="92129" x="2305050" y="4908550"/>
          <p14:tracePt t="92145" x="2527300" y="4984750"/>
          <p14:tracePt t="92161" x="2641600" y="5029200"/>
          <p14:tracePt t="92178" x="2851150" y="5111750"/>
          <p14:tracePt t="92194" x="2946400" y="5143500"/>
          <p14:tracePt t="92198" x="3022600" y="5168900"/>
          <p14:tracePt t="92211" x="3067050" y="5187950"/>
          <p14:tracePt t="92228" x="3143250" y="5219700"/>
          <p14:tracePt t="92244" x="3155950" y="5226050"/>
          <p14:tracePt t="92261" x="3168650" y="5232400"/>
          <p14:tracePt t="92318" x="3175000" y="5232400"/>
          <p14:tracePt t="92347" x="3181350" y="5232400"/>
          <p14:tracePt t="92368" x="3187700" y="5232400"/>
          <p14:tracePt t="92374" x="3200400" y="5232400"/>
          <p14:tracePt t="92389" x="3206750" y="5232400"/>
          <p14:tracePt t="92397" x="3219450" y="5232400"/>
          <p14:tracePt t="92411" x="3232150" y="5226050"/>
          <p14:tracePt t="92427" x="3251200" y="5226050"/>
          <p14:tracePt t="92444" x="3321050" y="5213350"/>
          <p14:tracePt t="92460" x="3435350" y="5200650"/>
          <p14:tracePt t="92477" x="3511550" y="5200650"/>
          <p14:tracePt t="92494" x="3695700" y="5194300"/>
          <p14:tracePt t="92510" x="3873500" y="5194300"/>
          <p14:tracePt t="92527" x="3962400" y="5194300"/>
          <p14:tracePt t="92543" x="4089400" y="5194300"/>
          <p14:tracePt t="92560" x="4178300" y="5194300"/>
          <p14:tracePt t="92577" x="4210050" y="5194300"/>
          <p14:tracePt t="92593" x="4248150" y="5194300"/>
          <p14:tracePt t="92610" x="4267200" y="5194300"/>
          <p14:tracePt t="92627" x="4273550" y="5194300"/>
          <p14:tracePt t="92719" x="4279900" y="5194300"/>
          <p14:tracePt t="92782" x="4286250" y="5194300"/>
          <p14:tracePt t="92796" x="4292600" y="5194300"/>
          <p14:tracePt t="92838" x="4298950" y="5194300"/>
          <p14:tracePt t="92852" x="4305300" y="5194300"/>
          <p14:tracePt t="92866" x="4311650" y="5194300"/>
          <p14:tracePt t="92880" x="4318000" y="5194300"/>
          <p14:tracePt t="92892" x="4330700" y="5194300"/>
          <p14:tracePt t="92909" x="4362450" y="5194300"/>
          <p14:tracePt t="92926" x="4381500" y="5194300"/>
          <p14:tracePt t="92942" x="4438650" y="5194300"/>
          <p14:tracePt t="92959" x="4508500" y="5207000"/>
          <p14:tracePt t="92975" x="4527550" y="5207000"/>
          <p14:tracePt t="92992" x="4565650" y="5219700"/>
          <p14:tracePt t="93008" x="4597400" y="5232400"/>
          <p14:tracePt t="93025" x="4597400" y="5238750"/>
          <p14:tracePt t="93042" x="4597400" y="5245100"/>
          <p14:tracePt t="93058" x="4597400" y="5251450"/>
          <p14:tracePt t="93075" x="4578350" y="5257800"/>
          <p14:tracePt t="93091" x="4559300" y="5264150"/>
          <p14:tracePt t="93125" x="4546600" y="5270500"/>
          <p14:tracePt t="93141" x="4533900" y="5270500"/>
          <p14:tracePt t="93158" x="4527550" y="5270500"/>
          <p14:tracePt t="93175" x="4521200" y="5270500"/>
          <p14:tracePt t="93191" x="4521200" y="5276850"/>
          <p14:tracePt t="93295" x="4527550" y="5276850"/>
          <p14:tracePt t="93301" x="4533900" y="5276850"/>
          <p14:tracePt t="93310" x="4540250" y="5276850"/>
          <p14:tracePt t="93324" x="4552950" y="5270500"/>
          <p14:tracePt t="93341" x="4565650" y="5270500"/>
          <p14:tracePt t="93358" x="4597400" y="5257800"/>
          <p14:tracePt t="93373" x="4629150" y="5251450"/>
          <p14:tracePt t="93390" x="4654550" y="5245100"/>
          <p14:tracePt t="93407" x="4679950" y="5232400"/>
          <p14:tracePt t="93423" x="4679950" y="5226050"/>
          <p14:tracePt t="93440" x="4692650" y="5219700"/>
          <p14:tracePt t="93473" x="4686300" y="5219700"/>
          <p14:tracePt t="93505" x="4679950" y="5219700"/>
          <p14:tracePt t="93526" x="4673600" y="5219700"/>
          <p14:tracePt t="93554" x="4667250" y="5219700"/>
          <p14:tracePt t="93561" x="4660900" y="5219700"/>
          <p14:tracePt t="93603" x="4654550" y="5219700"/>
          <p14:tracePt t="93716" x="4660900" y="5219700"/>
          <p14:tracePt t="93724" x="4667250" y="5213350"/>
          <p14:tracePt t="93729" x="4673600" y="5213350"/>
          <p14:tracePt t="93751" x="4679950" y="5207000"/>
          <p14:tracePt t="93773" x="4679950" y="5200650"/>
          <p14:tracePt t="93786" x="4686300" y="5200650"/>
          <p14:tracePt t="93793" x="4686300" y="5194300"/>
          <p14:tracePt t="93814" x="4692650" y="5194300"/>
          <p14:tracePt t="93835" x="4699000" y="5194300"/>
          <p14:tracePt t="93955" x="4692650" y="5194300"/>
          <p14:tracePt t="93976" x="4686300" y="5200650"/>
          <p14:tracePt t="94046" x="4679950" y="5207000"/>
          <p14:tracePt t="94052" x="4673600" y="5207000"/>
          <p14:tracePt t="94067" x="4667250" y="5213350"/>
          <p14:tracePt t="94081" x="4660900" y="5213350"/>
          <p14:tracePt t="94102" x="4660900" y="5219700"/>
          <p14:tracePt t="94130" x="4654550" y="5219700"/>
          <p14:tracePt t="94151" x="4648200" y="5226050"/>
          <p14:tracePt t="94186" x="4635500" y="5226050"/>
          <p14:tracePt t="94193" x="4622800" y="5226050"/>
          <p14:tracePt t="94204" x="4610100" y="5226050"/>
          <p14:tracePt t="94222" x="4552950" y="5238750"/>
          <p14:tracePt t="94238" x="4495800" y="5238750"/>
          <p14:tracePt t="94254" x="4432300" y="5238750"/>
          <p14:tracePt t="94271" x="4178300" y="5219700"/>
          <p14:tracePt t="94287" x="4089400" y="5213350"/>
          <p14:tracePt t="94304" x="4000500" y="5213350"/>
          <p14:tracePt t="94320" x="3835400" y="5200650"/>
          <p14:tracePt t="94337" x="3689350" y="5194300"/>
          <p14:tracePt t="94354" x="3600450" y="5187950"/>
          <p14:tracePt t="94370" x="3543300" y="5187950"/>
          <p14:tracePt t="94387" x="3467100" y="5187950"/>
          <p14:tracePt t="94404" x="3378200" y="5187950"/>
          <p14:tracePt t="94420" x="3327400" y="5187950"/>
          <p14:tracePt t="94437" x="3206750" y="5187950"/>
          <p14:tracePt t="94454" x="3079750" y="5187950"/>
          <p14:tracePt t="94470" x="3028950" y="5187950"/>
          <p14:tracePt t="94487" x="2901950" y="5187950"/>
          <p14:tracePt t="94503" x="2768600" y="5187950"/>
          <p14:tracePt t="94520" x="2705100" y="5200650"/>
          <p14:tracePt t="94538" x="2565400" y="5207000"/>
          <p14:tracePt t="94553" x="2419350" y="5238750"/>
          <p14:tracePt t="94569" x="2374900" y="5251450"/>
          <p14:tracePt t="94587" x="2305050" y="5257800"/>
          <p14:tracePt t="94603" x="2286000" y="5257800"/>
          <p14:tracePt t="94619" x="2254250" y="5257800"/>
          <p14:tracePt t="94636" x="2235200" y="5257800"/>
          <p14:tracePt t="94653" x="2228850" y="5257800"/>
          <p14:tracePt t="94670" x="2222500" y="5264150"/>
          <p14:tracePt t="94686" x="2222500" y="5270500"/>
          <p14:tracePt t="94719" x="2222500" y="5276850"/>
          <p14:tracePt t="94755" x="2216150" y="5276850"/>
          <p14:tracePt t="94761" x="2209800" y="5276850"/>
          <p14:tracePt t="94776" x="2203450" y="5276850"/>
          <p14:tracePt t="94785" x="2190750" y="5283200"/>
          <p14:tracePt t="94802" x="2178050" y="5283200"/>
          <p14:tracePt t="94819" x="2139950" y="5289550"/>
          <p14:tracePt t="94835" x="2070100" y="5302250"/>
          <p14:tracePt t="94852" x="1962150" y="5321300"/>
          <p14:tracePt t="94868" x="1898650" y="5334000"/>
          <p14:tracePt t="94885" x="1841500" y="5340350"/>
          <p14:tracePt t="94902" x="1631950" y="5359400"/>
          <p14:tracePt t="94918" x="1581150" y="5365750"/>
          <p14:tracePt t="94935" x="1517650" y="5378450"/>
          <p14:tracePt t="94951" x="1422400" y="5403850"/>
          <p14:tracePt t="94968" x="1320800" y="5448300"/>
          <p14:tracePt t="94985" x="1289050" y="5454650"/>
          <p14:tracePt t="95001" x="1238250" y="5480050"/>
          <p14:tracePt t="95018" x="1212850" y="5492750"/>
          <p14:tracePt t="95036" x="1187450" y="5492750"/>
          <p14:tracePt t="95051" x="1181100" y="5499100"/>
          <p14:tracePt t="95068" x="1155700" y="5499100"/>
          <p14:tracePt t="95085" x="1143000" y="5499100"/>
          <p14:tracePt t="95101" x="1136650" y="5499100"/>
          <p14:tracePt t="95505" x="1117600" y="5499100"/>
          <p14:tracePt t="95519" x="1085850" y="5505450"/>
          <p14:tracePt t="95525" x="1054100" y="5524500"/>
          <p14:tracePt t="95540" x="1022350" y="5537200"/>
          <p14:tracePt t="95549" x="990600" y="5556250"/>
          <p14:tracePt t="95566" x="971550" y="5568950"/>
          <p14:tracePt t="95583" x="920750" y="5600700"/>
          <p14:tracePt t="95600" x="876300" y="5613400"/>
          <p14:tracePt t="95618" x="850900" y="5619750"/>
          <p14:tracePt t="95632" x="838200" y="5626100"/>
          <p14:tracePt t="95649" x="819150" y="5626100"/>
          <p14:tracePt t="95667" x="806450" y="5632450"/>
          <p14:tracePt t="95682" x="800100" y="5632450"/>
          <p14:tracePt t="95699" x="787400" y="5632450"/>
          <p14:tracePt t="95716" x="774700" y="5632450"/>
          <p14:tracePt t="95961" x="781050" y="5632450"/>
          <p14:tracePt t="95968" x="781050" y="5626100"/>
          <p14:tracePt t="95982" x="787400" y="5626100"/>
          <p14:tracePt t="95998" x="806450" y="5613400"/>
          <p14:tracePt t="96015" x="819150" y="5607050"/>
          <p14:tracePt t="96032" x="850900" y="5588000"/>
          <p14:tracePt t="96049" x="901700" y="5568950"/>
          <p14:tracePt t="96064" x="933450" y="5543550"/>
          <p14:tracePt t="96081" x="996950" y="5524500"/>
          <p14:tracePt t="96098" x="1035050" y="5511800"/>
          <p14:tracePt t="96115" x="1136650" y="5473700"/>
          <p14:tracePt t="96131" x="1219200" y="5454650"/>
          <p14:tracePt t="96148" x="1257300" y="5448300"/>
          <p14:tracePt t="96165" x="1409700" y="5422900"/>
          <p14:tracePt t="96181" x="1447800" y="5416550"/>
          <p14:tracePt t="96197" x="1492250" y="5403850"/>
          <p14:tracePt t="96214" x="1549400" y="5391150"/>
          <p14:tracePt t="96231" x="1631950" y="5384800"/>
          <p14:tracePt t="96248" x="1714500" y="5365750"/>
          <p14:tracePt t="96265" x="1765300" y="5359400"/>
          <p14:tracePt t="96280" x="1809750" y="5340350"/>
          <p14:tracePt t="96298" x="1892300" y="5314950"/>
          <p14:tracePt t="96314" x="1924050" y="5302250"/>
          <p14:tracePt t="96330" x="1955800" y="5289550"/>
          <p14:tracePt t="96348" x="2019300" y="5264150"/>
          <p14:tracePt t="96364" x="2038350" y="5245100"/>
          <p14:tracePt t="96380" x="2070100" y="5226050"/>
          <p14:tracePt t="96397" x="2114550" y="5194300"/>
          <p14:tracePt t="96413" x="2133600" y="5175250"/>
          <p14:tracePt t="96430" x="2159000" y="5156200"/>
          <p14:tracePt t="96447" x="2184400" y="5137150"/>
          <p14:tracePt t="96463" x="2197100" y="5130800"/>
          <p14:tracePt t="96480" x="2216150" y="5118100"/>
          <p14:tracePt t="96496" x="2222500" y="5118100"/>
          <p14:tracePt t="96532" x="2222500" y="5111750"/>
          <p14:tracePt t="96564" x="2216150" y="5105400"/>
          <p14:tracePt t="96578" x="2209800" y="5099050"/>
          <p14:tracePt t="96585" x="2203450" y="5092700"/>
          <p14:tracePt t="96858" x="2241550" y="5092700"/>
          <p14:tracePt t="96872" x="2330450" y="5099050"/>
          <p14:tracePt t="96881" x="2419350" y="5118100"/>
          <p14:tracePt t="96895" x="2546350" y="5124450"/>
          <p14:tracePt t="96911" x="2755900" y="5168900"/>
          <p14:tracePt t="96929" x="2971800" y="5187950"/>
          <p14:tracePt t="96945" x="3086100" y="5200650"/>
          <p14:tracePt t="96961" x="3187700" y="5207000"/>
          <p14:tracePt t="96978" x="3403600" y="5219700"/>
          <p14:tracePt t="96994" x="3448050" y="5219700"/>
          <p14:tracePt t="97011" x="3473450" y="5219700"/>
          <p14:tracePt t="97028" x="3505200" y="5213350"/>
          <p14:tracePt t="97044" x="3536950" y="5200650"/>
          <p14:tracePt t="97061" x="3543300" y="5194300"/>
          <p14:tracePt t="97077" x="3543300" y="5187950"/>
          <p14:tracePt t="97114" x="3530600" y="5187950"/>
          <p14:tracePt t="97127" x="3524250" y="5187950"/>
          <p14:tracePt t="97144" x="3511550" y="5187950"/>
          <p14:tracePt t="97161" x="3498850" y="5200650"/>
          <p14:tracePt t="97177" x="3492500" y="5200650"/>
          <p14:tracePt t="97194" x="3486150" y="5207000"/>
          <p14:tracePt t="97258" x="3486150" y="5213350"/>
          <p14:tracePt t="97272" x="3492500" y="5213350"/>
          <p14:tracePt t="97280" x="3498850" y="5213350"/>
          <p14:tracePt t="97296" x="3505200" y="5207000"/>
          <p14:tracePt t="97310" x="3511550" y="5200650"/>
          <p14:tracePt t="97327" x="3530600" y="5194300"/>
          <p14:tracePt t="97343" x="3549650" y="5187950"/>
          <p14:tracePt t="97360" x="3556000" y="5187950"/>
          <p14:tracePt t="97377" x="3575050" y="5175250"/>
          <p14:tracePt t="97393" x="3581400" y="5168900"/>
          <p14:tracePt t="97427" x="3581400" y="5162550"/>
          <p14:tracePt t="97490" x="3575050" y="5162550"/>
          <p14:tracePt t="97504" x="3568700" y="5162550"/>
          <p14:tracePt t="97512" x="3562350" y="5162550"/>
          <p14:tracePt t="97527" x="3556000" y="5162550"/>
          <p14:tracePt t="97543" x="3549650" y="5162550"/>
          <p14:tracePt t="97560" x="3505200" y="5168900"/>
          <p14:tracePt t="97576" x="3486150" y="5168900"/>
          <p14:tracePt t="97592" x="3454400" y="5181600"/>
          <p14:tracePt t="97609" x="3365500" y="5200650"/>
          <p14:tracePt t="97626" x="3340100" y="5213350"/>
          <p14:tracePt t="97642" x="3308350" y="5219700"/>
          <p14:tracePt t="97659" x="3276600" y="5232400"/>
          <p14:tracePt t="97675" x="3251200" y="5238750"/>
          <p14:tracePt t="97692" x="3238500" y="5238750"/>
          <p14:tracePt t="97709" x="3232150" y="5245100"/>
          <p14:tracePt t="97725" x="3225800" y="5245100"/>
          <p14:tracePt t="97764" x="3219450" y="5245100"/>
          <p14:tracePt t="97890" x="3213100" y="5245100"/>
          <p14:tracePt t="97911" x="3200400" y="5245100"/>
          <p14:tracePt t="97926" x="3194050" y="5245100"/>
          <p14:tracePt t="97932" x="3175000" y="5245100"/>
          <p14:tracePt t="97946" x="3155950" y="5245100"/>
          <p14:tracePt t="97958" x="3124200" y="5245100"/>
          <p14:tracePt t="97975" x="3016250" y="5245100"/>
          <p14:tracePt t="97991" x="2940050" y="5245100"/>
          <p14:tracePt t="98008" x="2762250" y="5245100"/>
          <p14:tracePt t="98024" x="2603500" y="5245100"/>
          <p14:tracePt t="98041" x="2540000" y="5245100"/>
          <p14:tracePt t="98058" x="2451100" y="5245100"/>
          <p14:tracePt t="98074" x="2419350" y="5251450"/>
          <p14:tracePt t="98091" x="2406650" y="5251450"/>
          <p14:tracePt t="98108" x="2393950" y="5251450"/>
          <p14:tracePt t="98123" x="2387600" y="5251450"/>
          <p14:tracePt t="98157" x="2387600" y="5257800"/>
          <p14:tracePt t="98174" x="2406650" y="5257800"/>
          <p14:tracePt t="98191" x="2413000" y="5257800"/>
          <p14:tracePt t="98207" x="2444750" y="5251450"/>
          <p14:tracePt t="98223" x="2470150" y="5251450"/>
          <p14:tracePt t="98241" x="2641600" y="5257800"/>
          <p14:tracePt t="98257" x="2717800" y="5264150"/>
          <p14:tracePt t="98273" x="2819400" y="5283200"/>
          <p14:tracePt t="98277" x="2959100" y="5295900"/>
          <p14:tracePt t="98290" x="3105150" y="5321300"/>
          <p14:tracePt t="98306" x="3448050" y="5378450"/>
          <p14:tracePt t="98323" x="3594100" y="5403850"/>
          <p14:tracePt t="98340" x="3867150" y="5448300"/>
          <p14:tracePt t="98356" x="4083050" y="5467350"/>
          <p14:tracePt t="98373" x="4178300" y="5480050"/>
          <p14:tracePt t="98389" x="4305300" y="5480050"/>
          <p14:tracePt t="98407" x="4381500" y="5480050"/>
          <p14:tracePt t="98423" x="4445000" y="5480050"/>
          <p14:tracePt t="98439" x="4464050" y="5473700"/>
          <p14:tracePt t="98456" x="4495800" y="5461000"/>
          <p14:tracePt t="98473" x="4527550" y="5454650"/>
          <p14:tracePt t="98489" x="4540250" y="5454650"/>
          <p14:tracePt t="98506" x="4565650" y="5448300"/>
          <p14:tracePt t="98523" x="4635500" y="5441950"/>
          <p14:tracePt t="98539" x="4654550" y="5435600"/>
          <p14:tracePt t="98557" x="4711700" y="5422900"/>
          <p14:tracePt t="98572" x="4730750" y="5416550"/>
          <p14:tracePt t="98589" x="4775200" y="5403850"/>
          <p14:tracePt t="98606" x="4806950" y="5391150"/>
          <p14:tracePt t="98622" x="4832350" y="5384800"/>
          <p14:tracePt t="98639" x="4864100" y="5372100"/>
          <p14:tracePt t="98656" x="4895850" y="5359400"/>
          <p14:tracePt t="98672" x="4908550" y="5353050"/>
          <p14:tracePt t="98689" x="4940300" y="5334000"/>
          <p14:tracePt t="98705" x="4965700" y="5321300"/>
          <p14:tracePt t="98722" x="4978400" y="5314950"/>
          <p14:tracePt t="98739" x="4984750" y="5308600"/>
          <p14:tracePt t="98754" x="4991100" y="5302250"/>
          <p14:tracePt t="98929" x="4984750" y="5295900"/>
          <p14:tracePt t="98943" x="4978400" y="5295900"/>
          <p14:tracePt t="98978" x="4972050" y="5295900"/>
          <p14:tracePt t="99006" x="4965700" y="5295900"/>
          <p14:tracePt t="99077" x="4959350" y="5295900"/>
          <p14:tracePt t="99104" x="4953000" y="5295900"/>
          <p14:tracePt t="99140" x="4953000" y="5289550"/>
          <p14:tracePt t="99147" x="4953000" y="5283200"/>
          <p14:tracePt t="99175" x="4946650" y="5283200"/>
          <p14:tracePt t="99196" x="4940300" y="5276850"/>
          <p14:tracePt t="99217" x="4933950" y="5264150"/>
          <p14:tracePt t="99245" x="4927600" y="5257800"/>
          <p14:tracePt t="99259" x="4921250" y="5251450"/>
          <p14:tracePt t="99266" x="4914900" y="5238750"/>
          <p14:tracePt t="99280" x="4902200" y="5207000"/>
          <p14:tracePt t="99289" x="4876800" y="5162550"/>
          <p14:tracePt t="99303" x="4838700" y="5105400"/>
          <p14:tracePt t="99320" x="4711700" y="4921250"/>
          <p14:tracePt t="99337" x="4495800" y="4629150"/>
          <p14:tracePt t="99353" x="4356100" y="4445000"/>
          <p14:tracePt t="99370" x="4025900" y="4102100"/>
          <p14:tracePt t="99386" x="3657600" y="3746500"/>
          <p14:tracePt t="99403" x="3467100" y="3606800"/>
          <p14:tracePt t="99421" x="3117850" y="3321050"/>
          <p14:tracePt t="99436" x="2819400" y="3105150"/>
          <p14:tracePt t="99453" x="2692400" y="3022600"/>
          <p14:tracePt t="99470" x="2489200" y="2882900"/>
          <p14:tracePt t="99486" x="2419350" y="2832100"/>
          <p14:tracePt t="99503" x="2311400" y="2768600"/>
          <p14:tracePt t="99519" x="2209800" y="2711450"/>
          <p14:tracePt t="99536" x="2165350" y="2698750"/>
          <p14:tracePt t="99553" x="2070100" y="2679700"/>
          <p14:tracePt t="99569" x="1987550" y="2660650"/>
          <p14:tracePt t="99586" x="1955800" y="2647950"/>
          <p14:tracePt t="99603" x="1898650" y="2635250"/>
          <p14:tracePt t="99618" x="1854200" y="2616200"/>
          <p14:tracePt t="99635" x="1835150" y="2616200"/>
          <p14:tracePt t="99652" x="1809750" y="2609850"/>
          <p14:tracePt t="99669" x="1784350" y="2603500"/>
          <p14:tracePt t="99686" x="1778000" y="2603500"/>
          <p14:tracePt t="99702" x="1771650" y="2603500"/>
          <p14:tracePt t="99718" x="1765300" y="2603500"/>
          <p14:tracePt t="99734" x="1758950" y="2603500"/>
          <p14:tracePt t="99752" x="1758950" y="2609850"/>
          <p14:tracePt t="99768" x="1752600" y="2609850"/>
          <p14:tracePt t="99786" x="1752600" y="2622550"/>
          <p14:tracePt t="99802" x="1752600" y="2628900"/>
          <p14:tracePt t="99818" x="1752600" y="2635250"/>
          <p14:tracePt t="99835" x="1752600" y="2641600"/>
          <p14:tracePt t="99851" x="1752600" y="2654300"/>
          <p14:tracePt t="99868" x="1758950" y="2654300"/>
          <p14:tracePt t="99885" x="1758950" y="2660650"/>
          <p14:tracePt t="99901" x="1758950" y="2673350"/>
          <p14:tracePt t="99918" x="1765300" y="2692400"/>
          <p14:tracePt t="99935" x="1765300" y="2711450"/>
          <p14:tracePt t="99951" x="1771650" y="2755900"/>
          <p14:tracePt t="99968" x="1778000" y="2800350"/>
          <p14:tracePt t="99984" x="1778000" y="2825750"/>
          <p14:tracePt t="100001" x="1784350" y="2870200"/>
          <p14:tracePt t="100018" x="1784350" y="2901950"/>
          <p14:tracePt t="100034" x="1784350" y="2908300"/>
          <p14:tracePt t="100051" x="1784350" y="2921000"/>
          <p14:tracePt t="100067" x="1784350" y="2940050"/>
          <p14:tracePt t="100083" x="1784350" y="2946400"/>
          <p14:tracePt t="100101" x="1784350" y="2959100"/>
          <p14:tracePt t="100117" x="1778000" y="2965450"/>
          <p14:tracePt t="100134" x="1765300" y="2971800"/>
          <p14:tracePt t="100151" x="1752600" y="2984500"/>
          <p14:tracePt t="100167" x="1727200" y="2990850"/>
          <p14:tracePt t="100183" x="1670050" y="3016250"/>
          <p14:tracePt t="100200" x="1574800" y="3041650"/>
          <p14:tracePt t="100217" x="1466850" y="3048000"/>
          <p14:tracePt t="100233" x="1422400" y="3060700"/>
          <p14:tracePt t="100250" x="1346200" y="3060700"/>
          <p14:tracePt t="100267" x="1295400" y="3060700"/>
          <p14:tracePt t="100283" x="1276350" y="3060700"/>
          <p14:tracePt t="100300" x="1257300" y="3060700"/>
          <p14:tracePt t="100317" x="1244600" y="3054350"/>
          <p14:tracePt t="100386" x="1250950" y="3054350"/>
          <p14:tracePt t="100393" x="1257300" y="3054350"/>
          <p14:tracePt t="100407" x="1270000" y="3060700"/>
          <p14:tracePt t="100416" x="1282700" y="3060700"/>
          <p14:tracePt t="100432" x="1295400" y="3060700"/>
          <p14:tracePt t="100450" x="1352550" y="3060700"/>
          <p14:tracePt t="100466" x="1460500" y="3060700"/>
          <p14:tracePt t="100482" x="1530350" y="3060700"/>
          <p14:tracePt t="100499" x="1695450" y="3060700"/>
          <p14:tracePt t="100516" x="1784350" y="3060700"/>
          <p14:tracePt t="100534" x="2101850" y="3073400"/>
          <p14:tracePt t="100548" x="2216150" y="3073400"/>
          <p14:tracePt t="100565" x="2317750" y="3086100"/>
          <p14:tracePt t="100583" x="2508250" y="3092450"/>
          <p14:tracePt t="100599" x="2635250" y="3105150"/>
          <p14:tracePt t="100615" x="2692400" y="3111500"/>
          <p14:tracePt t="100632" x="2749550" y="3117850"/>
          <p14:tracePt t="100648" x="2781300" y="3117850"/>
          <p14:tracePt t="100665" x="2787650" y="3117850"/>
          <p14:tracePt t="100682" x="2806700" y="3117850"/>
          <p14:tracePt t="100718" x="2813050" y="3117850"/>
          <p14:tracePt t="100737" x="2819400" y="3117850"/>
          <p14:tracePt t="100766" x="2825750" y="3117850"/>
          <p14:tracePt t="100786" x="2832100" y="3117850"/>
          <p14:tracePt t="100807" x="2838450" y="3117850"/>
          <p14:tracePt t="100871" x="2844800" y="3117850"/>
          <p14:tracePt t="100969" x="2838450" y="3117850"/>
          <p14:tracePt t="100997" x="2832100" y="311785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22229" cy="68580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US" altLang="en-US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[,default]</a:t>
            </a:r>
            <a:r>
              <a:rPr lang="en-US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)-&gt;</a:t>
            </a:r>
            <a:r>
              <a:rPr lang="en-US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val</a:t>
            </a:r>
            <a:endParaRPr lang="en-GB" altLang="en-US" sz="3600" dirty="0" smtClean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lang="en-US" altLang="en-US" sz="3200" dirty="0" smtClean="0">
                <a:solidFill>
                  <a:schemeClr val="bg1">
                    <a:lumMod val="85000"/>
                  </a:schemeClr>
                </a:solidFill>
              </a:rPr>
              <a:t>quivalent 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to obj.name,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i="1" dirty="0" smtClean="0">
                <a:solidFill>
                  <a:schemeClr val="tx1"/>
                </a:solidFill>
              </a:rPr>
              <a:t>except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when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 smtClean="0">
                <a:solidFill>
                  <a:schemeClr val="tx1"/>
                </a:solidFill>
              </a:rPr>
              <a:t>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attribute doesn’t exist. In that case, you can avoid raising the exception by providing </a:t>
            </a:r>
            <a:r>
              <a:rPr lang="en-US" altLang="en-US" sz="3200" dirty="0">
                <a:solidFill>
                  <a:srgbClr val="FF0000"/>
                </a:solidFill>
              </a:rPr>
              <a:t>a default argument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GB" altLang="en-US" sz="28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60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=[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1,3,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,1,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g.count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g.count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g.cnt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: 'list' object has</a:t>
            </a:r>
            <a:r>
              <a:rPr lang="en-US" altLang="en-US" sz="2400" dirty="0">
                <a:solidFill>
                  <a:srgbClr val="C0A1A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no attribute '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r>
              <a:rPr lang="en-US" altLang="en-US" sz="2400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indent="0" eaLnBrk="1">
              <a:lnSpc>
                <a:spcPct val="6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: 'list' object has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no attribute '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400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0" y="2232560"/>
            <a:ext cx="9144000" cy="1120239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latin typeface="Times New Roman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76200" y="4393932"/>
            <a:ext cx="9144000" cy="1168667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mtClean="0"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3398604"/>
      </p:ext>
    </p:extLst>
  </p:cSld>
  <p:clrMapOvr>
    <a:masterClrMapping/>
  </p:clrMapOvr>
  <p:transition spd="med" advTm="830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9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94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94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944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89443" grpId="0" build="p"/>
    </p:bldLst>
  </p:timing>
  <p:extLst>
    <p:ext uri="{3A86A75C-4F4B-4683-9AE1-C65F6400EC91}">
      <p14:laserTraceLst xmlns:p14="http://schemas.microsoft.com/office/powerpoint/2010/main">
        <p14:tracePtLst>
          <p14:tracePt t="4318" x="2832100" y="3111500"/>
          <p14:tracePt t="4325" x="2838450" y="3105150"/>
          <p14:tracePt t="4338" x="2838450" y="3098800"/>
          <p14:tracePt t="4354" x="2851150" y="3079750"/>
          <p14:tracePt t="4371" x="2870200" y="3060700"/>
          <p14:tracePt t="4388" x="2940050" y="3028950"/>
          <p14:tracePt t="4404" x="3048000" y="3003550"/>
          <p14:tracePt t="4421" x="3232150" y="2952750"/>
          <p14:tracePt t="4438" x="3606800" y="2844800"/>
          <p14:tracePt t="4454" x="4083050" y="2679700"/>
          <p14:tracePt t="4471" x="4610100" y="2476500"/>
          <p14:tracePt t="4487" x="5391150" y="2165350"/>
          <p14:tracePt t="4504" x="5822950" y="1993900"/>
          <p14:tracePt t="4522" x="6400800" y="1746250"/>
          <p14:tracePt t="4537" x="6610350" y="1651000"/>
          <p14:tracePt t="4554" x="6769100" y="1581150"/>
          <p14:tracePt t="4571" x="6991350" y="1435100"/>
          <p14:tracePt t="4587" x="7112000" y="1308100"/>
          <p14:tracePt t="4604" x="7207250" y="1193800"/>
          <p14:tracePt t="4620" x="7327900" y="1073150"/>
          <p14:tracePt t="4637" x="7359650" y="1028700"/>
          <p14:tracePt t="4655" x="7423150" y="965200"/>
          <p14:tracePt t="4670" x="7467600" y="927100"/>
          <p14:tracePt t="4687" x="7499350" y="901700"/>
          <p14:tracePt t="4705" x="7550150" y="857250"/>
          <p14:tracePt t="4720" x="7581900" y="838200"/>
          <p14:tracePt t="4736" x="7600950" y="819150"/>
          <p14:tracePt t="4754" x="7639050" y="806450"/>
          <p14:tracePt t="4770" x="7651750" y="806450"/>
          <p14:tracePt t="4786" x="7664450" y="806450"/>
          <p14:tracePt t="4803" x="7670800" y="812800"/>
          <p14:tracePt t="4820" x="7670800" y="819150"/>
          <p14:tracePt t="4837" x="7664450" y="831850"/>
          <p14:tracePt t="4853" x="7664450" y="844550"/>
          <p14:tracePt t="4869" x="7664450" y="850900"/>
          <p14:tracePt t="4887" x="7670800" y="857250"/>
          <p14:tracePt t="4902" x="7683500" y="857250"/>
          <p14:tracePt t="4923" x="7689850" y="863600"/>
          <p14:tracePt t="4936" x="7702550" y="863600"/>
          <p14:tracePt t="4953" x="7708900" y="869950"/>
          <p14:tracePt t="4969" x="7727950" y="882650"/>
          <p14:tracePt t="4986" x="7747000" y="889000"/>
          <p14:tracePt t="5002" x="7766050" y="895350"/>
          <p14:tracePt t="5019" x="7778750" y="895350"/>
          <p14:tracePt t="5035" x="7791450" y="901700"/>
          <p14:tracePt t="5052" x="7804150" y="901700"/>
          <p14:tracePt t="5069" x="7810500" y="901700"/>
          <p14:tracePt t="5085" x="7816850" y="901700"/>
          <p14:tracePt t="5102" x="7823200" y="901700"/>
          <p14:tracePt t="5167" x="7810500" y="895350"/>
          <p14:tracePt t="5174" x="7804150" y="895350"/>
          <p14:tracePt t="5184" x="7785100" y="895350"/>
          <p14:tracePt t="5202" x="7651750" y="895350"/>
          <p14:tracePt t="5218" x="7486650" y="908050"/>
          <p14:tracePt t="5235" x="7258050" y="914400"/>
          <p14:tracePt t="5252" x="6794500" y="927100"/>
          <p14:tracePt t="5268" x="6470650" y="927100"/>
          <p14:tracePt t="5285" x="6032500" y="927100"/>
          <p14:tracePt t="5301" x="5499100" y="908050"/>
          <p14:tracePt t="5318" x="5130800" y="908050"/>
          <p14:tracePt t="5335" x="4737100" y="895350"/>
          <p14:tracePt t="5351" x="4527550" y="895350"/>
          <p14:tracePt t="5368" x="4311650" y="901700"/>
          <p14:tracePt t="5385" x="4019550" y="901700"/>
          <p14:tracePt t="5401" x="3854450" y="914400"/>
          <p14:tracePt t="5418" x="3708400" y="933450"/>
          <p14:tracePt t="5434" x="3479800" y="939800"/>
          <p14:tracePt t="5451" x="3346450" y="952500"/>
          <p14:tracePt t="5468" x="3244850" y="958850"/>
          <p14:tracePt t="5484" x="3124200" y="965200"/>
          <p14:tracePt t="5501" x="3054350" y="965200"/>
          <p14:tracePt t="5518" x="2952750" y="946150"/>
          <p14:tracePt t="5534" x="2876550" y="946150"/>
          <p14:tracePt t="5550" x="2794000" y="952500"/>
          <p14:tracePt t="5567" x="2692400" y="971550"/>
          <p14:tracePt t="5584" x="2647950" y="990600"/>
          <p14:tracePt t="5600" x="2597150" y="990600"/>
          <p14:tracePt t="5617" x="2540000" y="996950"/>
          <p14:tracePt t="5633" x="2508250" y="1009650"/>
          <p14:tracePt t="5650" x="2495550" y="1028700"/>
          <p14:tracePt t="5666" x="2451100" y="1041400"/>
          <p14:tracePt t="5683" x="2432050" y="1047750"/>
          <p14:tracePt t="5700" x="2419350" y="1060450"/>
          <p14:tracePt t="5716" x="2413000" y="1073150"/>
          <p14:tracePt t="5733" x="2400300" y="1085850"/>
          <p14:tracePt t="5750" x="2374900" y="1104900"/>
          <p14:tracePt t="5766" x="2368550" y="1104900"/>
          <p14:tracePt t="5783" x="2362200" y="1117600"/>
          <p14:tracePt t="5800" x="2343150" y="1123950"/>
          <p14:tracePt t="5816" x="2343150" y="1130300"/>
          <p14:tracePt t="5833" x="2336800" y="1130300"/>
          <p14:tracePt t="5876" x="2330450" y="1136650"/>
          <p14:tracePt t="5897" x="2324100" y="1143000"/>
          <p14:tracePt t="6058" x="2324100" y="1149350"/>
          <p14:tracePt t="6206" x="2330450" y="1149350"/>
          <p14:tracePt t="6248" x="2336800" y="1155700"/>
          <p14:tracePt t="6262" x="2343150" y="1155700"/>
          <p14:tracePt t="6269" x="2349500" y="1155700"/>
          <p14:tracePt t="6281" x="2355850" y="1155700"/>
          <p14:tracePt t="6298" x="2362200" y="1155700"/>
          <p14:tracePt t="6314" x="2368550" y="1155700"/>
          <p14:tracePt t="6332" x="2400300" y="1162050"/>
          <p14:tracePt t="6347" x="2419350" y="1162050"/>
          <p14:tracePt t="6364" x="2444750" y="1162050"/>
          <p14:tracePt t="6382" x="2533650" y="1162050"/>
          <p14:tracePt t="6397" x="2616200" y="1162050"/>
          <p14:tracePt t="6414" x="2743200" y="1181100"/>
          <p14:tracePt t="6431" x="2990850" y="1193800"/>
          <p14:tracePt t="6447" x="3168650" y="1200150"/>
          <p14:tracePt t="6464" x="3346450" y="1212850"/>
          <p14:tracePt t="6481" x="3638550" y="1231900"/>
          <p14:tracePt t="6497" x="3841750" y="1244600"/>
          <p14:tracePt t="6514" x="4044950" y="1244600"/>
          <p14:tracePt t="6530" x="4140200" y="1250950"/>
          <p14:tracePt t="6547" x="4216400" y="1250950"/>
          <p14:tracePt t="6564" x="4260850" y="1257300"/>
          <p14:tracePt t="6581" x="4279900" y="1257300"/>
          <p14:tracePt t="6597" x="4286250" y="1257300"/>
          <p14:tracePt t="6620" x="4292600" y="1257300"/>
          <p14:tracePt t="6629" x="4298950" y="1257300"/>
          <p14:tracePt t="6647" x="4298950" y="1250950"/>
          <p14:tracePt t="6664" x="4292600" y="1250950"/>
          <p14:tracePt t="6690" x="4286250" y="1250950"/>
          <p14:tracePt t="6718" x="4279900" y="1257300"/>
          <p14:tracePt t="6739" x="4267200" y="1257300"/>
          <p14:tracePt t="6753" x="4260850" y="1257300"/>
          <p14:tracePt t="6759" x="4254500" y="1257300"/>
          <p14:tracePt t="7423" x="4248150" y="1263650"/>
          <p14:tracePt t="7430" x="4241800" y="1270000"/>
          <p14:tracePt t="7444" x="4235450" y="1282700"/>
          <p14:tracePt t="7460" x="4229100" y="1295400"/>
          <p14:tracePt t="7477" x="4222750" y="1314450"/>
          <p14:tracePt t="7494" x="4216400" y="1339850"/>
          <p14:tracePt t="7511" x="4210050" y="1358900"/>
          <p14:tracePt t="7529" x="4197350" y="1377950"/>
          <p14:tracePt t="7544" x="4197350" y="1397000"/>
          <p14:tracePt t="7560" x="4191000" y="1416050"/>
          <p14:tracePt t="7577" x="4184650" y="1428750"/>
          <p14:tracePt t="7593" x="4178300" y="1441450"/>
          <p14:tracePt t="7610" x="4178300" y="1454150"/>
          <p14:tracePt t="7627" x="4178300" y="1460500"/>
          <p14:tracePt t="7644" x="4178300" y="1466850"/>
          <p14:tracePt t="7711" x="4184650" y="1466850"/>
          <p14:tracePt t="7725" x="4191000" y="1466850"/>
          <p14:tracePt t="7745" x="4197350" y="1466850"/>
          <p14:tracePt t="7753" x="4203700" y="1466850"/>
          <p14:tracePt t="7762" x="4210050" y="1466850"/>
          <p14:tracePt t="7776" x="4222750" y="1466850"/>
          <p14:tracePt t="7793" x="4235450" y="1466850"/>
          <p14:tracePt t="7809" x="4260850" y="1466850"/>
          <p14:tracePt t="7826" x="4286250" y="1460500"/>
          <p14:tracePt t="7843" x="4305300" y="1460500"/>
          <p14:tracePt t="7859" x="4324350" y="1460500"/>
          <p14:tracePt t="7876" x="4337050" y="1460500"/>
          <p14:tracePt t="7894" x="4343400" y="1460500"/>
          <p14:tracePt t="7943" x="4343400" y="1466850"/>
          <p14:tracePt t="7956" x="4343400" y="1473200"/>
          <p14:tracePt t="7963" x="4337050" y="1473200"/>
          <p14:tracePt t="7975" x="4330700" y="1479550"/>
          <p14:tracePt t="7992" x="4324350" y="1479550"/>
          <p14:tracePt t="8012" x="4324350" y="1485900"/>
          <p14:tracePt t="8034" x="4318000" y="1485900"/>
          <p14:tracePt t="8042" x="4311650" y="1485900"/>
          <p14:tracePt t="8076" x="4311650" y="1492250"/>
          <p14:tracePt t="8132" x="4318000" y="1492250"/>
          <p14:tracePt t="8153" x="4324350" y="1492250"/>
          <p14:tracePt t="8167" x="4330700" y="1492250"/>
          <p14:tracePt t="8174" x="4330700" y="1485900"/>
          <p14:tracePt t="8181" x="4343400" y="1485900"/>
          <p14:tracePt t="8191" x="4349750" y="1485900"/>
          <p14:tracePt t="8208" x="4362450" y="1479550"/>
          <p14:tracePt t="8224" x="4387850" y="1466850"/>
          <p14:tracePt t="8241" x="4406900" y="1460500"/>
          <p14:tracePt t="8259" x="4419600" y="1454150"/>
          <p14:tracePt t="8309" x="4413250" y="1454150"/>
          <p14:tracePt t="8314" x="4406900" y="1454150"/>
          <p14:tracePt t="8324" x="4394200" y="1460500"/>
          <p14:tracePt t="8341" x="4368800" y="1460500"/>
          <p14:tracePt t="8358" x="4273550" y="1479550"/>
          <p14:tracePt t="8374" x="4171950" y="1485900"/>
          <p14:tracePt t="8392" x="3937000" y="1517650"/>
          <p14:tracePt t="8407" x="3784600" y="1517650"/>
          <p14:tracePt t="8424" x="3632200" y="1517650"/>
          <p14:tracePt t="8441" x="3486150" y="1517650"/>
          <p14:tracePt t="8457" x="3429000" y="1517650"/>
          <p14:tracePt t="8474" x="3390900" y="1517650"/>
          <p14:tracePt t="8491" x="3365500" y="1524000"/>
          <p14:tracePt t="8507" x="3359150" y="1530350"/>
          <p14:tracePt t="8525" x="3352800" y="1536700"/>
          <p14:tracePt t="8556" x="3352800" y="1543050"/>
          <p14:tracePt t="8602" x="3359150" y="1543050"/>
          <p14:tracePt t="8637" x="3359150" y="1549400"/>
          <p14:tracePt t="8644" x="3365500" y="1549400"/>
          <p14:tracePt t="8660" x="3371850" y="1549400"/>
          <p14:tracePt t="8674" x="3378200" y="1543050"/>
          <p14:tracePt t="8689" x="3384550" y="1543050"/>
          <p14:tracePt t="8706" x="3397250" y="1536700"/>
          <p14:tracePt t="8723" x="3416300" y="1536700"/>
          <p14:tracePt t="8739" x="3435350" y="1530350"/>
          <p14:tracePt t="8757" x="3492500" y="1511300"/>
          <p14:tracePt t="8773" x="3575050" y="1498600"/>
          <p14:tracePt t="8789" x="3670300" y="1479550"/>
          <p14:tracePt t="8806" x="3854450" y="1460500"/>
          <p14:tracePt t="8823" x="3956050" y="1441450"/>
          <p14:tracePt t="8839" x="4210050" y="1422400"/>
          <p14:tracePt t="8856" x="4438650" y="1397000"/>
          <p14:tracePt t="8872" x="4527550" y="1390650"/>
          <p14:tracePt t="8889" x="4673600" y="1390650"/>
          <p14:tracePt t="8905" x="4762500" y="1390650"/>
          <p14:tracePt t="8922" x="4787900" y="1390650"/>
          <p14:tracePt t="8939" x="4819650" y="1390650"/>
          <p14:tracePt t="8955" x="4826000" y="1390650"/>
          <p14:tracePt t="8988" x="4826000" y="1397000"/>
          <p14:tracePt t="9129" x="4826000" y="1403350"/>
          <p14:tracePt t="9157" x="4832350" y="1409700"/>
          <p14:tracePt t="9164" x="4838700" y="1409700"/>
          <p14:tracePt t="9178" x="4845050" y="1416050"/>
          <p14:tracePt t="9199" x="4851400" y="1416050"/>
          <p14:tracePt t="9207" x="4851400" y="1422400"/>
          <p14:tracePt t="9222" x="4857750" y="1422400"/>
          <p14:tracePt t="9248" x="4864100" y="1428750"/>
          <p14:tracePt t="9257" x="4870450" y="1428750"/>
          <p14:tracePt t="9276" x="4876800" y="1428750"/>
          <p14:tracePt t="9291" x="4883150" y="1428750"/>
          <p14:tracePt t="9304" x="4902200" y="1435100"/>
          <p14:tracePt t="9321" x="4921250" y="1441450"/>
          <p14:tracePt t="9337" x="4940300" y="1447800"/>
          <p14:tracePt t="9354" x="4997450" y="1454150"/>
          <p14:tracePt t="9371" x="5054600" y="1460500"/>
          <p14:tracePt t="9388" x="5137150" y="1479550"/>
          <p14:tracePt t="9404" x="5175250" y="1485900"/>
          <p14:tracePt t="9420" x="5232400" y="1492250"/>
          <p14:tracePt t="9438" x="5295900" y="1504950"/>
          <p14:tracePt t="9454" x="5308600" y="1511300"/>
          <p14:tracePt t="9470" x="5340350" y="1517650"/>
          <p14:tracePt t="9487" x="5359400" y="1524000"/>
          <p14:tracePt t="9503" x="5359400" y="1530350"/>
          <p14:tracePt t="9520" x="5372100" y="1536700"/>
          <p14:tracePt t="9537" x="5384800" y="1536700"/>
          <p14:tracePt t="9553" x="5391150" y="1536700"/>
          <p14:tracePt t="9570" x="5391150" y="1543050"/>
          <p14:tracePt t="9586" x="5403850" y="1543050"/>
          <p14:tracePt t="9620" x="5410200" y="1543050"/>
          <p14:tracePt t="9636" x="5416550" y="1543050"/>
          <p14:tracePt t="9653" x="5422900" y="1543050"/>
          <p14:tracePt t="9676" x="5429250" y="1543050"/>
          <p14:tracePt t="9711" x="5435600" y="1543050"/>
          <p14:tracePt t="9718" x="5435600" y="1549400"/>
          <p14:tracePt t="9725" x="5441950" y="1549400"/>
          <p14:tracePt t="9739" x="5448300" y="1549400"/>
          <p14:tracePt t="9753" x="5454650" y="1555750"/>
          <p14:tracePt t="9769" x="5461000" y="1555750"/>
          <p14:tracePt t="9785" x="5467350" y="1555750"/>
          <p14:tracePt t="9805" x="5473700" y="1555750"/>
          <p14:tracePt t="9819" x="5486400" y="1562100"/>
          <p14:tracePt t="9836" x="5492750" y="1562100"/>
          <p14:tracePt t="9852" x="5518150" y="1574800"/>
          <p14:tracePt t="9869" x="5524500" y="1581150"/>
          <p14:tracePt t="9887" x="5549900" y="1587500"/>
          <p14:tracePt t="9901" x="5549900" y="1593850"/>
          <p14:tracePt t="9919" x="5556250" y="1593850"/>
          <p14:tracePt t="9935" x="5562600" y="1600200"/>
          <p14:tracePt t="9968" x="5568950" y="1600200"/>
          <p14:tracePt t="9988" x="5575300" y="1600200"/>
          <p14:tracePt t="10002" x="5581650" y="1606550"/>
          <p14:tracePt t="10035" x="5588000" y="1606550"/>
          <p14:tracePt t="10051" x="5594350" y="1606550"/>
          <p14:tracePt t="10071" x="5607050" y="1606550"/>
          <p14:tracePt t="10085" x="5607050" y="1612900"/>
          <p14:tracePt t="10101" x="5632450" y="1612900"/>
          <p14:tracePt t="10118" x="5670550" y="1619250"/>
          <p14:tracePt t="10135" x="5702300" y="1625600"/>
          <p14:tracePt t="10151" x="5753100" y="1631950"/>
          <p14:tracePt t="10168" x="5803900" y="1638300"/>
          <p14:tracePt t="10184" x="5829300" y="1644650"/>
          <p14:tracePt t="10201" x="5842000" y="1644650"/>
          <p14:tracePt t="10219" x="5886450" y="1644650"/>
          <p14:tracePt t="10234" x="5892800" y="1644650"/>
          <p14:tracePt t="10251" x="5905500" y="1651000"/>
          <p14:tracePt t="10392" x="5911850" y="1651000"/>
          <p14:tracePt t="10483" x="5911850" y="1644650"/>
          <p14:tracePt t="10539" x="5911850" y="1638300"/>
          <p14:tracePt t="10862" x="5905500" y="1638300"/>
          <p14:tracePt t="10953" x="5905500" y="1631950"/>
          <p14:tracePt t="11002" x="5899150" y="1631950"/>
          <p14:tracePt t="11031" x="5899150" y="1625600"/>
          <p14:tracePt t="11059" x="5892800" y="1619250"/>
          <p14:tracePt t="11101" x="5886450" y="1612900"/>
          <p14:tracePt t="11129" x="5880100" y="1612900"/>
          <p14:tracePt t="11191" x="5880100" y="1606550"/>
          <p14:tracePt t="11199" x="5873750" y="1606550"/>
          <p14:tracePt t="11220" x="5867400" y="1606550"/>
          <p14:tracePt t="11262" x="5861050" y="1606550"/>
          <p14:tracePt t="11290" x="5854700" y="1606550"/>
          <p14:tracePt t="11304" x="5848350" y="1612900"/>
          <p14:tracePt t="11311" x="5842000" y="1612900"/>
          <p14:tracePt t="11332" x="5835650" y="1612900"/>
          <p14:tracePt t="11347" x="5829300" y="1619250"/>
          <p14:tracePt t="11353" x="5816600" y="1619250"/>
          <p14:tracePt t="11363" x="5797550" y="1625600"/>
          <p14:tracePt t="11381" x="5765800" y="1631950"/>
          <p14:tracePt t="11397" x="5695950" y="1651000"/>
          <p14:tracePt t="11413" x="5600700" y="1663700"/>
          <p14:tracePt t="11431" x="5473700" y="1676400"/>
          <p14:tracePt t="11447" x="5391150" y="1695450"/>
          <p14:tracePt t="11463" x="5327650" y="1701800"/>
          <p14:tracePt t="11480" x="5080000" y="1752600"/>
          <p14:tracePt t="11497" x="4991100" y="1765300"/>
          <p14:tracePt t="11514" x="4908550" y="1771650"/>
          <p14:tracePt t="11530" x="4756150" y="1784350"/>
          <p14:tracePt t="11546" x="4591050" y="1790700"/>
          <p14:tracePt t="11564" x="4413250" y="1809750"/>
          <p14:tracePt t="11579" x="4318000" y="1822450"/>
          <p14:tracePt t="11596" x="4140200" y="1841500"/>
          <p14:tracePt t="11613" x="3975100" y="1854200"/>
          <p14:tracePt t="11629" x="3886200" y="1860550"/>
          <p14:tracePt t="11646" x="3702050" y="1879600"/>
          <p14:tracePt t="11663" x="3536950" y="1905000"/>
          <p14:tracePt t="11679" x="3448050" y="1924050"/>
          <p14:tracePt t="11682" x="3352800" y="1930400"/>
          <p14:tracePt t="11696" x="3276600" y="1943100"/>
          <p14:tracePt t="11713" x="3111500" y="1962150"/>
          <p14:tracePt t="11729" x="3028950" y="1968500"/>
          <p14:tracePt t="11746" x="2914650" y="1981200"/>
          <p14:tracePt t="11762" x="2844800" y="2000250"/>
          <p14:tracePt t="11779" x="2813050" y="2006600"/>
          <p14:tracePt t="11796" x="2762250" y="2012950"/>
          <p14:tracePt t="11812" x="2743200" y="2019300"/>
          <p14:tracePt t="11829" x="2698750" y="2032000"/>
          <p14:tracePt t="11845" x="2660650" y="2057400"/>
          <p14:tracePt t="11862" x="2635250" y="2063750"/>
          <p14:tracePt t="11879" x="2597150" y="2082800"/>
          <p14:tracePt t="11895" x="2552700" y="2114550"/>
          <p14:tracePt t="11912" x="2520950" y="2127250"/>
          <p14:tracePt t="11929" x="2495550" y="2152650"/>
          <p14:tracePt t="11945" x="2470150" y="2159000"/>
          <p14:tracePt t="11962" x="2457450" y="2159000"/>
          <p14:tracePt t="11978" x="2438400" y="2152650"/>
          <p14:tracePt t="11995" x="2438400" y="2146300"/>
          <p14:tracePt t="12355" x="2425700" y="2152650"/>
          <p14:tracePt t="12362" x="2413000" y="2165350"/>
          <p14:tracePt t="12378" x="2400300" y="2184400"/>
          <p14:tracePt t="12383" x="2387600" y="2197100"/>
          <p14:tracePt t="12398" x="2374900" y="2203450"/>
          <p14:tracePt t="12409" x="2368550" y="2216150"/>
          <p14:tracePt t="12426" x="2343150" y="2235200"/>
          <p14:tracePt t="12443" x="2336800" y="2247900"/>
          <p14:tracePt t="12460" x="2317750" y="2266950"/>
          <p14:tracePt t="12476" x="2292350" y="2286000"/>
          <p14:tracePt t="12493" x="2292350" y="2292350"/>
          <p14:tracePt t="12510" x="2279650" y="2298700"/>
          <p14:tracePt t="12526" x="2266950" y="2305050"/>
          <p14:tracePt t="12559" x="2260600" y="2311400"/>
          <p14:tracePt t="12594" x="2254250" y="2311400"/>
          <p14:tracePt t="12643" x="2247900" y="2311400"/>
          <p14:tracePt t="12686" x="2247900" y="2317750"/>
          <p14:tracePt t="12706" x="2241550" y="2317750"/>
          <p14:tracePt t="12713" x="2235200" y="2317750"/>
          <p14:tracePt t="12729" x="2228850" y="2324100"/>
          <p14:tracePt t="12742" x="2222500" y="2324100"/>
          <p14:tracePt t="12759" x="2209800" y="2330450"/>
          <p14:tracePt t="12776" x="2178050" y="2336800"/>
          <p14:tracePt t="12792" x="2165350" y="2343150"/>
          <p14:tracePt t="12809" x="2120900" y="2349500"/>
          <p14:tracePt t="12826" x="2095500" y="2349500"/>
          <p14:tracePt t="12842" x="2038350" y="2368550"/>
          <p14:tracePt t="12859" x="1987550" y="2368550"/>
          <p14:tracePt t="12875" x="1955800" y="2368550"/>
          <p14:tracePt t="12892" x="1936750" y="2368550"/>
          <p14:tracePt t="12908" x="1924050" y="2368550"/>
          <p14:tracePt t="12925" x="1905000" y="2368550"/>
          <p14:tracePt t="12942" x="1898650" y="2368550"/>
          <p14:tracePt t="12959" x="1892300" y="2368550"/>
          <p14:tracePt t="12975" x="1885950" y="2368550"/>
          <p14:tracePt t="12995" x="1885950" y="2374900"/>
          <p14:tracePt t="13029" x="1879600" y="2381250"/>
          <p14:tracePt t="13107" x="1879600" y="2387600"/>
          <p14:tracePt t="13149" x="1879600" y="2393950"/>
          <p14:tracePt t="13212" x="1885950" y="2393950"/>
          <p14:tracePt t="13226" x="1892300" y="2393950"/>
          <p14:tracePt t="14533" x="1892300" y="2406650"/>
          <p14:tracePt t="14540" x="1873250" y="2444750"/>
          <p14:tracePt t="14555" x="1854200" y="2501900"/>
          <p14:tracePt t="14570" x="1822450" y="2597150"/>
          <p14:tracePt t="14586" x="1803400" y="2641600"/>
          <p14:tracePt t="14603" x="1784350" y="2698750"/>
          <p14:tracePt t="14619" x="1758950" y="2755900"/>
          <p14:tracePt t="14636" x="1733550" y="2844800"/>
          <p14:tracePt t="14653" x="1714500" y="2914650"/>
          <p14:tracePt t="14669" x="1701800" y="2946400"/>
          <p14:tracePt t="14687" x="1676400" y="3041650"/>
          <p14:tracePt t="14689" x="1670050" y="3079750"/>
          <p14:tracePt t="14704" x="1663700" y="3111500"/>
          <p14:tracePt t="14719" x="1644650" y="3155950"/>
          <p14:tracePt t="14735" x="1612900" y="3219450"/>
          <p14:tracePt t="14751" x="1581150" y="3282950"/>
          <p14:tracePt t="14768" x="1568450" y="3302000"/>
          <p14:tracePt t="14786" x="1543050" y="3333750"/>
          <p14:tracePt t="14802" x="1517650" y="3365500"/>
          <p14:tracePt t="14818" x="1517650" y="3378200"/>
          <p14:tracePt t="14835" x="1517650" y="3384550"/>
          <p14:tracePt t="14851" x="1504950" y="3384550"/>
          <p14:tracePt t="14885" x="1504950" y="3390900"/>
          <p14:tracePt t="14902" x="1498600" y="3397250"/>
          <p14:tracePt t="14918" x="1492250" y="3403600"/>
          <p14:tracePt t="14934" x="1479550" y="3409950"/>
          <p14:tracePt t="14968" x="1473200" y="3422650"/>
          <p14:tracePt t="14984" x="1460500" y="3441700"/>
          <p14:tracePt t="15001" x="1454150" y="3454400"/>
          <p14:tracePt t="15018" x="1435100" y="3492500"/>
          <p14:tracePt t="15034" x="1403350" y="3549650"/>
          <p14:tracePt t="15051" x="1390650" y="3568700"/>
          <p14:tracePt t="15067" x="1358900" y="3619500"/>
          <p14:tracePt t="15084" x="1333500" y="3663950"/>
          <p14:tracePt t="15102" x="1320800" y="3683000"/>
          <p14:tracePt t="15134" x="1333500" y="3663950"/>
          <p14:tracePt t="15471" x="1327150" y="3663950"/>
          <p14:tracePt t="15492" x="1308100" y="3663950"/>
          <p14:tracePt t="15505" x="1301750" y="3670300"/>
          <p14:tracePt t="15513" x="1295400" y="3676650"/>
          <p14:tracePt t="15527" x="1282700" y="3683000"/>
          <p14:tracePt t="15536" x="1270000" y="3683000"/>
          <p14:tracePt t="15549" x="1257300" y="3683000"/>
          <p14:tracePt t="15565" x="1238250" y="3676650"/>
          <p14:tracePt t="15583" x="1225550" y="3676650"/>
          <p14:tracePt t="15599" x="1219200" y="3676650"/>
          <p14:tracePt t="15616" x="1200150" y="3676650"/>
          <p14:tracePt t="15632" x="1193800" y="3676650"/>
          <p14:tracePt t="15702" x="1187450" y="3683000"/>
          <p14:tracePt t="15857" x="1193800" y="3676650"/>
          <p14:tracePt t="15878" x="1200150" y="3676650"/>
          <p14:tracePt t="15884" x="1206500" y="3670300"/>
          <p14:tracePt t="15898" x="1212850" y="3670300"/>
          <p14:tracePt t="15915" x="1225550" y="3663950"/>
          <p14:tracePt t="15931" x="1238250" y="3663950"/>
          <p14:tracePt t="15948" x="1282700" y="3651250"/>
          <p14:tracePt t="15964" x="1339850" y="3644900"/>
          <p14:tracePt t="15981" x="1352550" y="3638550"/>
          <p14:tracePt t="15998" x="1403350" y="3619500"/>
          <p14:tracePt t="16014" x="1422400" y="3619500"/>
          <p14:tracePt t="16031" x="1466850" y="3606800"/>
          <p14:tracePt t="16047" x="1504950" y="3606800"/>
          <p14:tracePt t="16064" x="1517650" y="3606800"/>
          <p14:tracePt t="16081" x="1536700" y="3600450"/>
          <p14:tracePt t="16097" x="1555750" y="3600450"/>
          <p14:tracePt t="16131" x="1568450" y="3600450"/>
          <p14:tracePt t="16147" x="1574800" y="3600450"/>
          <p14:tracePt t="16164" x="1581150" y="3600450"/>
          <p14:tracePt t="16180" x="1587500" y="3600450"/>
          <p14:tracePt t="16197" x="1593850" y="3600450"/>
          <p14:tracePt t="16243" x="1600200" y="3600450"/>
          <p14:tracePt t="16265" x="1606550" y="3600450"/>
          <p14:tracePt t="16285" x="1612900" y="3600450"/>
          <p14:tracePt t="16292" x="1619250" y="3600450"/>
          <p14:tracePt t="16314" x="1625600" y="3594100"/>
          <p14:tracePt t="16327" x="1631950" y="3594100"/>
          <p14:tracePt t="16355" x="1638300" y="3594100"/>
          <p14:tracePt t="16361" x="1644650" y="3594100"/>
          <p14:tracePt t="16375" x="1657350" y="3594100"/>
          <p14:tracePt t="16383" x="1670050" y="3594100"/>
          <p14:tracePt t="16399" x="1682750" y="3594100"/>
          <p14:tracePt t="16413" x="1695450" y="3594100"/>
          <p14:tracePt t="16431" x="1727200" y="3594100"/>
          <p14:tracePt t="16447" x="1758950" y="3594100"/>
          <p14:tracePt t="16463" x="1771650" y="3594100"/>
          <p14:tracePt t="16479" x="1797050" y="3594100"/>
          <p14:tracePt t="16496" x="1816100" y="3594100"/>
          <p14:tracePt t="16530" x="1822450" y="3594100"/>
          <p14:tracePt t="16546" x="1828800" y="3594100"/>
          <p14:tracePt t="16562" x="1835150" y="3594100"/>
          <p14:tracePt t="16587" x="1841500" y="3594100"/>
          <p14:tracePt t="16628" x="1847850" y="3594100"/>
          <p14:tracePt t="16769" x="1854200" y="3594100"/>
          <p14:tracePt t="16859" x="1854200" y="3600450"/>
          <p14:tracePt t="18433" x="1860550" y="3600450"/>
          <p14:tracePt t="18552" x="1866900" y="3600450"/>
          <p14:tracePt t="18622" x="1873250" y="3600450"/>
          <p14:tracePt t="18629" x="1879600" y="3594100"/>
          <p14:tracePt t="18671" x="1885950" y="3594100"/>
          <p14:tracePt t="18720" x="1892300" y="3587750"/>
          <p14:tracePt t="18734" x="1898650" y="3587750"/>
          <p14:tracePt t="18741" x="1905000" y="3587750"/>
          <p14:tracePt t="18762" x="1911350" y="3581400"/>
          <p14:tracePt t="18771" x="1917700" y="3575050"/>
          <p14:tracePt t="18788" x="1924050" y="3575050"/>
          <p14:tracePt t="18807" x="1936750" y="3568700"/>
          <p14:tracePt t="18821" x="1949450" y="3568700"/>
          <p14:tracePt t="18838" x="1974850" y="3556000"/>
          <p14:tracePt t="18855" x="2012950" y="3549650"/>
          <p14:tracePt t="18871" x="2025650" y="3543300"/>
          <p14:tracePt t="18888" x="2051050" y="3536950"/>
          <p14:tracePt t="18904" x="2063750" y="3530600"/>
          <p14:tracePt t="18921" x="2076450" y="3530600"/>
          <p14:tracePt t="18938" x="2082800" y="3530600"/>
          <p14:tracePt t="18970" x="2089150" y="3530600"/>
          <p14:tracePt t="19015" x="2082800" y="3536950"/>
          <p14:tracePt t="19043" x="2070100" y="3543300"/>
          <p14:tracePt t="19071" x="2063750" y="3549650"/>
          <p14:tracePt t="19092" x="2057400" y="3549650"/>
          <p14:tracePt t="19106" x="2051050" y="3556000"/>
          <p14:tracePt t="19113" x="2038350" y="3556000"/>
          <p14:tracePt t="19123" x="2025650" y="3556000"/>
          <p14:tracePt t="19136" x="2012950" y="3556000"/>
          <p14:tracePt t="19153" x="1987550" y="3556000"/>
          <p14:tracePt t="19170" x="1898650" y="3562350"/>
          <p14:tracePt t="19187" x="1860550" y="3568700"/>
          <p14:tracePt t="19204" x="1822450" y="3568700"/>
          <p14:tracePt t="19220" x="1752600" y="3568700"/>
          <p14:tracePt t="19236" x="1701800" y="3568700"/>
          <p14:tracePt t="19255" x="1670050" y="3568700"/>
          <p14:tracePt t="19270" x="1657350" y="3568700"/>
          <p14:tracePt t="19352" x="1670050" y="3568700"/>
          <p14:tracePt t="19366" x="1676400" y="3568700"/>
          <p14:tracePt t="19373" x="1682750" y="3562350"/>
          <p14:tracePt t="19389" x="1689100" y="3562350"/>
          <p14:tracePt t="19402" x="1695450" y="3562350"/>
          <p14:tracePt t="19419" x="1701800" y="3556000"/>
          <p14:tracePt t="19437" x="1714500" y="3556000"/>
          <p14:tracePt t="19452" x="1720850" y="3556000"/>
          <p14:tracePt t="19469" x="1727200" y="3556000"/>
          <p14:tracePt t="19486" x="1746250" y="3549650"/>
          <p14:tracePt t="19503" x="1752600" y="3543300"/>
          <p14:tracePt t="19519" x="1771650" y="3536950"/>
          <p14:tracePt t="19536" x="1784350" y="3524250"/>
          <p14:tracePt t="19552" x="1790700" y="3517900"/>
          <p14:tracePt t="19569" x="1797050" y="3511550"/>
          <p14:tracePt t="19585" x="1809750" y="3505200"/>
          <p14:tracePt t="19602" x="1816100" y="3498850"/>
          <p14:tracePt t="19619" x="1828800" y="3486150"/>
          <p14:tracePt t="19635" x="1828800" y="3473450"/>
          <p14:tracePt t="19651" x="1835150" y="3473450"/>
          <p14:tracePt t="19668" x="1841500" y="3467100"/>
          <p14:tracePt t="19685" x="1854200" y="3454400"/>
          <p14:tracePt t="19738" x="1860550" y="3448050"/>
          <p14:tracePt t="19773" x="1860550" y="3441700"/>
          <p14:tracePt t="19837" x="1860550" y="3448050"/>
          <p14:tracePt t="19886" x="1860550" y="3454400"/>
          <p14:tracePt t="19892" x="1860550" y="3460750"/>
          <p14:tracePt t="19914" x="1860550" y="3467100"/>
          <p14:tracePt t="19956" x="1854200" y="3473450"/>
          <p14:tracePt t="19962" x="1854200" y="3479800"/>
          <p14:tracePt t="19985" x="1854200" y="3486150"/>
          <p14:tracePt t="19998" x="1854200" y="3492500"/>
          <p14:tracePt t="20005" x="1854200" y="3498850"/>
          <p14:tracePt t="20026" x="1854200" y="3505200"/>
          <p14:tracePt t="20047" x="1854200" y="3511550"/>
          <p14:tracePt t="20054" x="1860550" y="3517900"/>
          <p14:tracePt t="20070" x="1860550" y="3524250"/>
          <p14:tracePt t="20083" x="1866900" y="3530600"/>
          <p14:tracePt t="20100" x="1885950" y="3549650"/>
          <p14:tracePt t="20117" x="1905000" y="3575050"/>
          <p14:tracePt t="20133" x="1930400" y="3581400"/>
          <p14:tracePt t="20150" x="1955800" y="3594100"/>
          <p14:tracePt t="20167" x="1974850" y="3600450"/>
          <p14:tracePt t="20183" x="1974850" y="3606800"/>
          <p14:tracePt t="20200" x="1981200" y="3606800"/>
          <p14:tracePt t="20233" x="1981200" y="3600450"/>
          <p14:tracePt t="20250" x="1981200" y="3594100"/>
          <p14:tracePt t="20266" x="1981200" y="3587750"/>
          <p14:tracePt t="20286" x="1981200" y="3581400"/>
          <p14:tracePt t="20307" x="1987550" y="3581400"/>
          <p14:tracePt t="20335" x="1987550" y="3575050"/>
          <p14:tracePt t="20356" x="1993900" y="3568700"/>
          <p14:tracePt t="20370" x="2000250" y="3568700"/>
          <p14:tracePt t="20376" x="2000250" y="3562350"/>
          <p14:tracePt t="20386" x="2006600" y="3562350"/>
          <p14:tracePt t="20405" x="2012950" y="3556000"/>
          <p14:tracePt t="20426" x="2025650" y="3556000"/>
          <p14:tracePt t="20440" x="2038350" y="3556000"/>
          <p14:tracePt t="20448" x="2057400" y="3556000"/>
          <p14:tracePt t="20465" x="2089150" y="3556000"/>
          <p14:tracePt t="20483" x="2152650" y="3556000"/>
          <p14:tracePt t="20499" x="2247900" y="3556000"/>
          <p14:tracePt t="20515" x="2298700" y="3556000"/>
          <p14:tracePt t="20533" x="2400300" y="3562350"/>
          <p14:tracePt t="20549" x="2495550" y="3568700"/>
          <p14:tracePt t="20565" x="2533650" y="3575050"/>
          <p14:tracePt t="20581" x="2590800" y="3575050"/>
          <p14:tracePt t="20598" x="2622550" y="3575050"/>
          <p14:tracePt t="20616" x="2647950" y="3575050"/>
          <p14:tracePt t="20632" x="2660650" y="3575050"/>
          <p14:tracePt t="20648" x="2667000" y="3575050"/>
          <p14:tracePt t="20665" x="2679700" y="3575050"/>
          <p14:tracePt t="20707" x="2686050" y="3575050"/>
          <p14:tracePt t="20939" x="2679700" y="3575050"/>
          <p14:tracePt t="20945" x="2673350" y="3575050"/>
          <p14:tracePt t="20960" x="2667000" y="3575050"/>
          <p14:tracePt t="20967" x="2654300" y="3568700"/>
          <p14:tracePt t="20983" x="2635250" y="3556000"/>
          <p14:tracePt t="20997" x="2603500" y="3543300"/>
          <p14:tracePt t="21014" x="2482850" y="3492500"/>
          <p14:tracePt t="21030" x="2317750" y="3416300"/>
          <p14:tracePt t="21047" x="2216150" y="3371850"/>
          <p14:tracePt t="21065" x="2006600" y="3276600"/>
          <p14:tracePt t="21080" x="1790700" y="3168650"/>
          <p14:tracePt t="21096" x="1714500" y="3130550"/>
          <p14:tracePt t="21114" x="1562100" y="3060700"/>
          <p14:tracePt t="21130" x="1447800" y="3003550"/>
          <p14:tracePt t="21146" x="1409700" y="2990850"/>
          <p14:tracePt t="21164" x="1352550" y="2965450"/>
          <p14:tracePt t="21180" x="1320800" y="2952750"/>
          <p14:tracePt t="21196" x="1308100" y="2946400"/>
          <p14:tracePt t="21213" x="1289050" y="2933700"/>
          <p14:tracePt t="21229" x="1270000" y="2927350"/>
          <p14:tracePt t="21246" x="1263650" y="2927350"/>
          <p14:tracePt t="21250" x="1263650" y="2921000"/>
          <p14:tracePt t="21263" x="1250950" y="2921000"/>
          <p14:tracePt t="21280" x="1238250" y="2914650"/>
          <p14:tracePt t="21297" x="1206500" y="2914650"/>
          <p14:tracePt t="21312" x="1187450" y="2914650"/>
          <p14:tracePt t="21329" x="1174750" y="2914650"/>
          <p14:tracePt t="21346" x="1117600" y="2914650"/>
          <p14:tracePt t="21362" x="1047750" y="2908300"/>
          <p14:tracePt t="21379" x="1009650" y="2908300"/>
          <p14:tracePt t="21396" x="946150" y="2889250"/>
          <p14:tracePt t="21413" x="920750" y="2889250"/>
          <p14:tracePt t="21429" x="914400" y="2889250"/>
          <p14:tracePt t="21445" x="908050" y="2882900"/>
          <p14:tracePt t="21462" x="901700" y="2882900"/>
          <p14:tracePt t="21528" x="914400" y="2882900"/>
          <p14:tracePt t="21563" x="920750" y="2882900"/>
          <p14:tracePt t="21570" x="927100" y="2882900"/>
          <p14:tracePt t="21579" x="933450" y="2882900"/>
          <p14:tracePt t="21595" x="939800" y="2882900"/>
          <p14:tracePt t="21612" x="946150" y="2882900"/>
          <p14:tracePt t="21628" x="952500" y="2882900"/>
          <p14:tracePt t="21644" x="958850" y="2889250"/>
          <p14:tracePt t="21662" x="984250" y="2889250"/>
          <p14:tracePt t="21678" x="996950" y="2889250"/>
          <p14:tracePt t="21695" x="1028700" y="2895600"/>
          <p14:tracePt t="21712" x="1073150" y="2895600"/>
          <p14:tracePt t="21728" x="1098550" y="2895600"/>
          <p14:tracePt t="21745" x="1168400" y="2895600"/>
          <p14:tracePt t="21761" x="1225550" y="2895600"/>
          <p14:tracePt t="21777" x="1250950" y="2901950"/>
          <p14:tracePt t="21795" x="1308100" y="2901950"/>
          <p14:tracePt t="21811" x="1346200" y="2908300"/>
          <p14:tracePt t="21827" x="1365250" y="2914650"/>
          <p14:tracePt t="21844" x="1390650" y="2921000"/>
          <p14:tracePt t="21861" x="1422400" y="2927350"/>
          <p14:tracePt t="21877" x="1435100" y="2933700"/>
          <p14:tracePt t="21894" x="1466850" y="2933700"/>
          <p14:tracePt t="21910" x="1485900" y="2933700"/>
          <p14:tracePt t="21928" x="1568450" y="2933700"/>
          <p14:tracePt t="21943" x="1670050" y="2940050"/>
          <p14:tracePt t="21960" x="1720850" y="2940050"/>
          <p14:tracePt t="21977" x="1841500" y="2959100"/>
          <p14:tracePt t="21993" x="1949450" y="2978150"/>
          <p14:tracePt t="22010" x="1987550" y="2978150"/>
          <p14:tracePt t="22027" x="2051050" y="2984500"/>
          <p14:tracePt t="22044" x="2082800" y="2990850"/>
          <p14:tracePt t="22060" x="2089150" y="2990850"/>
          <p14:tracePt t="22077" x="2108200" y="2997200"/>
          <p14:tracePt t="22132" x="2108200" y="3003550"/>
          <p14:tracePt t="22153" x="2101850" y="3003550"/>
          <p14:tracePt t="22161" x="2095500" y="3003550"/>
          <p14:tracePt t="22174" x="2089150" y="3009900"/>
          <p14:tracePt t="22195" x="2076450" y="3016250"/>
          <p14:tracePt t="22211" x="2070100" y="3016250"/>
          <p14:tracePt t="22223" x="2063750" y="3022600"/>
          <p14:tracePt t="22230" x="2057400" y="3028950"/>
          <p14:tracePt t="22246" x="2044700" y="3041650"/>
          <p14:tracePt t="22259" x="2032000" y="3054350"/>
          <p14:tracePt t="22276" x="1962150" y="3117850"/>
          <p14:tracePt t="22294" x="1892300" y="3200400"/>
          <p14:tracePt t="22309" x="1847850" y="3244850"/>
          <p14:tracePt t="22325" x="1758950" y="3340100"/>
          <p14:tracePt t="22343" x="1689100" y="3429000"/>
          <p14:tracePt t="22359" x="1663700" y="3467100"/>
          <p14:tracePt t="22375" x="1631950" y="3511550"/>
          <p14:tracePt t="22392" x="1612900" y="3543300"/>
          <p14:tracePt t="22409" x="1606550" y="3549650"/>
          <p14:tracePt t="22426" x="1606550" y="3562350"/>
          <p14:tracePt t="22462" x="1606550" y="3568700"/>
          <p14:tracePt t="22483" x="1612900" y="3568700"/>
          <p14:tracePt t="22511" x="1619250" y="3568700"/>
          <p14:tracePt t="22694" x="1625600" y="3568700"/>
          <p14:tracePt t="22721" x="1631950" y="3568700"/>
          <p14:tracePt t="22743" x="1638300" y="3568700"/>
          <p14:tracePt t="22764" x="1644650" y="3568700"/>
          <p14:tracePt t="22792" x="1651000" y="3562350"/>
          <p14:tracePt t="22834" x="1657350" y="3562350"/>
          <p14:tracePt t="22855" x="1663700" y="3562350"/>
          <p14:tracePt t="22862" x="1670050" y="3562350"/>
          <p14:tracePt t="22883" x="1676400" y="3556000"/>
          <p14:tracePt t="22897" x="1682750" y="3556000"/>
          <p14:tracePt t="22907" x="1689100" y="3556000"/>
          <p14:tracePt t="22927" x="1695450" y="3556000"/>
          <p14:tracePt t="22940" x="1701800" y="3556000"/>
          <p14:tracePt t="22957" x="1727200" y="3556000"/>
          <p14:tracePt t="22974" x="1758950" y="3556000"/>
          <p14:tracePt t="22990" x="1778000" y="3556000"/>
          <p14:tracePt t="23007" x="1809750" y="3556000"/>
          <p14:tracePt t="23024" x="1841500" y="3556000"/>
          <p14:tracePt t="23040" x="1854200" y="3556000"/>
          <p14:tracePt t="23057" x="1879600" y="3556000"/>
          <p14:tracePt t="23073" x="1892300" y="3556000"/>
          <p14:tracePt t="23090" x="1905000" y="3556000"/>
          <p14:tracePt t="23123" x="1917700" y="3556000"/>
          <p14:tracePt t="23157" x="1924050" y="3556000"/>
          <p14:tracePt t="23192" x="1930400" y="3556000"/>
          <p14:tracePt t="23213" x="1936750" y="3556000"/>
          <p14:tracePt t="23248" x="1943100" y="3562350"/>
          <p14:tracePt t="23255" x="1949450" y="3562350"/>
          <p14:tracePt t="23282" x="1955800" y="3562350"/>
          <p14:tracePt t="23318" x="1962150" y="3568700"/>
          <p14:tracePt t="23347" x="1968500" y="3568700"/>
          <p14:tracePt t="23368" x="1974850" y="3575050"/>
          <p14:tracePt t="23375" x="1981200" y="3575050"/>
          <p14:tracePt t="23396" x="1987550" y="3575050"/>
          <p14:tracePt t="23424" x="1993900" y="3575050"/>
          <p14:tracePt t="23445" x="2000250" y="3581400"/>
          <p14:tracePt t="23473" x="2006600" y="3581400"/>
          <p14:tracePt t="23487" x="2012950" y="3581400"/>
          <p14:tracePt t="23508" x="2019300" y="3581400"/>
          <p14:tracePt t="23529" x="2025650" y="3581400"/>
          <p14:tracePt t="23543" x="2032000" y="3581400"/>
          <p14:tracePt t="23564" x="2038350" y="3581400"/>
          <p14:tracePt t="23585" x="2038350" y="3587750"/>
          <p14:tracePt t="23606" x="2044700" y="3587750"/>
          <p14:tracePt t="23613" x="2051050" y="3587750"/>
          <p14:tracePt t="23635" x="2057400" y="3587750"/>
          <p14:tracePt t="23669" x="2057400" y="3594100"/>
          <p14:tracePt t="23676" x="2063750" y="3594100"/>
          <p14:tracePt t="23719" x="2070100" y="3594100"/>
          <p14:tracePt t="23740" x="2076450" y="3594100"/>
          <p14:tracePt t="23789" x="2082800" y="3594100"/>
          <p14:tracePt t="23796" x="2089150" y="3594100"/>
          <p14:tracePt t="23817" x="2095500" y="3594100"/>
          <p14:tracePt t="23824" x="2101850" y="3594100"/>
          <p14:tracePt t="23866" x="2108200" y="3594100"/>
          <p14:tracePt t="23894" x="2114550" y="3594100"/>
          <p14:tracePt t="23936" x="2120900" y="3594100"/>
          <p14:tracePt t="23957" x="2127250" y="3594100"/>
          <p14:tracePt t="23963" x="2133600" y="3594100"/>
          <p14:tracePt t="23985" x="2139950" y="3594100"/>
          <p14:tracePt t="23998" x="2146300" y="3594100"/>
          <p14:tracePt t="24034" x="2152650" y="3594100"/>
          <p14:tracePt t="24055" x="2159000" y="3594100"/>
          <p14:tracePt t="24076" x="2171700" y="3594100"/>
          <p14:tracePt t="24097" x="2178050" y="3594100"/>
          <p14:tracePt t="24125" x="2184400" y="3594100"/>
          <p14:tracePt t="24146" x="2197100" y="3594100"/>
          <p14:tracePt t="24209" x="2203450" y="3594100"/>
          <p14:tracePt t="24237" x="2209800" y="3594100"/>
          <p14:tracePt t="24265" x="2216150" y="3594100"/>
          <p14:tracePt t="24307" x="2222500" y="3600450"/>
          <p14:tracePt t="24476" x="2216150" y="3600450"/>
          <p14:tracePt t="24511" x="2209800" y="3600450"/>
          <p14:tracePt t="24539" x="2203450" y="3600450"/>
          <p14:tracePt t="24829" x="2190750" y="3613150"/>
          <p14:tracePt t="24836" x="2184400" y="3638550"/>
          <p14:tracePt t="24853" x="2171700" y="3663950"/>
          <p14:tracePt t="24867" x="2165350" y="3676650"/>
          <p14:tracePt t="24884" x="2165350" y="3702050"/>
          <p14:tracePt t="24901" x="2197100" y="3721100"/>
          <p14:tracePt t="24917" x="2228850" y="3727450"/>
          <p14:tracePt t="24935" x="2324100" y="3746500"/>
          <p14:tracePt t="24950" x="2495550" y="3784600"/>
          <p14:tracePt t="24967" x="2660650" y="3822700"/>
          <p14:tracePt t="24985" x="3143250" y="3937000"/>
          <p14:tracePt t="25000" x="3860800" y="4108450"/>
          <p14:tracePt t="25017" x="4241800" y="4178300"/>
          <p14:tracePt t="25034" x="5022850" y="4318000"/>
          <p14:tracePt t="25050" x="5372100" y="4368800"/>
          <p14:tracePt t="25066" x="5937250" y="4425950"/>
          <p14:tracePt t="25084" x="6292850" y="4451350"/>
          <p14:tracePt t="25100" x="6394450" y="4451350"/>
          <p14:tracePt t="25116" x="6546850" y="4445000"/>
          <p14:tracePt t="25133" x="6667500" y="4432300"/>
          <p14:tracePt t="25149" x="6705600" y="4419600"/>
          <p14:tracePt t="25166" x="6775450" y="4406900"/>
          <p14:tracePt t="25182" x="6832600" y="4400550"/>
          <p14:tracePt t="25200" x="6864350" y="4400550"/>
          <p14:tracePt t="25216" x="6908800" y="4400550"/>
          <p14:tracePt t="25232" x="6953250" y="4394200"/>
          <p14:tracePt t="25249" x="6978650" y="4394200"/>
          <p14:tracePt t="25266" x="7023100" y="4394200"/>
          <p14:tracePt t="25282" x="7054850" y="4381500"/>
          <p14:tracePt t="25301" x="7086600" y="4375150"/>
          <p14:tracePt t="25315" x="7099300" y="4375150"/>
          <p14:tracePt t="25332" x="7124700" y="4368800"/>
          <p14:tracePt t="25349" x="7150100" y="4362450"/>
          <p14:tracePt t="25365" x="7162800" y="4356100"/>
          <p14:tracePt t="25382" x="7175500" y="4356100"/>
          <p14:tracePt t="25399" x="7207250" y="4349750"/>
          <p14:tracePt t="25415" x="7213600" y="4349750"/>
          <p14:tracePt t="25448" x="7226300" y="4343400"/>
          <p14:tracePt t="25465" x="7239000" y="4343400"/>
          <p14:tracePt t="25498" x="7245350" y="4343400"/>
          <p14:tracePt t="25515" x="7251700" y="4337050"/>
          <p14:tracePt t="25741" x="7245350" y="4337050"/>
          <p14:tracePt t="25770" x="7239000" y="4337050"/>
          <p14:tracePt t="25792" x="7232650" y="4337050"/>
          <p14:tracePt t="25855" x="7226300" y="4343400"/>
          <p14:tracePt t="25869" x="7219950" y="4343400"/>
          <p14:tracePt t="25876" x="7213600" y="4343400"/>
          <p14:tracePt t="25889" x="7207250" y="4349750"/>
          <p14:tracePt t="25904" x="7188200" y="4349750"/>
          <p14:tracePt t="25913" x="7169150" y="4362450"/>
          <p14:tracePt t="25930" x="7131050" y="4375150"/>
          <p14:tracePt t="25947" x="7061200" y="4394200"/>
          <p14:tracePt t="25963" x="6858000" y="4432300"/>
          <p14:tracePt t="25996" x="6540500" y="4489450"/>
          <p14:tracePt t="26013" x="6311900" y="4533900"/>
          <p14:tracePt t="26030" x="5791200" y="4610100"/>
          <p14:tracePt t="26046" x="5549900" y="4635500"/>
          <p14:tracePt t="26063" x="5276850" y="4667250"/>
          <p14:tracePt t="26080" x="4533900" y="4768850"/>
          <p14:tracePt t="26096" x="4318000" y="4794250"/>
          <p14:tracePt t="26113" x="4019550" y="4851400"/>
          <p14:tracePt t="26129" x="3797300" y="4908550"/>
          <p14:tracePt t="26146" x="3651250" y="4946650"/>
          <p14:tracePt t="26164" x="3543300" y="4978400"/>
          <p14:tracePt t="26179" x="3473450" y="4997450"/>
          <p14:tracePt t="26196" x="3365500" y="5048250"/>
          <p14:tracePt t="26213" x="3263900" y="5111750"/>
          <p14:tracePt t="26229" x="3206750" y="5137150"/>
          <p14:tracePt t="26246" x="3092450" y="5207000"/>
          <p14:tracePt t="26263" x="3003550" y="5257800"/>
          <p14:tracePt t="26279" x="2959100" y="5283200"/>
          <p14:tracePt t="26296" x="2914650" y="5314950"/>
          <p14:tracePt t="26299" x="2882900" y="5327650"/>
          <p14:tracePt t="26312" x="2806700" y="5359400"/>
          <p14:tracePt t="26329" x="2768600" y="5372100"/>
          <p14:tracePt t="26346" x="2698750" y="5372100"/>
          <p14:tracePt t="26362" x="2660650" y="5372100"/>
          <p14:tracePt t="26378" x="2628900" y="5365750"/>
          <p14:tracePt t="26395" x="2622550" y="5346700"/>
          <p14:tracePt t="26412" x="2635250" y="5308600"/>
          <p14:tracePt t="26786" x="2622550" y="5314950"/>
          <p14:tracePt t="26792" x="2609850" y="5327650"/>
          <p14:tracePt t="26806" x="2597150" y="5346700"/>
          <p14:tracePt t="26813" x="2578100" y="5359400"/>
          <p14:tracePt t="26830" x="2559050" y="5384800"/>
          <p14:tracePt t="26844" x="2540000" y="5397500"/>
          <p14:tracePt t="26860" x="2501900" y="5448300"/>
          <p14:tracePt t="26877" x="2444750" y="5518150"/>
          <p14:tracePt t="26893" x="2419350" y="5549900"/>
          <p14:tracePt t="26910" x="2381250" y="5594350"/>
          <p14:tracePt t="26927" x="2349500" y="5638800"/>
          <p14:tracePt t="26944" x="2330450" y="5651500"/>
          <p14:tracePt t="26960" x="2305050" y="5683250"/>
          <p14:tracePt t="26976" x="2286000" y="5721350"/>
          <p14:tracePt t="26993" x="2273300" y="5734050"/>
          <p14:tracePt t="27010" x="2254250" y="5759450"/>
          <p14:tracePt t="27026" x="2228850" y="5778500"/>
          <p14:tracePt t="27043" x="2222500" y="5791200"/>
          <p14:tracePt t="27059" x="2216150" y="5803900"/>
          <p14:tracePt t="27076" x="2203450" y="5822950"/>
          <p14:tracePt t="27093" x="2197100" y="5829300"/>
          <p14:tracePt t="27109" x="2190750" y="5835650"/>
          <p14:tracePt t="27126" x="2184400" y="5848350"/>
          <p14:tracePt t="27143" x="2178050" y="5861050"/>
          <p14:tracePt t="27176" x="2165350" y="5861050"/>
          <p14:tracePt t="27193" x="2165350" y="5867400"/>
          <p14:tracePt t="27228" x="2159000" y="5867400"/>
          <p14:tracePt t="27256" x="2152650" y="5873750"/>
          <p14:tracePt t="27277" x="2146300" y="5873750"/>
          <p14:tracePt t="27283" x="2146300" y="5880100"/>
          <p14:tracePt t="27298" x="2139950" y="5880100"/>
          <p14:tracePt t="27326" x="2139950" y="5886450"/>
          <p14:tracePt t="27333" x="2133600" y="5892800"/>
          <p14:tracePt t="27368" x="2127250" y="5892800"/>
          <p14:tracePt t="27376" x="2120900" y="5892800"/>
          <p14:tracePt t="27396" x="2114550" y="5899150"/>
          <p14:tracePt t="27417" x="2108200" y="5899150"/>
          <p14:tracePt t="27424" x="2108200" y="5905500"/>
          <p14:tracePt t="27438" x="2101850" y="5905500"/>
          <p14:tracePt t="27460" x="2095500" y="5905500"/>
          <p14:tracePt t="27466" x="2089150" y="5911850"/>
          <p14:tracePt t="27480" x="2076450" y="5918200"/>
          <p14:tracePt t="27491" x="2063750" y="5918200"/>
          <p14:tracePt t="27508" x="2032000" y="5937250"/>
          <p14:tracePt t="27524" x="2006600" y="5937250"/>
          <p14:tracePt t="27541" x="1974850" y="5962650"/>
          <p14:tracePt t="27558" x="1949450" y="5969000"/>
          <p14:tracePt t="27574" x="1936750" y="5975350"/>
          <p14:tracePt t="27592" x="1917700" y="5975350"/>
          <p14:tracePt t="27607" x="1911350" y="5981700"/>
          <p14:tracePt t="27623" x="1898650" y="5981700"/>
          <p14:tracePt t="27641" x="1885950" y="5962650"/>
          <p14:tracePt t="27795" x="1885950" y="5956300"/>
          <p14:tracePt t="28419" x="1879600" y="5949950"/>
          <p14:tracePt t="28426" x="1873250" y="5943600"/>
          <p14:tracePt t="28448" x="1873250" y="5937250"/>
          <p14:tracePt t="28461" x="1866900" y="5937250"/>
          <p14:tracePt t="28471" x="1860550" y="5937250"/>
          <p14:tracePt t="28487" x="1860550" y="5930900"/>
          <p14:tracePt t="28504" x="1847850" y="5911850"/>
          <p14:tracePt t="28521" x="1828800" y="5899150"/>
          <p14:tracePt t="28538" x="1816100" y="5886450"/>
          <p14:tracePt t="28554" x="1797050" y="5867400"/>
          <p14:tracePt t="28571" x="1771650" y="5848350"/>
          <p14:tracePt t="28588" x="1752600" y="5835650"/>
          <p14:tracePt t="28604" x="1739900" y="5822950"/>
          <p14:tracePt t="28621" x="1733550" y="5822950"/>
          <p14:tracePt t="28637" x="1720850" y="5803900"/>
          <p14:tracePt t="28670" x="1720850" y="5797550"/>
          <p14:tracePt t="28693" x="1720850" y="5791200"/>
          <p14:tracePt t="28918" x="1727200" y="5784850"/>
          <p14:tracePt t="28932" x="1739900" y="5784850"/>
          <p14:tracePt t="28939" x="1752600" y="5784850"/>
          <p14:tracePt t="28956" x="1771650" y="5784850"/>
          <p14:tracePt t="28969" x="1790700" y="5778500"/>
          <p14:tracePt t="28986" x="1847850" y="5778500"/>
          <p14:tracePt t="29003" x="1917700" y="5778500"/>
          <p14:tracePt t="29019" x="1955800" y="5778500"/>
          <p14:tracePt t="29036" x="2038350" y="5778500"/>
          <p14:tracePt t="29052" x="2127250" y="5791200"/>
          <p14:tracePt t="29069" x="2165350" y="5791200"/>
          <p14:tracePt t="29086" x="2247900" y="5797550"/>
          <p14:tracePt t="29102" x="2317750" y="5803900"/>
          <p14:tracePt t="29119" x="2343150" y="5803900"/>
          <p14:tracePt t="29135" x="2393950" y="5816600"/>
          <p14:tracePt t="29153" x="2451100" y="5822950"/>
          <p14:tracePt t="29171" x="2501900" y="5822950"/>
          <p14:tracePt t="29185" x="2533650" y="5835650"/>
          <p14:tracePt t="29203" x="2571750" y="5842000"/>
          <p14:tracePt t="29220" x="2622550" y="5848350"/>
          <p14:tracePt t="29236" x="2641600" y="5848350"/>
          <p14:tracePt t="29252" x="2660650" y="5848350"/>
          <p14:tracePt t="29269" x="2736850" y="5842000"/>
          <p14:tracePt t="29285" x="2743200" y="5842000"/>
          <p14:tracePt t="29301" x="2768600" y="5829300"/>
          <p14:tracePt t="29318" x="2800350" y="5829300"/>
          <p14:tracePt t="29335" x="2832100" y="5829300"/>
          <p14:tracePt t="29338" x="2844800" y="5822950"/>
          <p14:tracePt t="29354" x="2863850" y="5822950"/>
          <p14:tracePt t="29368" x="2876550" y="5822950"/>
          <p14:tracePt t="29384" x="2908300" y="5822950"/>
          <p14:tracePt t="29402" x="2946400" y="5829300"/>
          <p14:tracePt t="29418" x="2952750" y="5829300"/>
          <p14:tracePt t="29434" x="2978150" y="5829300"/>
          <p14:tracePt t="29451" x="3003550" y="5829300"/>
          <p14:tracePt t="29468" x="3016250" y="5829300"/>
          <p14:tracePt t="29484" x="3041650" y="5829300"/>
          <p14:tracePt t="29501" x="3060700" y="5822950"/>
          <p14:tracePt t="29517" x="3067050" y="5822950"/>
          <p14:tracePt t="29534" x="3073400" y="5816600"/>
          <p14:tracePt t="29551" x="3111500" y="5810250"/>
          <p14:tracePt t="29567" x="3124200" y="5810250"/>
          <p14:tracePt t="29585" x="3155950" y="5803900"/>
          <p14:tracePt t="29600" x="3181350" y="5791200"/>
          <p14:tracePt t="29617" x="3232150" y="5784850"/>
          <p14:tracePt t="29634" x="3276600" y="5778500"/>
          <p14:tracePt t="29650" x="3302000" y="5778500"/>
          <p14:tracePt t="29667" x="3359150" y="5778500"/>
          <p14:tracePt t="29684" x="3390900" y="5778500"/>
          <p14:tracePt t="29700" x="3416300" y="5778500"/>
          <p14:tracePt t="29717" x="3448050" y="5778500"/>
          <p14:tracePt t="29733" x="3486150" y="5772150"/>
          <p14:tracePt t="29750" x="3505200" y="5772150"/>
          <p14:tracePt t="29767" x="3530600" y="5765800"/>
          <p14:tracePt t="29783" x="3562350" y="5765800"/>
          <p14:tracePt t="29800" x="3568700" y="5765800"/>
          <p14:tracePt t="29817" x="3581400" y="5765800"/>
          <p14:tracePt t="29833" x="3594100" y="5765800"/>
          <p14:tracePt t="29852" x="3600450" y="5765800"/>
          <p14:tracePt t="29871" x="3606800" y="5765800"/>
          <p14:tracePt t="29892" x="3613150" y="5765800"/>
          <p14:tracePt t="29921" x="3613150" y="5759450"/>
          <p14:tracePt t="29956" x="3619500" y="5759450"/>
          <p14:tracePt t="29970" x="3625850" y="5759450"/>
          <p14:tracePt t="29992" x="3632200" y="5759450"/>
          <p14:tracePt t="30026" x="3632200" y="5765800"/>
          <p14:tracePt t="30034" x="3638550" y="5765800"/>
          <p14:tracePt t="30062" x="3644900" y="5765800"/>
          <p14:tracePt t="30083" x="3651250" y="5765800"/>
          <p14:tracePt t="30104" x="3651250" y="5772150"/>
          <p14:tracePt t="30111" x="3657600" y="5772150"/>
          <p14:tracePt t="30133" x="3663950" y="5772150"/>
          <p14:tracePt t="30146" x="3670300" y="5772150"/>
          <p14:tracePt t="30153" x="3676650" y="5772150"/>
          <p14:tracePt t="30168" x="3683000" y="5772150"/>
          <p14:tracePt t="30182" x="3695700" y="5765800"/>
          <p14:tracePt t="30198" x="3702050" y="5765800"/>
          <p14:tracePt t="30216" x="3740150" y="5759450"/>
          <p14:tracePt t="30232" x="3765550" y="5759450"/>
          <p14:tracePt t="30249" x="3822700" y="5753100"/>
          <p14:tracePt t="30265" x="3892550" y="5753100"/>
          <p14:tracePt t="30281" x="3917950" y="5753100"/>
          <p14:tracePt t="30298" x="3975100" y="5746750"/>
          <p14:tracePt t="30315" x="4019550" y="5746750"/>
          <p14:tracePt t="30331" x="4038600" y="5746750"/>
          <p14:tracePt t="30335" x="4051300" y="5746750"/>
          <p14:tracePt t="30348" x="4057650" y="5746750"/>
          <p14:tracePt t="30365" x="4064000" y="5746750"/>
          <p14:tracePt t="30381" x="4070350" y="5746750"/>
          <p14:tracePt t="30399" x="4076700" y="5746750"/>
          <p14:tracePt t="31669" x="4070350" y="5746750"/>
          <p14:tracePt t="31683" x="4070350" y="5753100"/>
          <p14:tracePt t="31690" x="4064000" y="5753100"/>
          <p14:tracePt t="31697" x="4057650" y="5753100"/>
          <p14:tracePt t="31713" x="4044950" y="5753100"/>
          <p14:tracePt t="31726" x="3987800" y="5759450"/>
          <p14:tracePt t="31743" x="3930650" y="5772150"/>
          <p14:tracePt t="31761" x="3765550" y="5778500"/>
          <p14:tracePt t="31776" x="3651250" y="5778500"/>
          <p14:tracePt t="31793" x="3352800" y="5791200"/>
          <p14:tracePt t="31810" x="2914650" y="5791200"/>
          <p14:tracePt t="31826" x="2698750" y="5803900"/>
          <p14:tracePt t="31843" x="2273300" y="5816600"/>
          <p14:tracePt t="31859" x="1905000" y="5829300"/>
          <p14:tracePt t="31876" x="1765300" y="5842000"/>
          <p14:tracePt t="31893" x="1549400" y="5873750"/>
          <p14:tracePt t="31909" x="1403350" y="5880100"/>
          <p14:tracePt t="31926" x="1339850" y="5899150"/>
          <p14:tracePt t="31943" x="1257300" y="5918200"/>
          <p14:tracePt t="31959" x="1212850" y="5930900"/>
          <p14:tracePt t="31976" x="1193800" y="5937250"/>
          <p14:tracePt t="31993" x="1168400" y="5949950"/>
          <p14:tracePt t="32009" x="1143000" y="5962650"/>
          <p14:tracePt t="32026" x="1117600" y="5969000"/>
          <p14:tracePt t="32042" x="1079500" y="5981700"/>
          <p14:tracePt t="32059" x="1054100" y="6000750"/>
          <p14:tracePt t="32076" x="977900" y="6013450"/>
          <p14:tracePt t="32092" x="946150" y="6019800"/>
          <p14:tracePt t="32109" x="920750" y="6026150"/>
          <p14:tracePt t="32125" x="857250" y="6038850"/>
          <p14:tracePt t="32142" x="819150" y="6045200"/>
          <p14:tracePt t="32158" x="812800" y="6045200"/>
          <p14:tracePt t="32175" x="787400" y="6045200"/>
          <p14:tracePt t="32192" x="774700" y="6051550"/>
          <p14:tracePt t="32209" x="768350" y="6051550"/>
          <p14:tracePt t="32224" x="762000" y="6051550"/>
          <p14:tracePt t="32259" x="749300" y="6051550"/>
          <p14:tracePt t="32287" x="742950" y="6057900"/>
          <p14:tracePt t="32336" x="736600" y="6057900"/>
          <p14:tracePt t="32399" x="730250" y="6057900"/>
          <p14:tracePt t="33262" x="742950" y="6057900"/>
          <p14:tracePt t="33269" x="755650" y="6057900"/>
          <p14:tracePt t="33283" x="781050" y="6051550"/>
          <p14:tracePt t="33291" x="825500" y="6051550"/>
          <p14:tracePt t="33307" x="876300" y="6038850"/>
          <p14:tracePt t="33321" x="965200" y="6038850"/>
          <p14:tracePt t="33338" x="1028700" y="6038850"/>
          <p14:tracePt t="33354" x="1085850" y="6038850"/>
          <p14:tracePt t="33371" x="1162050" y="6038850"/>
          <p14:tracePt t="33388" x="1200150" y="6038850"/>
          <p14:tracePt t="33404" x="1257300" y="6051550"/>
          <p14:tracePt t="33421" x="1282700" y="6051550"/>
          <p14:tracePt t="33438" x="1289050" y="6051550"/>
          <p14:tracePt t="33454" x="1301750" y="6051550"/>
          <p14:tracePt t="33501" x="1308100" y="6057900"/>
          <p14:tracePt t="33536" x="1314450" y="6057900"/>
          <p14:tracePt t="33550" x="1320800" y="6057900"/>
          <p14:tracePt t="33564" x="1327150" y="6057900"/>
          <p14:tracePt t="33585" x="1333500" y="6057900"/>
          <p14:tracePt t="33599" x="1339850" y="6057900"/>
          <p14:tracePt t="33613" x="1352550" y="6057900"/>
          <p14:tracePt t="33623" x="1365250" y="6057900"/>
          <p14:tracePt t="33636" x="1377950" y="6057900"/>
          <p14:tracePt t="33653" x="1403350" y="6057900"/>
          <p14:tracePt t="33670" x="1473200" y="6070600"/>
          <p14:tracePt t="33686" x="1517650" y="6070600"/>
          <p14:tracePt t="33704" x="1581150" y="6070600"/>
          <p14:tracePt t="33720" x="1708150" y="6076950"/>
          <p14:tracePt t="33736" x="1784350" y="6076950"/>
          <p14:tracePt t="33754" x="1936750" y="6089650"/>
          <p14:tracePt t="33769" x="2012950" y="6089650"/>
          <p14:tracePt t="33785" x="2095500" y="6096000"/>
          <p14:tracePt t="33803" x="2247900" y="6096000"/>
          <p14:tracePt t="33819" x="2298700" y="6108700"/>
          <p14:tracePt t="33836" x="2362200" y="6108700"/>
          <p14:tracePt t="33853" x="2457450" y="6108700"/>
          <p14:tracePt t="33869" x="2482850" y="6108700"/>
          <p14:tracePt t="33886" x="2520950" y="6115050"/>
          <p14:tracePt t="33902" x="2565400" y="6115050"/>
          <p14:tracePt t="33919" x="2584450" y="6115050"/>
          <p14:tracePt t="33936" x="2609850" y="6115050"/>
          <p14:tracePt t="33953" x="2622550" y="6115050"/>
          <p14:tracePt t="33969" x="2635250" y="6115050"/>
          <p14:tracePt t="33985" x="2660650" y="6115050"/>
          <p14:tracePt t="34002" x="2673350" y="6115050"/>
          <p14:tracePt t="34035" x="2692400" y="6115050"/>
          <p14:tracePt t="34052" x="2698750" y="6115050"/>
          <p14:tracePt t="34070" x="2711450" y="6108700"/>
          <p14:tracePt t="34101" x="2717800" y="6108700"/>
          <p14:tracePt t="34119" x="2730500" y="6108700"/>
          <p14:tracePt t="34152" x="2736850" y="6108700"/>
          <p14:tracePt t="34170" x="2743200" y="6108700"/>
          <p14:tracePt t="34189" x="2749550" y="6108700"/>
          <p14:tracePt t="34238" x="2755900" y="6108700"/>
          <p14:tracePt t="34253" x="2762250" y="6108700"/>
          <p14:tracePt t="34266" x="2768600" y="6108700"/>
          <p14:tracePt t="34273" x="2774950" y="6108700"/>
          <p14:tracePt t="34302" x="2787650" y="6108700"/>
          <p14:tracePt t="34315" x="2800350" y="6108700"/>
          <p14:tracePt t="34322" x="2813050" y="6108700"/>
          <p14:tracePt t="34337" x="2832100" y="6108700"/>
          <p14:tracePt t="34352" x="2857500" y="6108700"/>
          <p14:tracePt t="34368" x="2876550" y="6108700"/>
          <p14:tracePt t="34385" x="2901950" y="6108700"/>
          <p14:tracePt t="34388" x="2927350" y="6108700"/>
          <p14:tracePt t="34401" x="2959100" y="6102350"/>
          <p14:tracePt t="34417" x="2984500" y="6102350"/>
          <p14:tracePt t="34435" x="3016250" y="6096000"/>
          <p14:tracePt t="34450" x="3041650" y="6096000"/>
          <p14:tracePt t="34467" x="3060700" y="6096000"/>
          <p14:tracePt t="34485" x="3086100" y="6096000"/>
          <p14:tracePt t="34516" x="3092450" y="6096000"/>
          <p14:tracePt t="34534" x="3105150" y="6096000"/>
          <p14:tracePt t="34550" x="3111500" y="6089650"/>
          <p14:tracePt t="34568" x="3124200" y="6083300"/>
          <p14:tracePt t="34604" x="3130550" y="6083300"/>
          <p14:tracePt t="34620" x="3136900" y="6076950"/>
          <p14:tracePt t="34633" x="3143250" y="6076950"/>
          <p14:tracePt t="34650" x="3149600" y="6076950"/>
          <p14:tracePt t="34667" x="3155950" y="6070600"/>
          <p14:tracePt t="34683" x="3162300" y="6070600"/>
          <p14:tracePt t="34703" x="3168650" y="6064250"/>
          <p14:tracePt t="34723" x="3181350" y="6064250"/>
          <p14:tracePt t="34733" x="3200400" y="6057900"/>
          <p14:tracePt t="34750" x="3225800" y="6057900"/>
          <p14:tracePt t="34766" x="3289300" y="6045200"/>
          <p14:tracePt t="34783" x="3333750" y="6045200"/>
          <p14:tracePt t="34800" x="3384550" y="6038850"/>
          <p14:tracePt t="34816" x="3479800" y="6019800"/>
          <p14:tracePt t="34833" x="3517900" y="6019800"/>
          <p14:tracePt t="34849" x="3600450" y="6000750"/>
          <p14:tracePt t="34866" x="3632200" y="5994400"/>
          <p14:tracePt t="34883" x="3670300" y="5988050"/>
          <p14:tracePt t="34899" x="3721100" y="5981700"/>
          <p14:tracePt t="34916" x="3740150" y="5981700"/>
          <p14:tracePt t="34933" x="3771900" y="5981700"/>
          <p14:tracePt t="34949" x="3778250" y="5981700"/>
          <p14:tracePt t="34965" x="3790950" y="5981700"/>
          <p14:tracePt t="34982" x="3803650" y="5981700"/>
          <p14:tracePt t="34999" x="3810000" y="5981700"/>
          <p14:tracePt t="35059" x="3816350" y="5981700"/>
          <p14:tracePt t="35067" x="3822700" y="5981700"/>
          <p14:tracePt t="35094" x="3829050" y="5981700"/>
          <p14:tracePt t="35116" x="3835400" y="5988050"/>
          <p14:tracePt t="35143" x="3841750" y="5994400"/>
          <p14:tracePt t="35193" x="3848100" y="5994400"/>
          <p14:tracePt t="35228" x="3848100" y="6000750"/>
          <p14:tracePt t="35235" x="3854450" y="6000750"/>
          <p14:tracePt t="35284" x="3860800" y="6000750"/>
          <p14:tracePt t="35312" x="3867150" y="6007100"/>
          <p14:tracePt t="35326" x="3873500" y="6007100"/>
          <p14:tracePt t="35361" x="3879850" y="6007100"/>
          <p14:tracePt t="35396" x="3886200" y="6013450"/>
          <p14:tracePt t="35453" x="3892550" y="6013450"/>
          <p14:tracePt t="35670" x="3898900" y="6013450"/>
          <p14:tracePt t="35684" x="3905250" y="6013450"/>
          <p14:tracePt t="35698" x="3911600" y="6013450"/>
          <p14:tracePt t="35712" x="3917950" y="6013450"/>
          <p14:tracePt t="35719" x="3924300" y="6007100"/>
          <p14:tracePt t="35733" x="3930650" y="6007100"/>
          <p14:tracePt t="35754" x="3930650" y="6000750"/>
          <p14:tracePt t="35768" x="3937000" y="6000750"/>
          <p14:tracePt t="35797" x="3943350" y="5994400"/>
          <p14:tracePt t="35846" x="3949700" y="5988050"/>
          <p14:tracePt t="35916" x="3943350" y="5988050"/>
          <p14:tracePt t="35930" x="3937000" y="5994400"/>
          <p14:tracePt t="35951" x="3924300" y="6000750"/>
          <p14:tracePt t="35965" x="3911600" y="6007100"/>
          <p14:tracePt t="35972" x="3886200" y="6019800"/>
          <p14:tracePt t="35986" x="3873500" y="6026150"/>
          <p14:tracePt t="36000" x="3841750" y="6045200"/>
          <p14:tracePt t="36015" x="3822700" y="6057900"/>
          <p14:tracePt t="36028" x="3803650" y="6064250"/>
          <p14:tracePt t="36045" x="3771900" y="6076950"/>
          <p14:tracePt t="36062" x="3752850" y="6076950"/>
          <p14:tracePt t="36078" x="3708400" y="6102350"/>
          <p14:tracePt t="36095" x="3695700" y="6108700"/>
          <p14:tracePt t="36112" x="3670300" y="6115050"/>
          <p14:tracePt t="36128" x="3663950" y="6121400"/>
          <p14:tracePt t="36144" x="3651250" y="6121400"/>
          <p14:tracePt t="36161" x="3644900" y="6127750"/>
          <p14:tracePt t="36178" x="3632200" y="6127750"/>
          <p14:tracePt t="36194" x="3606800" y="6134100"/>
          <p14:tracePt t="36211" x="3587750" y="6134100"/>
          <p14:tracePt t="36228" x="3562350" y="6134100"/>
          <p14:tracePt t="36245" x="3530600" y="6140450"/>
          <p14:tracePt t="36261" x="3511550" y="6140450"/>
          <p14:tracePt t="36277" x="3505200" y="6140450"/>
          <p14:tracePt t="36295" x="3492500" y="6140450"/>
          <p14:tracePt t="36311" x="3486150" y="6140450"/>
          <p14:tracePt t="36327" x="3479800" y="6140450"/>
          <p14:tracePt t="36365" x="3486150" y="6140450"/>
          <p14:tracePt t="36379" x="3498850" y="6140450"/>
          <p14:tracePt t="36392" x="3511550" y="6134100"/>
          <p14:tracePt t="36400" x="3524250" y="6115050"/>
          <p14:tracePt t="36414" x="3543300" y="6102350"/>
          <p14:tracePt t="36430" x="3568700" y="6096000"/>
          <p14:tracePt t="36444" x="3587750" y="6083300"/>
          <p14:tracePt t="36460" x="3619500" y="6064250"/>
          <p14:tracePt t="36477" x="3670300" y="6026150"/>
          <p14:tracePt t="36493" x="3683000" y="6013450"/>
          <p14:tracePt t="36510" x="3695700" y="6000750"/>
          <p14:tracePt t="36527" x="3708400" y="5994400"/>
          <p14:tracePt t="36611" x="3708400" y="6000750"/>
          <p14:tracePt t="36618" x="3708400" y="6007100"/>
          <p14:tracePt t="36646" x="3702050" y="6013450"/>
          <p14:tracePt t="36681" x="3695700" y="6013450"/>
          <p14:tracePt t="36702" x="3689350" y="6019800"/>
          <p14:tracePt t="36730" x="3683000" y="6019800"/>
          <p14:tracePt t="36751" x="3683000" y="6026150"/>
          <p14:tracePt t="36779" x="3683000" y="6032500"/>
          <p14:tracePt t="36786" x="3676650" y="6038850"/>
          <p14:tracePt t="36835" x="3670300" y="6045200"/>
          <p14:tracePt t="37116" x="3663950" y="6045200"/>
          <p14:tracePt t="37144" x="3657600" y="6051550"/>
          <p14:tracePt t="37490" x="3695700" y="6019800"/>
          <p14:tracePt t="37497" x="3759200" y="5943600"/>
          <p14:tracePt t="37506" x="3835400" y="5842000"/>
          <p14:tracePt t="37523" x="3892550" y="5746750"/>
          <p14:tracePt t="37540" x="4070350" y="5448300"/>
          <p14:tracePt t="37557" x="4381500" y="4959350"/>
          <p14:tracePt t="37574" x="4546600" y="4679950"/>
          <p14:tracePt t="37590" x="4838700" y="3987800"/>
          <p14:tracePt t="37606" x="5003800" y="3562350"/>
          <p14:tracePt t="37624" x="5359400" y="2565400"/>
          <p14:tracePt t="37639" x="5435600" y="2330450"/>
          <p14:tracePt t="37656" x="5486400" y="2146300"/>
          <p14:tracePt t="37673" x="5581650" y="1727200"/>
          <p14:tracePt t="37690" x="5588000" y="1625600"/>
          <p14:tracePt t="37706" x="5600700" y="1536700"/>
          <p14:tracePt t="37723" x="5594350" y="1371600"/>
          <p14:tracePt t="37739" x="5575300" y="1225550"/>
          <p14:tracePt t="37757" x="5575300" y="1047750"/>
          <p14:tracePt t="37773" x="5575300" y="971550"/>
          <p14:tracePt t="37790" x="5575300" y="895350"/>
          <p14:tracePt t="37806" x="5568950" y="806450"/>
          <p14:tracePt t="37822" x="5568950" y="774700"/>
          <p14:tracePt t="37839" x="5568950" y="685800"/>
          <p14:tracePt t="37855" x="5581650" y="615950"/>
          <p14:tracePt t="37872" x="5600700" y="514350"/>
          <p14:tracePt t="37891" x="5607050" y="419100"/>
          <p14:tracePt t="37905" x="5607050" y="387350"/>
          <p14:tracePt t="37922" x="5613400" y="323850"/>
          <p14:tracePt t="37939" x="5619750" y="273050"/>
          <p14:tracePt t="37955" x="5619750" y="254000"/>
          <p14:tracePt t="37972" x="5619750" y="228600"/>
          <p14:tracePt t="37989" x="5626100" y="209550"/>
          <p14:tracePt t="38005" x="5626100" y="203200"/>
          <p14:tracePt t="38021" x="5632450" y="196850"/>
          <p14:tracePt t="38038" x="5632450" y="203200"/>
          <p14:tracePt t="38055" x="5632450" y="209550"/>
          <p14:tracePt t="38072" x="5632450" y="234950"/>
          <p14:tracePt t="38088" x="5632450" y="266700"/>
          <p14:tracePt t="38104" x="5632450" y="292100"/>
          <p14:tracePt t="38122" x="5600700" y="457200"/>
          <p14:tracePt t="38137" x="5562600" y="641350"/>
          <p14:tracePt t="38154" x="5378450" y="1314450"/>
          <p14:tracePt t="38171" x="5118100" y="2190750"/>
          <p14:tracePt t="38188" x="4838700" y="3143250"/>
          <p14:tracePt t="38205" x="4692650" y="3606800"/>
          <p14:tracePt t="38221" x="4375150" y="4495800"/>
          <p14:tracePt t="38237" x="4254500" y="4883150"/>
          <p14:tracePt t="38255" x="4000500" y="5524500"/>
          <p14:tracePt t="38270" x="3829050" y="5956300"/>
          <p14:tracePt t="38287" x="3778250" y="6115050"/>
          <p14:tracePt t="38304" x="3733800" y="6350000"/>
          <p14:tracePt t="38320" x="3733800" y="6400800"/>
          <p14:tracePt t="38337" x="3721100" y="6451600"/>
          <p14:tracePt t="38354" x="3721100" y="6502400"/>
          <p14:tracePt t="38370" x="3721100" y="6534150"/>
          <p14:tracePt t="38387" x="3721100" y="6546850"/>
          <p14:tracePt t="38404" x="3733800" y="6565900"/>
          <p14:tracePt t="38421" x="3740150" y="6584950"/>
          <p14:tracePt t="38438" x="3752850" y="6610350"/>
          <p14:tracePt t="38453" x="3759200" y="6623050"/>
          <p14:tracePt t="38470" x="3803650" y="6705600"/>
          <p14:tracePt t="38488" x="3848100" y="6794500"/>
          <p14:tracePt t="38503" x="3873500" y="6851650"/>
          <p14:tracePt t="38520" x="3917950" y="6851650"/>
          <p14:tracePt t="38537" x="3975100" y="6851650"/>
          <p14:tracePt t="38553" x="4019550" y="6851650"/>
          <p14:tracePt t="38570" x="4076700" y="6851650"/>
          <p14:tracePt t="38586" x="4387850" y="6851650"/>
          <p14:tracePt t="38603" x="4533900" y="6851650"/>
          <p14:tracePt t="38620" x="4870450" y="6851650"/>
          <p14:tracePt t="38636" x="5022850" y="6851650"/>
          <p14:tracePt t="38653" x="5391150" y="6851650"/>
          <p14:tracePt t="38670" x="5664200" y="6851650"/>
          <p14:tracePt t="38686" x="5791200" y="6832600"/>
          <p14:tracePt t="38703" x="6026150" y="6756400"/>
          <p14:tracePt t="38719" x="6223000" y="6654800"/>
          <p14:tracePt t="38736" x="6292850" y="6616700"/>
          <p14:tracePt t="38753" x="6407150" y="6559550"/>
          <p14:tracePt t="38769" x="6470650" y="6521450"/>
          <p14:tracePt t="38786" x="6496050" y="6515100"/>
          <p14:tracePt t="38803" x="6515100" y="6496050"/>
          <p14:tracePt t="38819" x="6578600" y="6457950"/>
          <p14:tracePt t="38836" x="6591300" y="6451600"/>
          <p14:tracePt t="38852" x="6610350" y="6419850"/>
          <p14:tracePt t="38869" x="6616700" y="6419850"/>
          <p14:tracePt t="38885" x="6616700" y="6413500"/>
          <p14:tracePt t="38918" x="6610350" y="6413500"/>
          <p14:tracePt t="38938" x="6604000" y="6413500"/>
          <p14:tracePt t="38957" x="6597650" y="6419850"/>
          <p14:tracePt t="38971" x="6591300" y="6426200"/>
          <p14:tracePt t="38985" x="6578600" y="6438900"/>
          <p14:tracePt t="39001" x="6546850" y="6451600"/>
          <p14:tracePt t="39018" x="6515100" y="6457950"/>
          <p14:tracePt t="39035" x="6432550" y="6483350"/>
          <p14:tracePt t="39051" x="6324600" y="6515100"/>
          <p14:tracePt t="39068" x="6254750" y="6534150"/>
          <p14:tracePt t="39084" x="6121400" y="6578600"/>
          <p14:tracePt t="39101" x="6019800" y="6623050"/>
          <p14:tracePt t="39119" x="5943600" y="6667500"/>
          <p14:tracePt t="39134" x="5924550" y="6680200"/>
          <p14:tracePt t="39151" x="5905500" y="6692900"/>
          <p14:tracePt t="39168" x="5892800" y="6711950"/>
          <p14:tracePt t="39201" x="5892800" y="6718300"/>
          <p14:tracePt t="39218" x="5930900" y="6724650"/>
          <p14:tracePt t="39234" x="5949950" y="6724650"/>
          <p14:tracePt t="39251" x="5981700" y="6718300"/>
          <p14:tracePt t="39267" x="6000750" y="6718300"/>
          <p14:tracePt t="39284" x="6064250" y="6692900"/>
          <p14:tracePt t="39301" x="6127750" y="6661150"/>
          <p14:tracePt t="39317" x="6172200" y="6635750"/>
          <p14:tracePt t="39333" x="6229350" y="6578600"/>
          <p14:tracePt t="39350" x="6292850" y="6451600"/>
          <p14:tracePt t="39367" x="6311900" y="6375400"/>
          <p14:tracePt t="39384" x="6337300" y="6146800"/>
          <p14:tracePt t="39400" x="6330950" y="5880100"/>
          <p14:tracePt t="39417" x="6305550" y="5740400"/>
          <p14:tracePt t="39434" x="6210300" y="5422900"/>
          <p14:tracePt t="39449" x="6127750" y="5226050"/>
          <p14:tracePt t="39466" x="6013450" y="5029200"/>
          <p14:tracePt t="39484" x="5746750" y="4616450"/>
          <p14:tracePt t="39500" x="5524500" y="4356100"/>
          <p14:tracePt t="39516" x="5429250" y="4254500"/>
          <p14:tracePt t="39533" x="5283200" y="4114800"/>
          <p14:tracePt t="39549" x="5200650" y="4051300"/>
          <p14:tracePt t="39566" x="5048250" y="3937000"/>
          <p14:tracePt t="39583" x="4933950" y="3873500"/>
          <p14:tracePt t="39599" x="4902200" y="3854450"/>
          <p14:tracePt t="39616" x="4864100" y="3848100"/>
          <p14:tracePt t="39632" x="4845050" y="3841750"/>
          <p14:tracePt t="39649" x="4838700" y="3841750"/>
          <p14:tracePt t="39666" x="4832350" y="3841750"/>
          <p14:tracePt t="39682" x="4832350" y="3848100"/>
          <p14:tracePt t="39715" x="4832350" y="3854450"/>
          <p14:tracePt t="39778" x="4838700" y="3854450"/>
          <p14:tracePt t="39792" x="4845050" y="3860800"/>
          <p14:tracePt t="39802" x="4857750" y="3873500"/>
          <p14:tracePt t="39815" x="4864100" y="3879850"/>
          <p14:tracePt t="39832" x="4883150" y="3898900"/>
          <p14:tracePt t="39849" x="4921250" y="3949700"/>
          <p14:tracePt t="39865" x="5067300" y="4114800"/>
          <p14:tracePt t="39882" x="5168900" y="4248150"/>
          <p14:tracePt t="39898" x="5448300" y="4578350"/>
          <p14:tracePt t="39915" x="5575300" y="4756150"/>
          <p14:tracePt t="39918" x="5702300" y="4965700"/>
          <p14:tracePt t="39932" x="5924550" y="5384800"/>
          <p14:tracePt t="39948" x="5988050" y="5549900"/>
          <p14:tracePt t="39965" x="6032500" y="5784850"/>
          <p14:tracePt t="39982" x="6026150" y="5962650"/>
          <p14:tracePt t="39998" x="6000750" y="6026150"/>
          <p14:tracePt t="40014" x="5924550" y="6203950"/>
          <p14:tracePt t="40032" x="5835650" y="6362700"/>
          <p14:tracePt t="40048" x="5797550" y="6432550"/>
          <p14:tracePt t="40064" x="5708650" y="6546850"/>
          <p14:tracePt t="40081" x="5664200" y="6591300"/>
          <p14:tracePt t="40098" x="5651500" y="6610350"/>
          <p14:tracePt t="40116" x="5632450" y="6616700"/>
          <p14:tracePt t="40130" x="5626100" y="6623050"/>
          <p14:tracePt t="40147" x="5619750" y="6623050"/>
          <p14:tracePt t="40180" x="5619750" y="6629400"/>
          <p14:tracePt t="40215" x="5619750" y="6623050"/>
          <p14:tracePt t="40235" x="5619750" y="6616700"/>
          <p14:tracePt t="40242" x="5619750" y="6610350"/>
          <p14:tracePt t="40256" x="5619750" y="6597650"/>
          <p14:tracePt t="40264" x="5619750" y="6591300"/>
          <p14:tracePt t="40280" x="5619750" y="6584950"/>
          <p14:tracePt t="40297" x="5619750" y="6578600"/>
          <p14:tracePt t="40313" x="5619750" y="6553200"/>
          <p14:tracePt t="40330" x="5619750" y="6546850"/>
          <p14:tracePt t="40347" x="5619750" y="6521450"/>
          <p14:tracePt t="40363" x="5619750" y="6496050"/>
          <p14:tracePt t="40380" x="5613400" y="6477000"/>
          <p14:tracePt t="40397" x="5600700" y="6432550"/>
          <p14:tracePt t="40413" x="5575300" y="6400800"/>
          <p14:tracePt t="40417" x="5556250" y="6350000"/>
          <p14:tracePt t="40430" x="5530850" y="6292850"/>
          <p14:tracePt t="40447" x="5416550" y="6127750"/>
          <p14:tracePt t="40463" x="5334000" y="6032500"/>
          <p14:tracePt t="40480" x="5105400" y="5740400"/>
          <p14:tracePt t="40496" x="4959350" y="5594350"/>
          <p14:tracePt t="40513" x="4635500" y="5270500"/>
          <p14:tracePt t="40530" x="4216400" y="4883150"/>
          <p14:tracePt t="40546" x="3835400" y="4540250"/>
          <p14:tracePt t="40563" x="3670300" y="4400550"/>
          <p14:tracePt t="40579" x="3416300" y="4222750"/>
          <p14:tracePt t="40596" x="3232150" y="4133850"/>
          <p14:tracePt t="40614" x="3092450" y="4070350"/>
          <p14:tracePt t="40629" x="3041650" y="4064000"/>
          <p14:tracePt t="40646" x="2971800" y="4051300"/>
          <p14:tracePt t="40663" x="2940050" y="4051300"/>
          <p14:tracePt t="40678" x="2908300" y="4057650"/>
          <p14:tracePt t="40695" x="2889250" y="4064000"/>
          <p14:tracePt t="40713" x="2889250" y="4070350"/>
          <p14:tracePt t="40729" x="2889250" y="4076700"/>
          <p14:tracePt t="40745" x="2889250" y="4083050"/>
          <p14:tracePt t="40762" x="2889250" y="4095750"/>
          <p14:tracePt t="40778" x="2889250" y="4102100"/>
          <p14:tracePt t="40811" x="2895600" y="4114800"/>
          <p14:tracePt t="40828" x="2901950" y="4121150"/>
          <p14:tracePt t="40846" x="2901950" y="4133850"/>
          <p14:tracePt t="40862" x="2901950" y="4152900"/>
          <p14:tracePt t="40879" x="2882900" y="4210050"/>
          <p14:tracePt t="40895" x="2870200" y="4292600"/>
          <p14:tracePt t="40911" x="2838450" y="4349750"/>
          <p14:tracePt t="40915" x="2819400" y="4406900"/>
          <p14:tracePt t="40928" x="2781300" y="4464050"/>
          <p14:tracePt t="40944" x="2711450" y="4552950"/>
          <p14:tracePt t="40962" x="2667000" y="4591050"/>
          <p14:tracePt t="40979" x="2622550" y="4610100"/>
          <p14:tracePt t="40995" x="2527300" y="4648200"/>
          <p14:tracePt t="41011" x="2508250" y="4654550"/>
          <p14:tracePt t="41028" x="2482850" y="4654550"/>
          <p14:tracePt t="41044" x="2463800" y="4654550"/>
          <p14:tracePt t="41078" x="2451100" y="4654550"/>
          <p14:tracePt t="41111" x="2444750" y="4648200"/>
          <p14:tracePt t="41127" x="2438400" y="4635500"/>
          <p14:tracePt t="41144" x="2432050" y="4629150"/>
          <p14:tracePt t="41161" x="2419350" y="4603750"/>
          <p14:tracePt t="41177" x="2393950" y="4527550"/>
          <p14:tracePt t="41194" x="2368550" y="4464050"/>
          <p14:tracePt t="41211" x="2317750" y="4292600"/>
          <p14:tracePt t="41227" x="2266950" y="4070350"/>
          <p14:tracePt t="41244" x="2235200" y="3943350"/>
          <p14:tracePt t="41261" x="2190750" y="3721100"/>
          <p14:tracePt t="41277" x="2171700" y="3556000"/>
          <p14:tracePt t="41295" x="2171700" y="3416300"/>
          <p14:tracePt t="41310" x="2190750" y="3346450"/>
          <p14:tracePt t="41327" x="2266950" y="3244850"/>
          <p14:tracePt t="41344" x="2393950" y="3149600"/>
          <p14:tracePt t="41360" x="2489200" y="3092450"/>
          <p14:tracePt t="41377" x="2622550" y="3035300"/>
          <p14:tracePt t="41394" x="3371850" y="2844800"/>
          <p14:tracePt t="41410" x="3657600" y="2768600"/>
          <p14:tracePt t="41429" x="4184650" y="2559050"/>
          <p14:tracePt t="41443" x="4457700" y="2432050"/>
          <p14:tracePt t="41460" x="4787900" y="2247900"/>
          <p14:tracePt t="41477" x="4876800" y="2197100"/>
          <p14:tracePt t="41493" x="4991100" y="2120900"/>
          <p14:tracePt t="41509" x="5041900" y="2089150"/>
          <p14:tracePt t="41527" x="5041900" y="2082800"/>
          <p14:tracePt t="41542" x="5035550" y="2082800"/>
          <p14:tracePt t="41559" x="5022850" y="2089150"/>
          <p14:tracePt t="41576" x="5003800" y="2114550"/>
          <p14:tracePt t="41593" x="4972050" y="2146300"/>
          <p14:tracePt t="41610" x="4845050" y="2247900"/>
          <p14:tracePt t="41626" x="4591050" y="2419350"/>
          <p14:tracePt t="41642" x="4406900" y="2559050"/>
          <p14:tracePt t="41660" x="3981450" y="2876550"/>
          <p14:tracePt t="41675" x="3575050" y="3206750"/>
          <p14:tracePt t="41692" x="3378200" y="3409950"/>
          <p14:tracePt t="41710" x="2959100" y="3810000"/>
          <p14:tracePt t="41725" x="2762250" y="4013200"/>
          <p14:tracePt t="41742" x="2432050" y="4413250"/>
          <p14:tracePt t="41759" x="2247900" y="4648200"/>
          <p14:tracePt t="41775" x="2184400" y="4737100"/>
          <p14:tracePt t="41793" x="2101850" y="4889500"/>
          <p14:tracePt t="41809" x="2076450" y="4946650"/>
          <p14:tracePt t="41825" x="2038350" y="5080000"/>
          <p14:tracePt t="41842" x="2025650" y="5207000"/>
          <p14:tracePt t="41858" x="2032000" y="5302250"/>
          <p14:tracePt t="41875" x="2038350" y="5334000"/>
          <p14:tracePt t="41892" x="2044700" y="5391150"/>
          <p14:tracePt t="41908" x="2051050" y="5416550"/>
          <p14:tracePt t="41925" x="2057400" y="5429250"/>
          <p14:tracePt t="41942" x="2063750" y="5480050"/>
          <p14:tracePt t="41958" x="2070100" y="5549900"/>
          <p14:tracePt t="41975" x="2070100" y="5575300"/>
          <p14:tracePt t="41991" x="2070100" y="5626100"/>
          <p14:tracePt t="42008" x="2063750" y="5638800"/>
          <p14:tracePt t="42026" x="2000250" y="5676900"/>
          <p14:tracePt t="42041" x="1962150" y="5683250"/>
          <p14:tracePt t="42057" x="1917700" y="5689600"/>
          <p14:tracePt t="42074" x="1803400" y="5702300"/>
          <p14:tracePt t="42091" x="1695450" y="5702300"/>
          <p14:tracePt t="42108" x="1657350" y="5702300"/>
          <p14:tracePt t="42124" x="1600200" y="5702300"/>
          <p14:tracePt t="42141" x="1562100" y="5702300"/>
          <p14:tracePt t="42158" x="1543050" y="5702300"/>
          <p14:tracePt t="42174" x="1511300" y="5702300"/>
          <p14:tracePt t="42190" x="1492250" y="5702300"/>
          <p14:tracePt t="42208" x="1485900" y="5702300"/>
          <p14:tracePt t="42224" x="1479550" y="5702300"/>
          <p14:tracePt t="42241" x="1473200" y="5702300"/>
          <p14:tracePt t="42273" x="1473200" y="5708650"/>
          <p14:tracePt t="42320" x="1479550" y="5708650"/>
          <p14:tracePt t="42341" x="1485900" y="5708650"/>
          <p14:tracePt t="42348" x="1498600" y="5708650"/>
          <p14:tracePt t="42362" x="1504950" y="5708650"/>
          <p14:tracePt t="42376" x="1511300" y="5708650"/>
          <p14:tracePt t="42393" x="1530350" y="5702300"/>
          <p14:tracePt t="42406" x="1549400" y="5702300"/>
          <p14:tracePt t="42423" x="1612900" y="5683250"/>
          <p14:tracePt t="42440" x="1739900" y="5664200"/>
          <p14:tracePt t="42456" x="1822450" y="5657850"/>
          <p14:tracePt t="42473" x="2025650" y="5638800"/>
          <p14:tracePt t="42490" x="2266950" y="5626100"/>
          <p14:tracePt t="42506" x="2393950" y="5626100"/>
          <p14:tracePt t="42523" x="2654300" y="5626100"/>
          <p14:tracePt t="42539" x="2870200" y="5632450"/>
          <p14:tracePt t="42556" x="2959100" y="5638800"/>
          <p14:tracePt t="42573" x="3130550" y="5670550"/>
          <p14:tracePt t="42589" x="3225800" y="5676900"/>
          <p14:tracePt t="42606" x="3251200" y="5683250"/>
          <p14:tracePt t="42623" x="3276600" y="5689600"/>
          <p14:tracePt t="42678" x="3263900" y="5695950"/>
          <p14:tracePt t="42699" x="3251200" y="5702300"/>
          <p14:tracePt t="42713" x="3244850" y="5702300"/>
          <p14:tracePt t="42720" x="3238500" y="5702300"/>
          <p14:tracePt t="42727" x="3219450" y="5702300"/>
          <p14:tracePt t="42741" x="3200400" y="5702300"/>
          <p14:tracePt t="42755" x="3181350" y="5708650"/>
          <p14:tracePt t="42772" x="3079750" y="5708650"/>
          <p14:tracePt t="42788" x="3016250" y="5708650"/>
          <p14:tracePt t="42805" x="2838450" y="5708650"/>
          <p14:tracePt t="42821" x="2654300" y="5721350"/>
          <p14:tracePt t="42839" x="2565400" y="5721350"/>
          <p14:tracePt t="42854" x="2451100" y="5715000"/>
          <p14:tracePt t="42871" x="2368550" y="5715000"/>
          <p14:tracePt t="42889" x="2343150" y="5715000"/>
          <p14:tracePt t="42904" x="2336800" y="5715000"/>
          <p14:tracePt t="42938" x="2406650" y="5689600"/>
          <p14:tracePt t="42954" x="2457450" y="5683250"/>
          <p14:tracePt t="42971" x="2520950" y="5664200"/>
          <p14:tracePt t="42988" x="2730500" y="5645150"/>
          <p14:tracePt t="43004" x="2965450" y="5645150"/>
          <p14:tracePt t="43022" x="3219450" y="5645150"/>
          <p14:tracePt t="43037" x="3333750" y="5657850"/>
          <p14:tracePt t="43054" x="3530600" y="5676900"/>
          <p14:tracePt t="43071" x="3619500" y="5689600"/>
          <p14:tracePt t="43087" x="3771900" y="5708650"/>
          <p14:tracePt t="43104" x="3867150" y="5734050"/>
          <p14:tracePt t="43121" x="3917950" y="5746750"/>
          <p14:tracePt t="43154" x="3930650" y="5753100"/>
          <p14:tracePt t="43170" x="3930650" y="5759450"/>
          <p14:tracePt t="43187" x="3924300" y="5759450"/>
          <p14:tracePt t="43204" x="3917950" y="5759450"/>
          <p14:tracePt t="43220" x="3898900" y="5759450"/>
          <p14:tracePt t="43237" x="3892550" y="5753100"/>
          <p14:tracePt t="43254" x="3848100" y="5753100"/>
          <p14:tracePt t="43270" x="3810000" y="5753100"/>
          <p14:tracePt t="43287" x="3689350" y="5753100"/>
          <p14:tracePt t="43303" x="3536950" y="5765800"/>
          <p14:tracePt t="43320" x="3435350" y="5765800"/>
          <p14:tracePt t="43337" x="3219450" y="5784850"/>
          <p14:tracePt t="43353" x="2978150" y="5816600"/>
          <p14:tracePt t="43370" x="2876550" y="5829300"/>
          <p14:tracePt t="43387" x="2717800" y="5829300"/>
          <p14:tracePt t="43403" x="2628900" y="5829300"/>
          <p14:tracePt t="43420" x="2609850" y="5829300"/>
          <p14:tracePt t="43436" x="2590800" y="5829300"/>
          <p14:tracePt t="43453" x="2584450" y="5829300"/>
          <p14:tracePt t="43499" x="2597150" y="5829300"/>
          <p14:tracePt t="43513" x="2603500" y="5829300"/>
          <p14:tracePt t="43522" x="2622550" y="5822950"/>
          <p14:tracePt t="43536" x="2641600" y="5816600"/>
          <p14:tracePt t="43552" x="2660650" y="5816600"/>
          <p14:tracePt t="43569" x="2705100" y="5803900"/>
          <p14:tracePt t="43585" x="2774950" y="5791200"/>
          <p14:tracePt t="43602" x="2813050" y="5784850"/>
          <p14:tracePt t="43619" x="2940050" y="5778500"/>
          <p14:tracePt t="43635" x="3143250" y="5765800"/>
          <p14:tracePt t="43652" x="3244850" y="5765800"/>
          <p14:tracePt t="43669" x="3473450" y="5759450"/>
          <p14:tracePt t="43685" x="3689350" y="5759450"/>
          <p14:tracePt t="43702" x="3778250" y="5759450"/>
          <p14:tracePt t="43718" x="3917950" y="5746750"/>
          <p14:tracePt t="43735" x="3968750" y="5746750"/>
          <p14:tracePt t="43752" x="3981450" y="5746750"/>
          <p14:tracePt t="43785" x="3962400" y="5759450"/>
          <p14:tracePt t="43801" x="3943350" y="5759450"/>
          <p14:tracePt t="43818" x="3930650" y="5759450"/>
          <p14:tracePt t="43835" x="3911600" y="5759450"/>
          <p14:tracePt t="43851" x="3803650" y="5759450"/>
          <p14:tracePt t="43868" x="3740150" y="5759450"/>
          <p14:tracePt t="43885" x="3562350" y="5753100"/>
          <p14:tracePt t="43901" x="3473450" y="5746750"/>
          <p14:tracePt t="43918" x="3219450" y="5721350"/>
          <p14:tracePt t="43935" x="2921000" y="5702300"/>
          <p14:tracePt t="43951" x="2794000" y="5689600"/>
          <p14:tracePt t="43967" x="2565400" y="5683250"/>
          <p14:tracePt t="43984" x="2387600" y="5664200"/>
          <p14:tracePt t="44001" x="2324100" y="5664200"/>
          <p14:tracePt t="44018" x="2216150" y="5651500"/>
          <p14:tracePt t="44034" x="2171700" y="5645150"/>
          <p14:tracePt t="44050" x="2152650" y="5645150"/>
          <p14:tracePt t="44068" x="2146300" y="5645150"/>
          <p14:tracePt t="44084" x="2133600" y="5645150"/>
          <p14:tracePt t="44120" x="2127250" y="5645150"/>
          <p14:tracePt t="44133" x="2095500" y="5645150"/>
          <p14:tracePt t="44150" x="2070100" y="5638800"/>
          <p14:tracePt t="44167" x="2044700" y="5638800"/>
          <p14:tracePt t="44713" x="2070100" y="5638800"/>
          <p14:tracePt t="44727" x="2095500" y="5638800"/>
          <p14:tracePt t="44735" x="2152650" y="5645150"/>
          <p14:tracePt t="44751" x="2203450" y="5657850"/>
          <p14:tracePt t="44765" x="2260600" y="5676900"/>
          <p14:tracePt t="44781" x="2400300" y="5683250"/>
          <p14:tracePt t="44799" x="2597150" y="5702300"/>
          <p14:tracePt t="44815" x="2698750" y="5715000"/>
          <p14:tracePt t="44832" x="2863850" y="5734050"/>
          <p14:tracePt t="44848" x="3003550" y="5746750"/>
          <p14:tracePt t="44865" x="3073400" y="5753100"/>
          <p14:tracePt t="44882" x="3136900" y="5753100"/>
          <p14:tracePt t="44899" x="3181350" y="5753100"/>
          <p14:tracePt t="44914" x="3194050" y="5753100"/>
          <p14:tracePt t="44947" x="3194050" y="5746750"/>
          <p14:tracePt t="44967" x="3187700" y="5746750"/>
          <p14:tracePt t="44981" x="3181350" y="5746750"/>
          <p14:tracePt t="44998" x="3175000" y="5746750"/>
          <p14:tracePt t="45017" x="3168650" y="5746750"/>
          <p14:tracePt t="45036" x="3162300" y="5746750"/>
          <p14:tracePt t="45057" x="3155950" y="5746750"/>
          <p14:tracePt t="45066" x="3149600" y="5746750"/>
          <p14:tracePt t="45081" x="3143250" y="5746750"/>
          <p14:tracePt t="45097" x="3136900" y="5734050"/>
          <p14:tracePt t="45627" x="3130550" y="5734050"/>
          <p14:tracePt t="45641" x="3111500" y="5740400"/>
          <p14:tracePt t="45648" x="3098800" y="5746750"/>
          <p14:tracePt t="45662" x="3073400" y="5759450"/>
          <p14:tracePt t="45678" x="3035300" y="5765800"/>
          <p14:tracePt t="45695" x="3003550" y="5765800"/>
          <p14:tracePt t="45712" x="2959100" y="5765800"/>
          <p14:tracePt t="45728" x="2889250" y="5765800"/>
          <p14:tracePt t="45746" x="2851150" y="5765800"/>
          <p14:tracePt t="45762" x="2781300" y="5759450"/>
          <p14:tracePt t="45778" x="2743200" y="5759450"/>
          <p14:tracePt t="45795" x="2692400" y="5759450"/>
          <p14:tracePt t="45811" x="2654300" y="5759450"/>
          <p14:tracePt t="45828" x="2641600" y="5759450"/>
          <p14:tracePt t="45845" x="2622550" y="5753100"/>
          <p14:tracePt t="45861" x="2603500" y="5753100"/>
          <p14:tracePt t="45878" x="2597150" y="5753100"/>
          <p14:tracePt t="45894" x="2590800" y="5753100"/>
          <p14:tracePt t="46140" x="2597150" y="5753100"/>
          <p14:tracePt t="46252" x="2603500" y="5753100"/>
          <p14:tracePt t="46287" x="2609850" y="5753100"/>
          <p14:tracePt t="46322" x="2616200" y="5753100"/>
          <p14:tracePt t="46350" x="2622550" y="5746750"/>
          <p14:tracePt t="46428" x="2628900" y="5746750"/>
          <p14:tracePt t="46463" x="2635250" y="5746750"/>
          <p14:tracePt t="46470" x="2641600" y="5746750"/>
          <p14:tracePt t="46518" x="2647950" y="5746750"/>
          <p14:tracePt t="46539" x="2654300" y="5746750"/>
          <p14:tracePt t="46561" x="2660650" y="5746750"/>
          <p14:tracePt t="46610" x="2667000" y="5746750"/>
          <p14:tracePt t="46638" x="2673350" y="5746750"/>
          <p14:tracePt t="46674" x="2679700" y="5746750"/>
          <p14:tracePt t="46708" x="2686050" y="5746750"/>
          <p14:tracePt t="46771" x="2692400" y="5746750"/>
          <p14:tracePt t="46799" x="2692400" y="5740400"/>
          <p14:tracePt t="46821" x="2698750" y="5740400"/>
          <p14:tracePt t="46835" x="2705100" y="5740400"/>
          <p14:tracePt t="46844" x="2711450" y="5740400"/>
          <p14:tracePt t="46857" x="2717800" y="5740400"/>
          <p14:tracePt t="46873" x="2724150" y="5740400"/>
          <p14:tracePt t="46891" x="2730500" y="5740400"/>
          <p14:tracePt t="46907" x="2730500" y="5734050"/>
          <p14:tracePt t="46924" x="2762250" y="5734050"/>
          <p14:tracePt t="46941" x="2800350" y="5734050"/>
          <p14:tracePt t="46957" x="2895600" y="5734050"/>
          <p14:tracePt t="46976" x="3073400" y="5727700"/>
          <p14:tracePt t="46990" x="3187700" y="5727700"/>
          <p14:tracePt t="47007" x="3289300" y="5727700"/>
          <p14:tracePt t="47024" x="3543300" y="5727700"/>
          <p14:tracePt t="47040" x="3663950" y="5727700"/>
          <p14:tracePt t="47057" x="3778250" y="5740400"/>
          <p14:tracePt t="47074" x="4019550" y="5759450"/>
          <p14:tracePt t="47090" x="4108450" y="5759450"/>
          <p14:tracePt t="47107" x="4203700" y="5772150"/>
          <p14:tracePt t="47123" x="4292600" y="5778500"/>
          <p14:tracePt t="47139" x="4324350" y="5791200"/>
          <p14:tracePt t="47158" x="4349750" y="5791200"/>
          <p14:tracePt t="47173" x="4356100" y="5791200"/>
          <p14:tracePt t="47207" x="4349750" y="5797550"/>
          <p14:tracePt t="47223" x="4337050" y="5803900"/>
          <p14:tracePt t="47240" x="4330700" y="5810250"/>
          <p14:tracePt t="47256" x="4324350" y="5810250"/>
          <p14:tracePt t="47272" x="4311650" y="5810250"/>
          <p14:tracePt t="47290" x="4305300" y="5810250"/>
          <p14:tracePt t="47306" x="4286250" y="5810250"/>
          <p14:tracePt t="47323" x="4279900" y="5810250"/>
          <p14:tracePt t="47340" x="4260850" y="5810250"/>
          <p14:tracePt t="47356" x="4248150" y="5810250"/>
          <p14:tracePt t="47373" x="4241800" y="5810250"/>
          <p14:tracePt t="47389" x="4203700" y="5816600"/>
          <p14:tracePt t="47405" x="4127500" y="5816600"/>
          <p14:tracePt t="47423" x="4076700" y="5816600"/>
          <p14:tracePt t="47439" x="3930650" y="5829300"/>
          <p14:tracePt t="47455" x="3765550" y="5848350"/>
          <p14:tracePt t="47473" x="3587750" y="5867400"/>
          <p14:tracePt t="47488" x="3486150" y="5873750"/>
          <p14:tracePt t="47505" x="3302000" y="5899150"/>
          <p14:tracePt t="47522" x="3136900" y="5918200"/>
          <p14:tracePt t="47538" x="3073400" y="5918200"/>
          <p14:tracePt t="47555" x="2959100" y="5918200"/>
          <p14:tracePt t="47572" x="2863850" y="5918200"/>
          <p14:tracePt t="47588" x="2838450" y="5918200"/>
          <p14:tracePt t="47605" x="2806700" y="5918200"/>
          <p14:tracePt t="47622" x="2755900" y="5924550"/>
          <p14:tracePt t="47638" x="2743200" y="5924550"/>
          <p14:tracePt t="47655" x="2730500" y="5924550"/>
          <p14:tracePt t="47671" x="2711450" y="5924550"/>
          <p14:tracePt t="47688" x="2705100" y="5918200"/>
          <p14:tracePt t="47705" x="2698750" y="5918200"/>
          <p14:tracePt t="47726" x="2692400" y="5911850"/>
          <p14:tracePt t="47852" x="2692400" y="5905500"/>
          <p14:tracePt t="47937" x="2698750" y="5905500"/>
          <p14:tracePt t="47965" x="2711450" y="5899150"/>
          <p14:tracePt t="47986" x="2724150" y="5899150"/>
          <p14:tracePt t="47992" x="2736850" y="5892800"/>
          <p14:tracePt t="48007" x="2755900" y="5886450"/>
          <p14:tracePt t="48023" x="2787650" y="5880100"/>
          <p14:tracePt t="48037" x="2851150" y="5867400"/>
          <p14:tracePt t="48053" x="2933700" y="5848350"/>
          <p14:tracePt t="48070" x="3149600" y="5816600"/>
          <p14:tracePt t="48087" x="3276600" y="5810250"/>
          <p14:tracePt t="48103" x="3435350" y="5797550"/>
          <p14:tracePt t="48120" x="3708400" y="5784850"/>
          <p14:tracePt t="48136" x="3835400" y="5784850"/>
          <p14:tracePt t="48154" x="4038600" y="5784850"/>
          <p14:tracePt t="48169" x="4108450" y="5791200"/>
          <p14:tracePt t="48186" x="4146550" y="5791200"/>
          <p14:tracePt t="48204" x="4184650" y="5791200"/>
          <p14:tracePt t="48219" x="4197350" y="5791200"/>
          <p14:tracePt t="48236" x="4203700" y="5797550"/>
          <p14:tracePt t="48288" x="4197350" y="5797550"/>
          <p14:tracePt t="48309" x="4184650" y="5797550"/>
          <p14:tracePt t="48350" x="4178300" y="5791200"/>
          <p14:tracePt t="48386" x="4178300" y="5784850"/>
          <p14:tracePt t="48393" x="4171950" y="5784850"/>
          <p14:tracePt t="48421" x="4165600" y="5778500"/>
          <p14:tracePt t="48442" x="4159250" y="5772150"/>
          <p14:tracePt t="48477" x="4152900" y="5765800"/>
          <p14:tracePt t="48519" x="4146550" y="5765800"/>
          <p14:tracePt t="48568" x="4140200" y="5765800"/>
          <p14:tracePt t="48639" x="4133850" y="5759450"/>
          <p14:tracePt t="48660" x="4127500" y="5753100"/>
          <p14:tracePt t="48674" x="4127500" y="5746750"/>
          <p14:tracePt t="48688" x="4127500" y="5740400"/>
          <p14:tracePt t="48695" x="4121150" y="5734050"/>
          <p14:tracePt t="48709" x="4121150" y="5727700"/>
          <p14:tracePt t="48717" x="4114800" y="5721350"/>
          <p14:tracePt t="48734" x="4108450" y="5689600"/>
          <p14:tracePt t="48751" x="4051300" y="5575300"/>
          <p14:tracePt t="48768" x="3937000" y="5359400"/>
          <p14:tracePt t="48784" x="3848100" y="5213350"/>
          <p14:tracePt t="48801" x="3581400" y="4864100"/>
          <p14:tracePt t="48817" x="3257550" y="4476750"/>
          <p14:tracePt t="48835" x="2914650" y="4152900"/>
          <p14:tracePt t="48851" x="2749550" y="4013200"/>
          <p14:tracePt t="48867" x="2565400" y="3886200"/>
          <p14:tracePt t="48885" x="2178050" y="3663950"/>
          <p14:tracePt t="48901" x="2089150" y="3600450"/>
          <p14:tracePt t="48917" x="2006600" y="3568700"/>
          <p14:tracePt t="48934" x="1866900" y="3498850"/>
          <p14:tracePt t="48950" x="1771650" y="3467100"/>
          <p14:tracePt t="48967" x="1727200" y="3448050"/>
          <p14:tracePt t="48983" x="1663700" y="3435350"/>
          <p14:tracePt t="49000" x="1625600" y="3416300"/>
          <p14:tracePt t="49018" x="1587500" y="3403600"/>
          <p14:tracePt t="49033" x="1581150" y="3403600"/>
          <p14:tracePt t="49050" x="1568450" y="3403600"/>
          <p14:tracePt t="49067" x="1549400" y="3397250"/>
          <p14:tracePt t="49083" x="1543050" y="3397250"/>
          <p14:tracePt t="49100" x="1530350" y="3390900"/>
          <p14:tracePt t="49117" x="1517650" y="3390900"/>
          <p14:tracePt t="49134" x="1504950" y="3390900"/>
          <p14:tracePt t="49149" x="1492250" y="3390900"/>
          <p14:tracePt t="49166" x="1460500" y="3378200"/>
          <p14:tracePt t="49183" x="1460500" y="3371850"/>
          <p14:tracePt t="49200" x="1435100" y="3365500"/>
          <p14:tracePt t="49216" x="1422400" y="3365500"/>
          <p14:tracePt t="49233" x="1390650" y="3359150"/>
          <p14:tracePt t="49249" x="1358900" y="3346450"/>
          <p14:tracePt t="49266" x="1346200" y="3346450"/>
          <p14:tracePt t="49283" x="1333500" y="3340100"/>
          <p14:tracePt t="49299" x="1320800" y="3340100"/>
          <p14:tracePt t="49316" x="1314450" y="3340100"/>
          <p14:tracePt t="49333" x="1308100" y="3340100"/>
          <p14:tracePt t="49369" x="1301750" y="3346450"/>
          <p14:tracePt t="49397" x="1301750" y="3352800"/>
          <p14:tracePt t="49432" x="1301750" y="3359150"/>
          <p14:tracePt t="49453" x="1301750" y="3365500"/>
          <p14:tracePt t="49467" x="1301750" y="3371850"/>
          <p14:tracePt t="49488" x="1301750" y="3378200"/>
          <p14:tracePt t="49949" x="1295400" y="3384550"/>
          <p14:tracePt t="49965" x="1289050" y="3390900"/>
          <p14:tracePt t="49970" x="1282700" y="3397250"/>
          <p14:tracePt t="49980" x="1257300" y="3403600"/>
          <p14:tracePt t="49997" x="1244600" y="3409950"/>
          <p14:tracePt t="50014" x="1219200" y="3429000"/>
          <p14:tracePt t="50030" x="1206500" y="3429000"/>
          <p14:tracePt t="50048" x="1168400" y="3435350"/>
          <p14:tracePt t="50080" x="1155700" y="3435350"/>
          <p14:tracePt t="50097" x="1149350" y="3435350"/>
          <p14:tracePt t="50113" x="1143000" y="3435350"/>
          <p14:tracePt t="50129" x="1136650" y="3435350"/>
          <p14:tracePt t="50146" x="1130300" y="3435350"/>
          <p14:tracePt t="50163" x="1123950" y="3435350"/>
          <p14:tracePt t="50182" x="1117600" y="3435350"/>
          <p14:tracePt t="50196" x="1111250" y="3435350"/>
          <p14:tracePt t="50231" x="1098550" y="3429000"/>
          <p14:tracePt t="50244" x="1092200" y="3429000"/>
          <p14:tracePt t="50258" x="1085850" y="3429000"/>
          <p14:tracePt t="50272" x="1079500" y="3429000"/>
          <p14:tracePt t="50282" x="1066800" y="3429000"/>
          <p14:tracePt t="50295" x="1054100" y="3429000"/>
          <p14:tracePt t="50312" x="1047750" y="3429000"/>
          <p14:tracePt t="50329" x="996950" y="3435350"/>
          <p14:tracePt t="50345" x="977900" y="3435350"/>
          <p14:tracePt t="50363" x="958850" y="3441700"/>
          <p14:tracePt t="50379" x="920750" y="3448050"/>
          <p14:tracePt t="50395" x="889000" y="3448050"/>
          <p14:tracePt t="50412" x="863600" y="3454400"/>
          <p14:tracePt t="50445" x="850900" y="3454400"/>
          <p14:tracePt t="50462" x="844550" y="3454400"/>
          <p14:tracePt t="50478" x="838200" y="3454400"/>
          <p14:tracePt t="50495" x="838200" y="3448050"/>
          <p14:tracePt t="50512" x="831850" y="3441700"/>
          <p14:tracePt t="50539" x="831850" y="3435350"/>
          <p14:tracePt t="50574" x="831850" y="3429000"/>
          <p14:tracePt t="50580" x="825500" y="3429000"/>
          <p14:tracePt t="50602" x="825500" y="3422650"/>
          <p14:tracePt t="50623" x="825500" y="3416300"/>
          <p14:tracePt t="50651" x="825500" y="3409950"/>
          <p14:tracePt t="50672" x="825500" y="3403600"/>
          <p14:tracePt t="50700" x="825500" y="3397250"/>
          <p14:tracePt t="50722" x="819150" y="3397250"/>
          <p14:tracePt t="50750" x="819150" y="3390900"/>
          <p14:tracePt t="50785" x="812800" y="3390900"/>
          <p14:tracePt t="50925" x="812800" y="3397250"/>
          <p14:tracePt t="50952" x="812800" y="3403600"/>
          <p14:tracePt t="51002" x="819150" y="3403600"/>
          <p14:tracePt t="51023" x="825500" y="3403600"/>
          <p14:tracePt t="51030" x="838200" y="3403600"/>
          <p14:tracePt t="51046" x="850900" y="3403600"/>
          <p14:tracePt t="51060" x="869950" y="3397250"/>
          <p14:tracePt t="51076" x="952500" y="3384550"/>
          <p14:tracePt t="51094" x="1060450" y="3359150"/>
          <p14:tracePt t="51109" x="1111250" y="3340100"/>
          <p14:tracePt t="51126" x="1231900" y="3321050"/>
          <p14:tracePt t="51143" x="1327150" y="3308350"/>
          <p14:tracePt t="51159" x="1358900" y="3308350"/>
          <p14:tracePt t="51176" x="1397000" y="3308350"/>
          <p14:tracePt t="51193" x="1409700" y="3308350"/>
          <p14:tracePt t="51209" x="1416050" y="3308350"/>
          <p14:tracePt t="51262" x="1409700" y="3308350"/>
          <p14:tracePt t="51283" x="1403350" y="3308350"/>
          <p14:tracePt t="51304" x="1397000" y="3308350"/>
          <p14:tracePt t="51332" x="1390650" y="3308350"/>
          <p14:tracePt t="51353" x="1384300" y="3308350"/>
          <p14:tracePt t="51374" x="1384300" y="3314700"/>
          <p14:tracePt t="51381" x="1377950" y="3321050"/>
          <p14:tracePt t="51395" x="1365250" y="3333750"/>
          <p14:tracePt t="51409" x="1339850" y="3346450"/>
          <p14:tracePt t="51425" x="1308100" y="3378200"/>
          <p14:tracePt t="51442" x="1276350" y="3397250"/>
          <p14:tracePt t="51459" x="1219200" y="3454400"/>
          <p14:tracePt t="51475" x="1162050" y="3505200"/>
          <p14:tracePt t="51491" x="1143000" y="3517900"/>
          <p14:tracePt t="51508" x="1117600" y="3543300"/>
          <p14:tracePt t="51525" x="1098550" y="3562350"/>
          <p14:tracePt t="51542" x="1092200" y="3568700"/>
          <p14:tracePt t="51558" x="1085850" y="3581400"/>
          <p14:tracePt t="51592" x="1079500" y="3587750"/>
          <p14:tracePt t="51613" x="1079500" y="3594100"/>
          <p14:tracePt t="51648" x="1085850" y="3594100"/>
          <p14:tracePt t="51662" x="1092200" y="3594100"/>
          <p14:tracePt t="51704" x="1098550" y="3594100"/>
          <p14:tracePt t="51753" x="1104900" y="3587750"/>
          <p14:tracePt t="51775" x="1111250" y="3587750"/>
          <p14:tracePt t="51796" x="1117600" y="3587750"/>
          <p14:tracePt t="51803" x="1117600" y="3581400"/>
          <p14:tracePt t="51825" x="1123950" y="3581400"/>
          <p14:tracePt t="51859" x="1130300" y="3575050"/>
          <p14:tracePt t="51894" x="1143000" y="3575050"/>
          <p14:tracePt t="51915" x="1149350" y="3568700"/>
          <p14:tracePt t="51929" x="1155700" y="3568700"/>
          <p14:tracePt t="51936" x="1162050" y="3568700"/>
          <p14:tracePt t="51943" x="1174750" y="3568700"/>
          <p14:tracePt t="51959" x="1187450" y="3562350"/>
          <p14:tracePt t="51973" x="1206500" y="3562350"/>
          <p14:tracePt t="51990" x="1257300" y="3562350"/>
          <p14:tracePt t="52007" x="1346200" y="3556000"/>
          <p14:tracePt t="52023" x="1390650" y="3556000"/>
          <p14:tracePt t="52040" x="1479550" y="3562350"/>
          <p14:tracePt t="52056" x="1587500" y="3575050"/>
          <p14:tracePt t="52073" x="1638300" y="3581400"/>
          <p14:tracePt t="52090" x="1733550" y="3594100"/>
          <p14:tracePt t="52107" x="1797050" y="3600450"/>
          <p14:tracePt t="52123" x="1828800" y="3600450"/>
          <p14:tracePt t="52140" x="1847850" y="3606800"/>
          <p14:tracePt t="52156" x="1892300" y="3613150"/>
          <p14:tracePt t="52173" x="1905000" y="3613150"/>
          <p14:tracePt t="52190" x="1924050" y="3619500"/>
          <p14:tracePt t="52207" x="1930400" y="3619500"/>
          <p14:tracePt t="52223" x="1949450" y="3619500"/>
          <p14:tracePt t="52239" x="1955800" y="3619500"/>
          <p14:tracePt t="52255" x="1962150" y="3619500"/>
          <p14:tracePt t="52273" x="1974850" y="3619500"/>
          <p14:tracePt t="52289" x="1993900" y="3625850"/>
          <p14:tracePt t="52306" x="2000250" y="3625850"/>
          <p14:tracePt t="52322" x="2012950" y="3632200"/>
          <p14:tracePt t="52339" x="2032000" y="3632200"/>
          <p14:tracePt t="52355" x="2038350" y="3638550"/>
          <p14:tracePt t="52372" x="2063750" y="3644900"/>
          <p14:tracePt t="52389" x="2089150" y="3644900"/>
          <p14:tracePt t="52406" x="2114550" y="3644900"/>
          <p14:tracePt t="52423" x="2120900" y="3644900"/>
          <p14:tracePt t="52438" x="2127250" y="3644900"/>
          <p14:tracePt t="52455" x="2133600" y="3644900"/>
          <p14:tracePt t="52491" x="2139950" y="3651250"/>
          <p14:tracePt t="52540" x="2133600" y="3657600"/>
          <p14:tracePt t="52568" x="2127250" y="3657600"/>
          <p14:tracePt t="52596" x="2120900" y="3657600"/>
          <p14:tracePt t="52617" x="2114550" y="3657600"/>
          <p14:tracePt t="52659" x="2108200" y="3657600"/>
          <p14:tracePt t="52666" x="2101850" y="3657600"/>
          <p14:tracePt t="52680" x="2095500" y="3657600"/>
          <p14:tracePt t="52708" x="2089150" y="3657600"/>
          <p14:tracePt t="52750" x="2082800" y="3657600"/>
          <p14:tracePt t="52757" x="2070100" y="3657600"/>
          <p14:tracePt t="52773" x="2057400" y="3657600"/>
          <p14:tracePt t="52787" x="2006600" y="3651250"/>
          <p14:tracePt t="52804" x="1968500" y="3651250"/>
          <p14:tracePt t="52821" x="1841500" y="3644900"/>
          <p14:tracePt t="52837" x="1765300" y="3644900"/>
          <p14:tracePt t="52854" x="1587500" y="3644900"/>
          <p14:tracePt t="52870" x="1409700" y="3644900"/>
          <p14:tracePt t="52887" x="1333500" y="3644900"/>
          <p14:tracePt t="52904" x="1212850" y="3657600"/>
          <p14:tracePt t="52920" x="1130300" y="3663950"/>
          <p14:tracePt t="52937" x="1104900" y="3670300"/>
          <p14:tracePt t="52954" x="1060450" y="3676650"/>
          <p14:tracePt t="52970" x="1035050" y="3683000"/>
          <p14:tracePt t="52986" x="1028700" y="3689350"/>
          <p14:tracePt t="53003" x="1022350" y="3695700"/>
          <p14:tracePt t="53036" x="1022350" y="3702050"/>
          <p14:tracePt t="53059" x="1016000" y="3708400"/>
          <p14:tracePt t="53069" x="1016000" y="3714750"/>
          <p14:tracePt t="53122" x="1009650" y="3721100"/>
          <p14:tracePt t="53206" x="1003300" y="3727450"/>
          <p14:tracePt t="53270" x="996950" y="3727450"/>
          <p14:tracePt t="53312" x="996950" y="3733800"/>
          <p14:tracePt t="53614" x="996950" y="3727450"/>
          <p14:tracePt t="53649" x="1003300" y="3721100"/>
          <p14:tracePt t="53733" x="1003300" y="3714750"/>
          <p14:tracePt t="53782" x="1009650" y="3714750"/>
          <p14:tracePt t="53789" x="1016000" y="3714750"/>
          <p14:tracePt t="53810" x="1022350" y="3714750"/>
          <p14:tracePt t="53831" x="1028700" y="3714750"/>
          <p14:tracePt t="53838" x="1035050" y="3714750"/>
          <p14:tracePt t="53853" x="1047750" y="3714750"/>
          <p14:tracePt t="53866" x="1060450" y="3714750"/>
          <p14:tracePt t="53883" x="1111250" y="3714750"/>
          <p14:tracePt t="53900" x="1149350" y="3714750"/>
          <p14:tracePt t="53916" x="1212850" y="3721100"/>
          <p14:tracePt t="53933" x="1270000" y="3727450"/>
          <p14:tracePt t="53950" x="1314450" y="3727450"/>
          <p14:tracePt t="53966" x="1320800" y="3727450"/>
          <p14:tracePt t="53983" x="1339850" y="3727450"/>
          <p14:tracePt t="54070" x="1327150" y="3727450"/>
          <p14:tracePt t="54084" x="1327150" y="3733800"/>
          <p14:tracePt t="54091" x="1320800" y="3740150"/>
          <p14:tracePt t="54112" x="1314450" y="3746500"/>
          <p14:tracePt t="54119" x="1314450" y="3752850"/>
          <p14:tracePt t="54135" x="1308100" y="3759200"/>
          <p14:tracePt t="54149" x="1301750" y="3771900"/>
          <p14:tracePt t="54166" x="1289050" y="3803650"/>
          <p14:tracePt t="54183" x="1276350" y="3848100"/>
          <p14:tracePt t="54199" x="1263650" y="3879850"/>
          <p14:tracePt t="54215" x="1263650" y="3917950"/>
          <p14:tracePt t="54232" x="1257300" y="3943350"/>
          <p14:tracePt t="54249" x="1257300" y="3956050"/>
          <p14:tracePt t="54266" x="1257300" y="3975100"/>
          <p14:tracePt t="54282" x="1263650" y="3981450"/>
          <p14:tracePt t="54315" x="1270000" y="3981450"/>
          <p14:tracePt t="54343" x="1270000" y="3975100"/>
          <p14:tracePt t="54351" x="1270000" y="3968750"/>
          <p14:tracePt t="54366" x="1270000" y="3962400"/>
          <p14:tracePt t="54393" x="1270000" y="3956050"/>
          <p14:tracePt t="54401" x="1263650" y="3949700"/>
          <p14:tracePt t="54442" x="1257300" y="3943350"/>
          <p14:tracePt t="54456" x="1250950" y="3937000"/>
          <p14:tracePt t="54463" x="1244600" y="3937000"/>
          <p14:tracePt t="54470" x="1231900" y="3930650"/>
          <p14:tracePt t="54485" x="1219200" y="3924300"/>
          <p14:tracePt t="54498" x="1200150" y="3917950"/>
          <p14:tracePt t="54514" x="1143000" y="3911600"/>
          <p14:tracePt t="54531" x="1117600" y="3911600"/>
          <p14:tracePt t="54548" x="1060450" y="3898900"/>
          <p14:tracePt t="54564" x="1003300" y="3898900"/>
          <p14:tracePt t="54581" x="977900" y="3898900"/>
          <p14:tracePt t="54597" x="952500" y="3898900"/>
          <p14:tracePt t="54614" x="933450" y="3898900"/>
          <p14:tracePt t="54631" x="927100" y="3905250"/>
          <p14:tracePt t="54667" x="933450" y="3905250"/>
          <p14:tracePt t="54681" x="946150" y="3905250"/>
          <p14:tracePt t="54697" x="952500" y="3905250"/>
          <p14:tracePt t="54714" x="958850" y="3905250"/>
          <p14:tracePt t="54730" x="977900" y="3905250"/>
          <p14:tracePt t="54747" x="1003300" y="3892550"/>
          <p14:tracePt t="54764" x="1022350" y="3892550"/>
          <p14:tracePt t="54780" x="1066800" y="3879850"/>
          <p14:tracePt t="54797" x="1104900" y="3867150"/>
          <p14:tracePt t="54814" x="1143000" y="3854450"/>
          <p14:tracePt t="54829" x="1155700" y="3854450"/>
          <p14:tracePt t="54847" x="1162050" y="3848100"/>
          <p14:tracePt t="54863" x="1168400" y="3848100"/>
          <p14:tracePt t="54911" x="1162050" y="3848100"/>
          <p14:tracePt t="54947" x="1162050" y="3854450"/>
          <p14:tracePt t="54975" x="1162050" y="3860800"/>
          <p14:tracePt t="55003" x="1162050" y="3867150"/>
          <p14:tracePt t="55024" x="1168400" y="3867150"/>
          <p14:tracePt t="55031" x="1181100" y="3867150"/>
          <p14:tracePt t="55046" x="1187450" y="3867150"/>
          <p14:tracePt t="55062" x="1200150" y="3867150"/>
          <p14:tracePt t="55081" x="1257300" y="3867150"/>
          <p14:tracePt t="55096" x="1333500" y="3867150"/>
          <p14:tracePt t="55112" x="1384300" y="3867150"/>
          <p14:tracePt t="55129" x="1511300" y="3867150"/>
          <p14:tracePt t="55146" x="1619250" y="3873500"/>
          <p14:tracePt t="55162" x="1657350" y="3873500"/>
          <p14:tracePt t="55179" x="1708150" y="3873500"/>
          <p14:tracePt t="55196" x="1720850" y="3879850"/>
          <p14:tracePt t="55213" x="1727200" y="3879850"/>
          <p14:tracePt t="55228" x="1727200" y="3886200"/>
          <p14:tracePt t="55245" x="1739900" y="3886200"/>
          <p14:tracePt t="55278" x="1752600" y="3886200"/>
          <p14:tracePt t="55295" x="1758950" y="3886200"/>
          <p14:tracePt t="55312" x="1790700" y="3892550"/>
          <p14:tracePt t="55329" x="1797050" y="3892550"/>
          <p14:tracePt t="55345" x="1816100" y="3892550"/>
          <p14:tracePt t="55361" x="1866900" y="3911600"/>
          <p14:tracePt t="55378" x="1917700" y="3924300"/>
          <p14:tracePt t="55395" x="1949450" y="3937000"/>
          <p14:tracePt t="55412" x="2006600" y="3956050"/>
          <p14:tracePt t="55429" x="2025650" y="3962400"/>
          <p14:tracePt t="55445" x="2082800" y="3962400"/>
          <p14:tracePt t="55461" x="2101850" y="3962400"/>
          <p14:tracePt t="55478" x="2171700" y="3962400"/>
          <p14:tracePt t="55495" x="2260600" y="3962400"/>
          <p14:tracePt t="55511" x="2311400" y="3962400"/>
          <p14:tracePt t="55528" x="2419350" y="3962400"/>
          <p14:tracePt t="55544" x="2520950" y="3962400"/>
          <p14:tracePt t="55560" x="2571750" y="3962400"/>
          <p14:tracePt t="55578" x="2673350" y="3956050"/>
          <p14:tracePt t="55594" x="2736850" y="3949700"/>
          <p14:tracePt t="55611" x="2755900" y="3949700"/>
          <p14:tracePt t="55628" x="2781300" y="3949700"/>
          <p14:tracePt t="55644" x="2800350" y="3949700"/>
          <p14:tracePt t="55660" x="2806700" y="3949700"/>
          <p14:tracePt t="55677" x="2813050" y="3943350"/>
          <p14:tracePt t="55713" x="2813050" y="3937000"/>
          <p14:tracePt t="55852" x="2806700" y="3930650"/>
          <p14:tracePt t="55909" x="2800350" y="3930650"/>
          <p14:tracePt t="55937" x="2800350" y="3924300"/>
          <p14:tracePt t="55958" x="2794000" y="3924300"/>
          <p14:tracePt t="55979" x="2787650" y="3924300"/>
          <p14:tracePt t="56000" x="2781300" y="3924300"/>
          <p14:tracePt t="56028" x="2774950" y="3917950"/>
          <p14:tracePt t="56049" x="2768600" y="3917950"/>
          <p14:tracePt t="56098" x="2762250" y="3917950"/>
          <p14:tracePt t="56126" x="2755900" y="3917950"/>
          <p14:tracePt t="56147" x="2743200" y="3917950"/>
          <p14:tracePt t="56154" x="2736850" y="3924300"/>
          <p14:tracePt t="56168" x="2730500" y="3924300"/>
          <p14:tracePt t="56178" x="2724150" y="3924300"/>
          <p14:tracePt t="56191" x="2711450" y="3924300"/>
          <p14:tracePt t="56209" x="2686050" y="3930650"/>
          <p14:tracePt t="56225" x="2603500" y="3943350"/>
          <p14:tracePt t="56242" x="2559050" y="3949700"/>
          <p14:tracePt t="56259" x="2508250" y="3949700"/>
          <p14:tracePt t="56275" x="2419350" y="3962400"/>
          <p14:tracePt t="56292" x="2298700" y="3968750"/>
          <p14:tracePt t="56309" x="2197100" y="3981450"/>
          <p14:tracePt t="56325" x="2133600" y="3981450"/>
          <p14:tracePt t="56341" x="2000250" y="3975100"/>
          <p14:tracePt t="56358" x="1835150" y="3962400"/>
          <p14:tracePt t="56375" x="1758950" y="3943350"/>
          <p14:tracePt t="56392" x="1549400" y="3905250"/>
          <p14:tracePt t="56408" x="1333500" y="3860800"/>
          <p14:tracePt t="56424" x="1212850" y="3841750"/>
          <p14:tracePt t="56442" x="1022350" y="3810000"/>
          <p14:tracePt t="56458" x="901700" y="3771900"/>
          <p14:tracePt t="56474" x="844550" y="3752850"/>
          <p14:tracePt t="56491" x="787400" y="3746500"/>
          <p14:tracePt t="56507" x="768350" y="3740150"/>
          <p14:tracePt t="56524" x="762000" y="3740150"/>
          <p14:tracePt t="56540" x="755650" y="3740150"/>
          <p14:tracePt t="56569" x="755650" y="3746500"/>
          <p14:tracePt t="56577" x="755650" y="3752850"/>
          <p14:tracePt t="56870" x="762000" y="3752850"/>
          <p14:tracePt t="56877" x="768350" y="3746500"/>
          <p14:tracePt t="56912" x="774700" y="3746500"/>
          <p14:tracePt t="56919" x="781050" y="3740150"/>
          <p14:tracePt t="56947" x="787400" y="3727450"/>
          <p14:tracePt t="56968" x="793750" y="3727450"/>
          <p14:tracePt t="56997" x="800100" y="3721100"/>
          <p14:tracePt t="57011" x="800100" y="3714750"/>
          <p14:tracePt t="57039" x="806450" y="3708400"/>
          <p14:tracePt t="57060" x="812800" y="3702050"/>
          <p14:tracePt t="57081" x="819150" y="3702050"/>
          <p14:tracePt t="57109" x="819150" y="3695700"/>
          <p14:tracePt t="57130" x="825500" y="3689350"/>
          <p14:tracePt t="57137" x="831850" y="3689350"/>
          <p14:tracePt t="57151" x="831850" y="3683000"/>
          <p14:tracePt t="57179" x="831850" y="3676650"/>
          <p14:tracePt t="57200" x="838200" y="3670300"/>
          <p14:tracePt t="57207" x="844550" y="3670300"/>
          <p14:tracePt t="57249" x="850900" y="3663950"/>
          <p14:tracePt t="57271" x="857250" y="3657600"/>
          <p14:tracePt t="57277" x="863600" y="3657600"/>
          <p14:tracePt t="57299" x="863600" y="3651250"/>
          <p14:tracePt t="57348" x="869950" y="3651250"/>
          <p14:tracePt t="57369" x="876300" y="3651250"/>
          <p14:tracePt t="57403" x="882650" y="3644900"/>
          <p14:tracePt t="57417" x="889000" y="3644900"/>
          <p14:tracePt t="57439" x="889000" y="3638550"/>
          <p14:tracePt t="57488" x="895350" y="3632200"/>
          <p14:tracePt t="57509" x="901700" y="3625850"/>
          <p14:tracePt t="57579" x="908050" y="3619500"/>
          <p14:tracePt t="57600" x="914400" y="3613150"/>
          <p14:tracePt t="57621" x="920750" y="3613150"/>
          <p14:tracePt t="57649" x="927100" y="3613150"/>
          <p14:tracePt t="57671" x="933450" y="3613150"/>
          <p14:tracePt t="57698" x="933450" y="3606800"/>
          <p14:tracePt t="57755" x="933450" y="3600450"/>
          <p14:tracePt t="57825" x="933450" y="3594100"/>
          <p14:tracePt t="57853" x="933450" y="3587750"/>
          <p14:tracePt t="57895" x="933450" y="3581400"/>
          <p14:tracePt t="57943" x="933450" y="3575050"/>
          <p14:tracePt t="58063" x="933450" y="3568700"/>
          <p14:tracePt t="58106" x="927100" y="3568700"/>
          <p14:tracePt t="58162" x="927100" y="3562350"/>
          <p14:tracePt t="58204" x="920750" y="3562350"/>
          <p14:tracePt t="58253" x="914400" y="3562350"/>
          <p14:tracePt t="58344" x="908050" y="3562350"/>
          <p14:tracePt t="58394" x="908050" y="3556000"/>
          <p14:tracePt t="58443" x="914400" y="3549650"/>
          <p14:tracePt t="58527" x="914400" y="3543300"/>
          <p14:tracePt t="58562" x="914400" y="3536950"/>
          <p14:tracePt t="58611" x="914400" y="3530600"/>
          <p14:tracePt t="58632" x="914400" y="3524250"/>
          <p14:tracePt t="58667" x="908050" y="3517900"/>
          <p14:tracePt t="58793" x="908050" y="3524250"/>
          <p14:tracePt t="58815" x="908050" y="3530600"/>
          <p14:tracePt t="58822" x="914400" y="3530600"/>
          <p14:tracePt t="58864" x="914400" y="3536950"/>
          <p14:tracePt t="58885" x="920750" y="3543300"/>
          <p14:tracePt t="58913" x="920750" y="3549650"/>
          <p14:tracePt t="58934" x="927100" y="3556000"/>
          <p14:tracePt t="58955" x="927100" y="3562350"/>
          <p14:tracePt t="58982" x="933450" y="3568700"/>
          <p14:tracePt t="59033" x="939800" y="3575050"/>
          <p14:tracePt t="59067" x="946150" y="3581400"/>
          <p14:tracePt t="59096" x="952500" y="3581400"/>
          <p14:tracePt t="59124" x="958850" y="3581400"/>
          <p14:tracePt t="59145" x="965200" y="3581400"/>
          <p14:tracePt t="59166" x="971550" y="3581400"/>
          <p14:tracePt t="59180" x="977900" y="3581400"/>
          <p14:tracePt t="59187" x="977900" y="3575050"/>
          <p14:tracePt t="59243" x="977900" y="3568700"/>
          <p14:tracePt t="59278" x="984250" y="3562350"/>
          <p14:tracePt t="59285" x="990600" y="3562350"/>
          <p14:tracePt t="59334" x="990600" y="3556000"/>
          <p14:tracePt t="59376" x="996950" y="3549650"/>
          <p14:tracePt t="59418" x="996950" y="3543300"/>
          <p14:tracePt t="59454" x="996950" y="3536950"/>
          <p14:tracePt t="59566" x="996950" y="3530600"/>
          <p14:tracePt t="59615" x="996950" y="3524250"/>
          <p14:tracePt t="59664" x="996950" y="3517900"/>
          <p14:tracePt t="59727" x="996950" y="3524250"/>
          <p14:tracePt t="59748" x="996950" y="3530600"/>
          <p14:tracePt t="59777" x="1003300" y="3536950"/>
          <p14:tracePt t="59790" x="1003300" y="3543300"/>
          <p14:tracePt t="59799" x="1009650" y="3543300"/>
          <p14:tracePt t="59813" x="1009650" y="3549650"/>
          <p14:tracePt t="59829" x="1016000" y="3556000"/>
          <p14:tracePt t="59849" x="1016000" y="3562350"/>
          <p14:tracePt t="59862" x="1022350" y="3568700"/>
          <p14:tracePt t="59882" x="1028700" y="3568700"/>
          <p14:tracePt t="59896" x="1035050" y="3575050"/>
          <p14:tracePt t="59929" x="1041400" y="3581400"/>
          <p14:tracePt t="59946" x="1054100" y="3587750"/>
          <p14:tracePt t="59962" x="1060450" y="3587750"/>
          <p14:tracePt t="59987" x="1066800" y="3587750"/>
          <p14:tracePt t="60007" x="1073150" y="3594100"/>
          <p14:tracePt t="60030" x="1079500" y="3594100"/>
          <p14:tracePt t="60050" x="1085850" y="3594100"/>
          <p14:tracePt t="60072" x="1098550" y="3594100"/>
          <p14:tracePt t="60121" x="1111250" y="3594100"/>
          <p14:tracePt t="60142" x="1117600" y="3594100"/>
          <p14:tracePt t="60163" x="1123950" y="3594100"/>
          <p14:tracePt t="60169" x="1130300" y="3594100"/>
          <p14:tracePt t="60191" x="1136650" y="3600450"/>
          <p14:tracePt t="60213" x="1143000" y="3600450"/>
          <p14:tracePt t="60233" x="1149350" y="3600450"/>
          <p14:tracePt t="60240" x="1155700" y="3600450"/>
          <p14:tracePt t="60254" x="1162050" y="3600450"/>
          <p14:tracePt t="60268" x="1168400" y="3600450"/>
          <p14:tracePt t="60282" x="1174750" y="3594100"/>
          <p14:tracePt t="60294" x="1181100" y="3594100"/>
          <p14:tracePt t="60312" x="1206500" y="3594100"/>
          <p14:tracePt t="60328" x="1219200" y="3587750"/>
          <p14:tracePt t="60345" x="1257300" y="3581400"/>
          <p14:tracePt t="60360" x="1289050" y="3581400"/>
          <p14:tracePt t="60377" x="1301750" y="3575050"/>
          <p14:tracePt t="60394" x="1327150" y="3575050"/>
          <p14:tracePt t="60411" x="1346200" y="3575050"/>
          <p14:tracePt t="60427" x="1352550" y="3575050"/>
          <p14:tracePt t="60444" x="1365250" y="3575050"/>
          <p14:tracePt t="60460" x="1377950" y="3575050"/>
          <p14:tracePt t="60477" x="1384300" y="3575050"/>
          <p14:tracePt t="60510" x="1390650" y="3575050"/>
          <p14:tracePt t="60528" x="1409700" y="3575050"/>
          <p14:tracePt t="60543" x="1416050" y="3575050"/>
          <p14:tracePt t="60560" x="1428750" y="3575050"/>
          <p14:tracePt t="60577" x="1441450" y="3568700"/>
          <p14:tracePt t="60593" x="1454150" y="3568700"/>
          <p14:tracePt t="60597" x="1466850" y="3568700"/>
          <p14:tracePt t="60610" x="1479550" y="3568700"/>
          <p14:tracePt t="60627" x="1492250" y="3568700"/>
          <p14:tracePt t="60643" x="1524000" y="3568700"/>
          <p14:tracePt t="60661" x="1543050" y="3568700"/>
          <p14:tracePt t="60676" x="1587500" y="3562350"/>
          <p14:tracePt t="60693" x="1606550" y="3562350"/>
          <p14:tracePt t="60710" x="1625600" y="3562350"/>
          <p14:tracePt t="60726" x="1670050" y="3562350"/>
          <p14:tracePt t="60743" x="1701800" y="3562350"/>
          <p14:tracePt t="60760" x="1727200" y="3562350"/>
          <p14:tracePt t="60776" x="1746250" y="3562350"/>
          <p14:tracePt t="60792" x="1765300" y="3556000"/>
          <p14:tracePt t="60810" x="1778000" y="3549650"/>
          <p14:tracePt t="60826" x="1790700" y="3549650"/>
          <p14:tracePt t="60844" x="1809750" y="3543300"/>
          <p14:tracePt t="60859" x="1822450" y="3543300"/>
          <p14:tracePt t="60876" x="1828800" y="3543300"/>
          <p14:tracePt t="60893" x="1835150" y="3536950"/>
          <p14:tracePt t="60909" x="1841500" y="3536950"/>
          <p14:tracePt t="60949" x="1847850" y="3530600"/>
          <p14:tracePt t="60958" x="1854200" y="3530600"/>
          <p14:tracePt t="60998" x="1860550" y="3530600"/>
          <p14:tracePt t="61047" x="1866900" y="3530600"/>
          <p14:tracePt t="61068" x="1873250" y="3530600"/>
          <p14:tracePt t="61089" x="1879600" y="3530600"/>
          <p14:tracePt t="61118" x="1885950" y="3530600"/>
          <p14:tracePt t="61138" x="1892300" y="3530600"/>
          <p14:tracePt t="61159" x="1898650" y="3530600"/>
          <p14:tracePt t="61201" x="1911350" y="3530600"/>
          <p14:tracePt t="61209" x="1917700" y="3530600"/>
          <p14:tracePt t="61230" x="1924050" y="3530600"/>
          <p14:tracePt t="61244" x="1930400" y="3530600"/>
          <p14:tracePt t="61251" x="1936750" y="3530600"/>
          <p14:tracePt t="61265" x="1943100" y="3530600"/>
          <p14:tracePt t="61274" x="1955800" y="3530600"/>
          <p14:tracePt t="61291" x="1981200" y="3530600"/>
          <p14:tracePt t="61308" x="2019300" y="3524250"/>
          <p14:tracePt t="61324" x="2063750" y="3524250"/>
          <p14:tracePt t="61341" x="2082800" y="3517900"/>
          <p14:tracePt t="61357" x="2133600" y="3511550"/>
          <p14:tracePt t="61374" x="2165350" y="3498850"/>
          <p14:tracePt t="61392" x="2190750" y="3492500"/>
          <p14:tracePt t="61407" x="2197100" y="3492500"/>
          <p14:tracePt t="61425" x="2203450" y="3492500"/>
          <p14:tracePt t="61441" x="2209800" y="3492500"/>
          <p14:tracePt t="61473" x="2216150" y="3492500"/>
          <p14:tracePt t="61532" x="2222500" y="3492500"/>
          <p14:tracePt t="61560" x="2228850" y="3492500"/>
          <p14:tracePt t="61581" x="2235200" y="3492500"/>
          <p14:tracePt t="61616" x="2241550" y="3492500"/>
          <p14:tracePt t="61625" x="2247900" y="3492500"/>
          <p14:tracePt t="61644" x="2254250" y="3492500"/>
          <p14:tracePt t="61651" x="2260600" y="3492500"/>
          <p14:tracePt t="61665" x="2266950" y="3492500"/>
          <p14:tracePt t="61673" x="2273300" y="3492500"/>
          <p14:tracePt t="61693" x="2279650" y="3492500"/>
          <p14:tracePt t="61709" x="2292350" y="3486150"/>
          <p14:tracePt t="61723" x="2336800" y="3486150"/>
          <p14:tracePt t="61739" x="2355850" y="3486150"/>
          <p14:tracePt t="61757" x="2400300" y="3486150"/>
          <p14:tracePt t="61773" x="2432050" y="3492500"/>
          <p14:tracePt t="61789" x="2489200" y="3492500"/>
          <p14:tracePt t="61806" x="2546350" y="3498850"/>
          <p14:tracePt t="61823" x="2578100" y="3505200"/>
          <p14:tracePt t="61840" x="2628900" y="3511550"/>
          <p14:tracePt t="61856" x="2660650" y="3524250"/>
          <p14:tracePt t="61872" x="2679700" y="3524250"/>
          <p14:tracePt t="61889" x="2705100" y="3536950"/>
          <p14:tracePt t="61905" x="2724150" y="3543300"/>
          <p14:tracePt t="61922" x="2736850" y="3549650"/>
          <p14:tracePt t="61940" x="2743200" y="3556000"/>
          <p14:tracePt t="61956" x="2755900" y="3562350"/>
          <p14:tracePt t="61988" x="2762250" y="3562350"/>
          <p14:tracePt t="62016" x="2768600" y="3562350"/>
          <p14:tracePt t="62030" x="2774950" y="3562350"/>
          <p14:tracePt t="62039" x="2781300" y="3562350"/>
          <p14:tracePt t="62080" x="2787650" y="3562350"/>
          <p14:tracePt t="62093" x="2794000" y="3562350"/>
          <p14:tracePt t="62122" x="2800350" y="3562350"/>
          <p14:tracePt t="62136" x="2806700" y="3562350"/>
          <p14:tracePt t="62143" x="2813050" y="3562350"/>
          <p14:tracePt t="62158" x="2825750" y="3562350"/>
          <p14:tracePt t="62171" x="2838450" y="3562350"/>
          <p14:tracePt t="62188" x="2870200" y="3562350"/>
          <p14:tracePt t="62205" x="2889250" y="3562350"/>
          <p14:tracePt t="62221" x="2946400" y="3556000"/>
          <p14:tracePt t="62238" x="3003550" y="3556000"/>
          <p14:tracePt t="62256" x="3060700" y="3549650"/>
          <p14:tracePt t="62271" x="3092450" y="3549650"/>
          <p14:tracePt t="62288" x="3136900" y="3549650"/>
          <p14:tracePt t="62304" x="3187700" y="3549650"/>
          <p14:tracePt t="62321" x="3219450" y="3543300"/>
          <p14:tracePt t="62337" x="3232150" y="3543300"/>
          <p14:tracePt t="62354" x="3270250" y="3536950"/>
          <p14:tracePt t="62371" x="3282950" y="3536950"/>
          <p14:tracePt t="62388" x="3308350" y="3536950"/>
          <p14:tracePt t="62404" x="3321050" y="3536950"/>
          <p14:tracePt t="62420" x="3327400" y="3536950"/>
          <p14:tracePt t="62437" x="3333750" y="3536950"/>
          <p14:tracePt t="62732" x="3327400" y="3536950"/>
          <p14:tracePt t="62746" x="3321050" y="3536950"/>
          <p14:tracePt t="62767" x="3314700" y="3536950"/>
          <p14:tracePt t="62774" x="3308350" y="3536950"/>
          <p14:tracePt t="62786" x="3302000" y="3536950"/>
          <p14:tracePt t="62803" x="3270250" y="3543300"/>
          <p14:tracePt t="62819" x="3251200" y="3549650"/>
          <p14:tracePt t="62836" x="3187700" y="3581400"/>
          <p14:tracePt t="62852" x="3098800" y="3625850"/>
          <p14:tracePt t="62869" x="3048000" y="3644900"/>
          <p14:tracePt t="62886" x="2933700" y="3689350"/>
          <p14:tracePt t="62902" x="2838450" y="3733800"/>
          <p14:tracePt t="62919" x="2794000" y="3765550"/>
          <p14:tracePt t="62936" x="2698750" y="3822700"/>
          <p14:tracePt t="62952" x="2660650" y="3841750"/>
          <p14:tracePt t="62968" x="2616200" y="3886200"/>
          <p14:tracePt t="62985" x="2578100" y="3956050"/>
          <p14:tracePt t="63002" x="2565400" y="3975100"/>
          <p14:tracePt t="63018" x="2546350" y="4013200"/>
          <p14:tracePt t="63035" x="2489200" y="4133850"/>
          <p14:tracePt t="63051" x="2470150" y="4191000"/>
          <p14:tracePt t="63069" x="2432050" y="4298950"/>
          <p14:tracePt t="63084" x="2425700" y="4349750"/>
          <p14:tracePt t="63101" x="2387600" y="4464050"/>
          <p14:tracePt t="63118" x="2368550" y="4572000"/>
          <p14:tracePt t="63135" x="2368550" y="4597400"/>
          <p14:tracePt t="63152" x="2368550" y="4660900"/>
          <p14:tracePt t="63168" x="2368550" y="4705350"/>
          <p14:tracePt t="63184" x="2368550" y="4730750"/>
          <p14:tracePt t="63201" x="2368550" y="4800600"/>
          <p14:tracePt t="63218" x="2368550" y="4851400"/>
          <p14:tracePt t="63234" x="2368550" y="4965700"/>
          <p14:tracePt t="63251" x="2362200" y="5041900"/>
          <p14:tracePt t="63267" x="2349500" y="5187950"/>
          <p14:tracePt t="63284" x="2343150" y="5327650"/>
          <p14:tracePt t="63301" x="2330450" y="5372100"/>
          <p14:tracePt t="63318" x="2324100" y="5429250"/>
          <p14:tracePt t="63334" x="2324100" y="5454650"/>
          <p14:tracePt t="63350" x="2324100" y="5461000"/>
          <p14:tracePt t="63368" x="2324100" y="5473700"/>
          <p14:tracePt t="63384" x="2324100" y="5480050"/>
          <p14:tracePt t="63417" x="2317750" y="5486400"/>
          <p14:tracePt t="63433" x="2311400" y="5486400"/>
          <p14:tracePt t="63453" x="2311400" y="5492750"/>
          <p14:tracePt t="63468" x="2311400" y="5499100"/>
          <p14:tracePt t="63484" x="2311400" y="5505450"/>
          <p14:tracePt t="63500" x="2305050" y="5524500"/>
          <p14:tracePt t="63516" x="2292350" y="5549900"/>
          <p14:tracePt t="63533" x="2279650" y="5562600"/>
          <p14:tracePt t="63550" x="2266950" y="5594350"/>
          <p14:tracePt t="63566" x="2241550" y="5632450"/>
          <p14:tracePt t="63583" x="2228850" y="5638800"/>
          <p14:tracePt t="63600" x="2216150" y="5651500"/>
          <p14:tracePt t="63616" x="2209800" y="5657850"/>
          <p14:tracePt t="63642" x="2203450" y="5657850"/>
          <p14:tracePt t="63677" x="2197100" y="5657850"/>
          <p14:tracePt t="63712" x="2197100" y="5651500"/>
          <p14:tracePt t="63734" x="2190750" y="5645150"/>
          <p14:tracePt t="63768" x="2190750" y="5638800"/>
          <p14:tracePt t="63775" x="2190750" y="5632450"/>
          <p14:tracePt t="63785" x="2190750" y="5626100"/>
          <p14:tracePt t="63799" x="2190750" y="5619750"/>
          <p14:tracePt t="63819" x="2190750" y="5613400"/>
          <p14:tracePt t="63832" x="2190750" y="5600700"/>
          <p14:tracePt t="63849" x="2184400" y="5575300"/>
          <p14:tracePt t="63866" x="2178050" y="5562600"/>
          <p14:tracePt t="63882" x="2171700" y="5530850"/>
          <p14:tracePt t="63899" x="2165350" y="5492750"/>
          <p14:tracePt t="63916" x="2159000" y="5480050"/>
          <p14:tracePt t="63932" x="2159000" y="5473700"/>
          <p14:tracePt t="63949" x="2152650" y="5473700"/>
          <p14:tracePt t="63965" x="2146300" y="5473700"/>
          <p14:tracePt t="63982" x="2146300" y="5480050"/>
          <p14:tracePt t="64015" x="2139950" y="5492750"/>
          <p14:tracePt t="64032" x="2133600" y="5492750"/>
          <p14:tracePt t="64049" x="2120900" y="5505450"/>
          <p14:tracePt t="64065" x="2076450" y="5518150"/>
          <p14:tracePt t="64081" x="2051050" y="5524500"/>
          <p14:tracePt t="64098" x="1955800" y="5556250"/>
          <p14:tracePt t="64114" x="1885950" y="5562600"/>
          <p14:tracePt t="64118" x="1809750" y="5581650"/>
          <p14:tracePt t="64131" x="1746250" y="5594350"/>
          <p14:tracePt t="64148" x="1600200" y="5613400"/>
          <p14:tracePt t="64164" x="1536700" y="5613400"/>
          <p14:tracePt t="64181" x="1428750" y="5619750"/>
          <p14:tracePt t="64199" x="1358900" y="5632450"/>
          <p14:tracePt t="64215" x="1333500" y="5632450"/>
          <p14:tracePt t="64231" x="1289050" y="5645150"/>
          <p14:tracePt t="64247" x="1257300" y="5657850"/>
          <p14:tracePt t="64264" x="1244600" y="5657850"/>
          <p14:tracePt t="64281" x="1219200" y="5670550"/>
          <p14:tracePt t="64298" x="1187450" y="5676900"/>
          <p14:tracePt t="64314" x="1181100" y="5683250"/>
          <p14:tracePt t="64331" x="1162050" y="5683250"/>
          <p14:tracePt t="64347" x="1149350" y="5689600"/>
          <p14:tracePt t="64364" x="1143000" y="5695950"/>
          <p14:tracePt t="64380" x="1136650" y="5702300"/>
          <p14:tracePt t="64398" x="1130300" y="5702300"/>
          <p14:tracePt t="64414" x="1117600" y="5702300"/>
          <p14:tracePt t="64430" x="1111250" y="5708650"/>
          <p14:tracePt t="64463" x="1104900" y="5708650"/>
          <p14:tracePt t="64480" x="1098550" y="5715000"/>
          <p14:tracePt t="64505" x="1092200" y="5715000"/>
          <p14:tracePt t="64541" x="1085850" y="5721350"/>
          <p14:tracePt t="64555" x="1079500" y="5721350"/>
          <p14:tracePt t="64611" x="1073150" y="5721350"/>
          <p14:tracePt t="64625" x="1066800" y="5727700"/>
          <p14:tracePt t="64681" x="1060450" y="5734050"/>
          <p14:tracePt t="64695" x="1054100" y="5734050"/>
          <p14:tracePt t="64716" x="1054100" y="5740400"/>
          <p14:tracePt t="64737" x="1047750" y="5746750"/>
          <p14:tracePt t="64765" x="1041400" y="5746750"/>
          <p14:tracePt t="64786" x="1035050" y="5746750"/>
          <p14:tracePt t="64856" x="1041400" y="5746750"/>
          <p14:tracePt t="64877" x="1047750" y="5746750"/>
          <p14:tracePt t="64891" x="1054100" y="5746750"/>
          <p14:tracePt t="64898" x="1060450" y="5746750"/>
          <p14:tracePt t="64920" x="1066800" y="5746750"/>
          <p14:tracePt t="64941" x="1073150" y="5746750"/>
          <p14:tracePt t="64948" x="1079500" y="5740400"/>
          <p14:tracePt t="64964" x="1098550" y="5740400"/>
          <p14:tracePt t="64979" x="1149350" y="5727700"/>
          <p14:tracePt t="64995" x="1187450" y="5727700"/>
          <p14:tracePt t="65012" x="1308100" y="5708650"/>
          <p14:tracePt t="65028" x="1397000" y="5695950"/>
          <p14:tracePt t="65046" x="1714500" y="5689600"/>
          <p14:tracePt t="65061" x="1841500" y="5689600"/>
          <p14:tracePt t="65078" x="1981200" y="5689600"/>
          <p14:tracePt t="65095" x="2254250" y="5689600"/>
          <p14:tracePt t="65111" x="2552700" y="5695950"/>
          <p14:tracePt t="65128" x="2692400" y="5702300"/>
          <p14:tracePt t="65145" x="2952750" y="5715000"/>
          <p14:tracePt t="65161" x="3206750" y="5727700"/>
          <p14:tracePt t="65178" x="3333750" y="5734050"/>
          <p14:tracePt t="65194" x="3575050" y="5734050"/>
          <p14:tracePt t="65211" x="3752850" y="5746750"/>
          <p14:tracePt t="65228" x="3829050" y="5746750"/>
          <p14:tracePt t="65244" x="3962400" y="5765800"/>
          <p14:tracePt t="65261" x="4013200" y="5772150"/>
          <p14:tracePt t="65278" x="4108450" y="5784850"/>
          <p14:tracePt t="65294" x="4133850" y="5784850"/>
          <p14:tracePt t="65310" x="4152900" y="5784850"/>
          <p14:tracePt t="65327" x="4191000" y="5784850"/>
          <p14:tracePt t="65344" x="4216400" y="5791200"/>
          <p14:tracePt t="65361" x="4229100" y="5791200"/>
          <p14:tracePt t="65377" x="4235450" y="5791200"/>
          <p14:tracePt t="65394" x="4248150" y="5797550"/>
          <p14:tracePt t="65411" x="4260850" y="5797550"/>
          <p14:tracePt t="65443" x="4267200" y="5797550"/>
          <p14:tracePt t="65460" x="4279900" y="5797550"/>
          <p14:tracePt t="65476" x="4286250" y="5797550"/>
          <p14:tracePt t="65493" x="4292600" y="5797550"/>
          <p14:tracePt t="65510" x="4298950" y="5797550"/>
          <p14:tracePt t="65543" x="4305300" y="5797550"/>
          <p14:tracePt t="65560" x="4311650" y="5797550"/>
          <p14:tracePt t="65580" x="4324350" y="5791200"/>
          <p14:tracePt t="65600" x="4324350" y="5784850"/>
          <p14:tracePt t="65628" x="4330700" y="5778500"/>
          <p14:tracePt t="65664" x="4330700" y="5772150"/>
          <p14:tracePt t="65692" x="4330700" y="5765800"/>
          <p14:tracePt t="65713" x="4324350" y="5759450"/>
          <p14:tracePt t="65720" x="4318000" y="5759450"/>
          <p14:tracePt t="65755" x="4311650" y="5759450"/>
          <p14:tracePt t="65769" x="4292600" y="5759450"/>
          <p14:tracePt t="65778" x="4273550" y="5759450"/>
          <p14:tracePt t="65792" x="4222750" y="5759450"/>
          <p14:tracePt t="65809" x="4171950" y="5772150"/>
          <p14:tracePt t="65826" x="3829050" y="5778500"/>
          <p14:tracePt t="65842" x="3657600" y="5778500"/>
          <p14:tracePt t="65858" x="3238500" y="5778500"/>
          <p14:tracePt t="65875" x="2787650" y="5797550"/>
          <p14:tracePt t="65892" x="2559050" y="5797550"/>
          <p14:tracePt t="65909" x="2000250" y="5803900"/>
          <p14:tracePt t="65924" x="1860550" y="5803900"/>
          <p14:tracePt t="65942" x="1720850" y="5803900"/>
          <p14:tracePt t="65959" x="1371600" y="5803900"/>
          <p14:tracePt t="65975" x="1282700" y="5803900"/>
          <p14:tracePt t="65991" x="1206500" y="5803900"/>
          <p14:tracePt t="66008" x="1085850" y="5791200"/>
          <p14:tracePt t="66025" x="1022350" y="5791200"/>
          <p14:tracePt t="66041" x="990600" y="5784850"/>
          <p14:tracePt t="66058" x="958850" y="5778500"/>
          <p14:tracePt t="66074" x="946150" y="5778500"/>
          <p14:tracePt t="66092" x="939800" y="5772150"/>
          <p14:tracePt t="66108" x="933450" y="5765800"/>
          <p14:tracePt t="66163" x="933450" y="5759450"/>
          <p14:tracePt t="66169" x="946150" y="5753100"/>
          <p14:tracePt t="66184" x="958850" y="5746750"/>
          <p14:tracePt t="66191" x="971550" y="5740400"/>
          <p14:tracePt t="66207" x="1003300" y="5734050"/>
          <p14:tracePt t="66224" x="1022350" y="5721350"/>
          <p14:tracePt t="66240" x="1219200" y="5676900"/>
          <p14:tracePt t="66257" x="1333500" y="5645150"/>
          <p14:tracePt t="66275" x="1695450" y="5594350"/>
          <p14:tracePt t="66291" x="1905000" y="5581650"/>
          <p14:tracePt t="66307" x="2495550" y="5518150"/>
          <p14:tracePt t="66324" x="3130550" y="5486400"/>
          <p14:tracePt t="66340" x="3390900" y="5473700"/>
          <p14:tracePt t="66357" x="3924300" y="5441950"/>
          <p14:tracePt t="66373" x="4095750" y="5416550"/>
          <p14:tracePt t="66390" x="4260850" y="5410200"/>
          <p14:tracePt t="66407" x="4425950" y="5384800"/>
          <p14:tracePt t="66423" x="4622800" y="5340350"/>
          <p14:tracePt t="66440" x="4686300" y="5334000"/>
          <p14:tracePt t="66457" x="4756150" y="5327650"/>
          <p14:tracePt t="66473" x="4768850" y="5314950"/>
          <p14:tracePt t="66490" x="4781550" y="5314950"/>
          <p14:tracePt t="66507" x="4794250" y="5314950"/>
          <p14:tracePt t="66523" x="4800600" y="5314950"/>
          <p14:tracePt t="66556" x="4813300" y="5314950"/>
          <p14:tracePt t="66626" x="4806950" y="5314950"/>
          <p14:tracePt t="66640" x="4800600" y="5314950"/>
          <p14:tracePt t="66647" x="4800600" y="5308600"/>
          <p14:tracePt t="66661" x="4794250" y="5308600"/>
          <p14:tracePt t="66672" x="4787900" y="5302250"/>
          <p14:tracePt t="66689" x="4781550" y="5283200"/>
          <p14:tracePt t="66722" x="4775200" y="5270500"/>
          <p14:tracePt t="68800" x="4692650" y="5289550"/>
          <p14:tracePt t="68807" x="4546600" y="5321300"/>
          <p14:tracePt t="68821" x="4387850" y="5372100"/>
          <p14:tracePt t="68831" x="4229100" y="5422900"/>
          <p14:tracePt t="68849" x="3975100" y="5480050"/>
          <p14:tracePt t="68865" x="3479800" y="5556250"/>
          <p14:tracePt t="68882" x="3289300" y="5568950"/>
          <p14:tracePt t="68898" x="3067050" y="5594350"/>
          <p14:tracePt t="68914" x="2489200" y="5626100"/>
          <p14:tracePt t="68931" x="2197100" y="5645150"/>
          <p14:tracePt t="68948" x="2006600" y="5657850"/>
          <p14:tracePt t="68965" x="1924050" y="5676900"/>
          <p14:tracePt t="68982" x="1873250" y="5695950"/>
          <p14:tracePt t="68998" x="1758950" y="5721350"/>
          <p14:tracePt t="69014" x="1739900" y="5727700"/>
          <p14:tracePt t="69031" x="1689100" y="5740400"/>
          <p14:tracePt t="69047" x="1657350" y="5746750"/>
          <p14:tracePt t="69064" x="1606550" y="5759450"/>
          <p14:tracePt t="69082" x="1581150" y="5772150"/>
          <p14:tracePt t="69097" x="1568450" y="5778500"/>
          <p14:tracePt t="69114" x="1543050" y="5784850"/>
          <p14:tracePt t="69131" x="1517650" y="5803900"/>
          <p14:tracePt t="69147" x="1485900" y="5816600"/>
          <p14:tracePt t="69164" x="1403350" y="5829300"/>
          <p14:tracePt t="69181" x="1320800" y="5854700"/>
          <p14:tracePt t="69197" x="1282700" y="5867400"/>
          <p14:tracePt t="69214" x="1212850" y="5873750"/>
          <p14:tracePt t="69230" x="1155700" y="5880100"/>
          <p14:tracePt t="69247" x="1136650" y="5886450"/>
          <p14:tracePt t="69264" x="1104900" y="5886450"/>
          <p14:tracePt t="69280" x="1060450" y="5886450"/>
          <p14:tracePt t="69297" x="1047750" y="5886450"/>
          <p14:tracePt t="69313" x="1035050" y="5886450"/>
          <p14:tracePt t="69330" x="1028700" y="5886450"/>
          <p14:tracePt t="69382" x="1022350" y="5886450"/>
          <p14:tracePt t="69460" x="1022350" y="5880100"/>
          <p14:tracePt t="69530" x="1028700" y="5880100"/>
          <p14:tracePt t="69544" x="1035050" y="5880100"/>
          <p14:tracePt t="69551" x="1035050" y="5873750"/>
          <p14:tracePt t="69562" x="1041400" y="5873750"/>
          <p14:tracePt t="69579" x="1066800" y="5861050"/>
          <p14:tracePt t="69595" x="1085850" y="5861050"/>
          <p14:tracePt t="69612" x="1117600" y="5842000"/>
          <p14:tracePt t="69629" x="1276350" y="5816600"/>
          <p14:tracePt t="69645" x="1358900" y="5810250"/>
          <p14:tracePt t="69663" x="1435100" y="5797550"/>
          <p14:tracePt t="69678" x="1612900" y="5791200"/>
          <p14:tracePt t="69695" x="1803400" y="5778500"/>
          <p14:tracePt t="69699" x="1879600" y="5778500"/>
          <p14:tracePt t="69715" x="1968500" y="5784850"/>
          <p14:tracePt t="69728" x="2044700" y="5791200"/>
          <p14:tracePt t="69745" x="2165350" y="5810250"/>
          <p14:tracePt t="69762" x="2235200" y="5822950"/>
          <p14:tracePt t="69778" x="2260600" y="5822950"/>
          <p14:tracePt t="69795" x="2292350" y="5835650"/>
          <p14:tracePt t="69812" x="2311400" y="5835650"/>
          <p14:tracePt t="69828" x="2317750" y="5835650"/>
          <p14:tracePt t="69845" x="2324100" y="5835650"/>
          <p14:tracePt t="69861" x="2330450" y="5835650"/>
          <p14:tracePt t="69902" x="2336800" y="5835650"/>
          <p14:tracePt t="69972" x="2324100" y="5835650"/>
          <p14:tracePt t="69993" x="2317750" y="5842000"/>
          <p14:tracePt t="70480" x="2317750" y="5848350"/>
          <p14:tracePt t="70494" x="2317750" y="5854700"/>
          <p14:tracePt t="70501" x="2317750" y="5867400"/>
          <p14:tracePt t="70515" x="2317750" y="5873750"/>
          <p14:tracePt t="70525" x="2317750" y="5880100"/>
          <p14:tracePt t="70543" x="2311400" y="5899150"/>
          <p14:tracePt t="70559" x="2305050" y="5905500"/>
          <p14:tracePt t="70575" x="2305050" y="5924550"/>
          <p14:tracePt t="70593" x="2305050" y="5937250"/>
          <p14:tracePt t="70761" x="2311400" y="5937250"/>
          <p14:tracePt t="70803" x="2317750" y="5937250"/>
          <p14:tracePt t="70887" x="2317750" y="5930900"/>
          <p14:tracePt t="70916" x="2324100" y="5924550"/>
          <p14:tracePt t="70957" x="2330450" y="5911850"/>
          <p14:tracePt t="70986" x="2336800" y="5905500"/>
          <p14:tracePt t="70992" x="2336800" y="5899150"/>
          <p14:tracePt t="71014" x="2343150" y="5899150"/>
          <p14:tracePt t="71035" x="2343150" y="5892800"/>
          <p14:tracePt t="71042" x="2349500" y="5886450"/>
          <p14:tracePt t="71063" x="2349500" y="5880100"/>
          <p14:tracePt t="71105" x="2349500" y="5873750"/>
          <p14:tracePt t="71111" x="2355850" y="5867400"/>
          <p14:tracePt t="71133" x="2355850" y="5861050"/>
          <p14:tracePt t="71154" x="2362200" y="5861050"/>
          <p14:tracePt t="71196" x="2368550" y="5854700"/>
          <p14:tracePt t="71252" x="2374900" y="5848350"/>
          <p14:tracePt t="71274" x="2381250" y="5842000"/>
          <p14:tracePt t="71316" x="2381250" y="5835650"/>
          <p14:tracePt t="71323" x="2381250" y="5829300"/>
          <p14:tracePt t="71358" x="2387600" y="5822950"/>
          <p14:tracePt t="71428" x="2387600" y="5816600"/>
          <p14:tracePt t="71449" x="2387600" y="5810250"/>
          <p14:tracePt t="71462" x="2393950" y="5803900"/>
          <p14:tracePt t="71498" x="2393950" y="5797550"/>
          <p14:tracePt t="71533" x="2393950" y="5791200"/>
          <p14:tracePt t="71596" x="2393950" y="5784850"/>
          <p14:tracePt t="71765" x="2393950" y="5778500"/>
          <p14:tracePt t="71786" x="2400300" y="5778500"/>
          <p14:tracePt t="71814" x="2400300" y="5772150"/>
          <p14:tracePt t="71856" x="2400300" y="5765800"/>
          <p14:tracePt t="71898" x="2406650" y="5759450"/>
          <p14:tracePt t="71940" x="2406650" y="5753100"/>
          <p14:tracePt t="71997" x="2406650" y="5746750"/>
          <p14:tracePt t="72018" x="2406650" y="5740400"/>
          <p14:tracePt t="72025" x="2413000" y="5734050"/>
          <p14:tracePt t="72046" x="2413000" y="5727700"/>
          <p14:tracePt t="72067" x="2413000" y="5721350"/>
          <p14:tracePt t="72089" x="2413000" y="5715000"/>
          <p14:tracePt t="72109" x="2413000" y="5708650"/>
          <p14:tracePt t="74628" x="2413000" y="5702300"/>
          <p14:tracePt t="74635" x="2406650" y="5695950"/>
          <p14:tracePt t="74644" x="2406650" y="5689600"/>
          <p14:tracePt t="74661" x="2393950" y="5683250"/>
          <p14:tracePt t="74678" x="2368550" y="5670550"/>
          <p14:tracePt t="74695" x="2355850" y="5657850"/>
          <p14:tracePt t="74712" x="2305050" y="5632450"/>
          <p14:tracePt t="74728" x="2286000" y="5613400"/>
          <p14:tracePt t="74744" x="2254250" y="5607050"/>
          <p14:tracePt t="74761" x="2203450" y="5594350"/>
          <p14:tracePt t="74778" x="2159000" y="5581650"/>
          <p14:tracePt t="74794" x="2146300" y="5581650"/>
          <p14:tracePt t="74798" x="2133600" y="5581650"/>
          <p14:tracePt t="74811" x="2120900" y="5588000"/>
          <p14:tracePt t="74827" x="2101850" y="5600700"/>
          <p14:tracePt t="74845" x="2082800" y="5607050"/>
          <p14:tracePt t="74877" x="2070100" y="5613400"/>
          <p14:tracePt t="74895" x="2070100" y="5626100"/>
          <p14:tracePt t="74927" x="2063750" y="5638800"/>
          <p14:tracePt t="74944" x="2063750" y="5651500"/>
          <p14:tracePt t="75000" x="2063750" y="5657850"/>
          <p14:tracePt t="75119" x="2063750" y="5651500"/>
          <p14:tracePt t="75133" x="2063750" y="5645150"/>
          <p14:tracePt t="75140" x="2063750" y="5632450"/>
          <p14:tracePt t="75154" x="2063750" y="5613400"/>
          <p14:tracePt t="75168" x="2070100" y="5588000"/>
          <p14:tracePt t="75177" x="2070100" y="5562600"/>
          <p14:tracePt t="75193" x="2070100" y="5524500"/>
          <p14:tracePt t="75211" x="2082800" y="5410200"/>
          <p14:tracePt t="75226" x="2082800" y="5340350"/>
          <p14:tracePt t="75243" x="2082800" y="5276850"/>
          <p14:tracePt t="75260" x="2082800" y="5086350"/>
          <p14:tracePt t="75276" x="2076450" y="4997450"/>
          <p14:tracePt t="75293" x="2070100" y="4781550"/>
          <p14:tracePt t="75310" x="2057400" y="4692650"/>
          <p14:tracePt t="75326" x="2044700" y="4578350"/>
          <p14:tracePt t="75343" x="2025650" y="4375150"/>
          <p14:tracePt t="75359" x="2006600" y="4279900"/>
          <p14:tracePt t="75376" x="1987550" y="4114800"/>
          <p14:tracePt t="75393" x="1968500" y="3994150"/>
          <p14:tracePt t="75409" x="1955800" y="3943350"/>
          <p14:tracePt t="75427" x="1955800" y="3924300"/>
          <p14:tracePt t="75458" x="1955800" y="3937000"/>
          <p14:tracePt t="75475" x="1955800" y="3943350"/>
          <p14:tracePt t="75492" x="1962150" y="3943350"/>
          <p14:tracePt t="75509" x="1962150" y="3949700"/>
          <p14:tracePt t="75817" x="1968500" y="3937000"/>
          <p14:tracePt t="75831" x="1968500" y="3917950"/>
          <p14:tracePt t="75838" x="1974850" y="3898900"/>
          <p14:tracePt t="75845" x="1981200" y="3886200"/>
          <p14:tracePt t="75861" x="1981200" y="3867150"/>
          <p14:tracePt t="75874" x="1987550" y="3848100"/>
          <p14:tracePt t="75890" x="2000250" y="3797300"/>
          <p14:tracePt t="75908" x="2006600" y="3733800"/>
          <p14:tracePt t="75924" x="2006600" y="3663950"/>
          <p14:tracePt t="75941" x="2006600" y="3562350"/>
          <p14:tracePt t="75958" x="2006600" y="3486150"/>
          <p14:tracePt t="75973" x="2006600" y="3454400"/>
          <p14:tracePt t="75990" x="2006600" y="3416300"/>
          <p14:tracePt t="76007" x="1993900" y="3397250"/>
          <p14:tracePt t="76043" x="1987550" y="3397250"/>
          <p14:tracePt t="76057" x="1981200" y="3422650"/>
          <p14:tracePt t="76091" x="1981200" y="3454400"/>
          <p14:tracePt t="76106" x="1981200" y="3460750"/>
          <p14:tracePt t="76123" x="1981200" y="3486150"/>
          <p14:tracePt t="76140" x="1974850" y="3505200"/>
          <p14:tracePt t="76157" x="1974850" y="3517900"/>
          <p14:tracePt t="76173" x="1974850" y="3536950"/>
          <p14:tracePt t="76190" x="1955800" y="3556000"/>
          <p14:tracePt t="76206" x="1936750" y="3581400"/>
          <p14:tracePt t="76223" x="1924050" y="3600450"/>
          <p14:tracePt t="76239" x="1879600" y="3619500"/>
          <p14:tracePt t="76256" x="1866900" y="3632200"/>
          <p14:tracePt t="76273" x="1816100" y="3651250"/>
          <p14:tracePt t="76289" x="1771650" y="3676650"/>
          <p14:tracePt t="76306" x="1752600" y="3689350"/>
          <p14:tracePt t="76323" x="1720850" y="3702050"/>
          <p14:tracePt t="76339" x="1682750" y="3708400"/>
          <p14:tracePt t="76356" x="1670050" y="3708400"/>
          <p14:tracePt t="76372" x="1663700" y="3708400"/>
          <p14:tracePt t="76389" x="1657350" y="3708400"/>
          <p14:tracePt t="76406" x="1644650" y="3708400"/>
          <p14:tracePt t="76421" x="1638300" y="3708400"/>
          <p14:tracePt t="76439" x="1631950" y="3702050"/>
          <p14:tracePt t="76456" x="1631950" y="3695700"/>
          <p14:tracePt t="76472" x="1619250" y="3683000"/>
          <p14:tracePt t="76488" x="1612900" y="3676650"/>
          <p14:tracePt t="76505" x="1600200" y="3670300"/>
          <p14:tracePt t="76522" x="1593850" y="3663950"/>
          <p14:tracePt t="76538" x="1593850" y="3657600"/>
          <p14:tracePt t="76555" x="1581150" y="3644900"/>
          <p14:tracePt t="76572" x="1568450" y="3638550"/>
          <p14:tracePt t="76589" x="1549400" y="3625850"/>
          <p14:tracePt t="76621" x="1530350" y="3613150"/>
          <p14:tracePt t="76639" x="1504950" y="3606800"/>
          <p14:tracePt t="76655" x="1498600" y="3600450"/>
          <p14:tracePt t="76671" x="1485900" y="3594100"/>
          <p14:tracePt t="76688" x="1473200" y="3587750"/>
          <p14:tracePt t="76800" x="1473200" y="3581400"/>
          <p14:tracePt t="76822" x="1473200" y="3575050"/>
          <p14:tracePt t="76827" x="1479550" y="3575050"/>
          <p14:tracePt t="76842" x="1485900" y="3575050"/>
          <p14:tracePt t="76854" x="1498600" y="3575050"/>
          <p14:tracePt t="76871" x="1549400" y="3562350"/>
          <p14:tracePt t="76887" x="1574800" y="3549650"/>
          <p14:tracePt t="76904" x="1670050" y="3530600"/>
          <p14:tracePt t="76920" x="1765300" y="3530600"/>
          <p14:tracePt t="76937" x="1803400" y="3530600"/>
          <p14:tracePt t="76954" x="1854200" y="3524250"/>
          <p14:tracePt t="76970" x="1879600" y="3517900"/>
          <p14:tracePt t="76987" x="1885950" y="3517900"/>
          <p14:tracePt t="77020" x="1885950" y="3511550"/>
          <p14:tracePt t="77036" x="1879600" y="3511550"/>
          <p14:tracePt t="77053" x="1866900" y="3505200"/>
          <p14:tracePt t="77070" x="1860550" y="3505200"/>
          <p14:tracePt t="77087" x="1835150" y="3505200"/>
          <p14:tracePt t="77103" x="1803400" y="3498850"/>
          <p14:tracePt t="77120" x="1784350" y="3498850"/>
          <p14:tracePt t="77137" x="1733550" y="3498850"/>
          <p14:tracePt t="77153" x="1676400" y="3498850"/>
          <p14:tracePt t="77170" x="1651000" y="3505200"/>
          <p14:tracePt t="77186" x="1593850" y="3511550"/>
          <p14:tracePt t="77203" x="1530350" y="3517900"/>
          <p14:tracePt t="77219" x="1511300" y="3524250"/>
          <p14:tracePt t="77236" x="1479550" y="3530600"/>
          <p14:tracePt t="77252" x="1454150" y="3536950"/>
          <p14:tracePt t="77270" x="1441450" y="3543300"/>
          <p14:tracePt t="77320" x="1435100" y="3549650"/>
          <p14:tracePt t="77375" x="1435100" y="3556000"/>
          <p14:tracePt t="77431" x="1441450" y="3562350"/>
          <p14:tracePt t="77459" x="1447800" y="3562350"/>
          <p14:tracePt t="77481" x="1454150" y="3562350"/>
          <p14:tracePt t="77494" x="1460500" y="3562350"/>
          <p14:tracePt t="77504" x="1466850" y="3562350"/>
          <p14:tracePt t="77522" x="1473200" y="3562350"/>
          <p14:tracePt t="77534" x="1479550" y="3556000"/>
          <p14:tracePt t="77552" x="1498600" y="3549650"/>
          <p14:tracePt t="77568" x="1511300" y="3543300"/>
          <p14:tracePt t="77585" x="1536700" y="3536950"/>
          <p14:tracePt t="77601" x="1555750" y="3530600"/>
          <p14:tracePt t="77617" x="1562100" y="3524250"/>
          <p14:tracePt t="77635" x="1568450" y="3524250"/>
          <p14:tracePt t="77986" x="1562100" y="3524250"/>
          <p14:tracePt t="78035" x="1555750" y="3517900"/>
          <p14:tracePt t="78063" x="1543050" y="3517900"/>
          <p14:tracePt t="78084" x="1536700" y="3517900"/>
          <p14:tracePt t="78091" x="1530350" y="3524250"/>
          <p14:tracePt t="78105" x="1524000" y="3524250"/>
          <p14:tracePt t="78116" x="1511300" y="3524250"/>
          <p14:tracePt t="78133" x="1473200" y="3536950"/>
          <p14:tracePt t="78149" x="1454150" y="3543300"/>
          <p14:tracePt t="78166" x="1409700" y="3556000"/>
          <p14:tracePt t="78183" x="1377950" y="3568700"/>
          <p14:tracePt t="78199" x="1358900" y="3581400"/>
          <p14:tracePt t="78217" x="1333500" y="3587750"/>
          <p14:tracePt t="78233" x="1320800" y="3587750"/>
          <p14:tracePt t="78249" x="1314450" y="3594100"/>
          <p14:tracePt t="78295" x="1320800" y="3594100"/>
          <p14:tracePt t="78323" x="1333500" y="3594100"/>
          <p14:tracePt t="78364" x="1339850" y="3594100"/>
          <p14:tracePt t="78372" x="1346200" y="3594100"/>
          <p14:tracePt t="78393" x="1352550" y="3594100"/>
          <p14:tracePt t="78407" x="1358900" y="3594100"/>
          <p14:tracePt t="78416" x="1365250" y="3594100"/>
          <p14:tracePt t="78431" x="1371600" y="3594100"/>
          <p14:tracePt t="78449" x="1403350" y="3594100"/>
          <p14:tracePt t="78465" x="1441450" y="3581400"/>
          <p14:tracePt t="78482" x="1466850" y="3568700"/>
          <p14:tracePt t="78499" x="1511300" y="3556000"/>
          <p14:tracePt t="78515" x="1562100" y="3549650"/>
          <p14:tracePt t="78531" x="1574800" y="3543300"/>
          <p14:tracePt t="78548" x="1600200" y="3543300"/>
          <p14:tracePt t="78564" x="1606550" y="3543300"/>
          <p14:tracePt t="78582" x="1619250" y="3543300"/>
          <p14:tracePt t="78653" x="1612900" y="3543300"/>
          <p14:tracePt t="78708" x="1606550" y="3549650"/>
          <p14:tracePt t="78716" x="1600200" y="3549650"/>
          <p14:tracePt t="78751" x="1593850" y="3549650"/>
          <p14:tracePt t="78772" x="1587500" y="3549650"/>
          <p14:tracePt t="79204" x="1587500" y="3556000"/>
          <p14:tracePt t="79218" x="1587500" y="3562350"/>
          <p14:tracePt t="79225" x="1587500" y="3568700"/>
          <p14:tracePt t="79239" x="1587500" y="3581400"/>
          <p14:tracePt t="79248" x="1593850" y="3594100"/>
          <p14:tracePt t="79262" x="1593850" y="3600450"/>
          <p14:tracePt t="79279" x="1600200" y="3625850"/>
          <p14:tracePt t="79296" x="1625600" y="3657600"/>
          <p14:tracePt t="79312" x="1631950" y="3689350"/>
          <p14:tracePt t="79329" x="1638300" y="3708400"/>
          <p14:tracePt t="79332" x="1651000" y="3740150"/>
          <p14:tracePt t="79345" x="1701800" y="3835400"/>
          <p14:tracePt t="79363" x="1727200" y="3905250"/>
          <p14:tracePt t="79380" x="1765300" y="3987800"/>
          <p14:tracePt t="79395" x="1847850" y="4171950"/>
          <p14:tracePt t="79412" x="1943100" y="4381500"/>
          <p14:tracePt t="79429" x="2070100" y="4629150"/>
          <p14:tracePt t="79445" x="2120900" y="4730750"/>
          <p14:tracePt t="79462" x="2247900" y="4946650"/>
          <p14:tracePt t="79478" x="2349500" y="5111750"/>
          <p14:tracePt t="79495" x="2381250" y="5175250"/>
          <p14:tracePt t="79512" x="2457450" y="5302250"/>
          <p14:tracePt t="79528" x="2501900" y="5378450"/>
          <p14:tracePt t="79545" x="2514600" y="5391150"/>
          <p14:tracePt t="79562" x="2533650" y="5416550"/>
          <p14:tracePt t="79577" x="2552700" y="5435600"/>
          <p14:tracePt t="79594" x="2559050" y="5441950"/>
          <p14:tracePt t="79611" x="2565400" y="5448300"/>
          <p14:tracePt t="79628" x="2578100" y="5454650"/>
          <p14:tracePt t="79645" x="2584450" y="5454650"/>
          <p14:tracePt t="79661" x="2597150" y="5454650"/>
          <p14:tracePt t="79689" x="2609850" y="5454650"/>
          <p14:tracePt t="79697" x="2616200" y="5454650"/>
          <p14:tracePt t="79711" x="2622550" y="5461000"/>
          <p14:tracePt t="79727" x="2635250" y="5461000"/>
          <p14:tracePt t="79744" x="2654300" y="5473700"/>
          <p14:tracePt t="79761" x="2679700" y="5486400"/>
          <p14:tracePt t="79777" x="2686050" y="5499100"/>
          <p14:tracePt t="79794" x="2698750" y="5505450"/>
          <p14:tracePt t="79810" x="2717800" y="5505450"/>
          <p14:tracePt t="79827" x="2724150" y="5511800"/>
          <p14:tracePt t="79843" x="2730500" y="5518150"/>
          <p14:tracePt t="79860" x="2736850" y="5524500"/>
          <p14:tracePt t="79880" x="2736850" y="5530850"/>
          <p14:tracePt t="79920" x="2736850" y="5537200"/>
          <p14:tracePt t="79948" x="2730500" y="5543550"/>
          <p14:tracePt t="79969" x="2724150" y="5543550"/>
          <p14:tracePt t="79997" x="2711450" y="5549900"/>
          <p14:tracePt t="80018" x="2705100" y="5549900"/>
          <p14:tracePt t="80032" x="2705100" y="5556250"/>
          <p14:tracePt t="80046" x="2698750" y="5556250"/>
          <p14:tracePt t="80067" x="2692400" y="5562600"/>
          <p14:tracePt t="80089" x="2692400" y="5568950"/>
          <p14:tracePt t="80111" x="2686050" y="5575300"/>
          <p14:tracePt t="80116" x="2679700" y="5581650"/>
          <p14:tracePt t="80159" x="2679700" y="5588000"/>
          <p14:tracePt t="80180" x="2686050" y="5594350"/>
          <p14:tracePt t="80187" x="2692400" y="5594350"/>
          <p14:tracePt t="80201" x="2705100" y="5594350"/>
          <p14:tracePt t="80209" x="2724150" y="5600700"/>
          <p14:tracePt t="80225" x="2736850" y="5600700"/>
          <p14:tracePt t="80243" x="2800350" y="5600700"/>
          <p14:tracePt t="80259" x="2895600" y="5600700"/>
          <p14:tracePt t="80275" x="2946400" y="5600700"/>
          <p14:tracePt t="80292" x="3067050" y="5581650"/>
          <p14:tracePt t="80308" x="3130550" y="5581650"/>
          <p14:tracePt t="80325" x="3244850" y="5575300"/>
          <p14:tracePt t="80342" x="3340100" y="5562600"/>
          <p14:tracePt t="80358" x="3378200" y="5562600"/>
          <p14:tracePt t="80375" x="3422650" y="5562600"/>
          <p14:tracePt t="80392" x="3441700" y="5568950"/>
          <p14:tracePt t="80408" x="3448050" y="5575300"/>
          <p14:tracePt t="80425" x="3454400" y="5581650"/>
          <p14:tracePt t="80441" x="3454400" y="5588000"/>
          <p14:tracePt t="80475" x="3454400" y="5600700"/>
          <p14:tracePt t="80491" x="3454400" y="5607050"/>
          <p14:tracePt t="80531" x="3454400" y="5613400"/>
          <p14:tracePt t="80538" x="3454400" y="5619750"/>
          <p14:tracePt t="80573" x="3448050" y="5619750"/>
          <p14:tracePt t="80580" x="3441700" y="5619750"/>
          <p14:tracePt t="80609" x="3441700" y="5626100"/>
          <p14:tracePt t="80629" x="3435350" y="5632450"/>
          <p14:tracePt t="80643" x="3429000" y="5632450"/>
          <p14:tracePt t="80650" x="3422650" y="5638800"/>
          <p14:tracePt t="80671" x="3416300" y="5638800"/>
          <p14:tracePt t="80678" x="3416300" y="5645150"/>
          <p14:tracePt t="80693" x="3409950" y="5645150"/>
          <p14:tracePt t="80707" x="3397250" y="5651500"/>
          <p14:tracePt t="80723" x="3371850" y="5664200"/>
          <p14:tracePt t="80741" x="3327400" y="5689600"/>
          <p14:tracePt t="80757" x="3308350" y="5702300"/>
          <p14:tracePt t="80774" x="3263900" y="5715000"/>
          <p14:tracePt t="80791" x="3225800" y="5727700"/>
          <p14:tracePt t="80807" x="3206750" y="5746750"/>
          <p14:tracePt t="80823" x="3181350" y="5753100"/>
          <p14:tracePt t="80840" x="3155950" y="5759450"/>
          <p14:tracePt t="80873" x="3143250" y="5759450"/>
          <p14:tracePt t="80890" x="3124200" y="5759450"/>
          <p14:tracePt t="80906" x="3111500" y="5759450"/>
          <p14:tracePt t="80924" x="3105150" y="5759450"/>
          <p14:tracePt t="80940" x="3092450" y="5765800"/>
          <p14:tracePt t="80956" x="3086100" y="5765800"/>
          <p14:tracePt t="80973" x="3079750" y="5765800"/>
          <p14:tracePt t="80989" x="3073400" y="5765800"/>
          <p14:tracePt t="81064" x="3079750" y="5765800"/>
          <p14:tracePt t="81071" x="3086100" y="5765800"/>
          <p14:tracePt t="81085" x="3098800" y="5765800"/>
          <p14:tracePt t="81093" x="3111500" y="5765800"/>
          <p14:tracePt t="81106" x="3136900" y="5765800"/>
          <p14:tracePt t="81122" x="3219450" y="5746750"/>
          <p14:tracePt t="81139" x="3282950" y="5746750"/>
          <p14:tracePt t="81156" x="3448050" y="5734050"/>
          <p14:tracePt t="81172" x="3651250" y="5734050"/>
          <p14:tracePt t="81189" x="3765550" y="5734050"/>
          <p14:tracePt t="81206" x="4006850" y="5740400"/>
          <p14:tracePt t="81222" x="4108450" y="5740400"/>
          <p14:tracePt t="81239" x="4400550" y="5772150"/>
          <p14:tracePt t="81255" x="4483100" y="5778500"/>
          <p14:tracePt t="81272" x="4533900" y="5791200"/>
          <p14:tracePt t="81289" x="4616450" y="5797550"/>
          <p14:tracePt t="81305" x="4667250" y="5803900"/>
          <p14:tracePt t="81322" x="4679950" y="5803900"/>
          <p14:tracePt t="81338" x="4692650" y="5803900"/>
          <p14:tracePt t="81355" x="4711700" y="5803900"/>
          <p14:tracePt t="81388" x="4724400" y="5803900"/>
          <p14:tracePt t="81405" x="4737100" y="5803900"/>
          <p14:tracePt t="81423" x="4743450" y="5803900"/>
          <p14:tracePt t="81454" x="4749800" y="5803900"/>
          <p14:tracePt t="81556" x="4749800" y="5797550"/>
          <p14:tracePt t="81612" x="4749800" y="5791200"/>
          <p14:tracePt t="81647" x="4756150" y="5791200"/>
          <p14:tracePt t="81655" x="4756150" y="5784850"/>
          <p14:tracePt t="81661" x="4762500" y="5784850"/>
          <p14:tracePt t="81696" x="4768850" y="5778500"/>
          <p14:tracePt t="81773" x="4768850" y="577215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22229" cy="6858000"/>
          </a:xfrm>
        </p:spPr>
        <p:txBody>
          <a:bodyPr/>
          <a:lstStyle/>
          <a:p>
            <a:pPr marL="95250" indent="0" eaLnBrk="1">
              <a:lnSpc>
                <a:spcPct val="83000"/>
              </a:lnSpc>
              <a:spcBef>
                <a:spcPts val="1200"/>
              </a:spcBef>
              <a:spcAft>
                <a:spcPts val="120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GB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6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obj,name</a:t>
            </a:r>
            <a:r>
              <a:rPr lang="en-US" altLang="en-US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[,default]</a:t>
            </a:r>
            <a:r>
              <a:rPr lang="en-US" altLang="en-US" sz="3600" dirty="0">
                <a:solidFill>
                  <a:srgbClr val="006600"/>
                </a:solidFill>
                <a:latin typeface="Lucida Console" panose="020B0609040504020204" pitchFamily="49" charset="0"/>
              </a:rPr>
              <a:t>)-&gt;</a:t>
            </a:r>
            <a:r>
              <a:rPr lang="en-US" altLang="en-US" sz="3600" dirty="0" err="1" smtClean="0">
                <a:solidFill>
                  <a:srgbClr val="006600"/>
                </a:solidFill>
                <a:latin typeface="Lucida Console" panose="020B0609040504020204" pitchFamily="49" charset="0"/>
              </a:rPr>
              <a:t>val</a:t>
            </a:r>
            <a:endParaRPr lang="en-GB" altLang="en-US" sz="3600" dirty="0" smtClean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quivalent </a:t>
            </a:r>
            <a:r>
              <a:rPr lang="en-US" altLang="en-US" sz="3200" dirty="0">
                <a:solidFill>
                  <a:schemeClr val="tx1"/>
                </a:solidFill>
              </a:rPr>
              <a:t>to obj.name,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i="1" dirty="0" smtClean="0">
                <a:solidFill>
                  <a:schemeClr val="tx1"/>
                </a:solidFill>
              </a:rPr>
              <a:t>except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when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 smtClean="0">
                <a:solidFill>
                  <a:schemeClr val="tx1"/>
                </a:solidFill>
              </a:rPr>
              <a:t>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attribute doesn’t exist. In that case, you can avoid raising the exception by providing a default argument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GB" altLang="en-US" sz="28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60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=[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1,3,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,1,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g.count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g.count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g.cnt</a:t>
            </a:r>
            <a:endParaRPr lang="en-US" altLang="en-US" sz="2400" b="1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: 'list' object has</a:t>
            </a:r>
            <a:r>
              <a:rPr lang="en-US" altLang="en-US" sz="2400" dirty="0">
                <a:solidFill>
                  <a:srgbClr val="C0A1A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no attribute '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built-in method count</a:t>
            </a: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of list object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at</a:t>
            </a:r>
            <a:r>
              <a:rPr lang="en-US" altLang="en-US" sz="18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0x6ffffbd0588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r>
              <a:rPr lang="en-US" altLang="en-US" sz="2400" dirty="0" smtClean="0">
                <a:solidFill>
                  <a:srgbClr val="00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5</a:t>
            </a:r>
          </a:p>
          <a:p>
            <a:pPr marL="95250" indent="0" eaLnBrk="1">
              <a:lnSpc>
                <a:spcPct val="68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(g,"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,None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,"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400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lvl="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AttributeError</a:t>
            </a:r>
            <a:r>
              <a:rPr lang="en-US" altLang="en-US" sz="2400" dirty="0">
                <a:solidFill>
                  <a:srgbClr val="FFD6EA"/>
                </a:solidFill>
                <a:latin typeface="Lucida Console" panose="020B0609040504020204" pitchFamily="49" charset="0"/>
              </a:rPr>
              <a:t>: 'list' object has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no attribute '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cnt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'</a:t>
            </a:r>
          </a:p>
          <a:p>
            <a:pPr marL="95250" lvl="0" indent="0" eaLnBrk="1">
              <a:lnSpc>
                <a:spcPct val="83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2400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86984"/>
      </p:ext>
    </p:extLst>
  </p:cSld>
  <p:clrMapOvr>
    <a:masterClrMapping/>
  </p:clrMapOvr>
  <p:transition spd="med" advTm="67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276" x="5207000" y="2609850"/>
          <p14:tracePt t="2309" x="4584700" y="1835150"/>
          <p14:tracePt t="2343" x="3721100" y="800100"/>
          <p14:tracePt t="2361" x="3422650" y="444500"/>
          <p14:tracePt t="2393" x="3022600" y="57150"/>
          <p14:tracePt t="2425" x="2908300" y="0"/>
          <p14:tracePt t="2459" x="2787650" y="12700"/>
          <p14:tracePt t="2492" x="2571750" y="203200"/>
          <p14:tracePt t="2526" x="2362200" y="889000"/>
          <p14:tracePt t="2558" x="2260600" y="2000250"/>
          <p14:tracePt t="2593" x="2292350" y="3587750"/>
          <p14:tracePt t="2625" x="2368550" y="4464050"/>
          <p14:tracePt t="2658" x="2438400" y="5124450"/>
          <p14:tracePt t="2676" x="2508250" y="5429250"/>
          <p14:tracePt t="2708" x="2641600" y="5810250"/>
          <p14:tracePt t="2741" x="2730500" y="5949950"/>
          <p14:tracePt t="2775" x="2870200" y="6089650"/>
          <p14:tracePt t="2807" x="3067050" y="6178550"/>
          <p14:tracePt t="2841" x="3384550" y="6235700"/>
          <p14:tracePt t="2859" x="3511550" y="6248400"/>
          <p14:tracePt t="2891" x="4032250" y="6197600"/>
          <p14:tracePt t="2928" x="4381500" y="6026150"/>
          <p14:tracePt t="2959" x="4635500" y="5702300"/>
          <p14:tracePt t="2990" x="4832350" y="4933950"/>
          <p14:tracePt t="3027" x="4819650" y="3651250"/>
          <p14:tracePt t="3059" x="4699000" y="2825750"/>
          <p14:tracePt t="3076" x="4667250" y="2673350"/>
          <p14:tracePt t="3107" x="4514850" y="2311400"/>
          <p14:tracePt t="3143" x="4197350" y="1847850"/>
          <p14:tracePt t="3175" x="3924300" y="1619250"/>
          <p14:tracePt t="3206" x="3644900" y="1504950"/>
          <p14:tracePt t="3243" x="3263900" y="1517650"/>
          <p14:tracePt t="3275" x="2990850" y="1695450"/>
          <p14:tracePt t="3306" x="2800350" y="2000250"/>
          <p14:tracePt t="3343" x="2895600" y="2965450"/>
          <p14:tracePt t="3375" x="3359150" y="3987800"/>
          <p14:tracePt t="3405" x="4019550" y="4921250"/>
          <p14:tracePt t="3443" x="4914900" y="5746750"/>
          <p14:tracePt t="3474" x="6172200" y="6286500"/>
          <p14:tracePt t="3505" x="6927850" y="6375400"/>
          <p14:tracePt t="3542" x="7562850" y="6311900"/>
          <p14:tracePt t="3574" x="8178800" y="6184900"/>
          <p14:tracePt t="3592" x="8362950" y="6089650"/>
          <p14:tracePt t="3607" x="8445500" y="6038850"/>
          <p14:tracePt t="3641" x="8693150" y="5791200"/>
          <p14:tracePt t="3673" x="8756650" y="5708650"/>
          <p14:tracePt t="3705" x="8839200" y="5568950"/>
          <p14:tracePt t="3727" x="8870950" y="5499100"/>
          <p14:tracePt t="3760" x="8915400" y="5429250"/>
          <p14:tracePt t="3789" x="8934450" y="5397500"/>
          <p14:tracePt t="3837" x="8953500" y="534035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4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921481" y="650529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20481" y="650529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7154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5977"/>
    </mc:Choice>
    <mc:Fallback>
      <p:transition advTm="15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251" x="8832850" y="5340350"/>
          <p14:tracePt t="4284" x="8661400" y="5422900"/>
          <p14:tracePt t="4300" x="8509000" y="5530850"/>
          <p14:tracePt t="4317" x="8426450" y="5613400"/>
          <p14:tracePt t="4323" x="8369300" y="5670550"/>
          <p14:tracePt t="4371" x="8210550" y="5937250"/>
          <p14:tracePt t="4417" x="8102600" y="6324600"/>
          <p14:tracePt t="4450" x="8077200" y="6445250"/>
          <p14:tracePt t="4483" x="8058150" y="6534150"/>
          <p14:tracePt t="4500" x="8058150" y="6559550"/>
          <p14:tracePt t="4517" x="8032750" y="6616700"/>
          <p14:tracePt t="4533" x="8001000" y="6680200"/>
          <p14:tracePt t="4549" x="7988300" y="6705600"/>
          <p14:tracePt t="4599" x="7937500" y="6743700"/>
          <p14:tracePt t="4616" x="7905750" y="6743700"/>
          <p14:tracePt t="4632" x="7886700" y="6737350"/>
          <p14:tracePt t="4670" x="7766050" y="6699250"/>
          <p14:tracePt t="4699" x="7664450" y="6661150"/>
          <p14:tracePt t="4732" x="7543800" y="6591300"/>
          <p14:tracePt t="4749" x="7454900" y="6546850"/>
          <p14:tracePt t="4799" x="7283450" y="6419850"/>
          <p14:tracePt t="4833" x="7219950" y="6369050"/>
          <p14:tracePt t="4848" x="7207250" y="6343650"/>
          <p14:tracePt t="4882" x="7162800" y="6292850"/>
          <p14:tracePt t="4915" x="7137400" y="6261100"/>
          <p14:tracePt t="4931" x="7131050" y="6235700"/>
          <p14:tracePt t="4965" x="7118350" y="6203950"/>
          <p14:tracePt t="4998" x="7112000" y="6191250"/>
          <p14:tracePt t="5033" x="7099300" y="6165850"/>
          <p14:tracePt t="5048" x="7092950" y="6153150"/>
          <p14:tracePt t="5099" x="7061200" y="6108700"/>
          <p14:tracePt t="5131" x="7023100" y="6051550"/>
          <p14:tracePt t="5164" x="6946900" y="5962650"/>
          <p14:tracePt t="5198" x="6851650" y="5905500"/>
          <p14:tracePt t="5230" x="6743700" y="5854700"/>
          <p14:tracePt t="5264" x="6604000" y="5803900"/>
          <p14:tracePt t="5297" x="6343650" y="5708650"/>
          <p14:tracePt t="5331" x="6096000" y="5638800"/>
          <p14:tracePt t="5363" x="5867400" y="5568950"/>
          <p14:tracePt t="5370" x="5791200" y="5562600"/>
          <p14:tracePt t="5414" x="5505450" y="5524500"/>
          <p14:tracePt t="5446" x="5314950" y="5499100"/>
          <p14:tracePt t="5497" x="5156200" y="5486400"/>
          <p14:tracePt t="5548" x="4870450" y="5473700"/>
          <p14:tracePt t="5579" x="4711700" y="5461000"/>
          <p14:tracePt t="5586" x="4648200" y="5454650"/>
          <p14:tracePt t="5630" x="4298950" y="5410200"/>
          <p14:tracePt t="5662" x="4032250" y="5391150"/>
          <p14:tracePt t="5669" x="3937000" y="5384800"/>
          <p14:tracePt t="5712" x="3454400" y="5410200"/>
          <p14:tracePt t="5746" x="2946400" y="5473700"/>
          <p14:tracePt t="5779" x="2571750" y="5537200"/>
          <p14:tracePt t="5785" x="2470150" y="5575300"/>
          <p14:tracePt t="5829" x="2286000" y="5626100"/>
          <p14:tracePt t="6260" x="1733550" y="5715000"/>
          <p14:tracePt t="6277" x="1479550" y="5740400"/>
          <p14:tracePt t="6284" x="1352550" y="5746750"/>
          <p14:tracePt t="6327" x="946150" y="5772150"/>
          <p14:tracePt t="6376" x="717550" y="5778500"/>
          <p14:tracePt t="6393" x="711200" y="5778500"/>
          <p14:tracePt t="6400" x="704850" y="5778500"/>
          <p14:tracePt t="6494" x="717550" y="5784850"/>
          <p14:tracePt t="6543" x="749300" y="5791200"/>
          <p14:tracePt t="6597" x="800100" y="5778500"/>
          <p14:tracePt t="6626" x="914400" y="5765800"/>
          <p14:tracePt t="6633" x="990600" y="5759450"/>
          <p14:tracePt t="6659" x="1346200" y="5746750"/>
          <p14:tracePt t="6677" x="1714500" y="5740400"/>
          <p14:tracePt t="6692" x="1949450" y="5721350"/>
          <p14:tracePt t="6709" x="2444750" y="5721350"/>
          <p14:tracePt t="6726" x="3067050" y="5721350"/>
          <p14:tracePt t="6779" x="4660900" y="5740400"/>
          <p14:tracePt t="6825" x="5257800" y="5746750"/>
          <p14:tracePt t="6832" x="5359400" y="5746750"/>
          <p14:tracePt t="6875" x="5518150" y="5772150"/>
          <p14:tracePt t="6908" x="5549900" y="5778500"/>
          <p14:tracePt t="6924" x="5556250" y="5784850"/>
          <p14:tracePt t="6941" x="5562600" y="5784850"/>
          <p14:tracePt t="6995" x="5568950" y="5784850"/>
          <p14:tracePt t="7042" x="5594350" y="5797550"/>
          <p14:tracePt t="7048" x="5607050" y="5803900"/>
          <p14:tracePt t="7095" x="5753100" y="5861050"/>
          <p14:tracePt t="7141" x="6115050" y="5981700"/>
          <p14:tracePt t="7148" x="6210300" y="6007100"/>
          <p14:tracePt t="7190" x="6502400" y="6127750"/>
          <p14:tracePt t="7224" x="6623050" y="6184900"/>
          <p14:tracePt t="7240" x="6667500" y="6210300"/>
          <p14:tracePt t="7257" x="6680200" y="6216650"/>
          <p14:tracePt t="7307" x="6692900" y="6229350"/>
          <p14:tracePt t="7423" x="6661150" y="6210300"/>
          <p14:tracePt t="7456" x="6642100" y="6191250"/>
          <p14:tracePt t="7506" x="6578600" y="6165850"/>
          <p14:tracePt t="7541" x="6299200" y="6064250"/>
          <p14:tracePt t="7556" x="6197600" y="6032500"/>
          <p14:tracePt t="7605" x="5480050" y="5842000"/>
          <p14:tracePt t="7639" x="4826000" y="5708650"/>
          <p14:tracePt t="7655" x="4673600" y="5670550"/>
          <p14:tracePt t="7688" x="4203700" y="5575300"/>
          <p14:tracePt t="7723" x="3892550" y="5543550"/>
          <p14:tracePt t="7755" x="3651250" y="5537200"/>
          <p14:tracePt t="7789" x="3409950" y="5549900"/>
          <p14:tracePt t="7822" x="3111500" y="5556250"/>
          <p14:tracePt t="7855" x="2990850" y="5556250"/>
          <p14:tracePt t="7888" x="2914650" y="5556250"/>
          <p14:tracePt t="7921" x="2876550" y="5556250"/>
          <p14:tracePt t="7954" x="2870200" y="5556250"/>
          <p14:tracePt t="8005" x="2863850" y="5556250"/>
          <p14:tracePt t="8105" x="2870200" y="5556250"/>
          <p14:tracePt t="8221" x="2889250" y="5556250"/>
          <p14:tracePt t="8254" x="2908300" y="5556250"/>
          <p14:tracePt t="8286" x="2914650" y="5556250"/>
          <p14:tracePt t="8320" x="2984500" y="5543550"/>
          <p14:tracePt t="8355" x="3175000" y="5518150"/>
          <p14:tracePt t="8360" x="3295650" y="5499100"/>
          <p14:tracePt t="8404" x="4025900" y="5372100"/>
          <p14:tracePt t="8437" x="4737100" y="5213350"/>
          <p14:tracePt t="8469" x="5270500" y="5029200"/>
          <p14:tracePt t="8474" x="5378450" y="4984750"/>
          <p14:tracePt t="8519" x="5594350" y="4876800"/>
          <p14:tracePt t="8552" x="5632450" y="4845050"/>
          <p14:tracePt t="8603" x="5632450" y="4838700"/>
          <p14:tracePt t="8653" x="5689600" y="4838700"/>
          <p14:tracePt t="11924" x="5435600" y="4946650"/>
          <p14:tracePt t="11931" x="5334000" y="4978400"/>
          <p14:tracePt t="11974" x="4914900" y="5137150"/>
          <p14:tracePt t="11981" x="4762500" y="5181600"/>
          <p14:tracePt t="12023" x="4076700" y="5454650"/>
          <p14:tracePt t="12030" x="3962400" y="5486400"/>
          <p14:tracePt t="12074" x="3606800" y="5638800"/>
          <p14:tracePt t="12090" x="3536950" y="5657850"/>
          <p14:tracePt t="12123" x="3346450" y="5683250"/>
          <p14:tracePt t="12174" x="3111500" y="5765800"/>
          <p14:tracePt t="12191" x="2965450" y="5803900"/>
          <p14:tracePt t="12206" x="2901950" y="5829300"/>
          <p14:tracePt t="12213" x="2844800" y="5861050"/>
          <p14:tracePt t="12256" x="2533650" y="5969000"/>
          <p14:tracePt t="12263" x="2444750" y="5988050"/>
          <p14:tracePt t="12306" x="2101850" y="6076950"/>
          <p14:tracePt t="12313" x="2038350" y="6089650"/>
          <p14:tracePt t="12356" x="1593850" y="6127750"/>
          <p14:tracePt t="12363" x="1479550" y="6127750"/>
          <p14:tracePt t="12406" x="1130300" y="6089650"/>
          <p14:tracePt t="12414" x="1060450" y="6070600"/>
          <p14:tracePt t="12456" x="908050" y="5994400"/>
          <p14:tracePt t="12462" x="895350" y="5988050"/>
          <p14:tracePt t="12510" x="895350" y="5962650"/>
          <p14:tracePt t="12538" x="952500" y="5962650"/>
          <p14:tracePt t="12546" x="990600" y="5962650"/>
          <p14:tracePt t="12593" x="1460500" y="5962650"/>
          <p14:tracePt t="12639" x="2203450" y="6000750"/>
          <p14:tracePt t="12689" x="3155950" y="6096000"/>
          <p14:tracePt t="12704" x="3721100" y="6178550"/>
          <p14:tracePt t="12721" x="4025900" y="6223000"/>
          <p14:tracePt t="12754" x="4870450" y="6254750"/>
          <p14:tracePt t="12808" x="5340350" y="6280150"/>
          <p14:tracePt t="12855" x="5473700" y="6299200"/>
          <p14:tracePt t="12871" x="5486400" y="6299200"/>
          <p14:tracePt t="12904" x="5492750" y="6292850"/>
          <p14:tracePt t="12954" x="5492750" y="6280150"/>
          <p14:tracePt t="12970" x="5492750" y="6273800"/>
          <p14:tracePt t="13054" x="5473700" y="6273800"/>
          <p14:tracePt t="13091" x="5473700" y="6261100"/>
          <p14:tracePt t="13503" x="6057900" y="6413500"/>
          <p14:tracePt t="13536" x="6775450" y="6527800"/>
          <p14:tracePt t="13568" x="7156450" y="6565900"/>
          <p14:tracePt t="13620" x="7524750" y="6572250"/>
          <p14:tracePt t="13669" x="7626350" y="6572250"/>
          <p14:tracePt t="13718" x="7632700" y="6572250"/>
          <p14:tracePt t="13784" x="7620000" y="6565900"/>
          <p14:tracePt t="13818" x="7613650" y="6565900"/>
          <p14:tracePt t="13850" x="7620000" y="656590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next(iterator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D25353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DBDB42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42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42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DB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DB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'property', </a:t>
            </a: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224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BC7C7C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BEBE64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BEBE64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BEBE64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DB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DBDBDB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BEBE64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DBDBDB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627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7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378"/>
    </mc:Choice>
    <mc:Fallback>
      <p:transition advTm="203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354" x="7448550" y="6553200"/>
          <p14:tracePt t="3371" x="7404100" y="6546850"/>
          <p14:tracePt t="3404" x="7118350" y="6521450"/>
          <p14:tracePt t="3438" x="6800850" y="6508750"/>
          <p14:tracePt t="3454" x="6584950" y="6477000"/>
          <p14:tracePt t="3470" x="6470650" y="6457950"/>
          <p14:tracePt t="3504" x="6032500" y="6381750"/>
          <p14:tracePt t="3537" x="5784850" y="6305550"/>
          <p14:tracePt t="3574" x="5588000" y="6267450"/>
          <p14:tracePt t="3621" x="5384800" y="6223000"/>
          <p14:tracePt t="3653" x="5327650" y="6216650"/>
          <p14:tracePt t="3670" x="5302250" y="6210300"/>
          <p14:tracePt t="3720" x="5257800" y="6203950"/>
          <p14:tracePt t="3754" x="5219700" y="6210300"/>
          <p14:tracePt t="3820" x="5187950" y="6223000"/>
          <p14:tracePt t="3852" x="5168900" y="6223000"/>
          <p14:tracePt t="3887" x="5149850" y="6223000"/>
          <p14:tracePt t="3919" x="5118100" y="6235700"/>
          <p14:tracePt t="3952" x="5105400" y="6242050"/>
          <p14:tracePt t="3986" x="5080000" y="6261100"/>
          <p14:tracePt t="4019" x="5048250" y="6273800"/>
          <p14:tracePt t="4052" x="4991100" y="6292850"/>
          <p14:tracePt t="4056" x="4972050" y="6305550"/>
          <p14:tracePt t="4102" x="4851400" y="6343650"/>
          <p14:tracePt t="4135" x="4749800" y="6369050"/>
          <p14:tracePt t="4168" x="4603750" y="6381750"/>
          <p14:tracePt t="4176" x="4559300" y="6381750"/>
          <p14:tracePt t="4219" x="4394200" y="6381750"/>
          <p14:tracePt t="4252" x="4191000" y="6381750"/>
          <p14:tracePt t="4284" x="3930650" y="6400800"/>
          <p14:tracePt t="4317" x="3625850" y="6400800"/>
          <p14:tracePt t="4351" x="3486150" y="6400800"/>
          <p14:tracePt t="4385" x="3384550" y="6400800"/>
          <p14:tracePt t="4418" x="3346450" y="6400800"/>
          <p14:tracePt t="4467" x="3327400" y="6413500"/>
          <p14:tracePt t="4518" x="3321050" y="6413500"/>
          <p14:tracePt t="4600" x="3314700" y="6426200"/>
          <p14:tracePt t="4683" x="3340100" y="6426200"/>
          <p14:tracePt t="4733" x="3479800" y="6400800"/>
          <p14:tracePt t="4766" x="3829050" y="6337300"/>
          <p14:tracePt t="4799" x="4870450" y="6184900"/>
          <p14:tracePt t="4806" x="5194300" y="6153150"/>
          <p14:tracePt t="4849" x="6292850" y="6051550"/>
          <p14:tracePt t="4884" x="6686550" y="6026150"/>
          <p14:tracePt t="4889" x="6775450" y="6026150"/>
          <p14:tracePt t="4933" x="6959600" y="6026150"/>
          <p14:tracePt t="4966" x="6997700" y="6032500"/>
          <p14:tracePt t="4998" x="7004050" y="6038850"/>
          <p14:tracePt t="5048" x="7004050" y="6051550"/>
          <p14:tracePt t="5081" x="7010400" y="6051550"/>
          <p14:tracePt t="5115" x="7029450" y="6057900"/>
          <p14:tracePt t="5122" x="7035800" y="6057900"/>
          <p14:tracePt t="5165" x="7048500" y="6070600"/>
          <p14:tracePt t="5171" x="7054850" y="6070600"/>
          <p14:tracePt t="5215" x="7067550" y="6076950"/>
          <p14:tracePt t="5264" x="7080250" y="6083300"/>
          <p14:tracePt t="5302" x="7092950" y="6096000"/>
          <p14:tracePt t="5347" x="7137400" y="6127750"/>
          <p14:tracePt t="5397" x="7226300" y="6191250"/>
          <p14:tracePt t="5414" x="7270750" y="6235700"/>
          <p14:tracePt t="5431" x="7334250" y="6267450"/>
          <p14:tracePt t="5437" x="7353300" y="6292850"/>
          <p14:tracePt t="5481" x="7461250" y="6369050"/>
          <p14:tracePt t="5497" x="7480300" y="6381750"/>
          <p14:tracePt t="5535" x="7537450" y="6413500"/>
          <p14:tracePt t="5564" x="7537450" y="6419850"/>
          <p14:tracePt t="5646" x="7543800" y="6413500"/>
          <p14:tracePt t="9068" x="7493000" y="6413500"/>
          <p14:tracePt t="9084" x="7480300" y="6413500"/>
          <p14:tracePt t="9134" x="7404100" y="6413500"/>
          <p14:tracePt t="9139" x="7378700" y="6426200"/>
          <p14:tracePt t="9185" x="7245350" y="6432550"/>
          <p14:tracePt t="9217" x="6997700" y="6432550"/>
          <p14:tracePt t="9251" x="6756400" y="6438900"/>
          <p14:tracePt t="9284" x="6515100" y="6445250"/>
          <p14:tracePt t="9317" x="6216650" y="6426200"/>
          <p14:tracePt t="9320" x="6115050" y="6426200"/>
          <p14:tracePt t="9350" x="5886450" y="6426200"/>
          <p14:tracePt t="9384" x="5734050" y="6419850"/>
          <p14:tracePt t="9417" x="5638800" y="6419850"/>
          <p14:tracePt t="9450" x="5530850" y="6413500"/>
          <p14:tracePt t="9504" x="5391150" y="6413500"/>
          <p14:tracePt t="9550" x="5245100" y="6413500"/>
          <p14:tracePt t="9602" x="4984750" y="6394450"/>
          <p14:tracePt t="9633" x="4902200" y="6381750"/>
          <p14:tracePt t="9666" x="4768850" y="6369050"/>
          <p14:tracePt t="9669" x="4718050" y="6369050"/>
          <p14:tracePt t="9700" x="4565650" y="6362700"/>
          <p14:tracePt t="9732" x="4451350" y="6343650"/>
          <p14:tracePt t="9765" x="4362450" y="6318250"/>
          <p14:tracePt t="9799" x="4260850" y="6261100"/>
          <p14:tracePt t="9849" x="4152900" y="6229350"/>
          <p14:tracePt t="9882" x="4083050" y="6223000"/>
          <p14:tracePt t="9889" x="4070350" y="6223000"/>
          <p14:tracePt t="9933" x="4000500" y="6223000"/>
          <p14:tracePt t="9965" x="3962400" y="6223000"/>
          <p14:tracePt t="9998" x="3937000" y="6223000"/>
          <p14:tracePt t="10031" x="3911600" y="6223000"/>
          <p14:tracePt t="10064" x="3892550" y="6216650"/>
          <p14:tracePt t="10098" x="3879850" y="6210300"/>
          <p14:tracePt t="10164" x="3867150" y="6203950"/>
          <p14:tracePt t="10231" x="3860800" y="6203950"/>
          <p14:tracePt t="10282" x="3854450" y="6203950"/>
          <p14:tracePt t="10396" x="3860800" y="6203950"/>
          <p14:tracePt t="10430" x="3873500" y="6210300"/>
          <p14:tracePt t="10480" x="3886200" y="6210300"/>
          <p14:tracePt t="10513" x="3892550" y="6210300"/>
          <p14:tracePt t="10546" x="3905250" y="6210300"/>
          <p14:tracePt t="10613" x="3924300" y="6210300"/>
          <p14:tracePt t="10662" x="3949700" y="6210300"/>
          <p14:tracePt t="10695" x="3968750" y="6210300"/>
          <p14:tracePt t="10729" x="4000500" y="6210300"/>
          <p14:tracePt t="10736" x="4019550" y="6210300"/>
          <p14:tracePt t="10780" x="4089400" y="6210300"/>
          <p14:tracePt t="10817" x="4108450" y="6210300"/>
          <p14:tracePt t="10845" x="4121150" y="6203950"/>
          <p14:tracePt t="10978" x="4102100" y="6203950"/>
          <p14:tracePt t="11015" x="4025900" y="6203950"/>
          <p14:tracePt t="11061" x="3797300" y="6159500"/>
          <p14:tracePt t="11110" x="3511550" y="6153150"/>
          <p14:tracePt t="11127" x="3473450" y="6153150"/>
          <p14:tracePt t="11145" x="3390900" y="6153150"/>
          <p14:tracePt t="11151" x="3365500" y="6153150"/>
          <p14:tracePt t="11194" x="3308350" y="6159500"/>
          <p14:tracePt t="11244" x="3295650" y="6178550"/>
          <p14:tracePt t="11315" x="3321050" y="6184900"/>
          <p14:tracePt t="11360" x="3397250" y="6184900"/>
          <p14:tracePt t="11376" x="3473450" y="6191250"/>
          <p14:tracePt t="11383" x="3524250" y="6191250"/>
          <p14:tracePt t="11427" x="3771900" y="6210300"/>
          <p14:tracePt t="11443" x="3835400" y="6210300"/>
          <p14:tracePt t="11476" x="4070350" y="6210300"/>
          <p14:tracePt t="11483" x="4121150" y="6203950"/>
          <p14:tracePt t="11531" x="4260850" y="6184900"/>
          <p14:tracePt t="11576" x="4311650" y="6178550"/>
          <p14:tracePt t="11594" x="4324350" y="6178550"/>
          <p14:tracePt t="11625" x="4343400" y="6178550"/>
          <p14:tracePt t="11675" x="4349750" y="6178550"/>
          <p14:tracePt t="11913" x="4337050" y="6178550"/>
          <p14:tracePt t="11959" x="4318000" y="6178550"/>
          <p14:tracePt t="11991" x="4292600" y="6178550"/>
          <p14:tracePt t="12025" x="4210050" y="6184900"/>
          <p14:tracePt t="12057" x="4127500" y="6184900"/>
          <p14:tracePt t="12091" x="4013200" y="6184900"/>
          <p14:tracePt t="12124" x="3975100" y="6184900"/>
          <p14:tracePt t="12174" x="3943350" y="6178550"/>
          <p14:tracePt t="12256" x="3962400" y="6178550"/>
          <p14:tracePt t="12290" x="3981450" y="6178550"/>
          <p14:tracePt t="12323" x="4019550" y="6172200"/>
          <p14:tracePt t="12357" x="4044950" y="6172200"/>
          <p14:tracePt t="12389" x="4121150" y="6165850"/>
          <p14:tracePt t="12423" x="4159250" y="6159500"/>
          <p14:tracePt t="12456" x="4191000" y="6153150"/>
          <p14:tracePt t="12507" x="4197350" y="6153150"/>
          <p14:tracePt t="12556" x="4203700" y="6153150"/>
          <p14:tracePt t="12656" x="4191000" y="6153150"/>
          <p14:tracePt t="12689" x="4171950" y="6153150"/>
          <p14:tracePt t="12722" x="4159250" y="6159500"/>
          <p14:tracePt t="12726" x="4152900" y="6165850"/>
          <p14:tracePt t="12773" x="4083050" y="6172200"/>
          <p14:tracePt t="12805" x="4019550" y="6172200"/>
          <p14:tracePt t="12838" x="3924300" y="6172200"/>
          <p14:tracePt t="12871" x="3879850" y="6172200"/>
          <p14:tracePt t="12904" x="3854450" y="6172200"/>
          <p14:tracePt t="12911" x="3848100" y="6165850"/>
          <p14:tracePt t="12956" x="3841750" y="6159500"/>
          <p14:tracePt t="13055" x="3854450" y="6159500"/>
          <p14:tracePt t="13089" x="3898900" y="6159500"/>
          <p14:tracePt t="13094" x="3917950" y="6165850"/>
          <p14:tracePt t="13138" x="4070350" y="6184900"/>
          <p14:tracePt t="13171" x="4191000" y="6197600"/>
          <p14:tracePt t="13203" x="4260850" y="6197600"/>
          <p14:tracePt t="13210" x="4279900" y="6197600"/>
          <p14:tracePt t="13253" x="4305300" y="6197600"/>
          <p14:tracePt t="13303" x="4318000" y="6203950"/>
          <p14:tracePt t="13453" x="4311650" y="6203950"/>
          <p14:tracePt t="14068" x="4013200" y="6223000"/>
          <p14:tracePt t="14121" x="3409950" y="6286500"/>
          <p14:tracePt t="14167" x="2876550" y="6330950"/>
          <p14:tracePt t="14183" x="2774950" y="6337300"/>
          <p14:tracePt t="14190" x="2673350" y="6337300"/>
          <p14:tracePt t="14233" x="2438400" y="6350000"/>
          <p14:tracePt t="14250" x="2362200" y="6343650"/>
          <p14:tracePt t="14266" x="2324100" y="6343650"/>
          <p14:tracePt t="14300" x="2171700" y="6324600"/>
          <p14:tracePt t="14334" x="2082800" y="6305550"/>
          <p14:tracePt t="14349" x="2051050" y="6299200"/>
          <p14:tracePt t="14366" x="2025650" y="6292850"/>
          <p14:tracePt t="14383" x="1987550" y="6286500"/>
          <p14:tracePt t="14399" x="1936750" y="6280150"/>
          <p14:tracePt t="14432" x="1885950" y="6267450"/>
          <p14:tracePt t="14466" x="1828800" y="6248400"/>
          <p14:tracePt t="14482" x="1790700" y="6248400"/>
          <p14:tracePt t="14499" x="1765300" y="6248400"/>
          <p14:tracePt t="14549" x="1651000" y="6235700"/>
          <p14:tracePt t="14599" x="1492250" y="6210300"/>
          <p14:tracePt t="14632" x="1377950" y="6178550"/>
          <p14:tracePt t="14682" x="1231900" y="6165850"/>
          <p14:tracePt t="14700" x="1181100" y="6153150"/>
          <p14:tracePt t="14731" x="1130300" y="6153150"/>
          <p14:tracePt t="14781" x="1047750" y="6146800"/>
          <p14:tracePt t="14798" x="1022350" y="6146800"/>
          <p14:tracePt t="14848" x="965200" y="6140450"/>
          <p14:tracePt t="14881" x="933450" y="6134100"/>
          <p14:tracePt t="14898" x="920750" y="6134100"/>
          <p14:tracePt t="14947" x="901700" y="6127750"/>
          <p14:tracePt t="14997" x="889000" y="6127750"/>
          <p14:tracePt t="15031" x="882650" y="6121400"/>
          <p14:tracePt t="15131" x="901700" y="6121400"/>
          <p14:tracePt t="15180" x="996950" y="6121400"/>
          <p14:tracePt t="15230" x="1403350" y="6108700"/>
          <p14:tracePt t="15234" x="1504950" y="6096000"/>
          <p14:tracePt t="15280" x="1854200" y="6102350"/>
          <p14:tracePt t="15313" x="2019300" y="6102350"/>
          <p14:tracePt t="15363" x="2089150" y="6108700"/>
          <p14:tracePt t="15395" x="2108200" y="6108700"/>
          <p14:tracePt t="15446" x="2108200" y="6121400"/>
          <p14:tracePt t="15679" x="2311400" y="6191250"/>
          <p14:tracePt t="15711" x="2647950" y="6292850"/>
          <p14:tracePt t="15718" x="2794000" y="6337300"/>
          <p14:tracePt t="15761" x="3467100" y="6565900"/>
          <p14:tracePt t="15811" x="3962400" y="6743700"/>
          <p14:tracePt t="15844" x="4140200" y="6769100"/>
          <p14:tracePt t="15895" x="4298950" y="6737350"/>
          <p14:tracePt t="15944" x="4470400" y="6686550"/>
          <p14:tracePt t="15994" x="4692650" y="6623050"/>
          <p14:tracePt t="16043" x="4857750" y="6546850"/>
          <p14:tracePt t="16077" x="4895850" y="6534150"/>
          <p14:tracePt t="16084" x="4902200" y="6534150"/>
          <p14:tracePt t="16145" x="4921250" y="6540500"/>
          <p14:tracePt t="16150" x="4927600" y="6540500"/>
          <p14:tracePt t="16193" x="4940300" y="6540500"/>
          <p14:tracePt t="17705" x="5524500" y="6432550"/>
          <p14:tracePt t="17738" x="5861050" y="6388100"/>
          <p14:tracePt t="17771" x="5988050" y="6350000"/>
          <p14:tracePt t="17805" x="6076950" y="6318250"/>
          <p14:tracePt t="17839" x="6083300" y="6305550"/>
          <p14:tracePt t="17871" x="6096000" y="6299200"/>
          <p14:tracePt t="17904" x="6115050" y="6299200"/>
          <p14:tracePt t="17988" x="6134100" y="6292850"/>
          <p14:tracePt t="18103" x="6134100" y="6280150"/>
          <p14:tracePt t="18136" x="6127750" y="6273800"/>
          <p14:tracePt t="18187" x="6121400" y="6261100"/>
          <p14:tracePt t="18220" x="6108700" y="6254750"/>
          <p14:tracePt t="18269" x="6096000" y="625475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spc="-94" dirty="0" smtClean="0">
                <a:solidFill>
                  <a:srgbClr val="B8CE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419600" y="2743200"/>
            <a:ext cx="3352800" cy="1600200"/>
          </a:xfrm>
          <a:prstGeom prst="wedgeRoundRectCallout">
            <a:avLst>
              <a:gd name="adj1" fmla="val 43306"/>
              <a:gd name="adj2" fmla="val 152450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This relates to setting</a:t>
            </a:r>
            <a:r>
              <a:rPr lang="en-US" sz="2800" dirty="0" smtClean="0">
                <a:solidFill>
                  <a:srgbClr val="2D2DB9"/>
                </a:solidFill>
                <a:latin typeface="Times New Roman" charset="0"/>
              </a:rPr>
              <a:t> 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and</a:t>
            </a:r>
            <a:r>
              <a:rPr lang="en-US" sz="2800" dirty="0" smtClean="0">
                <a:solidFill>
                  <a:srgbClr val="2D2DB9"/>
                </a:solidFill>
                <a:latin typeface="Times New Roman" charset="0"/>
              </a:rPr>
              <a:t> 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getting attributes, as we will now see…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98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375"/>
    </mc:Choice>
    <mc:Fallback>
      <p:transition advTm="11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2074" x="6356350" y="6254750"/>
          <p14:tracePt t="2080" x="6457950" y="6261100"/>
          <p14:tracePt t="2111" x="6800850" y="6273800"/>
          <p14:tracePt t="2140" x="7080250" y="6286500"/>
          <p14:tracePt t="2147" x="7181850" y="6286500"/>
          <p14:tracePt t="2190" x="7562850" y="6292850"/>
          <p14:tracePt t="2223" x="7772400" y="6280150"/>
          <p14:tracePt t="2240" x="7874000" y="6280150"/>
          <p14:tracePt t="2256" x="7918450" y="6280150"/>
          <p14:tracePt t="2289" x="7988300" y="6286500"/>
          <p14:tracePt t="2323" x="8013700" y="6286500"/>
          <p14:tracePt t="2339" x="8020050" y="6286500"/>
          <p14:tracePt t="2705" x="8007350" y="628015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Controlling Attribute Access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Instead of </a:t>
            </a:r>
            <a:r>
              <a:rPr lang="en-US" altLang="en-US" sz="3200" dirty="0">
                <a:solidFill>
                  <a:srgbClr val="FF0000"/>
                </a:solidFill>
              </a:rPr>
              <a:t>denying access</a:t>
            </a:r>
            <a:r>
              <a:rPr lang="en-US" altLang="en-US" sz="3200" dirty="0"/>
              <a:t> to an attribute, </a:t>
            </a:r>
            <a:r>
              <a:rPr lang="en-US" altLang="en-US" sz="3200" dirty="0" smtClean="0"/>
              <a:t>you can chose to </a:t>
            </a:r>
            <a:r>
              <a:rPr lang="en-US" altLang="en-US" sz="3200" dirty="0" smtClean="0">
                <a:solidFill>
                  <a:srgbClr val="00B0F0"/>
                </a:solidFill>
              </a:rPr>
              <a:t>limit </a:t>
            </a:r>
            <a:r>
              <a:rPr lang="en-US" altLang="en-US" sz="3200" dirty="0">
                <a:solidFill>
                  <a:srgbClr val="00B0F0"/>
                </a:solidFill>
              </a:rPr>
              <a:t>access</a:t>
            </a:r>
            <a:r>
              <a:rPr lang="en-US" altLang="en-US" sz="3200" dirty="0"/>
              <a:t> to </a:t>
            </a:r>
            <a:r>
              <a:rPr lang="en-US" altLang="en-US" sz="3200" dirty="0" smtClean="0"/>
              <a:t>it.</a:t>
            </a:r>
            <a:endParaRPr lang="en-US" altLang="en-US" sz="3200" dirty="0"/>
          </a:p>
          <a:p>
            <a:pPr lvl="1" eaLnBrk="1" hangingPunct="1"/>
            <a:r>
              <a:rPr lang="en-US" altLang="en-US" sz="3000" dirty="0" smtClean="0"/>
              <a:t>For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example,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you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might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allow</a:t>
            </a:r>
            <a:r>
              <a:rPr lang="en-US" altLang="en-US" sz="2800" dirty="0" smtClean="0"/>
              <a:t> </a:t>
            </a:r>
            <a:r>
              <a:rPr lang="en-US" altLang="en-US" sz="3000" dirty="0"/>
              <a:t>client</a:t>
            </a:r>
            <a:r>
              <a:rPr lang="en-US" altLang="en-US" sz="2800" dirty="0"/>
              <a:t> </a:t>
            </a:r>
            <a:r>
              <a:rPr lang="en-US" altLang="en-US" sz="3000" dirty="0"/>
              <a:t>code</a:t>
            </a:r>
            <a:r>
              <a:rPr lang="en-US" altLang="en-US" sz="2800" dirty="0"/>
              <a:t> </a:t>
            </a:r>
            <a:r>
              <a:rPr lang="en-US" altLang="en-US" sz="3000" dirty="0" smtClean="0"/>
              <a:t>to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be able to </a:t>
            </a:r>
            <a:r>
              <a:rPr lang="en-US" altLang="en-US" sz="3000" dirty="0"/>
              <a:t>read, but not </a:t>
            </a:r>
            <a:r>
              <a:rPr lang="en-US" altLang="en-US" sz="3000" dirty="0" smtClean="0"/>
              <a:t>to change, an attribute.</a:t>
            </a:r>
            <a:endParaRPr lang="en-US" altLang="en-US" sz="3000" dirty="0"/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Python lets you define specific programmable rules for any attribute.</a:t>
            </a:r>
          </a:p>
          <a:p>
            <a:pPr lvl="1" eaLnBrk="1" hangingPunct="1"/>
            <a:r>
              <a:rPr lang="en-US" altLang="en-US" sz="3000" dirty="0" smtClean="0">
                <a:solidFill>
                  <a:schemeClr val="accent2"/>
                </a:solidFill>
              </a:rPr>
              <a:t>This is done by programming methods for:</a:t>
            </a:r>
          </a:p>
          <a:p>
            <a:pPr lvl="2" eaLnBrk="1" hangingPunct="1"/>
            <a:r>
              <a:rPr lang="en-US" altLang="en-US" sz="2800" dirty="0">
                <a:solidFill>
                  <a:schemeClr val="accent2"/>
                </a:solidFill>
              </a:rPr>
              <a:t>Getting 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Setting </a:t>
            </a:r>
            <a:r>
              <a:rPr lang="en-US" altLang="en-US" sz="2800" dirty="0">
                <a:solidFill>
                  <a:schemeClr val="accent2"/>
                </a:solidFill>
              </a:rPr>
              <a:t>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Deleting an attribute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990600"/>
            <a:ext cx="8686800" cy="2133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</a:t>
              </a: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10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80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50"/>
    </mc:Choice>
    <mc:Fallback>
      <p:transition spd="slow" advTm="8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886" x="7791450" y="6127750"/>
          <p14:tracePt t="2920" x="7473950" y="5937250"/>
          <p14:tracePt t="2953" x="6858000" y="5607050"/>
          <p14:tracePt t="2986" x="6203950" y="5334000"/>
          <p14:tracePt t="3019" x="5403850" y="5016500"/>
          <p14:tracePt t="3053" x="4349750" y="4559300"/>
          <p14:tracePt t="3086" x="3733800" y="4260850"/>
          <p14:tracePt t="3123" x="3124200" y="4019550"/>
          <p14:tracePt t="3154" x="2927350" y="3911600"/>
          <p14:tracePt t="3186" x="2603500" y="3803650"/>
          <p14:tracePt t="3222" x="2419350" y="3765550"/>
          <p14:tracePt t="3254" x="2311400" y="3733800"/>
          <p14:tracePt t="3271" x="2298700" y="3727450"/>
          <p14:tracePt t="3291" x="2254250" y="3727450"/>
          <p14:tracePt t="3320" x="2209800" y="3708400"/>
          <p14:tracePt t="3352" x="2165350" y="3708400"/>
          <p14:tracePt t="3384" x="2120900" y="3714750"/>
          <p14:tracePt t="3422" x="2082800" y="3727450"/>
          <p14:tracePt t="3454" x="2019300" y="3810000"/>
          <p14:tracePt t="3485" x="2006600" y="3867150"/>
          <p14:tracePt t="3521" x="2006600" y="4171950"/>
          <p14:tracePt t="3553" x="2082800" y="4368800"/>
          <p14:tracePt t="3586" x="2292350" y="4800600"/>
          <p14:tracePt t="3622" x="2501900" y="5041900"/>
          <p14:tracePt t="3653" x="2724150" y="5226050"/>
          <p14:tracePt t="3684" x="3117850" y="5283200"/>
          <p14:tracePt t="3721" x="3536950" y="5048250"/>
          <p14:tracePt t="3753" x="4279900" y="3994150"/>
          <p14:tracePt t="3784" x="4451350" y="3232150"/>
          <p14:tracePt t="3806" x="4527550" y="1892300"/>
          <p14:tracePt t="3839" x="4400550" y="895350"/>
          <p14:tracePt t="3868" x="4260850" y="520700"/>
          <p14:tracePt t="3916" x="4152900" y="323850"/>
          <p14:tracePt t="3938" x="4140200" y="323850"/>
          <p14:tracePt t="3968" x="4057650" y="336550"/>
          <p14:tracePt t="3990" x="3924300" y="387350"/>
          <p14:tracePt t="4022" x="3632200" y="520700"/>
          <p14:tracePt t="4055" x="3117850" y="990600"/>
          <p14:tracePt t="4084" x="2857500" y="1422400"/>
          <p14:tracePt t="4132" x="2787650" y="2051050"/>
          <p14:tracePt t="4154" x="2851150" y="2616200"/>
          <p14:tracePt t="4184" x="2927350" y="2914650"/>
          <p14:tracePt t="4232" x="3181350" y="3594100"/>
          <p14:tracePt t="4254" x="3289300" y="3759200"/>
          <p14:tracePt t="4287" x="3435350" y="3943350"/>
          <p14:tracePt t="4317" x="3505200" y="4038600"/>
          <p14:tracePt t="4348" x="3568700" y="4076700"/>
          <p14:tracePt t="4370" x="3600450" y="4019550"/>
          <p14:tracePt t="4780" x="3524250" y="4184650"/>
          <p14:tracePt t="4813" x="3422650" y="4387850"/>
          <p14:tracePt t="4846" x="3270250" y="4711700"/>
          <p14:tracePt t="4880" x="3181350" y="4870450"/>
          <p14:tracePt t="4913" x="3143250" y="4953000"/>
          <p14:tracePt t="4946" x="3124200" y="4972050"/>
          <p14:tracePt t="4979" x="3124200" y="4978400"/>
          <p14:tracePt t="5029" x="3117850" y="4978400"/>
          <p14:tracePt t="5062" x="3105150" y="4978400"/>
          <p14:tracePt t="5096" x="3079750" y="4965700"/>
          <p14:tracePt t="5129" x="2978150" y="4953000"/>
          <p14:tracePt t="5162" x="2819400" y="4927600"/>
          <p14:tracePt t="5195" x="2540000" y="4870450"/>
          <p14:tracePt t="5228" x="2406650" y="4851400"/>
          <p14:tracePt t="5262" x="2355850" y="4851400"/>
          <p14:tracePt t="5295" x="2343150" y="4851400"/>
          <p14:tracePt t="5328" x="2349500" y="4870450"/>
          <p14:tracePt t="5361" x="2387600" y="4927600"/>
          <p14:tracePt t="5395" x="2463800" y="5035550"/>
          <p14:tracePt t="5428" x="2527300" y="5207000"/>
          <p14:tracePt t="5461" x="2527300" y="5302250"/>
          <p14:tracePt t="5494" x="2463800" y="5410200"/>
          <p14:tracePt t="5528" x="2343150" y="5568950"/>
          <p14:tracePt t="5561" x="2260600" y="5740400"/>
          <p14:tracePt t="5594" x="2190750" y="5892800"/>
          <p14:tracePt t="5612" x="2190750" y="5911850"/>
          <p14:tracePt t="5645" x="2184400" y="5949950"/>
          <p14:tracePt t="5677" x="2184400" y="5969000"/>
          <p14:tracePt t="5710" x="2197100" y="6000750"/>
          <p14:tracePt t="5744" x="2209800" y="6013450"/>
          <p14:tracePt t="5777" x="2247900" y="6038850"/>
          <p14:tracePt t="5795" x="2254250" y="6045200"/>
          <p14:tracePt t="5827" x="2324100" y="6102350"/>
          <p14:tracePt t="5860" x="2387600" y="6146800"/>
          <p14:tracePt t="5893" x="2578100" y="6178550"/>
          <p14:tracePt t="5926" x="2717800" y="6178550"/>
          <p14:tracePt t="5960" x="2819400" y="6165850"/>
          <p14:tracePt t="5992" x="2870200" y="6134100"/>
          <p14:tracePt t="6011" x="2882900" y="6108700"/>
          <p14:tracePt t="6042" x="2895600" y="6038850"/>
          <p14:tracePt t="6076" x="2895600" y="5956300"/>
          <p14:tracePt t="6112" x="2774950" y="5765800"/>
          <p14:tracePt t="6126" x="2730500" y="5702300"/>
          <p14:tracePt t="6159" x="2540000" y="5505450"/>
          <p14:tracePt t="6192" x="2482850" y="5454650"/>
          <p14:tracePt t="6229" x="2476500" y="5448300"/>
          <p14:tracePt t="6275" x="2514600" y="5473700"/>
          <p14:tracePt t="6313" x="2749550" y="5568950"/>
          <p14:tracePt t="6343" x="3111500" y="5683250"/>
          <p14:tracePt t="6375" x="3448050" y="5746750"/>
          <p14:tracePt t="6411" x="3702050" y="5746750"/>
          <p14:tracePt t="6443" x="3816350" y="5715000"/>
          <p14:tracePt t="6474" x="3937000" y="5670550"/>
          <p14:tracePt t="6496" x="4032250" y="5638800"/>
          <p14:tracePt t="6526" x="4191000" y="5562600"/>
          <p14:tracePt t="6557" x="4375150" y="5505450"/>
          <p14:tracePt t="6591" x="4552950" y="5473700"/>
          <p14:tracePt t="6627" x="4629150" y="5473700"/>
          <p14:tracePt t="6647" x="4718050" y="5473700"/>
          <p14:tracePt t="6690" x="4876800" y="5480050"/>
          <p14:tracePt t="6713" x="4965700" y="5486400"/>
          <p14:tracePt t="6742" x="5143500" y="5518150"/>
          <p14:tracePt t="6773" x="5353050" y="5556250"/>
          <p14:tracePt t="6823" x="5683250" y="5613400"/>
          <p14:tracePt t="6860" x="5772150" y="5619750"/>
          <p14:tracePt t="6891" x="5803900" y="5638800"/>
          <p14:tracePt t="6939" x="5816600" y="5645150"/>
          <p14:tracePt t="7587" x="6146800" y="5715000"/>
          <p14:tracePt t="7620" x="6457950" y="5778500"/>
          <p14:tracePt t="7653" x="6724650" y="5784850"/>
          <p14:tracePt t="7672" x="6775450" y="5784850"/>
          <p14:tracePt t="7692" x="6826250" y="5784850"/>
          <p14:tracePt t="7722" x="6908800" y="5765800"/>
          <p14:tracePt t="7753" x="6921500" y="575945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Get Methods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 smtClean="0">
                <a:latin typeface="Lucida Console" panose="020B0609040504020204" pitchFamily="49" charset="0"/>
              </a:rPr>
              <a:t>crit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</a:t>
            </a: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4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Programming a get method:</a:t>
            </a:r>
          </a:p>
          <a:p>
            <a:pPr lvl="1" indent="-396875" eaLnBrk="1" hangingPunct="1"/>
            <a:r>
              <a:rPr lang="en-US" altLang="en-US" sz="2600" dirty="0" smtClean="0"/>
              <a:t>This is a method to get </a:t>
            </a:r>
            <a:r>
              <a:rPr lang="en-US" altLang="en-US" sz="2600" dirty="0"/>
              <a:t>the value of </a:t>
            </a:r>
            <a:r>
              <a:rPr lang="en-US" altLang="en-US" sz="2600" dirty="0" smtClean="0"/>
              <a:t>a (typically private) attribute.</a:t>
            </a:r>
          </a:p>
          <a:p>
            <a:pPr lvl="1" indent="-396875" eaLnBrk="1" hangingPunct="1"/>
            <a:r>
              <a:rPr lang="en-US" altLang="en-US" sz="2600" dirty="0"/>
              <a:t>B</a:t>
            </a:r>
            <a:r>
              <a:rPr lang="en-US" altLang="en-US" sz="2600" dirty="0" smtClean="0"/>
              <a:t>y </a:t>
            </a:r>
            <a:r>
              <a:rPr lang="en-US" altLang="en-US" sz="2600" dirty="0"/>
              <a:t>convention, name starts with </a:t>
            </a:r>
            <a:r>
              <a:rPr lang="ja-JP" altLang="en-US" sz="2600" dirty="0"/>
              <a:t>“</a:t>
            </a:r>
            <a:r>
              <a:rPr lang="en-US" altLang="ja-JP" sz="2600" dirty="0">
                <a:solidFill>
                  <a:srgbClr val="00B0F0"/>
                </a:solidFill>
              </a:rPr>
              <a:t>get</a:t>
            </a:r>
            <a:r>
              <a:rPr lang="ja-JP" altLang="en-US" sz="2600" dirty="0" smtClean="0"/>
              <a:t>”</a:t>
            </a:r>
            <a:endParaRPr lang="en-US" altLang="ja-JP" sz="2600" dirty="0"/>
          </a:p>
          <a:p>
            <a:pPr lvl="1" indent="-396875" eaLnBrk="1" hangingPunct="1">
              <a:buClr>
                <a:schemeClr val="tx1"/>
              </a:buClr>
            </a:pPr>
            <a:r>
              <a:rPr lang="en-US" altLang="en-US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/>
              <a:t> provides indirect access to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600" dirty="0"/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</a:t>
              </a: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11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07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78"/>
    </mc:Choice>
    <mc:Fallback>
      <p:transition spd="slow" advTm="20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79" x="6559550" y="5480050"/>
          <p14:tracePt t="1515" x="6019800" y="5105400"/>
          <p14:tracePt t="1547" x="5607050" y="4819650"/>
          <p14:tracePt t="1582" x="5099050" y="4508500"/>
          <p14:tracePt t="1613" x="4552950" y="4216400"/>
          <p14:tracePt t="1645" x="4324350" y="4095750"/>
          <p14:tracePt t="1667" x="4121150" y="3968750"/>
          <p14:tracePt t="1700" x="3657600" y="3702050"/>
          <p14:tracePt t="1730" x="3378200" y="3505200"/>
          <p14:tracePt t="1777" x="2876550" y="3175000"/>
          <p14:tracePt t="1800" x="2711450" y="3041650"/>
          <p14:tracePt t="1829" x="2495550" y="2825750"/>
          <p14:tracePt t="1861" x="2311400" y="2679700"/>
          <p14:tracePt t="1883" x="2254250" y="2609850"/>
          <p14:tracePt t="1916" x="2216150" y="2565400"/>
          <p14:tracePt t="1945" x="2216150" y="2552700"/>
          <p14:tracePt t="1993" x="2216150" y="2533650"/>
          <p14:tracePt t="2015" x="2216150" y="2514600"/>
          <p14:tracePt t="2045" x="2216150" y="2501900"/>
          <p14:tracePt t="2077" x="2216150" y="2463800"/>
          <p14:tracePt t="2126" x="2209800" y="2406650"/>
          <p14:tracePt t="2176" x="2184400" y="2317750"/>
          <p14:tracePt t="2196" x="2171700" y="2279650"/>
          <p14:tracePt t="2231" x="2152650" y="2247900"/>
          <p14:tracePt t="2261" x="2139950" y="2228850"/>
          <p14:tracePt t="2293" x="2133600" y="2216150"/>
          <p14:tracePt t="2326" x="2127250" y="2209800"/>
          <p14:tracePt t="2348" x="2120900" y="2209800"/>
          <p14:tracePt t="2392" x="2114550" y="2197100"/>
          <p14:tracePt t="2426" x="2101850" y="2190750"/>
          <p14:tracePt t="2444" x="2095500" y="2184400"/>
          <p14:tracePt t="2475" x="2089150" y="2165350"/>
          <p14:tracePt t="2508" x="2089150" y="2159000"/>
          <p14:tracePt t="2541" x="2082800" y="2146300"/>
          <p14:tracePt t="2575" x="2076450" y="2146300"/>
          <p14:tracePt t="2608" x="2063750" y="2146300"/>
          <p14:tracePt t="2658" x="2057400" y="2159000"/>
          <p14:tracePt t="2692" x="2057400" y="2165350"/>
          <p14:tracePt t="2724" x="2057400" y="2171700"/>
          <p14:tracePt t="2757" x="2057400" y="2178050"/>
          <p14:tracePt t="2807" x="2038350" y="2190750"/>
          <p14:tracePt t="2841" x="1987550" y="2209800"/>
          <p14:tracePt t="2873" x="1873250" y="2241550"/>
          <p14:tracePt t="2907" x="1733550" y="2279650"/>
          <p14:tracePt t="2940" x="1638300" y="2298700"/>
          <p14:tracePt t="2974" x="1606550" y="2305050"/>
          <p14:tracePt t="3007" x="1606550" y="2317750"/>
          <p14:tracePt t="3040" x="1612900" y="2324100"/>
          <p14:tracePt t="3073" x="1631950" y="2324100"/>
          <p14:tracePt t="3106" x="1663700" y="2330450"/>
          <p14:tracePt t="3139" x="1695450" y="2336800"/>
          <p14:tracePt t="3173" x="1784350" y="2343150"/>
          <p14:tracePt t="3206" x="1905000" y="2362200"/>
          <p14:tracePt t="3241" x="2038350" y="2387600"/>
          <p14:tracePt t="3272" x="2095500" y="2400300"/>
          <p14:tracePt t="3306" x="2108200" y="2400300"/>
          <p14:tracePt t="3405" x="2095500" y="2400300"/>
          <p14:tracePt t="3438" x="2082800" y="2400300"/>
          <p14:tracePt t="3472" x="2076450" y="2400300"/>
          <p14:tracePt t="3505" x="2070100" y="2400300"/>
          <p14:tracePt t="3539" x="2051050" y="2406650"/>
          <p14:tracePt t="3575" x="2000250" y="2432050"/>
          <p14:tracePt t="3606" x="1949450" y="2457450"/>
          <p14:tracePt t="3638" x="1885950" y="2476500"/>
          <p14:tracePt t="3674" x="1841500" y="2489200"/>
          <p14:tracePt t="3706" x="1828800" y="2489200"/>
          <p14:tracePt t="3738" x="1822450" y="2489200"/>
          <p14:tracePt t="3804" x="1822450" y="2482850"/>
          <p14:tracePt t="3853" x="1822450" y="2470150"/>
          <p14:tracePt t="3891" x="1822450" y="2457450"/>
          <p14:tracePt t="3922" x="1822450" y="2438400"/>
          <p14:tracePt t="3957" x="1816100" y="2413000"/>
          <p14:tracePt t="3988" x="1816100" y="2374900"/>
          <p14:tracePt t="4020" x="1803400" y="2324100"/>
          <p14:tracePt t="4053" x="1803400" y="2305050"/>
          <p14:tracePt t="4153" x="1809750" y="2292350"/>
          <p14:tracePt t="4189" x="1809750" y="2286000"/>
          <p14:tracePt t="4209" x="1816100" y="2273300"/>
          <p14:tracePt t="4269" x="1822450" y="2273300"/>
          <p14:tracePt t="4291" x="1828800" y="2273300"/>
          <p14:tracePt t="4321" x="1835150" y="2292350"/>
          <p14:tracePt t="4385" x="1841500" y="2298700"/>
          <p14:tracePt t="4422" x="1854200" y="2305050"/>
          <p14:tracePt t="4457" x="1860550" y="2311400"/>
          <p14:tracePt t="4490" x="1873250" y="2311400"/>
          <p14:tracePt t="4539" x="1873250" y="2317750"/>
          <p14:tracePt t="4573" x="1885950" y="2317750"/>
          <p14:tracePt t="4606" x="1885950" y="2324100"/>
          <p14:tracePt t="4636" x="1898650" y="2324100"/>
          <p14:tracePt t="4701" x="1911350" y="2336800"/>
          <p14:tracePt t="4738" x="1917700" y="2336800"/>
          <p14:tracePt t="4769" x="1930400" y="2343150"/>
          <p14:tracePt t="4821" x="1936750" y="2343150"/>
          <p14:tracePt t="4852" x="1943100" y="2343150"/>
          <p14:tracePt t="4900" x="1949450" y="2343150"/>
          <p14:tracePt t="4922" x="1955800" y="2343150"/>
          <p14:tracePt t="4955" x="1974850" y="2343150"/>
          <p14:tracePt t="5000" x="1987550" y="2343150"/>
          <p14:tracePt t="5050" x="2006600" y="2343150"/>
          <p14:tracePt t="5099" x="2057400" y="2362200"/>
          <p14:tracePt t="5121" x="2108200" y="2374900"/>
          <p14:tracePt t="5154" x="2178050" y="2393950"/>
          <p14:tracePt t="5184" x="2222500" y="2393950"/>
          <p14:tracePt t="5215" x="2254250" y="2393950"/>
          <p14:tracePt t="5238" x="2266950" y="2387600"/>
          <p14:tracePt t="5282" x="2273300" y="2387600"/>
          <p14:tracePt t="5382" x="2260600" y="2387600"/>
          <p14:tracePt t="5448" x="2247900" y="2387600"/>
          <p14:tracePt t="6129" x="2235200" y="2387600"/>
          <p14:tracePt t="6179" x="2216150" y="2387600"/>
          <p14:tracePt t="6212" x="2184400" y="2381250"/>
          <p14:tracePt t="6246" x="2171700" y="2374900"/>
          <p14:tracePt t="6280" x="2152650" y="2362200"/>
          <p14:tracePt t="6329" x="2133600" y="2355850"/>
          <p14:tracePt t="6362" x="2120900" y="2355850"/>
          <p14:tracePt t="6395" x="2101850" y="2349500"/>
          <p14:tracePt t="6428" x="2095500" y="2349500"/>
          <p14:tracePt t="6461" x="2076450" y="2343150"/>
          <p14:tracePt t="6495" x="2063750" y="2343150"/>
          <p14:tracePt t="6528" x="2057400" y="2343150"/>
          <p14:tracePt t="6561" x="2044700" y="2336800"/>
          <p14:tracePt t="6644" x="2032000" y="2336800"/>
          <p14:tracePt t="6677" x="2025650" y="2349500"/>
          <p14:tracePt t="6711" x="2019300" y="2349500"/>
          <p14:tracePt t="7010" x="2019300" y="2355850"/>
          <p14:tracePt t="7059" x="2019300" y="2362200"/>
          <p14:tracePt t="7109" x="2025650" y="2368550"/>
          <p14:tracePt t="7192" x="2032000" y="2381250"/>
          <p14:tracePt t="7242" x="2038350" y="2381250"/>
          <p14:tracePt t="7262" x="2038350" y="2387600"/>
          <p14:tracePt t="7325" x="2044700" y="2387600"/>
          <p14:tracePt t="7408" x="2051050" y="2387600"/>
          <p14:tracePt t="7508" x="2051050" y="2374900"/>
          <p14:tracePt t="7558" x="2038350" y="2362200"/>
          <p14:tracePt t="7594" x="2032000" y="2355850"/>
          <p14:tracePt t="7626" x="2019300" y="2349500"/>
          <p14:tracePt t="7657" x="2000250" y="2343150"/>
          <p14:tracePt t="7694" x="1962150" y="2324100"/>
          <p14:tracePt t="7725" x="1905000" y="2292350"/>
          <p14:tracePt t="7757" x="1847850" y="2273300"/>
          <p14:tracePt t="7780" x="1822450" y="2254250"/>
          <p14:tracePt t="7809" x="1797050" y="2247900"/>
          <p14:tracePt t="7840" x="1771650" y="2241550"/>
          <p14:tracePt t="7862" x="1752600" y="2241550"/>
          <p14:tracePt t="7895" x="1714500" y="2241550"/>
          <p14:tracePt t="7925" x="1701800" y="2241550"/>
          <p14:tracePt t="7956" x="1663700" y="2241550"/>
          <p14:tracePt t="8006" x="1638300" y="2241550"/>
          <p14:tracePt t="8105" x="1631950" y="2247900"/>
          <p14:tracePt t="8142" x="1631950" y="2260600"/>
          <p14:tracePt t="8174" x="1644650" y="2266950"/>
          <p14:tracePt t="8222" x="1657350" y="2273300"/>
          <p14:tracePt t="8259" x="1689100" y="2279650"/>
          <p14:tracePt t="8291" x="1727200" y="2279650"/>
          <p14:tracePt t="8327" x="1784350" y="2266950"/>
          <p14:tracePt t="8357" x="1816100" y="2260600"/>
          <p14:tracePt t="8388" x="1828800" y="2254250"/>
          <p14:tracePt t="8410" x="1835150" y="2247900"/>
          <p14:tracePt t="8488" x="1841500" y="2241550"/>
          <p14:tracePt t="8521" x="1835150" y="2228850"/>
          <p14:tracePt t="8544" x="1822450" y="2222500"/>
          <p14:tracePt t="8604" x="1809750" y="2216150"/>
          <p14:tracePt t="8637" x="1797050" y="2209800"/>
          <p14:tracePt t="8659" x="1790700" y="2203450"/>
          <p14:tracePt t="8704" x="1778000" y="2203450"/>
          <p14:tracePt t="8728" x="1758950" y="2197100"/>
          <p14:tracePt t="8759" x="1752600" y="2197100"/>
          <p14:tracePt t="8803" x="1727200" y="2197100"/>
          <p14:tracePt t="8836" x="1714500" y="2197100"/>
          <p14:tracePt t="8858" x="1714500" y="2203450"/>
          <p14:tracePt t="8888" x="1701800" y="2209800"/>
          <p14:tracePt t="8919" x="1689100" y="2216150"/>
          <p14:tracePt t="8953" x="1676400" y="2222500"/>
          <p14:tracePt t="8986" x="1670050" y="2228850"/>
          <p14:tracePt t="9036" x="1670050" y="2241550"/>
          <p14:tracePt t="9086" x="1670050" y="2254250"/>
          <p14:tracePt t="9152" x="1695450" y="2254250"/>
          <p14:tracePt t="9185" x="1733550" y="2266950"/>
          <p14:tracePt t="9219" x="1803400" y="2273300"/>
          <p14:tracePt t="9252" x="1860550" y="2273300"/>
          <p14:tracePt t="9285" x="1885950" y="2273300"/>
          <p14:tracePt t="9318" x="1898650" y="2273300"/>
          <p14:tracePt t="9418" x="1892300" y="2273300"/>
          <p14:tracePt t="9440" x="1873250" y="2273300"/>
          <p14:tracePt t="9473" x="1847850" y="2273300"/>
          <p14:tracePt t="9503" x="1797050" y="2273300"/>
          <p14:tracePt t="9534" x="1727200" y="2273300"/>
          <p14:tracePt t="9568" x="1638300" y="2273300"/>
          <p14:tracePt t="9586" x="1612900" y="2273300"/>
          <p14:tracePt t="9617" x="1536700" y="2273300"/>
          <p14:tracePt t="9650" x="1498600" y="2273300"/>
          <p14:tracePt t="9683" x="1485900" y="2273300"/>
          <p14:tracePt t="9755" x="1479550" y="2273300"/>
          <p14:tracePt t="9886" x="1492250" y="2273300"/>
          <p14:tracePt t="9919" x="1524000" y="2279650"/>
          <p14:tracePt t="9949" x="1581150" y="2279650"/>
          <p14:tracePt t="9986" x="1663700" y="2279650"/>
          <p14:tracePt t="10018" x="1765300" y="2292350"/>
          <p14:tracePt t="10049" x="1809750" y="2292350"/>
          <p14:tracePt t="10071" x="1860550" y="2292350"/>
          <p14:tracePt t="10101" x="1892300" y="2292350"/>
          <p14:tracePt t="10132" x="1911350" y="2292350"/>
          <p14:tracePt t="10166" x="1924050" y="2292350"/>
          <p14:tracePt t="10202" x="1930400" y="2292350"/>
          <p14:tracePt t="10233" x="1936750" y="2292350"/>
          <p14:tracePt t="10564" x="1924050" y="2292350"/>
          <p14:tracePt t="10664" x="1917700" y="2292350"/>
          <p14:tracePt t="10700" x="1911350" y="2292350"/>
          <p14:tracePt t="10732" x="1911350" y="2298700"/>
          <p14:tracePt t="10779" x="1911350" y="2305050"/>
          <p14:tracePt t="10817" x="1905000" y="2311400"/>
          <p14:tracePt t="10896" x="1892300" y="2324100"/>
          <p14:tracePt t="10918" x="1892300" y="2330450"/>
          <p14:tracePt t="10966" x="1885950" y="2330450"/>
          <p14:tracePt t="11001" x="1885950" y="2355850"/>
          <p14:tracePt t="11049" x="1885950" y="2368550"/>
          <p14:tracePt t="11080" x="1885950" y="2381250"/>
          <p14:tracePt t="11112" x="1911350" y="2419350"/>
          <p14:tracePt t="11134" x="1949450" y="2451100"/>
          <p14:tracePt t="11168" x="2032000" y="2514600"/>
          <p14:tracePt t="11212" x="2209800" y="2597150"/>
          <p14:tracePt t="11234" x="2273300" y="2609850"/>
          <p14:tracePt t="11267" x="2343150" y="2609850"/>
          <p14:tracePt t="11296" x="2374900" y="2590800"/>
          <p14:tracePt t="11328" x="2381250" y="2552700"/>
          <p14:tracePt t="11347" x="2381250" y="2546350"/>
          <p14:tracePt t="11366" x="2381250" y="2527300"/>
          <p14:tracePt t="11411" x="2362200" y="2489200"/>
          <p14:tracePt t="11444" x="2336800" y="2451100"/>
          <p14:tracePt t="11466" x="2317750" y="2438400"/>
          <p14:tracePt t="11496" x="2305050" y="2419350"/>
          <p14:tracePt t="11527" x="2292350" y="2387600"/>
          <p14:tracePt t="11560" x="2292350" y="2368550"/>
          <p14:tracePt t="11627" x="2292350" y="2362200"/>
          <p14:tracePt t="11942" x="2311400" y="2362200"/>
          <p14:tracePt t="11976" x="2362200" y="2368550"/>
          <p14:tracePt t="12009" x="2425700" y="2374900"/>
          <p14:tracePt t="12042" x="2489200" y="2374900"/>
          <p14:tracePt t="12075" x="2552700" y="2381250"/>
          <p14:tracePt t="12108" x="2565400" y="2381250"/>
          <p14:tracePt t="12142" x="2584450" y="2381250"/>
          <p14:tracePt t="12192" x="2590800" y="2374900"/>
          <p14:tracePt t="12258" x="2597150" y="2368550"/>
          <p14:tracePt t="12291" x="2603500" y="2368550"/>
          <p14:tracePt t="12341" x="2609850" y="2368550"/>
          <p14:tracePt t="12557" x="2622550" y="2368550"/>
          <p14:tracePt t="12607" x="2628900" y="2362200"/>
          <p14:tracePt t="12657" x="2641600" y="2355850"/>
          <p14:tracePt t="12706" x="2654300" y="2355850"/>
          <p14:tracePt t="12740" x="2660650" y="2349500"/>
          <p14:tracePt t="12773" x="2673350" y="2336800"/>
          <p14:tracePt t="12823" x="2686050" y="2324100"/>
          <p14:tracePt t="12856" x="2698750" y="2317750"/>
          <p14:tracePt t="12875" x="2705100" y="2317750"/>
          <p14:tracePt t="12906" x="2724150" y="2317750"/>
          <p14:tracePt t="12939" x="2768600" y="2330450"/>
          <p14:tracePt t="12972" x="2889250" y="2413000"/>
          <p14:tracePt t="13005" x="3206750" y="2603500"/>
          <p14:tracePt t="13038" x="3473450" y="2749550"/>
          <p14:tracePt t="13071" x="3663950" y="2844800"/>
          <p14:tracePt t="13108" x="3797300" y="2876550"/>
          <p14:tracePt t="13140" x="3835400" y="2876550"/>
          <p14:tracePt t="13172" x="3867150" y="2863850"/>
          <p14:tracePt t="13208" x="3886200" y="2832100"/>
          <p14:tracePt t="13240" x="3905250" y="2800350"/>
          <p14:tracePt t="13272" x="3930650" y="2762250"/>
          <p14:tracePt t="13308" x="3968750" y="2692400"/>
          <p14:tracePt t="13339" x="3987800" y="2660650"/>
          <p14:tracePt t="13371" x="4000500" y="2641600"/>
          <p14:tracePt t="13406" x="4013200" y="2628900"/>
          <p14:tracePt t="13454" x="4019550" y="2622550"/>
          <p14:tracePt t="13541" x="4013200" y="2622550"/>
          <p14:tracePt t="13572" x="3994150" y="2622550"/>
          <p14:tracePt t="13607" x="3968750" y="2622550"/>
          <p14:tracePt t="13625" x="3905250" y="2622550"/>
          <p14:tracePt t="13655" x="3784600" y="2628900"/>
          <p14:tracePt t="13675" x="3695700" y="2641600"/>
          <p14:tracePt t="13708" x="3562350" y="2654300"/>
          <p14:tracePt t="13738" x="3530600" y="2660650"/>
          <p14:tracePt t="13769" x="3524250" y="2667000"/>
          <p14:tracePt t="13819" x="3549650" y="2673350"/>
          <p14:tracePt t="13856" x="3581400" y="2673350"/>
          <p14:tracePt t="13902" x="3600450" y="2673350"/>
          <p14:tracePt t="13924" x="3606800" y="2673350"/>
          <p14:tracePt t="13973" x="3613150" y="2667000"/>
          <p14:tracePt t="14004" x="3613150" y="2660650"/>
          <p14:tracePt t="14024" x="3606800" y="2654300"/>
          <p14:tracePt t="14057" x="3594100" y="2647950"/>
          <p14:tracePt t="14101" x="3581400" y="2635250"/>
          <p14:tracePt t="14155" x="3562350" y="2622550"/>
          <p14:tracePt t="14201" x="3562350" y="2616200"/>
          <p14:tracePt t="14234" x="3568700" y="2609850"/>
          <p14:tracePt t="14256" x="3575050" y="2609850"/>
          <p14:tracePt t="14301" x="3613150" y="2609850"/>
          <p14:tracePt t="14334" x="3676650" y="2609850"/>
          <p14:tracePt t="14356" x="3733800" y="2609850"/>
          <p14:tracePt t="14386" x="3860800" y="2603500"/>
          <p14:tracePt t="14404" x="3886200" y="2597150"/>
          <p14:tracePt t="14435" x="3962400" y="2590800"/>
          <p14:tracePt t="14456" x="3975100" y="2584450"/>
          <p14:tracePt t="14517" x="3981450" y="2565400"/>
          <p14:tracePt t="14567" x="3975100" y="2565400"/>
          <p14:tracePt t="14600" x="3962400" y="2552700"/>
          <p14:tracePt t="14666" x="3956050" y="2540000"/>
          <p14:tracePt t="14716" x="3943350" y="2527300"/>
          <p14:tracePt t="14766" x="3930650" y="2527300"/>
          <p14:tracePt t="14816" x="3924300" y="2514600"/>
          <p14:tracePt t="14849" x="3917950" y="2508250"/>
          <p14:tracePt t="14882" x="3905250" y="2508250"/>
          <p14:tracePt t="14915" x="3892550" y="2508250"/>
          <p14:tracePt t="14949" x="3873500" y="2508250"/>
          <p14:tracePt t="14982" x="3822700" y="2508250"/>
          <p14:tracePt t="15015" x="3752850" y="2501900"/>
          <p14:tracePt t="15048" x="3670300" y="2501900"/>
          <p14:tracePt t="15081" x="3638550" y="2508250"/>
          <p14:tracePt t="15115" x="3625850" y="2520950"/>
          <p14:tracePt t="15148" x="3619500" y="2533650"/>
          <p14:tracePt t="15181" x="3619500" y="2546350"/>
          <p14:tracePt t="15231" x="3619500" y="2552700"/>
          <p14:tracePt t="15264" x="3619500" y="2559050"/>
          <p14:tracePt t="15298" x="3606800" y="2578100"/>
          <p14:tracePt t="16213" x="3460750" y="2578100"/>
          <p14:tracePt t="16244" x="3289300" y="2578100"/>
          <p14:tracePt t="16278" x="3060700" y="2552700"/>
          <p14:tracePt t="16314" x="2698750" y="2533650"/>
          <p14:tracePt t="16346" x="2470150" y="2508250"/>
          <p14:tracePt t="16377" x="2235200" y="2476500"/>
          <p14:tracePt t="16399" x="2101850" y="2438400"/>
          <p14:tracePt t="16429" x="1898650" y="2393950"/>
          <p14:tracePt t="16460" x="1822450" y="2362200"/>
          <p14:tracePt t="16497" x="1733550" y="2336800"/>
          <p14:tracePt t="16529" x="1676400" y="2336800"/>
          <p14:tracePt t="16560" x="1644650" y="2324100"/>
          <p14:tracePt t="16582" x="1638300" y="2324100"/>
          <p14:tracePt t="16615" x="1631950" y="2317750"/>
          <p14:tracePt t="16659" x="1631950" y="2305050"/>
          <p14:tracePt t="16713" x="1644650" y="2298700"/>
          <p14:tracePt t="16745" x="1663700" y="2292350"/>
          <p14:tracePt t="16761" x="1676400" y="2286000"/>
          <p14:tracePt t="16809" x="1708150" y="2279650"/>
          <p14:tracePt t="16846" x="1758950" y="2241550"/>
          <p14:tracePt t="16877" x="1803400" y="2209800"/>
          <p14:tracePt t="16925" x="1828800" y="2184400"/>
          <p14:tracePt t="16962" x="1847850" y="2178050"/>
          <p14:tracePt t="17041" x="1860550" y="2171700"/>
          <p14:tracePt t="17079" x="1873250" y="2171700"/>
          <p14:tracePt t="17098" x="1885950" y="2171700"/>
          <p14:tracePt t="17130" x="1905000" y="2171700"/>
          <p14:tracePt t="17146" x="1917700" y="2165350"/>
          <p14:tracePt t="17176" x="1955800" y="2165350"/>
          <p14:tracePt t="17224" x="1987550" y="2165350"/>
          <p14:tracePt t="17324" x="1987550" y="2171700"/>
          <p14:tracePt t="17789" x="1987550" y="2311400"/>
          <p14:tracePt t="17822" x="2006600" y="2425700"/>
          <p14:tracePt t="17855" x="2063750" y="2571750"/>
          <p14:tracePt t="17888" x="2108200" y="2654300"/>
          <p14:tracePt t="17922" x="2171700" y="2698750"/>
          <p14:tracePt t="17955" x="2311400" y="2711450"/>
          <p14:tracePt t="17988" x="2514600" y="2698750"/>
          <p14:tracePt t="18008" x="2686050" y="2647950"/>
          <p14:tracePt t="18040" x="2914650" y="2571750"/>
          <p14:tracePt t="18071" x="3073400" y="2470150"/>
          <p14:tracePt t="18105" x="3130550" y="2374900"/>
          <p14:tracePt t="18138" x="3098800" y="2260600"/>
          <p14:tracePt t="18171" x="3009900" y="2171700"/>
          <p14:tracePt t="18204" x="2857500" y="2032000"/>
          <p14:tracePt t="18237" x="2463800" y="1746250"/>
          <p14:tracePt t="18271" x="2159000" y="1574800"/>
          <p14:tracePt t="18304" x="1841500" y="1441450"/>
          <p14:tracePt t="18337" x="1727200" y="1435100"/>
          <p14:tracePt t="18370" x="1682750" y="1447800"/>
          <p14:tracePt t="18403" x="1651000" y="1485900"/>
          <p14:tracePt t="18437" x="1638300" y="1543050"/>
          <p14:tracePt t="18455" x="1631950" y="1574800"/>
          <p14:tracePt t="18486" x="1625600" y="1784350"/>
          <p14:tracePt t="18506" x="1625600" y="1835150"/>
          <p14:tracePt t="18537" x="1758950" y="2178050"/>
          <p14:tracePt t="18569" x="1955800" y="2463800"/>
          <p14:tracePt t="18603" x="2203450" y="2660650"/>
          <p14:tracePt t="18636" x="2546350" y="2730500"/>
          <p14:tracePt t="18669" x="2863850" y="2698750"/>
          <p14:tracePt t="18702" x="3111500" y="2647950"/>
          <p14:tracePt t="18736" x="3295650" y="2559050"/>
          <p14:tracePt t="18769" x="3390900" y="2457450"/>
          <p14:tracePt t="18806" x="3390900" y="2368550"/>
          <p14:tracePt t="18837" x="3302000" y="2260600"/>
          <p14:tracePt t="18868" x="3225800" y="2209800"/>
          <p14:tracePt t="18905" x="3162300" y="2178050"/>
          <p14:tracePt t="18937" x="3092450" y="2165350"/>
          <p14:tracePt t="18968" x="3028950" y="2165350"/>
          <p14:tracePt t="19005" x="2838450" y="2222500"/>
          <p14:tracePt t="19052" x="2559050" y="2400300"/>
          <p14:tracePt t="19084" x="2432050" y="2565400"/>
          <p14:tracePt t="19118" x="2400300" y="2800350"/>
          <p14:tracePt t="19151" x="2457450" y="3003550"/>
          <p14:tracePt t="19184" x="2597150" y="3200400"/>
          <p14:tracePt t="19221" x="2908300" y="3340100"/>
          <p14:tracePt t="19252" x="3079750" y="3384550"/>
          <p14:tracePt t="19284" x="3136900" y="3384550"/>
          <p14:tracePt t="19302" x="3149600" y="3384550"/>
          <p14:tracePt t="19334" x="3162300" y="3384550"/>
          <p14:tracePt t="19367" x="3232150" y="335915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Set Methods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87552"/>
            <a:ext cx="8717280" cy="58704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(self,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if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latin typeface="Lucida Console" panose="020B0609040504020204" pitchFamily="49" charset="0"/>
              </a:rPr>
              <a:t> == "":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  <a:t>Critter's name can't be empty.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else: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</a:t>
            </a:r>
            <a:r>
              <a:rPr lang="en-US" altLang="en-US" sz="2400" dirty="0">
                <a:latin typeface="Lucida Console" panose="020B0609040504020204" pitchFamily="49" charset="0"/>
              </a:rPr>
              <a:t> 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"Randolph"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>
                <a:solidFill>
                  <a:schemeClr val="accent2"/>
                </a:solidFill>
              </a:rPr>
              <a:t>Programming a </a:t>
            </a:r>
            <a:r>
              <a:rPr lang="en-US" altLang="en-US" sz="2800" dirty="0" smtClean="0">
                <a:solidFill>
                  <a:schemeClr val="accent2"/>
                </a:solidFill>
              </a:rPr>
              <a:t>set </a:t>
            </a:r>
            <a:r>
              <a:rPr lang="en-US" altLang="en-US" sz="2800" dirty="0">
                <a:solidFill>
                  <a:schemeClr val="accent2"/>
                </a:solidFill>
              </a:rPr>
              <a:t>method:</a:t>
            </a:r>
          </a:p>
          <a:p>
            <a:pPr lvl="1" indent="-396875" eaLnBrk="1" hangingPunct="1"/>
            <a:r>
              <a:rPr lang="en-US" altLang="en-US" sz="2600" dirty="0" smtClean="0"/>
              <a:t>Its analogous to programming a get method.</a:t>
            </a:r>
            <a:endParaRPr lang="en-US" altLang="ja-JP" sz="2000" dirty="0"/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</a:t>
              </a: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12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89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49"/>
    </mc:Choice>
    <mc:Fallback>
      <p:transition spd="slow" advTm="15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17" x="3244850" y="3346450"/>
          <p14:tracePt t="1148" x="3257550" y="3314700"/>
          <p14:tracePt t="1180" x="3257550" y="3251200"/>
          <p14:tracePt t="1213" x="3219450" y="3035300"/>
          <p14:tracePt t="1246" x="3111500" y="2794000"/>
          <p14:tracePt t="1279" x="2933700" y="2527300"/>
          <p14:tracePt t="1313" x="2749550" y="2292350"/>
          <p14:tracePt t="1348" x="2571750" y="2133600"/>
          <p14:tracePt t="1379" x="2438400" y="2051050"/>
          <p14:tracePt t="1412" x="2387600" y="2032000"/>
          <p14:tracePt t="1431" x="2362200" y="2032000"/>
          <p14:tracePt t="1462" x="2343150" y="2044700"/>
          <p14:tracePt t="1496" x="2305050" y="2063750"/>
          <p14:tracePt t="1532" x="2266950" y="2076450"/>
          <p14:tracePt t="1564" x="2216150" y="2101850"/>
          <p14:tracePt t="1595" x="2159000" y="2127250"/>
          <p14:tracePt t="1632" x="2076450" y="2171700"/>
          <p14:tracePt t="1663" x="1968500" y="2260600"/>
          <p14:tracePt t="1695" x="1936750" y="2311400"/>
          <p14:tracePt t="1717" x="1917700" y="2343150"/>
          <p14:tracePt t="1747" x="1911350" y="2387600"/>
          <p14:tracePt t="1795" x="1911350" y="2413000"/>
          <p14:tracePt t="1831" x="1917700" y="2425700"/>
          <p14:tracePt t="1894" x="1917700" y="2438400"/>
          <p14:tracePt t="1944" x="1924050" y="2451100"/>
          <p14:tracePt t="2010" x="1930400" y="2470150"/>
          <p14:tracePt t="2080" x="1936750" y="2476500"/>
          <p14:tracePt t="2641" x="1987550" y="2476500"/>
          <p14:tracePt t="2675" x="2120900" y="2444750"/>
          <p14:tracePt t="2697" x="2178050" y="2432050"/>
          <p14:tracePt t="2741" x="2266950" y="2393950"/>
          <p14:tracePt t="2774" x="2298700" y="2381250"/>
          <p14:tracePt t="2796" x="2305050" y="2381250"/>
          <p14:tracePt t="2924" x="2305050" y="2387600"/>
          <p14:tracePt t="2957" x="2305050" y="2393950"/>
          <p14:tracePt t="2990" x="2324100" y="2400300"/>
          <p14:tracePt t="3023" x="2336800" y="2406650"/>
          <p14:tracePt t="3073" x="2381250" y="2438400"/>
          <p14:tracePt t="3106" x="2451100" y="2489200"/>
          <p14:tracePt t="3140" x="2552700" y="2571750"/>
          <p14:tracePt t="3173" x="2616200" y="2647950"/>
          <p14:tracePt t="3206" x="2647950" y="2724150"/>
          <p14:tracePt t="3224" x="2647950" y="2736850"/>
          <p14:tracePt t="3256" x="2647950" y="2755900"/>
          <p14:tracePt t="3306" x="2641600" y="2755900"/>
          <p14:tracePt t="3721" x="2641600" y="2774950"/>
          <p14:tracePt t="3755" x="2641600" y="2781300"/>
          <p14:tracePt t="3804" x="2641600" y="2762250"/>
          <p14:tracePt t="3838" x="2628900" y="2717800"/>
          <p14:tracePt t="3870" x="2603500" y="2667000"/>
          <p14:tracePt t="3904" x="2578100" y="2616200"/>
          <p14:tracePt t="3937" x="2520950" y="2508250"/>
          <p14:tracePt t="3971" x="2470150" y="2444750"/>
          <p14:tracePt t="4003" x="2400300" y="2374900"/>
          <p14:tracePt t="4037" x="2343150" y="2317750"/>
          <p14:tracePt t="4070" x="2279650" y="2266950"/>
          <p14:tracePt t="4103" x="2241550" y="2254250"/>
          <p14:tracePt t="4136" x="2216150" y="2247900"/>
          <p14:tracePt t="4170" x="2184400" y="2247900"/>
          <p14:tracePt t="4203" x="2159000" y="2235200"/>
          <p14:tracePt t="4240" x="2114550" y="2216150"/>
          <p14:tracePt t="4271" x="2057400" y="2203450"/>
          <p14:tracePt t="4302" x="2012950" y="2184400"/>
          <p14:tracePt t="4339" x="1981200" y="2184400"/>
          <p14:tracePt t="4371" x="1974850" y="2184400"/>
          <p14:tracePt t="4621" x="1987550" y="2197100"/>
          <p14:tracePt t="4653" x="1993900" y="2197100"/>
          <p14:tracePt t="4684" x="2000250" y="2203450"/>
          <p14:tracePt t="4717" x="2006600" y="2209800"/>
          <p14:tracePt t="4767" x="2012950" y="2216150"/>
          <p14:tracePt t="4819" x="2019300" y="2216150"/>
          <p14:tracePt t="4901" x="2006600" y="2216150"/>
          <p14:tracePt t="4937" x="1987550" y="2216150"/>
          <p14:tracePt t="4970" x="1936750" y="2216150"/>
          <p14:tracePt t="5001" x="1898650" y="2209800"/>
          <p14:tracePt t="5022" x="1828800" y="2203450"/>
          <p14:tracePt t="5039" x="1784350" y="2190750"/>
          <p14:tracePt t="5069" x="1752600" y="2184400"/>
          <p14:tracePt t="5100" x="1714500" y="2178050"/>
          <p14:tracePt t="5154" x="1701800" y="2178050"/>
          <p14:tracePt t="5185" x="1695450" y="2171700"/>
          <p14:tracePt t="5250" x="1682750" y="2171700"/>
          <p14:tracePt t="5303" x="1676400" y="2171700"/>
          <p14:tracePt t="5369" x="1670050" y="2171700"/>
          <p14:tracePt t="5401" x="1663700" y="2171700"/>
          <p14:tracePt t="5465" x="1657350" y="2165350"/>
          <p14:tracePt t="5518" x="1657350" y="2159000"/>
          <p14:tracePt t="5550" x="1670050" y="2146300"/>
          <p14:tracePt t="5585" x="1670050" y="2139950"/>
          <p14:tracePt t="5617" x="1676400" y="2139950"/>
          <p14:tracePt t="5665" x="1701800" y="2133600"/>
          <p14:tracePt t="5686" x="1708150" y="2127250"/>
          <p14:tracePt t="5717" x="1720850" y="2120900"/>
          <p14:tracePt t="5764" x="1778000" y="2108200"/>
          <p14:tracePt t="5786" x="1809750" y="2101850"/>
          <p14:tracePt t="5820" x="1854200" y="2101850"/>
          <p14:tracePt t="5839" x="1873250" y="2114550"/>
          <p14:tracePt t="5881" x="1885950" y="2127250"/>
          <p14:tracePt t="5964" x="1873250" y="2139950"/>
          <p14:tracePt t="5997" x="1866900" y="2146300"/>
          <p14:tracePt t="6019" x="1854200" y="2152650"/>
          <p14:tracePt t="6063" x="1809750" y="2165350"/>
          <p14:tracePt t="6097" x="1727200" y="2178050"/>
          <p14:tracePt t="6119" x="1657350" y="2178050"/>
          <p14:tracePt t="6163" x="1517650" y="2171700"/>
          <p14:tracePt t="6196" x="1460500" y="2159000"/>
          <p14:tracePt t="6218" x="1441450" y="2146300"/>
          <p14:tracePt t="6248" x="1428750" y="2127250"/>
          <p14:tracePt t="6279" x="1428750" y="2114550"/>
          <p14:tracePt t="6313" x="1435100" y="2095500"/>
          <p14:tracePt t="6346" x="1454150" y="2082800"/>
          <p14:tracePt t="6379" x="1473200" y="2076450"/>
          <p14:tracePt t="6412" x="1530350" y="2063750"/>
          <p14:tracePt t="6447" x="1600200" y="2063750"/>
          <p14:tracePt t="6479" x="1676400" y="2063750"/>
          <p14:tracePt t="6512" x="1778000" y="2082800"/>
          <p14:tracePt t="6545" x="1835150" y="2101850"/>
          <p14:tracePt t="6578" x="1854200" y="2120900"/>
          <p14:tracePt t="6611" x="1873250" y="2133600"/>
          <p14:tracePt t="6645" x="1879600" y="2139950"/>
          <p14:tracePt t="6694" x="1873250" y="2152650"/>
          <p14:tracePt t="6728" x="1866900" y="2159000"/>
          <p14:tracePt t="6762" x="1860550" y="2165350"/>
          <p14:tracePt t="6811" x="1835150" y="2178050"/>
          <p14:tracePt t="6845" x="1816100" y="2184400"/>
          <p14:tracePt t="6877" x="1758950" y="2203450"/>
          <p14:tracePt t="6910" x="1708150" y="2209800"/>
          <p14:tracePt t="6930" x="1651000" y="2203450"/>
          <p14:tracePt t="6945" x="1638300" y="2197100"/>
          <p14:tracePt t="6978" x="1606550" y="2165350"/>
          <p14:tracePt t="7010" x="1593850" y="2139950"/>
          <p14:tracePt t="7044" x="1593850" y="2120900"/>
          <p14:tracePt t="7093" x="1606550" y="2101850"/>
          <p14:tracePt t="7160" x="1612900" y="2101850"/>
          <p14:tracePt t="7193" x="1631950" y="2101850"/>
          <p14:tracePt t="7226" x="1644650" y="2101850"/>
          <p14:tracePt t="7260" x="1657350" y="2101850"/>
          <p14:tracePt t="7292" x="1676400" y="2101850"/>
          <p14:tracePt t="7326" x="1727200" y="2114550"/>
          <p14:tracePt t="7359" x="1752600" y="2133600"/>
          <p14:tracePt t="7392" x="1778000" y="2146300"/>
          <p14:tracePt t="7411" x="1784350" y="2146300"/>
          <p14:tracePt t="7428" x="1790700" y="2152650"/>
          <p14:tracePt t="7460" x="1797050" y="2152650"/>
          <p14:tracePt t="7575" x="1797050" y="2159000"/>
          <p14:tracePt t="7974" x="2127250" y="2228850"/>
          <p14:tracePt t="8007" x="2368550" y="2273300"/>
          <p14:tracePt t="8029" x="2806700" y="2336800"/>
          <p14:tracePt t="8059" x="3219450" y="2406650"/>
          <p14:tracePt t="8090" x="3587750" y="2438400"/>
          <p14:tracePt t="8123" x="3841750" y="2444750"/>
          <p14:tracePt t="8160" x="4152900" y="2406650"/>
          <p14:tracePt t="8191" x="4279900" y="2381250"/>
          <p14:tracePt t="8222" x="4362450" y="2355850"/>
          <p14:tracePt t="8245" x="4400550" y="2343150"/>
          <p14:tracePt t="8278" x="4470400" y="2298700"/>
          <p14:tracePt t="8308" x="4508500" y="2273300"/>
          <p14:tracePt t="8355" x="4552950" y="2260600"/>
          <p14:tracePt t="8377" x="4578350" y="2254250"/>
          <p14:tracePt t="8408" x="4597400" y="2247900"/>
          <p14:tracePt t="8438" x="4629150" y="2241550"/>
          <p14:tracePt t="8458" x="4635500" y="2235200"/>
          <p14:tracePt t="8493" x="4660900" y="2228850"/>
          <p14:tracePt t="8523" x="4679950" y="2222500"/>
          <p14:tracePt t="8571" x="4679950" y="2216150"/>
          <p14:tracePt t="8624" x="4686300" y="2209800"/>
          <p14:tracePt t="8708" x="4686300" y="2203450"/>
          <p14:tracePt t="8804" x="4686300" y="2197100"/>
          <p14:tracePt t="8871" x="4686300" y="2190750"/>
          <p14:tracePt t="8970" x="4686300" y="2184400"/>
          <p14:tracePt t="9020" x="4699000" y="2184400"/>
          <p14:tracePt t="9086" x="4705350" y="2184400"/>
          <p14:tracePt t="9119" x="4711700" y="2184400"/>
          <p14:tracePt t="9186" x="4724400" y="2178050"/>
          <p14:tracePt t="9252" x="4737100" y="2171700"/>
          <p14:tracePt t="9287" x="4749800" y="2171700"/>
          <p14:tracePt t="9352" x="4768850" y="2171700"/>
          <p14:tracePt t="9385" x="4781550" y="2171700"/>
          <p14:tracePt t="9435" x="4787900" y="2165350"/>
          <p14:tracePt t="9468" x="4794250" y="2165350"/>
          <p14:tracePt t="9535" x="4800600" y="2159000"/>
          <p14:tracePt t="9568" x="4806950" y="2159000"/>
          <p14:tracePt t="9651" x="4794250" y="2178050"/>
          <p14:tracePt t="9684" x="4768850" y="2254250"/>
          <p14:tracePt t="9717" x="4692650" y="2419350"/>
          <p14:tracePt t="9751" x="4533900" y="2743200"/>
          <p14:tracePt t="9784" x="4413250" y="2971800"/>
          <p14:tracePt t="9817" x="4254500" y="3225800"/>
          <p14:tracePt t="9835" x="4216400" y="3282950"/>
          <p14:tracePt t="9867" x="4133850" y="3435350"/>
          <p14:tracePt t="9901" x="4102100" y="3479800"/>
          <p14:tracePt t="9934" x="4064000" y="3524250"/>
          <p14:tracePt t="9968" x="4025900" y="3562350"/>
          <p14:tracePt t="9986" x="3949700" y="3632200"/>
          <p14:tracePt t="10016" x="3879850" y="3683000"/>
          <p14:tracePt t="10050" x="3702050" y="3810000"/>
          <p14:tracePt t="10083" x="3530600" y="3905250"/>
          <p14:tracePt t="10116" x="3365500" y="3968750"/>
          <p14:tracePt t="10150" x="3219450" y="3987800"/>
          <p14:tracePt t="10183" x="3168650" y="3987800"/>
          <p14:tracePt t="10215" x="3143250" y="3981450"/>
          <p14:tracePt t="10249" x="3130550" y="3975100"/>
          <p14:tracePt t="10282" x="3124200" y="3975100"/>
          <p14:tracePt t="10382" x="3124200" y="3968750"/>
          <p14:tracePt t="10415" x="3124200" y="3962400"/>
          <p14:tracePt t="10465" x="3124200" y="3956050"/>
          <p14:tracePt t="10548" x="3136900" y="3956050"/>
          <p14:tracePt t="10581" x="3143250" y="3949700"/>
          <p14:tracePt t="10614" x="3162300" y="3943350"/>
          <p14:tracePt t="10652" x="3263900" y="3917950"/>
          <p14:tracePt t="10664" x="3289300" y="3911600"/>
          <p14:tracePt t="10697" x="3429000" y="3854450"/>
          <p14:tracePt t="10731" x="3556000" y="3803650"/>
          <p14:tracePt t="10764" x="3600450" y="3765550"/>
          <p14:tracePt t="10797" x="3619500" y="3733800"/>
          <p14:tracePt t="10830" x="3683000" y="3670300"/>
          <p14:tracePt t="10864" x="3822700" y="3575050"/>
          <p14:tracePt t="10897" x="4038600" y="3486150"/>
          <p14:tracePt t="10930" x="4229100" y="3422650"/>
          <p14:tracePt t="10948" x="4489450" y="3378200"/>
          <p14:tracePt t="10980" x="4864100" y="3314700"/>
          <p14:tracePt t="11013" x="5073650" y="3263900"/>
          <p14:tracePt t="11050" x="5200650" y="3194050"/>
          <p14:tracePt t="11081" x="5219700" y="31750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p</a:t>
            </a:r>
            <a:r>
              <a:rPr lang="en-US" altLang="en-US" sz="4400" dirty="0" smtClean="0">
                <a:latin typeface="Elephant" panose="02020904090505020303" pitchFamily="18" charset="0"/>
              </a:rPr>
              <a:t>roperty() to hide the getter and setter from the client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48868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</a:t>
            </a:r>
            <a:r>
              <a:rPr lang="en-US" altLang="en-US" sz="2400" b="1" dirty="0">
                <a:solidFill>
                  <a:srgbClr val="CC00FF"/>
                </a:solidFill>
                <a:latin typeface="Lucida Console" panose="020B0609040504020204" pitchFamily="49" charset="0"/>
              </a:rPr>
              <a:t>property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/>
            <a:endParaRPr lang="en-US" altLang="en-US" sz="1400" b="1" dirty="0" smtClean="0"/>
          </a:p>
          <a:p>
            <a:pPr eaLnBrk="1" hangingPunct="1"/>
            <a:r>
              <a:rPr lang="en-US" altLang="en-US" sz="2800" dirty="0" smtClean="0"/>
              <a:t>Here,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is an </a:t>
            </a:r>
            <a:r>
              <a:rPr lang="en-US" altLang="en-US" sz="2800" dirty="0" smtClean="0">
                <a:solidFill>
                  <a:srgbClr val="00B0F0"/>
                </a:solidFill>
              </a:rPr>
              <a:t>alias</a:t>
            </a:r>
            <a:r>
              <a:rPr lang="en-US" altLang="en-US" sz="2800" dirty="0" smtClean="0"/>
              <a:t> that we have created for the private attribute, </a:t>
            </a:r>
            <a:r>
              <a:rPr lang="en-US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The client can access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like a public attribute. </a:t>
            </a:r>
          </a:p>
          <a:p>
            <a:pPr eaLnBrk="1" hangingPunct="1"/>
            <a:r>
              <a:rPr lang="en-US" altLang="en-US" sz="2800" dirty="0" smtClean="0"/>
              <a:t>But it isn’t a public attribute, see: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latin typeface="Lucida Console" panose="020B0609040504020204" pitchFamily="49" charset="0"/>
              </a:rPr>
              <a:t> myinstance.</a:t>
            </a:r>
            <a:r>
              <a:rPr lang="en-US" altLang="en-US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dirty="0" smtClean="0">
                <a:latin typeface="Lucida Console" panose="020B0609040504020204" pitchFamily="49" charset="0"/>
              </a:rPr>
              <a:t> = ""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Critter's </a:t>
            </a:r>
            <a:r>
              <a:rPr lang="en-US" altLang="en-US" dirty="0">
                <a:solidFill>
                  <a:srgbClr val="C00000"/>
                </a:solidFill>
                <a:latin typeface="Lucida Console" panose="020B0609040504020204" pitchFamily="49" charset="0"/>
              </a:rPr>
              <a:t>name can't be empty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dirty="0" smtClean="0">
              <a:solidFill>
                <a:schemeClr val="bg1">
                  <a:lumMod val="85000"/>
                </a:schemeClr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/>
              <a:t>See? The </a:t>
            </a:r>
            <a:r>
              <a:rPr lang="en-US" altLang="en-US" sz="2800" dirty="0" err="1" smtClean="0"/>
              <a:t>set_name</a:t>
            </a:r>
            <a:r>
              <a:rPr lang="en-US" altLang="en-US" sz="2800" dirty="0" smtClean="0"/>
              <a:t> method got invoked when we tried to set the </a:t>
            </a:r>
            <a:r>
              <a:rPr lang="en-US" altLang="en-US" sz="28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.</a:t>
            </a:r>
            <a:endParaRPr lang="en-US" altLang="en-US" sz="28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124200" y="3733800"/>
            <a:ext cx="4724400" cy="1676400"/>
          </a:xfrm>
          <a:prstGeom prst="wedgeRoundRectCallout">
            <a:avLst>
              <a:gd name="adj1" fmla="val -58620"/>
              <a:gd name="adj2" fmla="val -129477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There is another way to write this: by </a:t>
            </a:r>
            <a:r>
              <a:rPr lang="en-US" sz="3200" i="1" dirty="0" smtClean="0">
                <a:solidFill>
                  <a:srgbClr val="2D2DB9"/>
                </a:solidFill>
                <a:latin typeface="Times New Roman" charset="0"/>
              </a:rPr>
              <a:t>decoration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. But we’ll learn about decorations next week…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7671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429"/>
    </mc:Choice>
    <mc:Fallback>
      <p:transition spd="slow" advTm="3194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3487" x="5016500" y="3086100"/>
          <p14:tracePt t="3510" x="4806950" y="2978150"/>
          <p14:tracePt t="3528" x="4699000" y="2952750"/>
          <p14:tracePt t="3556" x="4457700" y="2895600"/>
          <p14:tracePt t="3587" x="4216400" y="2787650"/>
          <p14:tracePt t="3624" x="3968750" y="2711450"/>
          <p14:tracePt t="3660" x="3663950" y="2641600"/>
          <p14:tracePt t="3689" x="3403600" y="2546350"/>
          <p14:tracePt t="3709" x="3225800" y="2489200"/>
          <p14:tracePt t="3742" x="3054350" y="2438400"/>
          <p14:tracePt t="3772" x="3009900" y="2413000"/>
          <p14:tracePt t="3820" x="2965450" y="2406650"/>
          <p14:tracePt t="3842" x="2959100" y="2400300"/>
          <p14:tracePt t="3875" x="2921000" y="2400300"/>
          <p14:tracePt t="3904" x="2889250" y="2393950"/>
          <p14:tracePt t="3925" x="2857500" y="2393950"/>
          <p14:tracePt t="3959" x="2832100" y="2387600"/>
          <p14:tracePt t="3988" x="2813050" y="2387600"/>
          <p14:tracePt t="4036" x="2787650" y="2406650"/>
          <p14:tracePt t="4054" x="2774950" y="2406650"/>
          <p14:tracePt t="4075" x="2762250" y="2406650"/>
          <p14:tracePt t="4118" x="2724150" y="2413000"/>
          <p14:tracePt t="4141" x="2705100" y="2419350"/>
          <p14:tracePt t="4174" x="2667000" y="2419350"/>
          <p14:tracePt t="4204" x="2603500" y="2419350"/>
          <p14:tracePt t="4220" x="2571750" y="2419350"/>
          <p14:tracePt t="4251" x="2451100" y="2406650"/>
          <p14:tracePt t="5813" x="2482850" y="2413000"/>
          <p14:tracePt t="5831" x="2489200" y="2413000"/>
          <p14:tracePt t="5863" x="2533650" y="2419350"/>
          <p14:tracePt t="5895" x="2565400" y="2425700"/>
          <p14:tracePt t="5915" x="2590800" y="2425700"/>
          <p14:tracePt t="5946" x="2609850" y="2425700"/>
          <p14:tracePt t="5979" x="2635250" y="2425700"/>
          <p14:tracePt t="6016" x="2647950" y="2425700"/>
          <p14:tracePt t="6062" x="2660650" y="2425700"/>
          <p14:tracePt t="6095" x="2667000" y="2425700"/>
          <p14:tracePt t="6129" x="2673350" y="2425700"/>
          <p14:tracePt t="6179" x="2686050" y="2425700"/>
          <p14:tracePt t="6228" x="2692400" y="2425700"/>
          <p14:tracePt t="6278" x="2705100" y="2425700"/>
          <p14:tracePt t="6332" x="2711450" y="2425700"/>
          <p14:tracePt t="7474" x="2711450" y="2381250"/>
          <p14:tracePt t="7496" x="2711450" y="2317750"/>
          <p14:tracePt t="7540" x="2711450" y="2120900"/>
          <p14:tracePt t="7563" x="2698750" y="1930400"/>
          <p14:tracePt t="7596" x="2667000" y="1720850"/>
          <p14:tracePt t="7625" x="2635250" y="1473200"/>
          <p14:tracePt t="7642" x="2622550" y="1352550"/>
          <p14:tracePt t="7673" x="2603500" y="1212850"/>
          <p14:tracePt t="7695" x="2571750" y="1047750"/>
          <p14:tracePt t="7739" x="2540000" y="850900"/>
          <p14:tracePt t="7773" x="2520950" y="755650"/>
          <p14:tracePt t="7795" x="2508250" y="704850"/>
          <p14:tracePt t="7824" x="2508250" y="654050"/>
          <p14:tracePt t="7855" x="2508250" y="622300"/>
          <p14:tracePt t="7889" x="2514600" y="603250"/>
          <p14:tracePt t="7922" x="2527300" y="577850"/>
          <p14:tracePt t="7955" x="2533650" y="571500"/>
          <p14:tracePt t="7988" x="2540000" y="565150"/>
          <p14:tracePt t="8603" x="2660650" y="571500"/>
          <p14:tracePt t="8637" x="2870200" y="571500"/>
          <p14:tracePt t="8669" x="3086100" y="577850"/>
          <p14:tracePt t="8703" x="3295650" y="577850"/>
          <p14:tracePt t="8736" x="3422650" y="577850"/>
          <p14:tracePt t="8769" x="3505200" y="577850"/>
          <p14:tracePt t="8802" x="3543300" y="577850"/>
          <p14:tracePt t="8836" x="3556000" y="577850"/>
          <p14:tracePt t="8902" x="3543300" y="577850"/>
          <p14:tracePt t="8936" x="3517900" y="577850"/>
          <p14:tracePt t="8968" x="3511550" y="584200"/>
          <p14:tracePt t="9384" x="3663950" y="577850"/>
          <p14:tracePt t="9421" x="3943350" y="558800"/>
          <p14:tracePt t="9452" x="4127500" y="558800"/>
          <p14:tracePt t="9483" x="4260850" y="546100"/>
          <p14:tracePt t="9521" x="4324350" y="539750"/>
          <p14:tracePt t="9552" x="4368800" y="539750"/>
          <p14:tracePt t="9583" x="4394200" y="533400"/>
          <p14:tracePt t="9683" x="4368800" y="539750"/>
          <p14:tracePt t="9720" x="4362450" y="546100"/>
          <p14:tracePt t="10148" x="4330700" y="546100"/>
          <p14:tracePt t="10166" x="4292600" y="552450"/>
          <p14:tracePt t="10199" x="4210050" y="571500"/>
          <p14:tracePt t="10235" x="4121150" y="596900"/>
          <p14:tracePt t="10266" x="4089400" y="603250"/>
          <p14:tracePt t="10297" x="4044950" y="622300"/>
          <p14:tracePt t="10335" x="4032250" y="628650"/>
          <p14:tracePt t="10381" x="4025900" y="628650"/>
          <p14:tracePt t="10530" x="4032250" y="635000"/>
          <p14:tracePt t="10552" x="4044950" y="635000"/>
          <p14:tracePt t="10582" x="4057650" y="635000"/>
          <p14:tracePt t="10603" x="4064000" y="628650"/>
          <p14:tracePt t="10635" x="4076700" y="628650"/>
          <p14:tracePt t="10668" x="4089400" y="628650"/>
          <p14:tracePt t="10686" x="4095750" y="628650"/>
          <p14:tracePt t="10783" x="4095750" y="641350"/>
          <p14:tracePt t="10814" x="4076700" y="654050"/>
          <p14:tracePt t="10862" x="4044950" y="679450"/>
          <p14:tracePt t="10885" x="4000500" y="717550"/>
          <p14:tracePt t="10928" x="3943350" y="774700"/>
          <p14:tracePt t="10951" x="3924300" y="793750"/>
          <p14:tracePt t="10984" x="3911600" y="806450"/>
          <p14:tracePt t="11013" x="3905250" y="812800"/>
          <p14:tracePt t="11144" x="3905250" y="819150"/>
          <p14:tracePt t="11244" x="3905250" y="825500"/>
          <p14:tracePt t="11294" x="3917950" y="831850"/>
          <p14:tracePt t="11312" x="3930650" y="838200"/>
          <p14:tracePt t="11343" x="3937000" y="844550"/>
          <p14:tracePt t="11377" x="3975100" y="850900"/>
          <p14:tracePt t="11399" x="4019550" y="863600"/>
          <p14:tracePt t="11443" x="4159250" y="889000"/>
          <p14:tracePt t="11476" x="4318000" y="895350"/>
          <p14:tracePt t="11499" x="4375150" y="895350"/>
          <p14:tracePt t="11528" x="4400550" y="895350"/>
          <p14:tracePt t="11559" x="4425950" y="901700"/>
          <p14:tracePt t="11593" x="4432300" y="901700"/>
          <p14:tracePt t="11825" x="4451350" y="901700"/>
          <p14:tracePt t="11859" x="4464050" y="908050"/>
          <p14:tracePt t="11908" x="4483100" y="914400"/>
          <p14:tracePt t="11942" x="4495800" y="914400"/>
          <p14:tracePt t="11974" x="4508500" y="920750"/>
          <p14:tracePt t="12008" x="4521200" y="927100"/>
          <p14:tracePt t="12058" x="4533900" y="927100"/>
          <p14:tracePt t="12091" x="4540250" y="927100"/>
          <p14:tracePt t="13010" x="4521200" y="939800"/>
          <p14:tracePt t="13040" x="4502150" y="952500"/>
          <p14:tracePt t="13071" x="4438650" y="1016000"/>
          <p14:tracePt t="13104" x="4362450" y="1098550"/>
          <p14:tracePt t="13141" x="4248150" y="1263650"/>
          <p14:tracePt t="13172" x="4146550" y="1397000"/>
          <p14:tracePt t="13204" x="4051300" y="1568450"/>
          <p14:tracePt t="13241" x="3930650" y="1797050"/>
          <p14:tracePt t="13272" x="3860800" y="1930400"/>
          <p14:tracePt t="13303" x="3778250" y="2038350"/>
          <p14:tracePt t="13341" x="3746500" y="2139950"/>
          <p14:tracePt t="13968" x="3663950" y="2190750"/>
          <p14:tracePt t="13991" x="3587750" y="2228850"/>
          <p14:tracePt t="14019" x="3486150" y="2273300"/>
          <p14:tracePt t="14051" x="3409950" y="2305050"/>
          <p14:tracePt t="14073" x="3340100" y="2355850"/>
          <p14:tracePt t="14106" x="3194050" y="2413000"/>
          <p14:tracePt t="14150" x="2990850" y="2476500"/>
          <p14:tracePt t="14173" x="2806700" y="2495550"/>
          <p14:tracePt t="14206" x="2635250" y="2520950"/>
          <p14:tracePt t="14235" x="2463800" y="2520950"/>
          <p14:tracePt t="14267" x="2343150" y="2514600"/>
          <p14:tracePt t="14290" x="2292350" y="2514600"/>
          <p14:tracePt t="14333" x="2222500" y="2489200"/>
          <p14:tracePt t="14366" x="2133600" y="2463800"/>
          <p14:tracePt t="14389" x="2108200" y="2463800"/>
          <p14:tracePt t="15097" x="2101850" y="2463800"/>
          <p14:tracePt t="15131" x="2051050" y="2451100"/>
          <p14:tracePt t="15164" x="2006600" y="2444750"/>
          <p14:tracePt t="15197" x="1981200" y="2438400"/>
          <p14:tracePt t="15230" x="1955800" y="2432050"/>
          <p14:tracePt t="15263" x="1943100" y="2432050"/>
          <p14:tracePt t="15298" x="1936750" y="2432050"/>
          <p14:tracePt t="15331" x="1930400" y="2425700"/>
          <p14:tracePt t="15363" x="1924050" y="2425700"/>
          <p14:tracePt t="15396" x="1911350" y="2425700"/>
          <p14:tracePt t="15429" x="1911350" y="2413000"/>
          <p14:tracePt t="15462" x="1898650" y="2406650"/>
          <p14:tracePt t="15496" x="1892300" y="2400300"/>
          <p14:tracePt t="15529" x="1879600" y="2393950"/>
          <p14:tracePt t="15562" x="1873250" y="2387600"/>
          <p14:tracePt t="15595" x="1854200" y="2381250"/>
          <p14:tracePt t="15629" x="1835150" y="2374900"/>
          <p14:tracePt t="15662" x="1803400" y="2349500"/>
          <p14:tracePt t="15695" x="1784350" y="2336800"/>
          <p14:tracePt t="15728" x="1784350" y="2324100"/>
          <p14:tracePt t="15779" x="1790700" y="2317750"/>
          <p14:tracePt t="15812" x="1797050" y="2305050"/>
          <p14:tracePt t="15845" x="1816100" y="2266950"/>
          <p14:tracePt t="15878" x="1847850" y="2178050"/>
          <p14:tracePt t="15911" x="1873250" y="2057400"/>
          <p14:tracePt t="15930" x="1879600" y="1949450"/>
          <p14:tracePt t="15961" x="1879600" y="1828800"/>
          <p14:tracePt t="15995" x="1879600" y="1752600"/>
          <p14:tracePt t="16032" x="1879600" y="1695450"/>
          <p14:tracePt t="16063" x="1879600" y="1682750"/>
          <p14:tracePt t="16094" x="1879600" y="1676400"/>
          <p14:tracePt t="16160" x="1885950" y="1676400"/>
          <p14:tracePt t="16265" x="1892300" y="1689100"/>
          <p14:tracePt t="16310" x="1898650" y="1720850"/>
          <p14:tracePt t="16350" x="1917700" y="1822450"/>
          <p14:tracePt t="16378" x="1955800" y="1949450"/>
          <p14:tracePt t="16409" x="1987550" y="2070100"/>
          <p14:tracePt t="16432" x="2012950" y="2146300"/>
          <p14:tracePt t="16465" x="2038350" y="2209800"/>
          <p14:tracePt t="16494" x="2057400" y="2247900"/>
          <p14:tracePt t="16542" x="2070100" y="2279650"/>
          <p14:tracePt t="16565" x="2076450" y="2279650"/>
          <p14:tracePt t="16594" x="2076450" y="2286000"/>
          <p14:tracePt t="16663" x="2076450" y="2292350"/>
          <p14:tracePt t="16694" x="2076450" y="2305050"/>
          <p14:tracePt t="17358" x="2063750" y="2279650"/>
          <p14:tracePt t="17389" x="2057400" y="2254250"/>
          <p14:tracePt t="17412" x="2019300" y="2190750"/>
          <p14:tracePt t="17456" x="1911350" y="2057400"/>
          <p14:tracePt t="17489" x="1746250" y="1879600"/>
          <p14:tracePt t="17512" x="1670050" y="1790700"/>
          <p14:tracePt t="17555" x="1574800" y="1695450"/>
          <p14:tracePt t="17589" x="1517650" y="1657350"/>
          <p14:tracePt t="17622" x="1492250" y="1638300"/>
          <p14:tracePt t="17655" x="1479550" y="1631950"/>
          <p14:tracePt t="17688" x="1460500" y="1631950"/>
          <p14:tracePt t="17721" x="1441450" y="1631950"/>
          <p14:tracePt t="17755" x="1416050" y="1631950"/>
          <p14:tracePt t="17788" x="1384300" y="1631950"/>
          <p14:tracePt t="17821" x="1289050" y="1631950"/>
          <p14:tracePt t="17841" x="1244600" y="1631950"/>
          <p14:tracePt t="17871" x="1187450" y="1631950"/>
          <p14:tracePt t="17904" x="1174750" y="1631950"/>
          <p14:tracePt t="18004" x="1206500" y="1631950"/>
          <p14:tracePt t="18037" x="1257300" y="1625600"/>
          <p14:tracePt t="18071" x="1447800" y="1593850"/>
          <p14:tracePt t="18103" x="1631950" y="1574800"/>
          <p14:tracePt t="18137" x="1828800" y="1555750"/>
          <p14:tracePt t="18155" x="1860550" y="1555750"/>
          <p14:tracePt t="18187" x="1930400" y="1562100"/>
          <p14:tracePt t="18220" x="1936750" y="1568450"/>
          <p14:tracePt t="18253" x="1936750" y="1606550"/>
          <p14:tracePt t="18286" x="1936750" y="1612900"/>
          <p14:tracePt t="20379" x="1968500" y="1657350"/>
          <p14:tracePt t="20418" x="1993900" y="1682750"/>
          <p14:tracePt t="20462" x="2082800" y="1771650"/>
          <p14:tracePt t="20495" x="2133600" y="1835150"/>
          <p14:tracePt t="20518" x="2165350" y="1860550"/>
          <p14:tracePt t="20547" x="2209800" y="1905000"/>
          <p14:tracePt t="20564" x="2228850" y="1930400"/>
          <p14:tracePt t="20595" x="2260600" y="1968500"/>
          <p14:tracePt t="20628" x="2279650" y="1993900"/>
          <p14:tracePt t="20661" x="2298700" y="2012950"/>
          <p14:tracePt t="20695" x="2305050" y="2019300"/>
          <p14:tracePt t="20728" x="2311400" y="2032000"/>
          <p14:tracePt t="20761" x="2324100" y="2044700"/>
          <p14:tracePt t="20794" x="2324100" y="2057400"/>
          <p14:tracePt t="20828" x="2330450" y="2063750"/>
          <p14:tracePt t="20860" x="2336800" y="2082800"/>
          <p14:tracePt t="20880" x="2343150" y="2095500"/>
          <p14:tracePt t="20910" x="2368550" y="2139950"/>
          <p14:tracePt t="21410" x="2317750" y="2165350"/>
          <p14:tracePt t="21442" x="2254250" y="2203450"/>
          <p14:tracePt t="21475" x="2171700" y="2241550"/>
          <p14:tracePt t="21508" x="2038350" y="2266950"/>
          <p14:tracePt t="21542" x="1924050" y="2279650"/>
          <p14:tracePt t="21575" x="1638300" y="2317750"/>
          <p14:tracePt t="21608" x="1441450" y="2336800"/>
          <p14:tracePt t="21646" x="1193800" y="2349500"/>
          <p14:tracePt t="21676" x="1123950" y="2355850"/>
          <p14:tracePt t="21708" x="1073150" y="2362200"/>
          <p14:tracePt t="21745" x="990600" y="2374900"/>
          <p14:tracePt t="21776" x="933450" y="2374900"/>
          <p14:tracePt t="21807" x="895350" y="2374900"/>
          <p14:tracePt t="21845" x="882650" y="2368550"/>
          <p14:tracePt t="21876" x="869950" y="2368550"/>
          <p14:tracePt t="22260" x="876300" y="2368550"/>
          <p14:tracePt t="22291" x="882650" y="2368550"/>
          <p14:tracePt t="22343" x="895350" y="2368550"/>
          <p14:tracePt t="22374" x="908050" y="2368550"/>
          <p14:tracePt t="22424" x="927100" y="2362200"/>
          <p14:tracePt t="22460" x="952500" y="2362200"/>
          <p14:tracePt t="22490" x="1022350" y="2343150"/>
          <p14:tracePt t="22522" x="1066800" y="2336800"/>
          <p14:tracePt t="22559" x="1149350" y="2330450"/>
          <p14:tracePt t="22594" x="1193800" y="2324100"/>
          <p14:tracePt t="22623" x="1225550" y="2324100"/>
          <p14:tracePt t="22644" x="1238250" y="2317750"/>
          <p14:tracePt t="22692" x="1250950" y="2317750"/>
          <p14:tracePt t="22723" x="1257300" y="2317750"/>
          <p14:tracePt t="22775" x="1263650" y="2317750"/>
          <p14:tracePt t="22810" x="1276350" y="2324100"/>
          <p14:tracePt t="22870" x="1282700" y="2324100"/>
          <p14:tracePt t="22893" x="1289050" y="2324100"/>
          <p14:tracePt t="22987" x="1295400" y="2330450"/>
          <p14:tracePt t="23053" x="1301750" y="2330450"/>
          <p14:tracePt t="23108" x="1308100" y="2330450"/>
          <p14:tracePt t="23153" x="1320800" y="2330450"/>
          <p14:tracePt t="23219" x="1327150" y="2330450"/>
          <p14:tracePt t="23269" x="1333500" y="2330450"/>
          <p14:tracePt t="23335" x="1339850" y="2330450"/>
          <p14:tracePt t="23403" x="1352550" y="2330450"/>
          <p14:tracePt t="23424" x="1365250" y="2330450"/>
          <p14:tracePt t="23468" x="1377950" y="2330450"/>
          <p14:tracePt t="23502" x="1422400" y="2330450"/>
          <p14:tracePt t="23524" x="1473200" y="2330450"/>
          <p14:tracePt t="23568" x="1581150" y="2330450"/>
          <p14:tracePt t="23601" x="1625600" y="2330450"/>
          <p14:tracePt t="23634" x="1657350" y="2330450"/>
          <p14:tracePt t="23684" x="1670050" y="2324100"/>
          <p14:tracePt t="24166" x="1676400" y="2317750"/>
          <p14:tracePt t="24199" x="1682750" y="2317750"/>
          <p14:tracePt t="24266" x="1701800" y="2317750"/>
          <p14:tracePt t="24315" x="1714500" y="2317750"/>
          <p14:tracePt t="24349" x="1727200" y="2317750"/>
          <p14:tracePt t="24382" x="1752600" y="2324100"/>
          <p14:tracePt t="24401" x="1771650" y="2330450"/>
          <p14:tracePt t="24433" x="1803400" y="2336800"/>
          <p14:tracePt t="24465" x="1828800" y="2343150"/>
          <p14:tracePt t="24498" x="1841500" y="2343150"/>
          <p14:tracePt t="24548" x="1841500" y="2349500"/>
          <p14:tracePt t="25133" x="1860550" y="2349500"/>
          <p14:tracePt t="25165" x="1955800" y="2349500"/>
          <p14:tracePt t="25196" x="2139950" y="2336800"/>
          <p14:tracePt t="25229" x="2520950" y="2317750"/>
          <p14:tracePt t="25251" x="2698750" y="2317750"/>
          <p14:tracePt t="25281" x="2952750" y="2317750"/>
          <p14:tracePt t="25312" x="3136900" y="2311400"/>
          <p14:tracePt t="25334" x="3200400" y="2311400"/>
          <p14:tracePt t="25364" x="3289300" y="2311400"/>
          <p14:tracePt t="25395" x="3359150" y="2311400"/>
          <p14:tracePt t="25428" x="3473450" y="2298700"/>
          <p14:tracePt t="25467" x="3549650" y="2292350"/>
          <p14:tracePt t="25484" x="3568700" y="2279650"/>
          <p14:tracePt t="25513" x="3613150" y="2279650"/>
          <p14:tracePt t="25548" x="3651250" y="2279650"/>
          <p14:tracePt t="25583" x="3702050" y="2286000"/>
          <p14:tracePt t="25613" x="3733800" y="2292350"/>
          <p14:tracePt t="25633" x="3752850" y="2298700"/>
          <p14:tracePt t="25666" x="3771900" y="2298700"/>
          <p14:tracePt t="25696" x="3771900" y="2305050"/>
          <p14:tracePt t="25760" x="3778250" y="2305050"/>
          <p14:tracePt t="25876" x="3778250" y="2311400"/>
          <p14:tracePt t="25914" x="3765550" y="2311400"/>
          <p14:tracePt t="25960" x="3759200" y="2311400"/>
          <p14:tracePt t="26292" x="3943350" y="2324100"/>
          <p14:tracePt t="26314" x="4070350" y="2324100"/>
          <p14:tracePt t="26343" x="4254500" y="2317750"/>
          <p14:tracePt t="26375" x="4413250" y="2311400"/>
          <p14:tracePt t="26397" x="4502150" y="2311400"/>
          <p14:tracePt t="26431" x="4591050" y="2311400"/>
          <p14:tracePt t="26461" x="4616450" y="2311400"/>
          <p14:tracePt t="26493" x="4648200" y="2311400"/>
          <p14:tracePt t="26514" x="4660900" y="2311400"/>
          <p14:tracePt t="26543" x="4673600" y="2311400"/>
          <p14:tracePt t="26574" x="4686300" y="2311400"/>
          <p14:tracePt t="26607" x="4699000" y="2311400"/>
          <p14:tracePt t="26674" x="4718050" y="2311400"/>
          <p14:tracePt t="26707" x="4737100" y="2311400"/>
          <p14:tracePt t="26740" x="4794250" y="2311400"/>
          <p14:tracePt t="26773" x="5041900" y="2355850"/>
          <p14:tracePt t="26807" x="5353050" y="2413000"/>
          <p14:tracePt t="26840" x="5695950" y="2451100"/>
          <p14:tracePt t="26873" x="6057900" y="2489200"/>
          <p14:tracePt t="26906" x="6242050" y="2508250"/>
          <p14:tracePt t="26940" x="6337300" y="2508250"/>
          <p14:tracePt t="26973" x="6432550" y="2520950"/>
          <p14:tracePt t="27006" x="6483350" y="2527300"/>
          <p14:tracePt t="27039" x="6546850" y="2540000"/>
          <p14:tracePt t="27072" x="6597650" y="2552700"/>
          <p14:tracePt t="27106" x="6661150" y="2565400"/>
          <p14:tracePt t="27139" x="6731000" y="2578100"/>
          <p14:tracePt t="27173" x="6762750" y="2578100"/>
          <p14:tracePt t="27222" x="6769100" y="2578100"/>
          <p14:tracePt t="27288" x="6762750" y="2578100"/>
          <p14:tracePt t="37354" x="6578600" y="2533650"/>
          <p14:tracePt t="37387" x="6292850" y="2489200"/>
          <p14:tracePt t="37420" x="5975350" y="2432050"/>
          <p14:tracePt t="37453" x="5702300" y="2400300"/>
          <p14:tracePt t="37487" x="5448300" y="2425700"/>
          <p14:tracePt t="37520" x="5302250" y="2432050"/>
          <p14:tracePt t="37553" x="5175250" y="2432050"/>
          <p14:tracePt t="37586" x="5111750" y="2425700"/>
          <p14:tracePt t="37620" x="5010150" y="2413000"/>
          <p14:tracePt t="37638" x="4965700" y="2413000"/>
          <p14:tracePt t="37670" x="4864100" y="2419350"/>
          <p14:tracePt t="37702" x="4775200" y="2425700"/>
          <p14:tracePt t="37736" x="4692650" y="2425700"/>
          <p14:tracePt t="37769" x="4641850" y="2413000"/>
          <p14:tracePt t="37802" x="4616450" y="2393950"/>
          <p14:tracePt t="37835" x="4597400" y="2393950"/>
          <p14:tracePt t="37868" x="4591050" y="2387600"/>
          <p14:tracePt t="37919" x="4584700" y="2387600"/>
          <p14:tracePt t="38085" x="4584700" y="2393950"/>
          <p14:tracePt t="38134" x="4584700" y="2406650"/>
          <p14:tracePt t="38201" x="4584700" y="2413000"/>
          <p14:tracePt t="38234" x="4584700" y="2419350"/>
          <p14:tracePt t="38271" x="4584700" y="2432050"/>
          <p14:tracePt t="38317" x="4559300" y="2425700"/>
          <p14:tracePt t="38350" x="4495800" y="2400300"/>
          <p14:tracePt t="38387" x="4292600" y="2317750"/>
          <p14:tracePt t="38419" x="4019550" y="2197100"/>
          <p14:tracePt t="38450" x="3448050" y="2063750"/>
          <p14:tracePt t="38487" x="2457450" y="1962150"/>
          <p14:tracePt t="38518" x="1149350" y="2012950"/>
          <p14:tracePt t="38549" x="177800" y="2247900"/>
          <p14:tracePt t="38820" x="1212850" y="2635250"/>
          <p14:tracePt t="38850" x="2609850" y="2730500"/>
          <p14:tracePt t="38886" x="3905250" y="2863850"/>
          <p14:tracePt t="38917" x="4356100" y="2933700"/>
          <p14:tracePt t="38934" x="4400550" y="2940050"/>
          <p14:tracePt t="38981" x="4470400" y="2952750"/>
          <p14:tracePt t="39048" x="4470400" y="2946400"/>
          <p14:tracePt t="39102" x="4451350" y="2940050"/>
          <p14:tracePt t="39133" x="4432300" y="2940050"/>
          <p14:tracePt t="39180" x="4406900" y="2901950"/>
          <p14:tracePt t="39200" x="4394200" y="2882900"/>
          <p14:tracePt t="39236" x="4324350" y="2781300"/>
          <p14:tracePt t="39266" x="4241800" y="2641600"/>
          <p14:tracePt t="39286" x="4197350" y="2565400"/>
          <p14:tracePt t="39320" x="4159250" y="2508250"/>
          <p14:tracePt t="39349" x="4146550" y="2495550"/>
          <p14:tracePt t="39396" x="4140200" y="2489200"/>
          <p14:tracePt t="39419" x="4152900" y="2489200"/>
          <p14:tracePt t="39452" x="4171950" y="2489200"/>
          <p14:tracePt t="39496" x="4178300" y="2489200"/>
          <p14:tracePt t="39519" x="4184650" y="2489200"/>
          <p14:tracePt t="39552" x="4191000" y="2489200"/>
          <p14:tracePt t="39581" x="4197350" y="2489200"/>
          <p14:tracePt t="39612" x="4203700" y="2489200"/>
          <p14:tracePt t="39650" x="4210050" y="2489200"/>
          <p14:tracePt t="39696" x="4210050" y="2482850"/>
          <p14:tracePt t="39729" x="4216400" y="2470150"/>
          <p14:tracePt t="39795" x="4222750" y="2457450"/>
          <p14:tracePt t="39829" x="4235450" y="2451100"/>
          <p14:tracePt t="39851" x="4241800" y="2451100"/>
          <p14:tracePt t="39895" x="4286250" y="2444750"/>
          <p14:tracePt t="39928" x="4356100" y="2438400"/>
          <p14:tracePt t="39950" x="4413250" y="2438400"/>
          <p14:tracePt t="39980" x="4476750" y="2432050"/>
          <p14:tracePt t="40011" x="4489450" y="2432050"/>
          <p14:tracePt t="40029" x="4483100" y="2432050"/>
          <p14:tracePt t="40061" x="4438650" y="2432050"/>
          <p14:tracePt t="40094" x="4368800" y="2432050"/>
          <p14:tracePt t="40127" x="4235450" y="2406650"/>
          <p14:tracePt t="40161" x="4152900" y="2393950"/>
          <p14:tracePt t="40194" x="4108450" y="2387600"/>
          <p14:tracePt t="40229" x="4102100" y="2387600"/>
          <p14:tracePt t="40260" x="4114800" y="2381250"/>
          <p14:tracePt t="40293" x="4203700" y="2381250"/>
          <p14:tracePt t="40327" x="4381500" y="2387600"/>
          <p14:tracePt t="40345" x="4457700" y="2387600"/>
          <p14:tracePt t="40377" x="4819650" y="2406650"/>
          <p14:tracePt t="40410" x="4991100" y="2425700"/>
          <p14:tracePt t="40443" x="5073650" y="2444750"/>
          <p14:tracePt t="40476" x="5130800" y="2463800"/>
          <p14:tracePt t="40510" x="5213350" y="2482850"/>
          <p14:tracePt t="40542" x="5346700" y="2495550"/>
          <p14:tracePt t="40576" x="5607050" y="2552700"/>
          <p14:tracePt t="40609" x="5816600" y="2565400"/>
          <p14:tracePt t="40642" x="5962650" y="2559050"/>
          <p14:tracePt t="40661" x="5975350" y="2552700"/>
          <p14:tracePt t="40692" x="5994400" y="2540000"/>
          <p14:tracePt t="40725" x="6000750" y="2527300"/>
          <p14:tracePt t="40758" x="6000750" y="2520950"/>
          <p14:tracePt t="40792" x="6013450" y="2514600"/>
          <p14:tracePt t="40826" x="6045200" y="2514600"/>
          <p14:tracePt t="40858" x="6096000" y="2514600"/>
          <p14:tracePt t="40891" x="6229350" y="2514600"/>
          <p14:tracePt t="40926" x="6477000" y="2527300"/>
          <p14:tracePt t="40958" x="6629400" y="2540000"/>
          <p14:tracePt t="40991" x="6711950" y="2546350"/>
          <p14:tracePt t="41024" x="6724650" y="2546350"/>
          <p14:tracePt t="41091" x="6718300" y="2546350"/>
          <p14:tracePt t="41124" x="6699250" y="2546350"/>
          <p14:tracePt t="41157" x="6686550" y="2546350"/>
          <p14:tracePt t="41240" x="6680200" y="2540000"/>
          <p14:tracePt t="41277" x="6667500" y="2540000"/>
          <p14:tracePt t="41309" x="6654800" y="2540000"/>
          <p14:tracePt t="41356" x="6648450" y="2540000"/>
          <p14:tracePt t="41394" x="6642100" y="2540000"/>
          <p14:tracePt t="41425" x="6642100" y="2533650"/>
          <p14:tracePt t="41460" x="6635750" y="2533650"/>
          <p14:tracePt t="41576" x="6623050" y="2533650"/>
          <p14:tracePt t="42254" x="6375400" y="2533650"/>
          <p14:tracePt t="42291" x="5759450" y="2533650"/>
          <p14:tracePt t="42322" x="5308600" y="2546350"/>
          <p14:tracePt t="42353" x="4870450" y="2590800"/>
          <p14:tracePt t="42403" x="4451350" y="2609850"/>
          <p14:tracePt t="42426" x="4343400" y="2616200"/>
          <p14:tracePt t="42455" x="4191000" y="2616200"/>
          <p14:tracePt t="42476" x="4121150" y="2616200"/>
          <p14:tracePt t="42509" x="4013200" y="2616200"/>
          <p14:tracePt t="42542" x="3917950" y="2609850"/>
          <p14:tracePt t="42585" x="3733800" y="2597150"/>
          <p14:tracePt t="42609" x="3619500" y="2590800"/>
          <p14:tracePt t="42641" x="3467100" y="2571750"/>
          <p14:tracePt t="42670" x="3333750" y="2546350"/>
          <p14:tracePt t="42692" x="3257550" y="2514600"/>
          <p14:tracePt t="42725" x="3219450" y="2495550"/>
          <p14:tracePt t="43117" x="3136900" y="2482850"/>
          <p14:tracePt t="43140" x="3041650" y="2463800"/>
          <p14:tracePt t="43169" x="2952750" y="2451100"/>
          <p14:tracePt t="43200" x="2870200" y="2432050"/>
          <p14:tracePt t="43219" x="2787650" y="2425700"/>
          <p14:tracePt t="43252" x="2660650" y="2406650"/>
          <p14:tracePt t="43300" x="2571750" y="2400300"/>
          <p14:tracePt t="43333" x="2527300" y="2400300"/>
          <p14:tracePt t="43366" x="2514600" y="2400300"/>
          <p14:tracePt t="43416" x="2508250" y="2400300"/>
          <p14:tracePt t="43449" x="2501900" y="2400300"/>
          <p14:tracePt t="43549" x="2514600" y="2400300"/>
          <p14:tracePt t="43582" x="2565400" y="2381250"/>
          <p14:tracePt t="43615" x="2647950" y="2368550"/>
          <p14:tracePt t="43648" x="2774950" y="2343150"/>
          <p14:tracePt t="43682" x="2959100" y="2330450"/>
          <p14:tracePt t="43715" x="3060700" y="2305050"/>
          <p14:tracePt t="43734" x="3098800" y="2298700"/>
          <p14:tracePt t="43765" x="3124200" y="2298700"/>
          <p14:tracePt t="43798" x="3130550" y="2298700"/>
          <p14:tracePt t="43865" x="3111500" y="2298700"/>
          <p14:tracePt t="43898" x="3098800" y="2298700"/>
          <p14:tracePt t="43932" x="3086100" y="2298700"/>
          <p14:tracePt t="43965" x="3079750" y="2298700"/>
          <p14:tracePt t="43997" x="3073400" y="2298700"/>
          <p14:tracePt t="44413" x="3060700" y="2317750"/>
          <p14:tracePt t="44446" x="3041650" y="2336800"/>
          <p14:tracePt t="44479" x="3022600" y="2362200"/>
          <p14:tracePt t="44512" x="3003550" y="2393950"/>
          <p14:tracePt t="44545" x="2997200" y="2413000"/>
          <p14:tracePt t="44583" x="2997200" y="2432050"/>
          <p14:tracePt t="44614" x="3022600" y="2444750"/>
          <p14:tracePt t="44645" x="3079750" y="2451100"/>
          <p14:tracePt t="44682" x="3130550" y="2457450"/>
          <p14:tracePt t="44714" x="3200400" y="2444750"/>
          <p14:tracePt t="44746" x="3251200" y="2425700"/>
          <p14:tracePt t="44764" x="3270250" y="2406650"/>
          <p14:tracePt t="44799" x="3282950" y="2393950"/>
          <p14:tracePt t="44830" x="3282950" y="2381250"/>
          <p14:tracePt t="44861" x="3289300" y="2368550"/>
          <p14:tracePt t="44898" x="3289300" y="2362200"/>
          <p14:tracePt t="45010" x="3295650" y="2362200"/>
          <p14:tracePt t="45210" x="3295650" y="2368550"/>
          <p14:tracePt t="45260" x="3295650" y="2374900"/>
          <p14:tracePt t="45283" x="3295650" y="2381250"/>
          <p14:tracePt t="45326" x="3302000" y="2387600"/>
          <p14:tracePt t="45396" x="3302000" y="2393950"/>
          <p14:tracePt t="45428" x="3302000" y="2400300"/>
          <p14:tracePt t="45459" x="3308350" y="2406650"/>
          <p14:tracePt t="45496" x="3321050" y="2419350"/>
          <p14:tracePt t="45527" x="3371850" y="2432050"/>
          <p14:tracePt t="45559" x="3454400" y="2444750"/>
          <p14:tracePt t="45596" x="3619500" y="2444750"/>
          <p14:tracePt t="45627" x="3727450" y="2425700"/>
          <p14:tracePt t="45659" x="3784600" y="2406650"/>
          <p14:tracePt t="45681" x="3810000" y="2400300"/>
          <p14:tracePt t="45714" x="3822700" y="2387600"/>
          <p14:tracePt t="45758" x="3829050" y="2387600"/>
          <p14:tracePt t="45781" x="3841750" y="2387600"/>
          <p14:tracePt t="45814" x="3854450" y="2374900"/>
          <p14:tracePt t="45862" x="3873500" y="2374900"/>
          <p14:tracePt t="45897" x="3873500" y="2368550"/>
          <p14:tracePt t="45945" x="3886200" y="2362200"/>
          <p14:tracePt t="46007" x="3892550" y="2349500"/>
          <p14:tracePt t="46061" x="3879850" y="2349500"/>
          <p14:tracePt t="46097" x="3873500" y="2349500"/>
          <p14:tracePt t="46439" x="3981450" y="2349500"/>
          <p14:tracePt t="46461" x="4114800" y="2349500"/>
          <p14:tracePt t="46505" x="4292600" y="2349500"/>
          <p14:tracePt t="46538" x="4476750" y="2349500"/>
          <p14:tracePt t="46561" x="4546600" y="2336800"/>
          <p14:tracePt t="46590" x="4629150" y="2317750"/>
          <p14:tracePt t="46622" x="4679950" y="2311400"/>
          <p14:tracePt t="46655" x="4756150" y="2311400"/>
          <p14:tracePt t="46688" x="4794250" y="2311400"/>
          <p14:tracePt t="46721" x="4889500" y="2336800"/>
          <p14:tracePt t="46754" x="4991100" y="2336800"/>
          <p14:tracePt t="46788" x="5175250" y="2349500"/>
          <p14:tracePt t="46821" x="5321300" y="2368550"/>
          <p14:tracePt t="46854" x="5422900" y="2374900"/>
          <p14:tracePt t="46888" x="5511800" y="2381250"/>
          <p14:tracePt t="46921" x="5562600" y="2381250"/>
          <p14:tracePt t="46954" x="5613400" y="2368550"/>
          <p14:tracePt t="46987" x="5651500" y="2362200"/>
          <p14:tracePt t="47020" x="5689600" y="2349500"/>
          <p14:tracePt t="47054" x="5727700" y="2349500"/>
          <p14:tracePt t="47087" x="5759450" y="2336800"/>
          <p14:tracePt t="47120" x="5778500" y="2330450"/>
          <p14:tracePt t="47153" x="5784850" y="2330450"/>
          <p14:tracePt t="47236" x="5772150" y="2330450"/>
          <p14:tracePt t="47286" x="5727700" y="2336800"/>
          <p14:tracePt t="47321" x="5607050" y="2343150"/>
          <p14:tracePt t="47352" x="5378450" y="2362200"/>
          <p14:tracePt t="47385" x="5073650" y="2387600"/>
          <p14:tracePt t="47419" x="4730750" y="2387600"/>
          <p14:tracePt t="47452" x="4591050" y="2374900"/>
          <p14:tracePt t="47490" x="4533900" y="2374900"/>
          <p14:tracePt t="47520" x="4521200" y="2374900"/>
          <p14:tracePt t="47568" x="4514850" y="2374900"/>
          <p14:tracePt t="47602" x="4508500" y="2374900"/>
          <p14:tracePt t="47987" x="4508500" y="2368550"/>
          <p14:tracePt t="48321" x="4222750" y="2374900"/>
          <p14:tracePt t="48351" x="3968750" y="2393950"/>
          <p14:tracePt t="48399" x="3263900" y="2451100"/>
          <p14:tracePt t="48421" x="3035300" y="2457450"/>
          <p14:tracePt t="48450" x="2755900" y="2470150"/>
          <p14:tracePt t="48467" x="2730500" y="2476500"/>
          <p14:tracePt t="48515" x="2698750" y="2476500"/>
          <p14:tracePt t="48614" x="2698750" y="2470150"/>
          <p14:tracePt t="48652" x="2698750" y="2463800"/>
          <p14:tracePt t="49113" x="2622550" y="2463800"/>
          <p14:tracePt t="49146" x="2527300" y="2463800"/>
          <p14:tracePt t="49169" x="2438400" y="2463800"/>
          <p14:tracePt t="49213" x="2165350" y="2470150"/>
          <p14:tracePt t="49246" x="1797050" y="2476500"/>
          <p14:tracePt t="49268" x="1631950" y="2476500"/>
          <p14:tracePt t="49297" x="1428750" y="2476500"/>
          <p14:tracePt t="49329" x="1282700" y="2476500"/>
          <p14:tracePt t="49362" x="1187450" y="2476500"/>
          <p14:tracePt t="49412" x="1085850" y="2476500"/>
          <p14:tracePt t="49445" x="1028700" y="2470150"/>
          <p14:tracePt t="49478" x="996950" y="2470150"/>
          <p14:tracePt t="49512" x="946150" y="2470150"/>
          <p14:tracePt t="49545" x="920750" y="2476500"/>
          <p14:tracePt t="49578" x="908050" y="2476500"/>
          <p14:tracePt t="49628" x="901700" y="2476500"/>
          <p14:tracePt t="58415" x="908050" y="2482850"/>
          <p14:tracePt t="58448" x="908050" y="2489200"/>
          <p14:tracePt t="58532" x="908050" y="2495550"/>
          <p14:tracePt t="58601" x="908050" y="2501900"/>
          <p14:tracePt t="58632" x="908050" y="2520950"/>
          <p14:tracePt t="58664" x="920750" y="2540000"/>
          <p14:tracePt t="58701" x="946150" y="2590800"/>
          <p14:tracePt t="58732" x="977900" y="2641600"/>
          <p14:tracePt t="58764" x="1009650" y="2698750"/>
          <p14:tracePt t="58800" x="1028700" y="2743200"/>
          <p14:tracePt t="58832" x="1035050" y="2774950"/>
          <p14:tracePt t="58863" x="1047750" y="2813050"/>
          <p14:tracePt t="58885" x="1060450" y="2838450"/>
          <p14:tracePt t="58919" x="1079500" y="2882900"/>
          <p14:tracePt t="58948" x="1092200" y="2914650"/>
          <p14:tracePt t="59014" x="1104900" y="2933700"/>
          <p14:tracePt t="59031" x="1117600" y="2940050"/>
          <p14:tracePt t="59627" x="1155700" y="2946400"/>
          <p14:tracePt t="59660" x="1257300" y="2959100"/>
          <p14:tracePt t="59682" x="1390650" y="2984500"/>
          <p14:tracePt t="59727" x="1631950" y="3035300"/>
          <p14:tracePt t="59760" x="1790700" y="3048000"/>
          <p14:tracePt t="59782" x="1847850" y="3067050"/>
          <p14:tracePt t="59812" x="1905000" y="3067050"/>
          <p14:tracePt t="59843" x="1930400" y="3067050"/>
          <p14:tracePt t="59876" x="1943100" y="3067050"/>
          <p14:tracePt t="59910" x="1949450" y="3060700"/>
          <p14:tracePt t="59976" x="1955800" y="3060700"/>
          <p14:tracePt t="60009" x="1962150" y="3060700"/>
          <p14:tracePt t="60042" x="1974850" y="3060700"/>
          <p14:tracePt t="60109" x="1981200" y="3060700"/>
          <p14:tracePt t="60391" x="2000250" y="3067050"/>
          <p14:tracePt t="60424" x="2012950" y="3067050"/>
          <p14:tracePt t="60458" x="2070100" y="3073400"/>
          <p14:tracePt t="60491" x="2152650" y="3079750"/>
          <p14:tracePt t="60524" x="2374900" y="3098800"/>
          <p14:tracePt t="60559" x="2641600" y="3105150"/>
          <p14:tracePt t="60591" x="2933700" y="3105150"/>
          <p14:tracePt t="60624" x="3086100" y="3092450"/>
          <p14:tracePt t="60657" x="3257550" y="3086100"/>
          <p14:tracePt t="60691" x="3359150" y="3060700"/>
          <p14:tracePt t="60723" x="3378200" y="3048000"/>
          <p14:tracePt t="60773" x="3378200" y="3022600"/>
          <p14:tracePt t="60807" x="3371850" y="2997200"/>
          <p14:tracePt t="61291" x="3409950" y="2997200"/>
          <p14:tracePt t="61323" x="3549650" y="3016250"/>
          <p14:tracePt t="61340" x="3587750" y="3016250"/>
          <p14:tracePt t="61371" x="3708400" y="3022600"/>
          <p14:tracePt t="61408" x="3892550" y="3022600"/>
          <p14:tracePt t="61439" x="3987800" y="3028950"/>
          <p14:tracePt t="61471" x="4051300" y="3028950"/>
          <p14:tracePt t="61507" x="4076700" y="3028950"/>
          <p14:tracePt t="61554" x="4083050" y="3028950"/>
          <p14:tracePt t="61607" x="4083050" y="3022600"/>
          <p14:tracePt t="61737" x="4076700" y="3022600"/>
          <p14:tracePt t="61786" x="4064000" y="3022600"/>
          <p14:tracePt t="61836" x="4057650" y="3028950"/>
          <p14:tracePt t="61886" x="4051300" y="3028950"/>
          <p14:tracePt t="62006" x="4038600" y="3028950"/>
          <p14:tracePt t="62069" x="4032250" y="3028950"/>
          <p14:tracePt t="62122" x="4019550" y="3022600"/>
          <p14:tracePt t="62534" x="4032250" y="3022600"/>
          <p14:tracePt t="62555" x="4051300" y="3022600"/>
          <p14:tracePt t="62586" x="4070350" y="3022600"/>
          <p14:tracePt t="62634" x="4089400" y="3022600"/>
          <p14:tracePt t="62638" x="4102100" y="3022600"/>
          <p14:tracePt t="62672" x="4121150" y="3022600"/>
          <p14:tracePt t="62716" x="4133850" y="3022600"/>
          <p14:tracePt t="62739" x="4152900" y="3028950"/>
          <p14:tracePt t="62755" x="4159250" y="3028950"/>
          <p14:tracePt t="62785" x="4178300" y="3028950"/>
          <p14:tracePt t="62833" x="4210050" y="3028950"/>
          <p14:tracePt t="62855" x="4216400" y="3028950"/>
          <p14:tracePt t="62932" x="4203700" y="3048000"/>
          <p14:tracePt t="62954" x="4191000" y="3048000"/>
          <p14:tracePt t="62987" x="4133850" y="3067050"/>
          <p14:tracePt t="63017" x="4038600" y="3092450"/>
          <p14:tracePt t="63049" x="3644900" y="3175000"/>
          <p14:tracePt t="63070" x="3378200" y="3232150"/>
          <p14:tracePt t="63088" x="3225800" y="3263900"/>
          <p14:tracePt t="63132" x="2692400" y="3378200"/>
          <p14:tracePt t="63165" x="2578100" y="3409950"/>
          <p14:tracePt t="63187" x="2552700" y="3422650"/>
          <p14:tracePt t="63216" x="2533650" y="3435350"/>
          <p14:tracePt t="63347" x="2527300" y="3441700"/>
          <p14:tracePt t="63414" x="2527300" y="3448050"/>
          <p14:tracePt t="63464" x="2527300" y="3454400"/>
          <p14:tracePt t="63530" x="2533650" y="3454400"/>
          <p14:tracePt t="63563" x="2533650" y="3467100"/>
          <p14:tracePt t="63597" x="2540000" y="3467100"/>
          <p14:tracePt t="63631" x="2546350" y="3473450"/>
          <p14:tracePt t="63696" x="2552700" y="3479800"/>
          <p14:tracePt t="63730" x="2565400" y="3486150"/>
          <p14:tracePt t="63779" x="2578100" y="3486150"/>
          <p14:tracePt t="63830" x="2597150" y="3492500"/>
          <p14:tracePt t="63863" x="2609850" y="3492500"/>
          <p14:tracePt t="63913" x="2622550" y="3492500"/>
          <p14:tracePt t="63945" x="2635250" y="3492500"/>
          <p14:tracePt t="63979" x="2641600" y="3492500"/>
          <p14:tracePt t="64012" x="2660650" y="3492500"/>
          <p14:tracePt t="64045" x="2673350" y="3492500"/>
          <p14:tracePt t="64078" x="2686050" y="3492500"/>
          <p14:tracePt t="64113" x="2692400" y="3492500"/>
          <p14:tracePt t="64147" x="2711450" y="3492500"/>
          <p14:tracePt t="64178" x="2743200" y="3492500"/>
          <p14:tracePt t="64212" x="2806700" y="3492500"/>
          <p14:tracePt t="64230" x="2825750" y="3486150"/>
          <p14:tracePt t="64261" x="2895600" y="3486150"/>
          <p14:tracePt t="64294" x="2927350" y="3486150"/>
          <p14:tracePt t="64328" x="2946400" y="3486150"/>
          <p14:tracePt t="64361" x="2959100" y="3479800"/>
          <p14:tracePt t="64397" x="2965450" y="3479800"/>
          <p14:tracePt t="64429" x="2984500" y="3473450"/>
          <p14:tracePt t="64477" x="2997200" y="3473450"/>
          <p14:tracePt t="64510" x="3035300" y="3460750"/>
          <p14:tracePt t="64544" x="3098800" y="3454400"/>
          <p14:tracePt t="64577" x="3149600" y="3435350"/>
          <p14:tracePt t="64614" x="3206750" y="3435350"/>
          <p14:tracePt t="64645" x="3232150" y="3435350"/>
          <p14:tracePt t="64676" x="3257550" y="3435350"/>
          <p14:tracePt t="64714" x="3302000" y="3435350"/>
          <p14:tracePt t="64745" x="3352800" y="3435350"/>
          <p14:tracePt t="64776" x="3416300" y="3454400"/>
          <p14:tracePt t="64813" x="3524250" y="3467100"/>
          <p14:tracePt t="64844" x="3613150" y="3473450"/>
          <p14:tracePt t="64876" x="3676650" y="3479800"/>
          <p14:tracePt t="64912" x="3721100" y="3486150"/>
          <p14:tracePt t="64944" x="3752850" y="3498850"/>
          <p14:tracePt t="64975" x="3771900" y="3505200"/>
          <p14:tracePt t="65012" x="3790950" y="3505200"/>
          <p14:tracePt t="65044" x="3810000" y="3511550"/>
          <p14:tracePt t="65075" x="3829050" y="3511550"/>
          <p14:tracePt t="65111" x="3879850" y="3517900"/>
          <p14:tracePt t="65143" x="3905250" y="3517900"/>
          <p14:tracePt t="65175" x="3975100" y="3524250"/>
          <p14:tracePt t="65197" x="4000500" y="3530600"/>
          <p14:tracePt t="65230" x="4044950" y="3536950"/>
          <p14:tracePt t="65260" x="4064000" y="3536950"/>
          <p14:tracePt t="65291" x="4076700" y="3536950"/>
          <p14:tracePt t="65327" x="4102100" y="3543300"/>
          <p14:tracePt t="65359" x="4114800" y="3543300"/>
          <p14:tracePt t="65391" x="4121150" y="3543300"/>
          <p14:tracePt t="65427" x="4127500" y="3543300"/>
          <p14:tracePt t="65459" x="4133850" y="3543300"/>
          <p14:tracePt t="65491" x="4146550" y="3543300"/>
          <p14:tracePt t="65540" x="4159250" y="3543300"/>
          <p14:tracePt t="65577" x="4171950" y="3543300"/>
          <p14:tracePt t="65623" x="4197350" y="3543300"/>
          <p14:tracePt t="65645" x="4216400" y="3543300"/>
          <p14:tracePt t="65675" x="4260850" y="3543300"/>
          <p14:tracePt t="65706" x="4343400" y="3543300"/>
          <p14:tracePt t="65728" x="4387850" y="3543300"/>
          <p14:tracePt t="65761" x="4476750" y="3543300"/>
          <p14:tracePt t="65778" x="4502150" y="3543300"/>
          <p14:tracePt t="65822" x="4552950" y="3543300"/>
          <p14:tracePt t="65844" x="4565650" y="3543300"/>
          <p14:tracePt t="65877" x="4578350" y="3543300"/>
          <p14:tracePt t="65923" x="4591050" y="3543300"/>
          <p14:tracePt t="66038" x="4597400" y="3543300"/>
          <p14:tracePt t="66122" x="4597400" y="3536950"/>
          <p14:tracePt t="66156" x="4591050" y="3536950"/>
          <p14:tracePt t="66786" x="4533900" y="3568700"/>
          <p14:tracePt t="66819" x="4438650" y="3625850"/>
          <p14:tracePt t="66852" x="4311650" y="3689350"/>
          <p14:tracePt t="66885" x="4171950" y="3759200"/>
          <p14:tracePt t="66919" x="4051300" y="3829050"/>
          <p14:tracePt t="66951" x="3962400" y="3867150"/>
          <p14:tracePt t="66985" x="3848100" y="3924300"/>
          <p14:tracePt t="67019" x="3740150" y="3968750"/>
          <p14:tracePt t="67052" x="3625850" y="4006850"/>
          <p14:tracePt t="67070" x="3606800" y="4013200"/>
          <p14:tracePt t="67101" x="3568700" y="4025900"/>
          <p14:tracePt t="67135" x="3543300" y="4025900"/>
          <p14:tracePt t="67184" x="3536950" y="4032250"/>
          <p14:tracePt t="67218" x="3530600" y="4032250"/>
          <p14:tracePt t="67633" x="3562350" y="4019550"/>
          <p14:tracePt t="67666" x="3714750" y="3917950"/>
          <p14:tracePt t="67699" x="3829050" y="3822700"/>
          <p14:tracePt t="67732" x="3905250" y="3740150"/>
          <p14:tracePt t="67766" x="3981450" y="3683000"/>
          <p14:tracePt t="67799" x="4038600" y="3625850"/>
          <p14:tracePt t="67832" x="4057650" y="3606800"/>
          <p14:tracePt t="67866" x="4076700" y="3587750"/>
          <p14:tracePt t="67919" x="4076700" y="3581400"/>
          <p14:tracePt t="68036" x="4076700" y="3575050"/>
          <p14:tracePt t="68081" x="4070350" y="3575050"/>
          <p14:tracePt t="68134" x="4064000" y="3575050"/>
          <p14:tracePt t="68154" x="4057650" y="3575050"/>
          <p14:tracePt t="68197" x="4051300" y="3568700"/>
          <p14:tracePt t="68234" x="4044950" y="3568700"/>
          <p14:tracePt t="68280" x="4044950" y="3562350"/>
          <p14:tracePt t="68334" x="4044950" y="3556000"/>
          <p14:tracePt t="68397" x="4051300" y="3556000"/>
          <p14:tracePt t="68433" x="4064000" y="3549650"/>
          <p14:tracePt t="68465" x="4076700" y="3549650"/>
          <p14:tracePt t="68530" x="4095750" y="3543300"/>
          <p14:tracePt t="68566" x="4114800" y="3543300"/>
          <p14:tracePt t="68598" x="4146550" y="3536950"/>
          <p14:tracePt t="68618" x="4159250" y="3530600"/>
          <p14:tracePt t="68651" x="4203700" y="3524250"/>
          <p14:tracePt t="68669" x="4229100" y="3524250"/>
          <p14:tracePt t="68729" x="4279900" y="3517900"/>
          <p14:tracePt t="68751" x="4305300" y="3517900"/>
          <p14:tracePt t="68781" x="4324350" y="3511550"/>
          <p14:tracePt t="68829" x="4343400" y="3511550"/>
          <p14:tracePt t="68847" x="4349750" y="3511550"/>
          <p14:tracePt t="68898" x="4356100" y="3511550"/>
          <p14:tracePt t="68945" x="4362450" y="3517900"/>
          <p14:tracePt t="68967" x="4368800" y="3517900"/>
          <p14:tracePt t="69000" x="4375150" y="3517900"/>
          <p14:tracePt t="69029" x="4387850" y="3517900"/>
          <p14:tracePt t="69061" x="4400550" y="3517900"/>
          <p14:tracePt t="69084" x="4406900" y="3517900"/>
          <p14:tracePt t="69127" x="4425950" y="3517900"/>
          <p14:tracePt t="69161" x="4457700" y="3517900"/>
          <p14:tracePt t="69183" x="4476750" y="3517900"/>
          <p14:tracePt t="69227" x="4540250" y="3517900"/>
          <p14:tracePt t="69261" x="4591050" y="3517900"/>
          <p14:tracePt t="69282" x="4616450" y="3517900"/>
          <p14:tracePt t="69313" x="4641850" y="3511550"/>
          <p14:tracePt t="69343" x="4654550" y="3511550"/>
          <p14:tracePt t="69393" x="4660900" y="3511550"/>
          <p14:tracePt t="69427" x="4673600" y="3511550"/>
          <p14:tracePt t="69476" x="4679950" y="3511550"/>
          <p14:tracePt t="69500" x="4686300" y="3511550"/>
          <p14:tracePt t="69560" x="4692650" y="3511550"/>
          <p14:tracePt t="69610" x="4692650" y="3498850"/>
          <p14:tracePt t="69643" x="4692650" y="3492500"/>
          <p14:tracePt t="70207" x="4660900" y="3486150"/>
          <p14:tracePt t="70242" x="4603750" y="3486150"/>
          <p14:tracePt t="70274" x="4572000" y="3486150"/>
          <p14:tracePt t="70307" x="4514850" y="3486150"/>
          <p14:tracePt t="70340" x="4470400" y="3486150"/>
          <p14:tracePt t="70359" x="4457700" y="3486150"/>
          <p14:tracePt t="70390" x="4451350" y="3492500"/>
          <p14:tracePt t="70440" x="4445000" y="3498850"/>
          <p14:tracePt t="70489" x="4445000" y="3505200"/>
          <p14:tracePt t="70527" x="4445000" y="3511550"/>
          <p14:tracePt t="70589" x="4457700" y="3511550"/>
          <p14:tracePt t="70625" x="4489450" y="3498850"/>
          <p14:tracePt t="70657" x="4527550" y="3473450"/>
          <p14:tracePt t="70689" x="4565650" y="3454400"/>
          <p14:tracePt t="70726" x="4616450" y="3365500"/>
          <p14:tracePt t="70757" x="4622800" y="3327400"/>
          <p14:tracePt t="70789" x="4622800" y="3276600"/>
          <p14:tracePt t="70807" x="4622800" y="3263900"/>
          <p14:tracePt t="70842" x="4603750" y="3238500"/>
          <p14:tracePt t="70873" x="4591050" y="3232150"/>
          <p14:tracePt t="70905" x="4584700" y="3225800"/>
          <p14:tracePt t="70941" x="4572000" y="3219450"/>
          <p14:tracePt t="70974" x="4559300" y="3219450"/>
          <p14:tracePt t="71005" x="4552950" y="3219450"/>
          <p14:tracePt t="71042" x="4514850" y="3219450"/>
          <p14:tracePt t="71073" x="4464050" y="3219450"/>
          <p14:tracePt t="71105" x="4394200" y="3232150"/>
          <p14:tracePt t="71128" x="4356100" y="3238500"/>
          <p14:tracePt t="71156" x="4311650" y="3270250"/>
          <p14:tracePt t="71188" x="4279900" y="3289300"/>
          <p14:tracePt t="71211" x="4260850" y="3302000"/>
          <p14:tracePt t="71243" x="4254500" y="3314700"/>
          <p14:tracePt t="71272" x="4248150" y="3333750"/>
          <p14:tracePt t="71304" x="4235450" y="3346450"/>
          <p14:tracePt t="71341" x="4229100" y="3359150"/>
          <p14:tracePt t="71403" x="4222750" y="3365500"/>
          <p14:tracePt t="71441" x="4216400" y="3378200"/>
          <p14:tracePt t="71491" x="4216400" y="3384550"/>
          <p14:tracePt t="71510" x="4216400" y="3390900"/>
          <p14:tracePt t="71541" x="4210050" y="3403600"/>
          <p14:tracePt t="71574" x="4203700" y="3403600"/>
          <p14:tracePt t="72318" x="4146550" y="3365500"/>
          <p14:tracePt t="72350" x="4019550" y="3257550"/>
          <p14:tracePt t="72368" x="3937000" y="3206750"/>
          <p14:tracePt t="72400" x="3441700" y="2895600"/>
          <p14:tracePt t="72433" x="2921000" y="2533650"/>
          <p14:tracePt t="72466" x="2228850" y="2101850"/>
          <p14:tracePt t="72499" x="1758950" y="1860550"/>
          <p14:tracePt t="72533" x="1422400" y="1663700"/>
          <p14:tracePt t="72566" x="1327150" y="1581150"/>
          <p14:tracePt t="72599" x="1244600" y="1517650"/>
          <p14:tracePt t="72633" x="1231900" y="1492250"/>
          <p14:tracePt t="72666" x="1225550" y="1479550"/>
          <p14:tracePt t="72698" x="1219200" y="1479550"/>
          <p14:tracePt t="72732" x="1219200" y="1473200"/>
          <p14:tracePt t="72781" x="1225550" y="1473200"/>
          <p14:tracePt t="72815" x="1250950" y="1485900"/>
          <p14:tracePt t="72848" x="1270000" y="1498600"/>
          <p14:tracePt t="72881" x="1301750" y="1511300"/>
          <p14:tracePt t="72914" x="1333500" y="1517650"/>
          <p14:tracePt t="72948" x="1371600" y="1517650"/>
          <p14:tracePt t="72981" x="1416050" y="1517650"/>
          <p14:tracePt t="73014" x="1473200" y="1517650"/>
          <p14:tracePt t="73047" x="1530350" y="1517650"/>
          <p14:tracePt t="73097" x="1536700" y="1517650"/>
          <p14:tracePt t="73347" x="1549400" y="1517650"/>
          <p14:tracePt t="73380" x="1562100" y="1517650"/>
          <p14:tracePt t="73413" x="1568450" y="1517650"/>
          <p14:tracePt t="73432" x="1581150" y="1517650"/>
          <p14:tracePt t="73462" x="1619250" y="1524000"/>
          <p14:tracePt t="73496" x="1727200" y="1524000"/>
          <p14:tracePt t="73533" x="1841500" y="1530350"/>
          <p14:tracePt t="73564" x="2012950" y="1536700"/>
          <p14:tracePt t="73596" x="2222500" y="1568450"/>
          <p14:tracePt t="73633" x="2451100" y="1574800"/>
          <p14:tracePt t="73645" x="2508250" y="1574800"/>
          <p14:tracePt t="73679" x="2705100" y="1606550"/>
          <p14:tracePt t="73712" x="2794000" y="1612900"/>
          <p14:tracePt t="73749" x="2882900" y="1606550"/>
          <p14:tracePt t="73780" x="2927350" y="1600200"/>
          <p14:tracePt t="73811" x="2965450" y="1593850"/>
          <p14:tracePt t="73849" x="3003550" y="1587500"/>
          <p14:tracePt t="73880" x="3009900" y="1581150"/>
          <p14:tracePt t="73911" x="3016250" y="1581150"/>
          <p14:tracePt t="73934" x="3022600" y="1581150"/>
          <p14:tracePt t="73995" x="3035300" y="1581150"/>
          <p14:tracePt t="74031" x="3048000" y="1593850"/>
          <p14:tracePt t="74062" x="3060700" y="1600200"/>
          <p14:tracePt t="74094" x="3073400" y="1606550"/>
          <p14:tracePt t="74116" x="3098800" y="1612900"/>
          <p14:tracePt t="74149" x="3219450" y="1638300"/>
          <p14:tracePt t="74179" x="3302000" y="1644650"/>
          <p14:tracePt t="74210" x="3492500" y="1670050"/>
          <p14:tracePt t="74247" x="3587750" y="1682750"/>
          <p14:tracePt t="74279" x="3663950" y="1689100"/>
          <p14:tracePt t="74311" x="3683000" y="1689100"/>
          <p14:tracePt t="74348" x="3695700" y="1695450"/>
          <p14:tracePt t="74378" x="3708400" y="1727200"/>
          <p14:tracePt t="74410" x="3746500" y="1790700"/>
          <p14:tracePt t="74432" x="3790950" y="1892300"/>
          <p14:tracePt t="74465" x="3879850" y="2139950"/>
          <p14:tracePt t="74494" x="3962400" y="2362200"/>
          <p14:tracePt t="74542" x="4184650" y="2914650"/>
          <p14:tracePt t="74565" x="4248150" y="3060700"/>
          <p14:tracePt t="74594" x="4292600" y="3155950"/>
          <p14:tracePt t="74625" x="4305300" y="3187700"/>
          <p14:tracePt t="74648" x="4318000" y="3200400"/>
          <p14:tracePt t="74681" x="4330700" y="3206750"/>
          <p14:tracePt t="74742" x="4356100" y="3219450"/>
          <p14:tracePt t="74764" x="4381500" y="3225800"/>
          <p14:tracePt t="74781" x="4406900" y="3225800"/>
          <p14:tracePt t="74814" x="4451350" y="3238500"/>
          <p14:tracePt t="74858" x="4514850" y="3251200"/>
          <p14:tracePt t="74880" x="4552950" y="3263900"/>
          <p14:tracePt t="74913" x="4584700" y="3270250"/>
          <p14:tracePt t="74990" x="4578350" y="3270250"/>
          <p14:tracePt t="75057" x="4552950" y="3270250"/>
          <p14:tracePt t="75090" x="4546600" y="3270250"/>
          <p14:tracePt t="75113" x="4521200" y="3276600"/>
          <p14:tracePt t="75142" x="4451350" y="3295650"/>
          <p14:tracePt t="75173" x="4298950" y="3340100"/>
          <p14:tracePt t="75196" x="4197350" y="3371850"/>
          <p14:tracePt t="75240" x="3987800" y="3422650"/>
          <p14:tracePt t="75273" x="3911600" y="3448050"/>
          <p14:tracePt t="75292" x="3886200" y="3454400"/>
          <p14:tracePt t="75324" x="3854450" y="3467100"/>
          <p14:tracePt t="75788" x="3949700" y="3473450"/>
          <p14:tracePt t="75821" x="4146550" y="3479800"/>
          <p14:tracePt t="75854" x="4267200" y="3498850"/>
          <p14:tracePt t="75888" x="4425950" y="3517900"/>
          <p14:tracePt t="75906" x="4451350" y="3524250"/>
          <p14:tracePt t="75938" x="4521200" y="3530600"/>
          <p14:tracePt t="75970" x="4540250" y="3530600"/>
          <p14:tracePt t="76004" x="4552950" y="3530600"/>
          <p14:tracePt t="76054" x="4552950" y="3524250"/>
          <p14:tracePt t="76103" x="4552950" y="3517900"/>
          <p14:tracePt t="76137" x="4552950" y="3511550"/>
          <p14:tracePt t="76170" x="4552950" y="3498850"/>
          <p14:tracePt t="76220" x="4546600" y="3492500"/>
          <p14:tracePt t="76253" x="4527550" y="3492500"/>
          <p14:tracePt t="76286" x="4527550" y="3486150"/>
          <p14:tracePt t="76321" x="4514850" y="3486150"/>
          <p14:tracePt t="76353" x="4502150" y="3479800"/>
          <p14:tracePt t="76386" x="4489450" y="3479800"/>
          <p14:tracePt t="76419" x="4470400" y="3473450"/>
          <p14:tracePt t="76453" x="4406900" y="3467100"/>
          <p14:tracePt t="76486" x="4324350" y="3460750"/>
          <p14:tracePt t="76519" x="4203700" y="3454400"/>
          <p14:tracePt t="76552" x="4152900" y="3454400"/>
          <p14:tracePt t="76586" x="4076700" y="3473450"/>
          <p14:tracePt t="76618" x="4044950" y="3479800"/>
          <p14:tracePt t="76652" x="4038600" y="3479800"/>
          <p14:tracePt t="76685" x="4025900" y="3486150"/>
          <p14:tracePt t="76738" x="4013200" y="3486150"/>
          <p14:tracePt t="76770" x="4000500" y="3486150"/>
          <p14:tracePt t="77117" x="4102100" y="3492500"/>
          <p14:tracePt t="77154" x="4248150" y="3511550"/>
          <p14:tracePt t="77185" x="4330700" y="3524250"/>
          <p14:tracePt t="77201" x="4362450" y="3530600"/>
          <p14:tracePt t="77237" x="4406900" y="3530600"/>
          <p14:tracePt t="77268" x="4445000" y="3530600"/>
          <p14:tracePt t="77299" x="4464050" y="3530600"/>
          <p14:tracePt t="77322" x="4470400" y="3530600"/>
          <p14:tracePt t="77370" x="4476750" y="3524250"/>
          <p14:tracePt t="77401" x="4476750" y="3511550"/>
          <p14:tracePt t="77449" x="4470400" y="3505200"/>
          <p14:tracePt t="77471" x="4464050" y="3498850"/>
          <p14:tracePt t="77501" x="4457700" y="3486150"/>
          <p14:tracePt t="77523" x="4445000" y="3479800"/>
          <p14:tracePt t="77554" x="4425950" y="3467100"/>
          <p14:tracePt t="77588" x="4394200" y="3422650"/>
          <p14:tracePt t="77617" x="4337050" y="3371850"/>
          <p14:tracePt t="77665" x="4229100" y="3295650"/>
          <p14:tracePt t="77702" x="4171950" y="3276600"/>
          <p14:tracePt t="77733" x="4083050" y="3251200"/>
          <p14:tracePt t="77754" x="4032250" y="3251200"/>
          <p14:tracePt t="77787" x="3981450" y="3244850"/>
          <p14:tracePt t="77805" x="3930650" y="3244850"/>
          <p14:tracePt t="77864" x="3835400" y="3270250"/>
          <p14:tracePt t="77887" x="3803650" y="3282950"/>
          <p14:tracePt t="77903" x="3797300" y="3289300"/>
          <p14:tracePt t="77947" x="3778250" y="3295650"/>
          <p14:tracePt t="78001" x="3771900" y="3302000"/>
          <p14:tracePt t="78113" x="3771900" y="3295650"/>
          <p14:tracePt t="79176" x="3740150" y="3308350"/>
          <p14:tracePt t="79209" x="3695700" y="3346450"/>
          <p14:tracePt t="79243" x="3619500" y="3378200"/>
          <p14:tracePt t="79276" x="3536950" y="3429000"/>
          <p14:tracePt t="79294" x="3498850" y="3448050"/>
          <p14:tracePt t="79326" x="3448050" y="3479800"/>
          <p14:tracePt t="79376" x="3441700" y="3498850"/>
          <p14:tracePt t="79425" x="3429000" y="3505200"/>
          <p14:tracePt t="79475" x="3429000" y="3517900"/>
          <p14:tracePt t="79525" x="3422650" y="3530600"/>
          <p14:tracePt t="79558" x="3416300" y="3543300"/>
          <p14:tracePt t="79624" x="3416300" y="3549650"/>
          <p14:tracePt t="79658" x="3409950" y="3562350"/>
          <p14:tracePt t="79708" x="3409950" y="3575050"/>
          <p14:tracePt t="79774" x="3409950" y="3581400"/>
          <p14:tracePt t="79807" x="3403600" y="3587750"/>
          <p14:tracePt t="79841" x="3403600" y="3594100"/>
          <p14:tracePt t="79928" x="3403600" y="3600450"/>
          <p14:tracePt t="79990" x="3390900" y="3600450"/>
          <p14:tracePt t="80023" x="3378200" y="3600450"/>
          <p14:tracePt t="80057" x="3365500" y="3606800"/>
          <p14:tracePt t="80090" x="3295650" y="3632200"/>
          <p14:tracePt t="80108" x="3263900" y="3644900"/>
          <p14:tracePt t="80144" x="3016250" y="3752850"/>
          <p14:tracePt t="80175" x="2800350" y="3860800"/>
          <p14:tracePt t="80206" x="2597150" y="3949700"/>
          <p14:tracePt t="80228" x="2482850" y="3981450"/>
          <p14:tracePt t="80258" x="2349500" y="4025900"/>
          <p14:tracePt t="80290" x="2260600" y="4057650"/>
          <p14:tracePt t="80322" x="2235200" y="4057650"/>
          <p14:tracePt t="80346" x="2235200" y="4064000"/>
          <p14:tracePt t="80374" x="2228850" y="4064000"/>
          <p14:tracePt t="80405" x="2222500" y="4064000"/>
          <p14:tracePt t="80621" x="2286000" y="4064000"/>
          <p14:tracePt t="80660" x="2755900" y="4057650"/>
          <p14:tracePt t="80689" x="3009900" y="4064000"/>
          <p14:tracePt t="80721" x="3327400" y="4083050"/>
          <p14:tracePt t="80744" x="3549650" y="4095750"/>
          <p14:tracePt t="80776" x="3683000" y="4108450"/>
          <p14:tracePt t="80806" x="3740150" y="4108450"/>
          <p14:tracePt t="80854" x="3790950" y="4108450"/>
          <p14:tracePt t="80873" x="3816350" y="4108450"/>
          <p14:tracePt t="80907" x="3854450" y="4095750"/>
          <p14:tracePt t="80938" x="3892550" y="4083050"/>
          <p14:tracePt t="80959" x="3930650" y="4064000"/>
          <p14:tracePt t="80992" x="4013200" y="4044950"/>
          <p14:tracePt t="81022" x="4057650" y="4025900"/>
          <p14:tracePt t="81070" x="4152900" y="4013200"/>
          <p14:tracePt t="81092" x="4184650" y="4013200"/>
          <p14:tracePt t="81125" x="4235450" y="4013200"/>
          <p14:tracePt t="81169" x="4273550" y="4013200"/>
          <p14:tracePt t="81192" x="4305300" y="4013200"/>
          <p14:tracePt t="81236" x="4343400" y="4013200"/>
          <p14:tracePt t="81269" x="4375150" y="4013200"/>
          <p14:tracePt t="81287" x="4381500" y="4019550"/>
          <p14:tracePt t="81308" x="4387850" y="4019550"/>
          <p14:tracePt t="81352" x="4419600" y="4019550"/>
          <p14:tracePt t="81371" x="4425950" y="4025900"/>
          <p14:tracePt t="81403" x="4464050" y="4032250"/>
          <p14:tracePt t="81435" x="4508500" y="4032250"/>
          <p14:tracePt t="81468" x="4578350" y="4044950"/>
          <p14:tracePt t="81502" x="4654550" y="4051300"/>
          <p14:tracePt t="81524" x="4667250" y="4051300"/>
          <p14:tracePt t="81568" x="4692650" y="4057650"/>
          <p14:tracePt t="81601" x="4699000" y="4057650"/>
          <p14:tracePt t="81900" x="4705350" y="4057650"/>
          <p14:tracePt t="81933" x="4724400" y="4057650"/>
          <p14:tracePt t="81967" x="4737100" y="4051300"/>
          <p14:tracePt t="82000" x="4749800" y="4051300"/>
          <p14:tracePt t="82033" x="4768850" y="4044950"/>
          <p14:tracePt t="82066" x="4806950" y="4044950"/>
          <p14:tracePt t="82099" x="4857750" y="4038600"/>
          <p14:tracePt t="82133" x="4902200" y="4032250"/>
          <p14:tracePt t="82166" x="4914900" y="4032250"/>
          <p14:tracePt t="82199" x="4927600" y="4032250"/>
          <p14:tracePt t="82332" x="4921250" y="4032250"/>
          <p14:tracePt t="83013" x="4876800" y="4032250"/>
          <p14:tracePt t="83051" x="4819650" y="4025900"/>
          <p14:tracePt t="83082" x="4781550" y="4025900"/>
          <p14:tracePt t="83113" x="4762500" y="4025900"/>
          <p14:tracePt t="83150" x="4743450" y="4025900"/>
          <p14:tracePt t="83196" x="4737100" y="4025900"/>
          <p14:tracePt t="83363" x="4743450" y="4025900"/>
          <p14:tracePt t="83397" x="4756150" y="4025900"/>
          <p14:tracePt t="83432" x="4775200" y="4025900"/>
          <p14:tracePt t="83463" x="4819650" y="4032250"/>
          <p14:tracePt t="83495" x="4946650" y="4044950"/>
          <p14:tracePt t="83528" x="5035550" y="4044950"/>
          <p14:tracePt t="83565" x="5232400" y="4051300"/>
          <p14:tracePt t="83611" x="5321300" y="4051300"/>
          <p14:tracePt t="83648" x="5359400" y="4051300"/>
          <p14:tracePt t="83679" x="5384800" y="4051300"/>
          <p14:tracePt t="83764" x="5378450" y="4051300"/>
          <p14:tracePt t="83796" x="5365750" y="4038600"/>
          <p14:tracePt t="84358" x="5372100" y="4038600"/>
          <p14:tracePt t="84474" x="5378450" y="4038600"/>
          <p14:tracePt t="84497" x="5384800" y="4038600"/>
          <p14:tracePt t="84611" x="5391150" y="4038600"/>
          <p14:tracePt t="84757" x="5397500" y="4038600"/>
          <p14:tracePt t="84807" x="5403850" y="4038600"/>
          <p14:tracePt t="84829" x="5410200" y="4038600"/>
          <p14:tracePt t="84859" x="5422900" y="4038600"/>
          <p14:tracePt t="84939" x="5435600" y="4038600"/>
          <p14:tracePt t="84973" x="5448300" y="4038600"/>
          <p14:tracePt t="85006" x="5461000" y="4044950"/>
          <p14:tracePt t="85039" x="5467350" y="4044950"/>
          <p14:tracePt t="85072" x="5492750" y="4044950"/>
          <p14:tracePt t="85106" x="5530850" y="4051300"/>
          <p14:tracePt t="85128" x="5588000" y="4057650"/>
          <p14:tracePt t="85173" x="5765800" y="4076700"/>
          <p14:tracePt t="85205" x="5962650" y="4114800"/>
          <p14:tracePt t="85239" x="6261100" y="4159250"/>
          <p14:tracePt t="85272" x="6470650" y="4191000"/>
          <p14:tracePt t="85305" x="6629400" y="4216400"/>
          <p14:tracePt t="85338" x="6699250" y="4222750"/>
          <p14:tracePt t="85371" x="6743700" y="4229100"/>
          <p14:tracePt t="85405" x="6762750" y="4229100"/>
          <p14:tracePt t="85439" x="6769100" y="4229100"/>
          <p14:tracePt t="85471" x="6775450" y="4216400"/>
          <p14:tracePt t="85504" x="6788150" y="4210050"/>
          <p14:tracePt t="85538" x="6800850" y="4210050"/>
          <p14:tracePt t="85556" x="6807200" y="4203700"/>
          <p14:tracePt t="85588" x="6851650" y="4191000"/>
          <p14:tracePt t="85620" x="6902450" y="4178300"/>
          <p14:tracePt t="85654" x="7048500" y="4159250"/>
          <p14:tracePt t="85687" x="7194550" y="4159250"/>
          <p14:tracePt t="85721" x="7391400" y="4171950"/>
          <p14:tracePt t="85739" x="7429500" y="4171950"/>
          <p14:tracePt t="85770" x="7581900" y="4178300"/>
          <p14:tracePt t="85803" x="7651750" y="4178300"/>
          <p14:tracePt t="85837" x="7689850" y="4165600"/>
          <p14:tracePt t="85870" x="7702550" y="4159250"/>
          <p14:tracePt t="85920" x="7702550" y="4152900"/>
          <p14:tracePt t="86538" x="7581900" y="4127500"/>
          <p14:tracePt t="86569" x="7366000" y="4038600"/>
          <p14:tracePt t="86601" x="7169150" y="3987800"/>
          <p14:tracePt t="86634" x="6832600" y="3956050"/>
          <p14:tracePt t="86671" x="6578600" y="3962400"/>
          <p14:tracePt t="86703" x="6337300" y="3994150"/>
          <p14:tracePt t="86734" x="6210300" y="4000500"/>
          <p14:tracePt t="86756" x="6038850" y="4019550"/>
          <p14:tracePt t="86785" x="5892800" y="4038600"/>
          <p14:tracePt t="86817" x="5803900" y="4044950"/>
          <p14:tracePt t="86854" x="5727700" y="4044950"/>
          <p14:tracePt t="86885" x="5638800" y="4044950"/>
          <p14:tracePt t="86916" x="5568950" y="4032250"/>
          <p14:tracePt t="86966" x="5480050" y="4044950"/>
          <p14:tracePt t="87003" x="5435600" y="4051300"/>
          <p14:tracePt t="87039" x="5422900" y="4051300"/>
          <p14:tracePt t="87071" x="5416550" y="4051300"/>
          <p14:tracePt t="87105" x="5403850" y="4057650"/>
          <p14:tracePt t="87134" x="5397500" y="4057650"/>
          <p14:tracePt t="87186" x="5384800" y="4057650"/>
          <p14:tracePt t="87217" x="5372100" y="4057650"/>
          <p14:tracePt t="87248" x="5359400" y="4057650"/>
          <p14:tracePt t="87271" x="5334000" y="4057650"/>
          <p14:tracePt t="87304" x="5232400" y="4057650"/>
          <p14:tracePt t="87333" x="5130800" y="4057650"/>
          <p14:tracePt t="87381" x="5016500" y="4044950"/>
          <p14:tracePt t="87404" x="4984750" y="4038600"/>
          <p14:tracePt t="87437" x="4940300" y="4025900"/>
          <p14:tracePt t="87467" x="4889500" y="4019550"/>
          <p14:tracePt t="87503" x="4768850" y="3994150"/>
          <p14:tracePt t="87536" x="4451350" y="3924300"/>
          <p14:tracePt t="87566" x="4248150" y="3892550"/>
          <p14:tracePt t="87597" x="4025900" y="3886200"/>
          <p14:tracePt t="87620" x="3898900" y="3886200"/>
          <p14:tracePt t="87664" x="3702050" y="3917950"/>
          <p14:tracePt t="87697" x="3587750" y="3917950"/>
          <p14:tracePt t="87719" x="3505200" y="3917950"/>
          <p14:tracePt t="87748" x="3448050" y="3892550"/>
          <p14:tracePt t="88262" x="3556000" y="3911600"/>
          <p14:tracePt t="88295" x="3810000" y="3968750"/>
          <p14:tracePt t="88328" x="4057650" y="4019550"/>
          <p14:tracePt t="88346" x="4159250" y="4032250"/>
          <p14:tracePt t="88378" x="4502150" y="4057650"/>
          <p14:tracePt t="88411" x="4635500" y="4057650"/>
          <p14:tracePt t="88444" x="4667250" y="4057650"/>
          <p14:tracePt t="88477" x="4673600" y="4057650"/>
          <p14:tracePt t="88543" x="4667250" y="4057650"/>
          <p14:tracePt t="88577" x="4660900" y="4051300"/>
          <p14:tracePt t="88610" x="4654550" y="4051300"/>
          <p14:tracePt t="88660" x="4648200" y="4044950"/>
          <p14:tracePt t="88710" x="4635500" y="4038600"/>
          <p14:tracePt t="89258" x="4540250" y="4013200"/>
          <p14:tracePt t="89291" x="4381500" y="3962400"/>
          <p14:tracePt t="89324" x="4292600" y="3937000"/>
          <p14:tracePt t="89358" x="4229100" y="3917950"/>
          <p14:tracePt t="89391" x="4165600" y="3911600"/>
          <p14:tracePt t="89424" x="4114800" y="3905250"/>
          <p14:tracePt t="89458" x="4057650" y="3898900"/>
          <p14:tracePt t="89491" x="4025900" y="3898900"/>
          <p14:tracePt t="89510" x="3975100" y="3898900"/>
          <p14:tracePt t="89542" x="3924300" y="3898900"/>
          <p14:tracePt t="89574" x="3860800" y="3911600"/>
          <p14:tracePt t="89607" x="3822700" y="3911600"/>
          <p14:tracePt t="89640" x="3803650" y="3911600"/>
          <p14:tracePt t="90753" x="3981450" y="3956050"/>
          <p14:tracePt t="90775" x="4127500" y="3981450"/>
          <p14:tracePt t="90808" x="4362450" y="4013200"/>
          <p14:tracePt t="90838" x="4559300" y="4044950"/>
          <p14:tracePt t="90886" x="4768850" y="4051300"/>
          <p14:tracePt t="90908" x="4813300" y="4057650"/>
          <p14:tracePt t="90942" x="4876800" y="4064000"/>
          <p14:tracePt t="90985" x="4959350" y="4083050"/>
          <p14:tracePt t="91008" x="5010150" y="4083050"/>
          <p14:tracePt t="91041" x="5143500" y="4083050"/>
          <p14:tracePt t="91071" x="5251450" y="4102100"/>
          <p14:tracePt t="91102" x="5422900" y="4121150"/>
          <p14:tracePt t="91124" x="5575300" y="4121150"/>
          <p14:tracePt t="91154" x="5664200" y="4102100"/>
          <p14:tracePt t="91185" x="5721350" y="4083050"/>
          <p14:tracePt t="91208" x="5746750" y="4070350"/>
          <p14:tracePt t="91240" x="5784850" y="4057650"/>
          <p14:tracePt t="91284" x="5835650" y="4044950"/>
          <p14:tracePt t="91303" x="5842000" y="4038600"/>
          <p14:tracePt t="91323" x="5861050" y="4038600"/>
          <p14:tracePt t="91367" x="5911850" y="4032250"/>
          <p14:tracePt t="91401" x="5975350" y="4025900"/>
          <p14:tracePt t="91434" x="6051550" y="4025900"/>
          <p14:tracePt t="91467" x="6102350" y="4025900"/>
          <p14:tracePt t="91485" x="6115050" y="4025900"/>
          <p14:tracePt t="91517" x="6146800" y="4032250"/>
          <p14:tracePt t="91550" x="6172200" y="4032250"/>
          <p14:tracePt t="91569" x="6178550" y="4032250"/>
          <p14:tracePt t="91602" x="6203950" y="4032250"/>
          <p14:tracePt t="91633" x="6216650" y="4032250"/>
          <p14:tracePt t="91666" x="6267450" y="4032250"/>
          <p14:tracePt t="91700" x="6330950" y="4025900"/>
          <p14:tracePt t="91733" x="6394450" y="4019550"/>
          <p14:tracePt t="91766" x="6438900" y="4019550"/>
          <p14:tracePt t="91799" x="6451600" y="4019550"/>
          <p14:tracePt t="91849" x="6457950" y="4013200"/>
          <p14:tracePt t="92530" x="6280150" y="3956050"/>
          <p14:tracePt t="92564" x="5816600" y="3771900"/>
          <p14:tracePt t="92598" x="5156200" y="3505200"/>
          <p14:tracePt t="92629" x="4705350" y="3365500"/>
          <p14:tracePt t="92663" x="4318000" y="3232150"/>
          <p14:tracePt t="92696" x="3835400" y="3079750"/>
          <p14:tracePt t="92729" x="3511550" y="2965450"/>
          <p14:tracePt t="92762" x="3213100" y="2882900"/>
          <p14:tracePt t="92796" x="2984500" y="2806700"/>
          <p14:tracePt t="92829" x="2705100" y="2717800"/>
          <p14:tracePt t="92866" x="2457450" y="2628900"/>
          <p14:tracePt t="92897" x="2349500" y="2584450"/>
          <p14:tracePt t="92930" x="2012950" y="2476500"/>
          <p14:tracePt t="92966" x="1765300" y="2393950"/>
          <p14:tracePt t="92997" x="1606550" y="2324100"/>
          <p14:tracePt t="93028" x="1549400" y="2317750"/>
          <p14:tracePt t="93066" x="1511300" y="2311400"/>
          <p14:tracePt t="93097" x="1492250" y="2311400"/>
          <p14:tracePt t="93128" x="1479550" y="2311400"/>
          <p14:tracePt t="93150" x="1466850" y="2311400"/>
          <p14:tracePt t="93180" x="1447800" y="2311400"/>
          <p14:tracePt t="93211" x="1435100" y="2311400"/>
          <p14:tracePt t="93245" x="1422400" y="2317750"/>
          <p14:tracePt t="93278" x="1390650" y="2336800"/>
          <p14:tracePt t="93311" x="1365250" y="2343150"/>
          <p14:tracePt t="93344" x="1333500" y="2349500"/>
          <p14:tracePt t="93381" x="1289050" y="2362200"/>
          <p14:tracePt t="93413" x="1257300" y="2362200"/>
          <p14:tracePt t="93447" x="1225550" y="2362200"/>
          <p14:tracePt t="93479" x="1212850" y="2362200"/>
          <p14:tracePt t="93576" x="1206500" y="2362200"/>
          <p14:tracePt t="93680" x="1200150" y="2362200"/>
          <p14:tracePt t="93763" x="1200150" y="2355850"/>
          <p14:tracePt t="93794" x="1206500" y="2355850"/>
          <p14:tracePt t="93879" x="1219200" y="2355850"/>
          <p14:tracePt t="93911" x="1225550" y="2355850"/>
          <p14:tracePt t="93979" x="1231900" y="2355850"/>
          <p14:tracePt t="94029" x="1238250" y="2355850"/>
          <p14:tracePt t="94091" x="1250950" y="2355850"/>
          <p14:tracePt t="94128" x="1257300" y="2355850"/>
          <p14:tracePt t="94159" x="1263650" y="2355850"/>
          <p14:tracePt t="94207" x="1276350" y="2355850"/>
          <p14:tracePt t="94291" x="1295400" y="2355850"/>
          <p14:tracePt t="94314" x="1308100" y="2355850"/>
          <p14:tracePt t="94346" x="1320800" y="2355850"/>
          <p14:tracePt t="94375" x="1365250" y="2355850"/>
          <p14:tracePt t="94407" x="1485900" y="2355850"/>
          <p14:tracePt t="94444" x="1600200" y="2349500"/>
          <p14:tracePt t="94490" x="1771650" y="2349500"/>
          <p14:tracePt t="94513" x="1917700" y="2349500"/>
          <p14:tracePt t="94546" x="2082800" y="2349500"/>
          <p14:tracePt t="94590" x="2324100" y="2374900"/>
          <p14:tracePt t="94612" x="2374900" y="2393950"/>
          <p14:tracePt t="94647" x="2444750" y="2393950"/>
          <p14:tracePt t="94674" x="2489200" y="2393950"/>
          <p14:tracePt t="94706" x="2527300" y="2393950"/>
          <p14:tracePt t="94728" x="2540000" y="2393950"/>
          <p14:tracePt t="94772" x="2559050" y="2393950"/>
          <p14:tracePt t="94805" x="2571750" y="2393950"/>
          <p14:tracePt t="94872" x="2590800" y="2387600"/>
          <p14:tracePt t="94922" x="2609850" y="2387600"/>
          <p14:tracePt t="94971" x="2654300" y="2387600"/>
          <p14:tracePt t="95005" x="2724150" y="2387600"/>
          <p14:tracePt t="95038" x="2813050" y="2393950"/>
          <p14:tracePt t="95071" x="2927350" y="2400300"/>
          <p14:tracePt t="95091" x="2997200" y="2413000"/>
          <p14:tracePt t="95121" x="3105150" y="2413000"/>
          <p14:tracePt t="95154" x="3225800" y="2413000"/>
          <p14:tracePt t="95187" x="3308350" y="2413000"/>
          <p14:tracePt t="95221" x="3397250" y="2425700"/>
          <p14:tracePt t="95239" x="3416300" y="2432050"/>
          <p14:tracePt t="95271" x="3479800" y="2432050"/>
          <p14:tracePt t="95304" x="3498850" y="2438400"/>
          <p14:tracePt t="95337" x="3511550" y="2438400"/>
          <p14:tracePt t="95371" x="3517900" y="2438400"/>
          <p14:tracePt t="96271" x="3517900" y="2425700"/>
          <p14:tracePt t="96300" x="3511550" y="2419350"/>
          <p14:tracePt t="96333" x="3498850" y="2419350"/>
          <p14:tracePt t="96371" x="3473450" y="2413000"/>
          <p14:tracePt t="96402" x="3435350" y="2406650"/>
          <p14:tracePt t="96433" x="3384550" y="2400300"/>
          <p14:tracePt t="96470" x="3225800" y="2393950"/>
          <p14:tracePt t="96501" x="3067050" y="2381250"/>
          <p14:tracePt t="96533" x="2832100" y="2362200"/>
          <p14:tracePt t="96570" x="2698750" y="2355850"/>
          <p14:tracePt t="96601" x="2641600" y="2355850"/>
          <p14:tracePt t="96633" x="2616200" y="2355850"/>
          <p14:tracePt t="96670" x="2609850" y="2355850"/>
          <p14:tracePt t="96902" x="2686050" y="2355850"/>
          <p14:tracePt t="96934" x="2857500" y="2355850"/>
          <p14:tracePt t="96969" x="3136900" y="2362200"/>
          <p14:tracePt t="97000" x="3340100" y="2374900"/>
          <p14:tracePt t="97031" x="3619500" y="2393950"/>
          <p14:tracePt t="97054" x="3714750" y="2406650"/>
          <p14:tracePt t="97087" x="3771900" y="2406650"/>
          <p14:tracePt t="97104" x="3784600" y="2406650"/>
          <p14:tracePt t="97247" x="3778250" y="2400300"/>
          <p14:tracePt t="97679" x="3994150" y="2336800"/>
          <p14:tracePt t="97701" x="4044950" y="2311400"/>
          <p14:tracePt t="97735" x="4095750" y="2286000"/>
          <p14:tracePt t="97764" x="4108450" y="2279650"/>
          <p14:tracePt t="97795" x="4108450" y="2273300"/>
          <p14:tracePt t="97818" x="4108450" y="2266950"/>
          <p14:tracePt t="98044" x="4197350" y="2247900"/>
          <p14:tracePt t="98078" x="4489450" y="2190750"/>
          <p14:tracePt t="98096" x="4578350" y="2178050"/>
          <p14:tracePt t="98127" x="5022850" y="2133600"/>
          <p14:tracePt t="98160" x="5251450" y="2139950"/>
          <p14:tracePt t="98180" x="5480050" y="2159000"/>
          <p14:tracePt t="98213" x="5803900" y="2203450"/>
          <p14:tracePt t="98243" x="5930900" y="2228850"/>
          <p14:tracePt t="98277" x="5981700" y="2241550"/>
          <p14:tracePt t="98310" x="5994400" y="2247900"/>
          <p14:tracePt t="98360" x="6000750" y="2247900"/>
          <p14:tracePt t="98393" x="6000750" y="2254250"/>
          <p14:tracePt t="98443" x="6007100" y="2260600"/>
          <p14:tracePt t="98493" x="6013450" y="2266950"/>
          <p14:tracePt t="98543" x="6026150" y="2273300"/>
          <p14:tracePt t="98593" x="6057900" y="2279650"/>
          <p14:tracePt t="98626" x="6127750" y="2292350"/>
          <p14:tracePt t="98659" x="6261100" y="2330450"/>
          <p14:tracePt t="98678" x="6388100" y="2362200"/>
          <p14:tracePt t="98709" x="6584950" y="2457450"/>
          <p14:tracePt t="98727" x="6629400" y="2482850"/>
          <p14:tracePt t="98759" x="6686550" y="2540000"/>
          <p14:tracePt t="98825" x="6705600" y="2559050"/>
          <p14:tracePt t="98858" x="6705600" y="2571750"/>
          <p14:tracePt t="123457" x="6464300" y="2559050"/>
          <p14:tracePt t="123490" x="5810250" y="2438400"/>
          <p14:tracePt t="123523" x="4718050" y="2317750"/>
          <p14:tracePt t="123541" x="4267200" y="2298700"/>
          <p14:tracePt t="123573" x="3619500" y="2247900"/>
          <p14:tracePt t="123610" x="3187700" y="2190750"/>
          <p14:tracePt t="123641" x="2965450" y="2184400"/>
          <p14:tracePt t="123673" x="2724150" y="2184400"/>
          <p14:tracePt t="123695" x="2609850" y="2184400"/>
          <p14:tracePt t="123724" x="2508250" y="2184400"/>
          <p14:tracePt t="123755" x="2419350" y="2216150"/>
          <p14:tracePt t="123789" x="2393950" y="2216150"/>
          <p14:tracePt t="123826" x="2355850" y="2222500"/>
          <p14:tracePt t="123872" x="2336800" y="2222500"/>
          <p14:tracePt t="123909" x="2279650" y="2266950"/>
          <p14:tracePt t="123928" x="2254250" y="2311400"/>
          <p14:tracePt t="123956" x="2165350" y="2419350"/>
          <p14:tracePt t="123988" x="1943100" y="2673350"/>
          <p14:tracePt t="124025" x="1905000" y="2724150"/>
          <p14:tracePt t="124441" x="1847850" y="2717800"/>
          <p14:tracePt t="124472" x="1670050" y="2711450"/>
          <p14:tracePt t="124488" x="1606550" y="2705100"/>
          <p14:tracePt t="124509" x="1549400" y="2698750"/>
          <p14:tracePt t="124543" x="1460500" y="2692400"/>
          <p14:tracePt t="124575" x="1397000" y="2692400"/>
          <p14:tracePt t="124619" x="1308100" y="2692400"/>
          <p14:tracePt t="124638" x="1276350" y="2692400"/>
          <p14:tracePt t="124659" x="1238250" y="2679700"/>
          <p14:tracePt t="124687" x="1174750" y="2673350"/>
          <p14:tracePt t="124719" x="1117600" y="2647950"/>
          <p14:tracePt t="124741" x="1079500" y="2616200"/>
          <p14:tracePt t="124774" x="984250" y="2565400"/>
          <p14:tracePt t="124818" x="882650" y="2508250"/>
          <p14:tracePt t="124852" x="831850" y="2489200"/>
          <p14:tracePt t="124874" x="812800" y="2476500"/>
          <p14:tracePt t="124903" x="793750" y="2470150"/>
          <p14:tracePt t="124935" x="787400" y="2457450"/>
          <p14:tracePt t="124957" x="781050" y="2451100"/>
          <p14:tracePt t="124990" x="774700" y="2438400"/>
          <p14:tracePt t="125051" x="768350" y="2432050"/>
          <p14:tracePt t="125317" x="768350" y="2406650"/>
          <p14:tracePt t="125350" x="774700" y="2368550"/>
          <p14:tracePt t="125383" x="800100" y="2311400"/>
          <p14:tracePt t="125401" x="819150" y="2292350"/>
          <p14:tracePt t="125433" x="869950" y="2254250"/>
          <p14:tracePt t="125466" x="927100" y="2228850"/>
          <p14:tracePt t="125499" x="996950" y="2216150"/>
          <p14:tracePt t="125533" x="1028700" y="2216150"/>
          <p14:tracePt t="125566" x="1066800" y="2216150"/>
          <p14:tracePt t="125599" x="1085850" y="2222500"/>
          <p14:tracePt t="125632" x="1092200" y="2228850"/>
          <p14:tracePt t="125682" x="1104900" y="2241550"/>
          <p14:tracePt t="125716" x="1104900" y="2254250"/>
          <p14:tracePt t="125748" x="1104900" y="2266950"/>
          <p14:tracePt t="125782" x="1098550" y="2286000"/>
          <p14:tracePt t="125815" x="1085850" y="2330450"/>
          <p14:tracePt t="125848" x="1028700" y="2463800"/>
          <p14:tracePt t="125881" x="958850" y="2584450"/>
          <p14:tracePt t="125915" x="869950" y="2679700"/>
          <p14:tracePt t="125948" x="787400" y="2711450"/>
          <p14:tracePt t="125981" x="730250" y="2705100"/>
          <p14:tracePt t="126014" x="673100" y="2654300"/>
          <p14:tracePt t="126033" x="660400" y="2628900"/>
          <p14:tracePt t="126064" x="609600" y="2508250"/>
          <p14:tracePt t="126097" x="590550" y="2438400"/>
          <p14:tracePt t="126131" x="628650" y="2292350"/>
          <p14:tracePt t="126150" x="679450" y="2216150"/>
          <p14:tracePt t="126182" x="806450" y="2108200"/>
          <p14:tracePt t="126213" x="971550" y="2038350"/>
          <p14:tracePt t="126247" x="1149350" y="2006600"/>
          <p14:tracePt t="126281" x="1212850" y="2032000"/>
          <p14:tracePt t="126313" x="1250950" y="2063750"/>
          <p14:tracePt t="126347" x="1282700" y="2114550"/>
          <p14:tracePt t="126380" x="1295400" y="2165350"/>
          <p14:tracePt t="126417" x="1270000" y="2298700"/>
          <p14:tracePt t="126448" x="1225550" y="2381250"/>
          <p14:tracePt t="126480" x="1136650" y="2514600"/>
          <p14:tracePt t="126517" x="1073150" y="2565400"/>
          <p14:tracePt t="126548" x="984250" y="2584450"/>
          <p14:tracePt t="126579" x="920750" y="2578100"/>
          <p14:tracePt t="126617" x="876300" y="2559050"/>
          <p14:tracePt t="126648" x="831850" y="2520950"/>
          <p14:tracePt t="126679" x="819150" y="2489200"/>
          <p14:tracePt t="126716" x="806450" y="2406650"/>
          <p14:tracePt t="126762" x="869950" y="2305050"/>
          <p14:tracePt t="126795" x="952500" y="2222500"/>
          <p14:tracePt t="126828" x="1085850" y="2133600"/>
          <p14:tracePt t="126862" x="1174750" y="2089150"/>
          <p14:tracePt t="126894" x="1270000" y="2076450"/>
          <p14:tracePt t="126913" x="1308100" y="2101850"/>
          <p14:tracePt t="126944" x="1339850" y="2127250"/>
          <p14:tracePt t="126978" x="1346200" y="2152650"/>
          <p14:tracePt t="127015" x="1346200" y="2190750"/>
          <p14:tracePt t="127046" x="1333500" y="2266950"/>
          <p14:tracePt t="127077" x="1295400" y="2349500"/>
          <p14:tracePt t="127099" x="1238250" y="2463800"/>
          <p14:tracePt t="127133" x="1092200" y="2647950"/>
          <p14:tracePt t="127162" x="990600" y="2705100"/>
          <p14:tracePt t="127195" x="914400" y="2717800"/>
          <p14:tracePt t="127231" x="844550" y="2667000"/>
          <p14:tracePt t="127262" x="806450" y="2616200"/>
          <p14:tracePt t="127293" x="736600" y="2495550"/>
          <p14:tracePt t="127331" x="685800" y="2330450"/>
          <p14:tracePt t="127361" x="679450" y="2228850"/>
          <p14:tracePt t="127393" x="704850" y="2165350"/>
          <p14:tracePt t="127415" x="730250" y="2139950"/>
          <p14:tracePt t="127448" x="787400" y="2095500"/>
          <p14:tracePt t="127478" x="876300" y="2063750"/>
          <p14:tracePt t="127526" x="1022350" y="2076450"/>
          <p14:tracePt t="127548" x="1047750" y="2095500"/>
          <p14:tracePt t="127577" x="1073150" y="2133600"/>
          <p14:tracePt t="127609" x="1079500" y="2190750"/>
          <p14:tracePt t="127632" x="1079500" y="2222500"/>
          <p14:tracePt t="127665" x="1073150" y="2311400"/>
          <p14:tracePt t="127694" x="1041400" y="2463800"/>
          <p14:tracePt t="127742" x="914400" y="2628900"/>
          <p14:tracePt t="127779" x="869950" y="2660650"/>
          <p14:tracePt t="127825" x="831850" y="2647950"/>
          <p14:tracePt t="127847" x="825500" y="2622550"/>
          <p14:tracePt t="127880" x="825500" y="2578100"/>
          <p14:tracePt t="127909" x="863600" y="2501900"/>
          <p14:tracePt t="127941" x="895350" y="2451100"/>
          <p14:tracePt t="127963" x="971550" y="2368550"/>
          <p14:tracePt t="127997" x="1028700" y="2336800"/>
          <p14:tracePt t="128040" x="1079500" y="2336800"/>
          <p14:tracePt t="128063" x="1092200" y="2343150"/>
          <p14:tracePt t="128107" x="1092200" y="2362200"/>
          <p14:tracePt t="128140" x="1092200" y="2374900"/>
          <p14:tracePt t="128240" x="1085850" y="2374900"/>
          <p14:tracePt t="128273" x="1079500" y="2387600"/>
          <p14:tracePt t="128605" x="1530350" y="2489200"/>
          <p14:tracePt t="128638" x="2152650" y="2597150"/>
          <p14:tracePt t="128672" x="2755900" y="2660650"/>
          <p14:tracePt t="128691" x="3098800" y="2673350"/>
          <p14:tracePt t="128723" x="3568700" y="2647950"/>
          <p14:tracePt t="128755" x="3797300" y="2603500"/>
          <p14:tracePt t="128788" x="3924300" y="2559050"/>
          <p14:tracePt t="128821" x="4019550" y="2489200"/>
          <p14:tracePt t="128854" x="4038600" y="2482850"/>
          <p14:tracePt t="128887" x="4064000" y="2470150"/>
          <p14:tracePt t="128921" x="4076700" y="2470150"/>
          <p14:tracePt t="128987" x="4076700" y="2489200"/>
          <p14:tracePt t="129020" x="4070350" y="2501900"/>
          <p14:tracePt t="129054" x="4070350" y="2527300"/>
          <p14:tracePt t="129087" x="4076700" y="2559050"/>
          <p14:tracePt t="129120" x="4114800" y="2597150"/>
          <p14:tracePt t="129153" x="4165600" y="2622550"/>
          <p14:tracePt t="129187" x="4305300" y="2647950"/>
          <p14:tracePt t="129207" x="4375150" y="2654300"/>
          <p14:tracePt t="129238" x="4432300" y="2647950"/>
          <p14:tracePt t="129270" x="4476750" y="2616200"/>
          <p14:tracePt t="129307" x="4483100" y="2597150"/>
          <p14:tracePt t="129338" x="4483100" y="2578100"/>
          <p14:tracePt t="129386" x="4476750" y="2571750"/>
          <p14:tracePt t="129423" x="4457700" y="2571750"/>
          <p14:tracePt t="129469" x="4438650" y="2571750"/>
          <p14:tracePt t="129502" x="4406900" y="2571750"/>
          <p14:tracePt t="129536" x="4368800" y="2578100"/>
          <p14:tracePt t="129569" x="4337050" y="2578100"/>
          <p14:tracePt t="129602" x="4292600" y="2584450"/>
          <p14:tracePt t="129635" x="4273550" y="2590800"/>
          <p14:tracePt t="129701" x="4292600" y="2597150"/>
          <p14:tracePt t="129739" x="4330700" y="2590800"/>
          <p14:tracePt t="129770" x="4406900" y="2578100"/>
          <p14:tracePt t="129802" x="4476750" y="2559050"/>
          <p14:tracePt t="129838" x="4521200" y="2546350"/>
          <p14:tracePt t="129884" x="4521200" y="2540000"/>
          <p14:tracePt t="129922" x="4521200" y="2533650"/>
          <p14:tracePt t="129952" x="4508500" y="2527300"/>
          <p14:tracePt t="130000" x="4502150" y="2527300"/>
          <p14:tracePt t="130054" x="4489450" y="2527300"/>
          <p14:tracePt t="130086" x="4464050" y="2533650"/>
          <p14:tracePt t="130122" x="4432300" y="2540000"/>
          <p14:tracePt t="130152" x="4406900" y="2546350"/>
          <p14:tracePt t="130183" x="4368800" y="2559050"/>
          <p14:tracePt t="130233" x="4362450" y="2571750"/>
          <p14:tracePt t="130272" x="4362450" y="2578100"/>
          <p14:tracePt t="130301" x="4368800" y="2578100"/>
          <p14:tracePt t="130349" x="4387850" y="2578100"/>
          <p14:tracePt t="130386" x="4400550" y="2578100"/>
          <p14:tracePt t="130453" x="4406900" y="2571750"/>
          <p14:tracePt t="130484" x="4413250" y="2571750"/>
          <p14:tracePt t="130532" x="4419600" y="2565400"/>
          <p14:tracePt t="130554" x="4419600" y="2559050"/>
          <p14:tracePt t="130631" x="4419600" y="2552700"/>
          <p14:tracePt t="130686" x="4406900" y="2552700"/>
          <p14:tracePt t="130717" x="4400550" y="2552700"/>
          <p14:tracePt t="130765" x="4343400" y="2552700"/>
          <p14:tracePt t="130788" x="4235450" y="2571750"/>
          <p14:tracePt t="130832" x="3956050" y="2590800"/>
          <p14:tracePt t="130857" x="3543300" y="2622550"/>
          <p14:tracePt t="130889" x="3206750" y="2660650"/>
          <p14:tracePt t="130936" x="2673350" y="2705100"/>
          <p14:tracePt t="130956" x="2482850" y="2724150"/>
          <p14:tracePt t="131001" x="2203450" y="2736850"/>
          <p14:tracePt t="131014" x="2025650" y="2736850"/>
          <p14:tracePt t="131048" x="1835150" y="2730500"/>
          <p14:tracePt t="131082" x="1485900" y="2673350"/>
          <p14:tracePt t="131103" x="1346200" y="2616200"/>
          <p14:tracePt t="131147" x="1231900" y="2565400"/>
          <p14:tracePt t="131171" x="1174750" y="2533650"/>
          <p14:tracePt t="131204" x="1130300" y="2508250"/>
          <p14:tracePt t="131232" x="1079500" y="2476500"/>
          <p14:tracePt t="131265" x="1035050" y="2444750"/>
          <p14:tracePt t="131286" x="1016000" y="2438400"/>
          <p14:tracePt t="131330" x="965200" y="2406650"/>
          <p14:tracePt t="131362" x="946150" y="2387600"/>
          <p14:tracePt t="131412" x="946150" y="2381250"/>
          <p14:tracePt t="131479" x="946150" y="2387600"/>
          <p14:tracePt t="131502" x="946150" y="2393950"/>
          <p14:tracePt t="131532" x="958850" y="2400300"/>
          <p14:tracePt t="131562" x="971550" y="2406650"/>
          <p14:tracePt t="131595" x="977900" y="2406650"/>
          <p14:tracePt t="131629" x="1003300" y="2406650"/>
          <p14:tracePt t="131661" x="1028700" y="2387600"/>
          <p14:tracePt t="131712" x="1079500" y="2286000"/>
          <p14:tracePt t="131732" x="1079500" y="2209800"/>
          <p14:tracePt t="131766" x="1066800" y="2120900"/>
          <p14:tracePt t="131796" x="1009650" y="2063750"/>
          <p14:tracePt t="131827" x="952500" y="2038350"/>
          <p14:tracePt t="131860" x="901700" y="2032000"/>
          <p14:tracePt t="131894" x="863600" y="2044700"/>
          <p14:tracePt t="131928" x="831850" y="2070100"/>
          <p14:tracePt t="131960" x="825500" y="2108200"/>
          <p14:tracePt t="131994" x="806450" y="2165350"/>
          <p14:tracePt t="132027" x="825500" y="2260600"/>
          <p14:tracePt t="132060" x="863600" y="2324100"/>
          <p14:tracePt t="132093" x="1060450" y="2419350"/>
          <p14:tracePt t="132127" x="1270000" y="2425700"/>
          <p14:tracePt t="132160" x="1460500" y="2387600"/>
          <p14:tracePt t="132193" x="1536700" y="2330450"/>
          <p14:tracePt t="132226" x="1562100" y="2292350"/>
          <p14:tracePt t="132261" x="1555750" y="2247900"/>
          <p14:tracePt t="132293" x="1530350" y="2222500"/>
          <p14:tracePt t="132330" x="1492250" y="2203450"/>
          <p14:tracePt t="132361" x="1460500" y="2197100"/>
          <p14:tracePt t="132393" x="1377950" y="2197100"/>
          <p14:tracePt t="132415" x="1327150" y="2216150"/>
          <p14:tracePt t="132444" x="1263650" y="2241550"/>
          <p14:tracePt t="132476" x="1225550" y="2266950"/>
          <p14:tracePt t="132508" x="1193800" y="2292350"/>
          <p14:tracePt t="132546" x="1168400" y="2324100"/>
          <p14:tracePt t="132577" x="1168400" y="2336800"/>
          <p14:tracePt t="132608" x="1162050" y="2349500"/>
          <p14:tracePt t="132645" x="1162050" y="2362200"/>
          <p14:tracePt t="132712" x="1162050" y="2368550"/>
          <p14:tracePt t="132731" x="1162050" y="2381250"/>
          <p14:tracePt t="132774" x="1168400" y="2387600"/>
          <p14:tracePt t="132808" x="1174750" y="2393950"/>
          <p14:tracePt t="132844" x="1181100" y="2393950"/>
          <p14:tracePt t="132907" x="1193800" y="2393950"/>
          <p14:tracePt t="132978" x="1206500" y="2387600"/>
          <p14:tracePt t="133009" x="1219200" y="2381250"/>
          <p14:tracePt t="133060" x="1231900" y="2368550"/>
          <p14:tracePt t="133091" x="1231900" y="2362200"/>
          <p14:tracePt t="133123" x="1231900" y="2324100"/>
          <p14:tracePt t="133145" x="1231900" y="2298700"/>
          <p14:tracePt t="133179" x="1212850" y="2235200"/>
          <p14:tracePt t="133208" x="1181100" y="2190750"/>
          <p14:tracePt t="133244" x="1117600" y="2152650"/>
          <p14:tracePt t="133280" x="1073150" y="2146300"/>
          <p14:tracePt t="133309" x="1028700" y="2152650"/>
          <p14:tracePt t="133345" x="990600" y="2178050"/>
          <p14:tracePt t="133379" x="965200" y="2203450"/>
          <p14:tracePt t="133397" x="952500" y="2222500"/>
          <p14:tracePt t="133438" x="933450" y="2273300"/>
          <p14:tracePt t="133460" x="933450" y="2305050"/>
          <p14:tracePt t="133494" x="958850" y="2355850"/>
          <p14:tracePt t="133538" x="1035050" y="2406650"/>
          <p14:tracePt t="133561" x="1104900" y="2419350"/>
          <p14:tracePt t="133594" x="1263650" y="2381250"/>
          <p14:tracePt t="133623" x="1314450" y="2349500"/>
          <p14:tracePt t="133655" x="1371600" y="2298700"/>
          <p14:tracePt t="133677" x="1377950" y="2286000"/>
          <p14:tracePt t="133711" x="1377950" y="2247900"/>
          <p14:tracePt t="133754" x="1358900" y="2203450"/>
          <p14:tracePt t="133787" x="1327150" y="2178050"/>
          <p14:tracePt t="133810" x="1308100" y="2165350"/>
          <p14:tracePt t="133854" x="1244600" y="2146300"/>
          <p14:tracePt t="133887" x="1206500" y="2146300"/>
          <p14:tracePt t="133909" x="1168400" y="2146300"/>
          <p14:tracePt t="133938" x="1104900" y="2165350"/>
          <p14:tracePt t="133970" x="1066800" y="2197100"/>
          <p14:tracePt t="134003" x="1041400" y="2216150"/>
          <p14:tracePt t="134037" x="1022350" y="2241550"/>
          <p14:tracePt t="134070" x="1016000" y="2266950"/>
          <p14:tracePt t="134103" x="1016000" y="2311400"/>
          <p14:tracePt t="134136" x="1035050" y="2362200"/>
          <p14:tracePt t="134169" x="1060450" y="2406650"/>
          <p14:tracePt t="134203" x="1092200" y="2425700"/>
          <p14:tracePt t="134236" x="1130300" y="2432050"/>
          <p14:tracePt t="134269" x="1187450" y="2413000"/>
          <p14:tracePt t="134304" x="1206500" y="2406650"/>
          <p14:tracePt t="135449" x="1314450" y="2438400"/>
          <p14:tracePt t="135482" x="1568450" y="2470150"/>
          <p14:tracePt t="135515" x="2006600" y="2501900"/>
          <p14:tracePt t="135552" x="2711450" y="2470150"/>
          <p14:tracePt t="135583" x="3149600" y="2451100"/>
          <p14:tracePt t="135614" x="3517900" y="2438400"/>
          <p14:tracePt t="135637" x="3797300" y="2432050"/>
          <p14:tracePt t="135666" x="3956050" y="2451100"/>
          <p14:tracePt t="135697" x="4000500" y="2451100"/>
          <p14:tracePt t="135735" x="4038600" y="2444750"/>
          <p14:tracePt t="135784" x="4044950" y="2444750"/>
          <p14:tracePt t="135820" x="4064000" y="2444750"/>
          <p14:tracePt t="135853" x="4089400" y="2444750"/>
          <p14:tracePt t="135882" x="4127500" y="2438400"/>
          <p14:tracePt t="135914" x="4171950" y="2432050"/>
          <p14:tracePt t="135951" x="4222750" y="2432050"/>
          <p14:tracePt t="135982" x="4254500" y="2432050"/>
          <p14:tracePt t="136013" x="4279900" y="2438400"/>
          <p14:tracePt t="136036" x="4292600" y="2438400"/>
          <p14:tracePt t="136068" x="4311650" y="2444750"/>
          <p14:tracePt t="136113" x="4318000" y="2444750"/>
          <p14:tracePt t="136151" x="4318000" y="2451100"/>
          <p14:tracePt t="139851" x="4286250" y="2451100"/>
          <p14:tracePt t="139887" x="4089400" y="2419350"/>
          <p14:tracePt t="139918" x="3873500" y="2419350"/>
          <p14:tracePt t="139966" x="3416300" y="2432050"/>
          <p14:tracePt t="139988" x="3175000" y="2451100"/>
          <p14:tracePt t="140017" x="2844800" y="2482850"/>
          <p14:tracePt t="140049" x="2533650" y="2533650"/>
          <p14:tracePt t="140071" x="2413000" y="2565400"/>
          <p14:tracePt t="140105" x="2343150" y="2565400"/>
          <p14:tracePt t="140149" x="2260600" y="2565400"/>
          <p14:tracePt t="140171" x="2228850" y="2565400"/>
          <p14:tracePt t="140204" x="2159000" y="2552700"/>
          <p14:tracePt t="140233" x="1993900" y="2540000"/>
          <p14:tracePt t="140265" x="1714500" y="2527300"/>
          <p14:tracePt t="140288" x="1492250" y="2495550"/>
          <p14:tracePt t="140322" x="1276350" y="2476500"/>
          <p14:tracePt t="140351" x="1111250" y="2444750"/>
          <p14:tracePt t="140383" x="1022350" y="2413000"/>
          <p14:tracePt t="140421" x="971550" y="2381250"/>
          <p14:tracePt t="140464" x="952500" y="2374900"/>
          <p14:tracePt t="140497" x="946150" y="2381250"/>
          <p14:tracePt t="140547" x="946150" y="2387600"/>
          <p14:tracePt t="140630" x="965200" y="2387600"/>
          <p14:tracePt t="140664" x="1022350" y="2393950"/>
          <p14:tracePt t="140697" x="1149350" y="2400300"/>
          <p14:tracePt t="140731" x="1358900" y="2406650"/>
          <p14:tracePt t="140763" x="1422400" y="2400300"/>
          <p14:tracePt t="140796" x="1441450" y="2393950"/>
          <p14:tracePt t="140846" x="1422400" y="2393950"/>
          <p14:tracePt t="140879" x="1403350" y="2393950"/>
          <p14:tracePt t="140913" x="1358900" y="2406650"/>
          <p14:tracePt t="140947" x="1289050" y="2438400"/>
          <p14:tracePt t="140979" x="1149350" y="2457450"/>
          <p14:tracePt t="140997" x="1104900" y="2470150"/>
          <p14:tracePt t="141029" x="1022350" y="2470150"/>
          <p14:tracePt t="141062" x="1009650" y="2470150"/>
          <p14:tracePt t="141095" x="1003300" y="2470150"/>
          <p14:tracePt t="141261" x="1009650" y="2470150"/>
          <p14:tracePt t="141311" x="1028700" y="2470150"/>
          <p14:tracePt t="141345" x="1035050" y="2463800"/>
          <p14:tracePt t="141364" x="1047750" y="2451100"/>
          <p14:tracePt t="141396" x="1085850" y="2425700"/>
          <p14:tracePt t="141427" x="1136650" y="2387600"/>
          <p14:tracePt t="141461" x="1181100" y="2355850"/>
          <p14:tracePt t="141495" x="1187450" y="2349500"/>
          <p14:tracePt t="141594" x="1187450" y="2355850"/>
          <p14:tracePt t="141627" x="1181100" y="2368550"/>
          <p14:tracePt t="141660" x="1174750" y="2381250"/>
          <p14:tracePt t="141693" x="1174750" y="2387600"/>
          <p14:tracePt t="141727" x="1168400" y="2406650"/>
          <p14:tracePt t="141746" x="1168400" y="2425700"/>
          <p14:tracePt t="141776" x="1168400" y="2451100"/>
          <p14:tracePt t="141810" x="1168400" y="2520950"/>
          <p14:tracePt t="141847" x="1181100" y="2546350"/>
          <p14:tracePt t="141860" x="1181100" y="2552700"/>
          <p14:tracePt t="141893" x="1187450" y="2565400"/>
          <p14:tracePt t="141976" x="1193800" y="2565400"/>
          <p14:tracePt t="142711" x="1187450" y="2552700"/>
          <p14:tracePt t="142756" x="1162050" y="2520950"/>
          <p14:tracePt t="142794" x="1143000" y="2501900"/>
          <p14:tracePt t="142825" x="1130300" y="2482850"/>
          <p14:tracePt t="142873" x="1111250" y="2457450"/>
          <p14:tracePt t="142909" x="1111250" y="2451100"/>
          <p14:tracePt t="142941" x="1104900" y="2438400"/>
          <p14:tracePt t="142989" x="1104900" y="2432050"/>
          <p14:tracePt t="143026" x="1104900" y="2425700"/>
          <p14:tracePt t="143072" x="1111250" y="2425700"/>
          <p14:tracePt t="143095" x="1123950" y="2425700"/>
          <p14:tracePt t="143127" x="1136650" y="2425700"/>
          <p14:tracePt t="143157" x="1149350" y="2425700"/>
          <p14:tracePt t="143188" x="1187450" y="2438400"/>
          <p14:tracePt t="143211" x="1238250" y="2444750"/>
          <p14:tracePt t="143255" x="1447800" y="2463800"/>
          <p14:tracePt t="143288" x="1803400" y="2476500"/>
          <p14:tracePt t="143310" x="2019300" y="2470150"/>
          <p14:tracePt t="143340" x="2286000" y="2470150"/>
          <p14:tracePt t="143371" x="2476500" y="2470150"/>
          <p14:tracePt t="143405" x="2603500" y="2463800"/>
          <p14:tracePt t="143454" x="2616200" y="2451100"/>
          <p14:tracePt t="143487" x="2616200" y="2438400"/>
          <p14:tracePt t="143520" x="2597150" y="2438400"/>
          <p14:tracePt t="143554" x="2584450" y="2432050"/>
          <p14:tracePt t="143587" x="2552700" y="2425700"/>
          <p14:tracePt t="143620" x="2533650" y="2419350"/>
          <p14:tracePt t="143653" x="2508250" y="2419350"/>
          <p14:tracePt t="143686" x="2368550" y="2419350"/>
          <p14:tracePt t="143720" x="2152650" y="2438400"/>
          <p14:tracePt t="143753" x="1905000" y="2457450"/>
          <p14:tracePt t="143771" x="1752600" y="2476500"/>
          <p14:tracePt t="143803" x="1517650" y="2489200"/>
          <p14:tracePt t="143836" x="1454150" y="2489200"/>
          <p14:tracePt t="143869" x="1422400" y="2495550"/>
          <p14:tracePt t="143888" x="1416050" y="2495550"/>
          <p14:tracePt t="143936" x="1409700" y="2495550"/>
          <p14:tracePt t="143985" x="1409700" y="2501900"/>
          <p14:tracePt t="144018" x="1416050" y="2501900"/>
          <p14:tracePt t="144052" x="1422400" y="2501900"/>
          <p14:tracePt t="144085" x="1435100" y="2501900"/>
          <p14:tracePt t="144135" x="1447800" y="2501900"/>
          <p14:tracePt t="144168" x="1460500" y="2495550"/>
          <p14:tracePt t="144218" x="1492250" y="2489200"/>
          <p14:tracePt t="144252" x="1600200" y="2476500"/>
          <p14:tracePt t="144284" x="1841500" y="2463800"/>
          <p14:tracePt t="144318" x="2235200" y="2451100"/>
          <p14:tracePt t="144351" x="2470150" y="2457450"/>
          <p14:tracePt t="144384" x="2590800" y="2457450"/>
          <p14:tracePt t="144404" x="2616200" y="2457450"/>
          <p14:tracePt t="144435" x="2628900" y="2457450"/>
          <p14:tracePt t="144501" x="2622550" y="2451100"/>
          <p14:tracePt t="144533" x="2609850" y="2444750"/>
          <p14:tracePt t="144583" x="2603500" y="2444750"/>
          <p14:tracePt t="144633" x="2597150" y="2438400"/>
          <p14:tracePt t="144667" x="2578100" y="2432050"/>
          <p14:tracePt t="144700" x="2559050" y="2432050"/>
          <p14:tracePt t="144733" x="2489200" y="2444750"/>
          <p14:tracePt t="144766" x="2254250" y="2489200"/>
          <p14:tracePt t="144800" x="2038350" y="2527300"/>
          <p14:tracePt t="144832" x="1873250" y="2546350"/>
          <p14:tracePt t="144851" x="1778000" y="2546350"/>
          <p14:tracePt t="144882" x="1701800" y="2552700"/>
          <p14:tracePt t="144902" x="1657350" y="2552700"/>
          <p14:tracePt t="144932" x="1612900" y="2552700"/>
          <p14:tracePt t="144965" x="1574800" y="2546350"/>
          <p14:tracePt t="144999" x="1549400" y="2540000"/>
          <p14:tracePt t="145032" x="1530350" y="2533650"/>
          <p14:tracePt t="145065" x="1498600" y="2527300"/>
          <p14:tracePt t="145084" x="1492250" y="2527300"/>
          <p14:tracePt t="145115" x="1479550" y="2520950"/>
          <p14:tracePt t="145137" x="1460500" y="2520950"/>
          <p14:tracePt t="145166" x="1454150" y="2514600"/>
          <p14:tracePt t="145198" x="1447800" y="2514600"/>
          <p14:tracePt t="145252" x="1441450" y="2514600"/>
          <p14:tracePt t="145283" x="1435100" y="2508250"/>
          <p14:tracePt t="145314" x="1428750" y="2501900"/>
          <p14:tracePt t="145397" x="1435100" y="2495550"/>
          <p14:tracePt t="145451" x="1447800" y="2489200"/>
          <p14:tracePt t="145482" x="1454150" y="2489200"/>
          <p14:tracePt t="145514" x="1466850" y="2489200"/>
          <p14:tracePt t="145537" x="1473200" y="2489200"/>
          <p14:tracePt t="145569" x="1479550" y="2489200"/>
          <p14:tracePt t="145599" x="1581150" y="2501900"/>
          <p14:tracePt t="145615" x="1619250" y="2501900"/>
          <p14:tracePt t="145663" x="1962150" y="2552700"/>
          <p14:tracePt t="145700" x="2279650" y="2571750"/>
          <p14:tracePt t="145731" x="2374900" y="2565400"/>
          <p14:tracePt t="145779" x="2476500" y="2527300"/>
          <p14:tracePt t="145802" x="2501900" y="2508250"/>
          <p14:tracePt t="145818" x="2514600" y="2501900"/>
          <p14:tracePt t="145837" x="2520950" y="2495550"/>
          <p14:tracePt t="145883" x="2533650" y="2489200"/>
          <p14:tracePt t="145962" x="2546350" y="2482850"/>
          <p14:tracePt t="146015" x="2546350" y="2476500"/>
          <p14:tracePt t="146115" x="2540000" y="2476500"/>
          <p14:tracePt t="147324" x="2559050" y="2546350"/>
          <p14:tracePt t="147358" x="2584450" y="2616200"/>
          <p14:tracePt t="147390" x="2609850" y="2692400"/>
          <p14:tracePt t="147423" x="2635250" y="2787650"/>
          <p14:tracePt t="147443" x="2641600" y="2819400"/>
          <p14:tracePt t="147475" x="2647950" y="2851150"/>
          <p14:tracePt t="147507" x="2660650" y="2882900"/>
          <p14:tracePt t="147539" x="2660650" y="2889250"/>
          <p14:tracePt t="147573" x="2660650" y="2895600"/>
          <p14:tracePt t="147689" x="2667000" y="2901950"/>
          <p14:tracePt t="147722" x="2673350" y="2908300"/>
          <p14:tracePt t="147772" x="2679700" y="2921000"/>
          <p14:tracePt t="147822" x="2679700" y="2927350"/>
          <p14:tracePt t="147856" x="2686050" y="2940050"/>
          <p14:tracePt t="147889" x="2686050" y="2959100"/>
          <p14:tracePt t="149799" x="2686050" y="2990850"/>
          <p14:tracePt t="149832" x="2679700" y="3079750"/>
          <p14:tracePt t="149865" x="2660650" y="3168650"/>
          <p14:tracePt t="149898" x="2641600" y="3263900"/>
          <p14:tracePt t="149931" x="2635250" y="3346450"/>
          <p14:tracePt t="149951" x="2628900" y="3403600"/>
          <p14:tracePt t="149981" x="2622550" y="3479800"/>
          <p14:tracePt t="150014" x="2616200" y="3549650"/>
          <p14:tracePt t="150048" x="2616200" y="3613150"/>
          <p14:tracePt t="150081" x="2622550" y="3644900"/>
          <p14:tracePt t="150114" x="2622550" y="3676650"/>
          <p14:tracePt t="152095" x="2622550" y="3632200"/>
          <p14:tracePt t="152126" x="2622550" y="3581400"/>
          <p14:tracePt t="152146" x="2628900" y="3524250"/>
          <p14:tracePt t="152179" x="2635250" y="3422650"/>
          <p14:tracePt t="152209" x="2654300" y="3314700"/>
          <p14:tracePt t="152240" x="2654300" y="3200400"/>
          <p14:tracePt t="152277" x="2647950" y="3054350"/>
          <p14:tracePt t="152309" x="2635250" y="2952750"/>
          <p14:tracePt t="152340" x="2622550" y="2857500"/>
          <p14:tracePt t="152390" x="2609850" y="2787650"/>
          <p14:tracePt t="152426" x="2597150" y="2749550"/>
          <p14:tracePt t="152458" x="2590800" y="2724150"/>
          <p14:tracePt t="152493" x="2578100" y="2705100"/>
          <p14:tracePt t="152524" x="2565400" y="2686050"/>
          <p14:tracePt t="152573" x="2552700" y="2654300"/>
          <p14:tracePt t="152595" x="2533650" y="2628900"/>
          <p14:tracePt t="152628" x="2470150" y="2565400"/>
          <p14:tracePt t="152657" x="2336800" y="2457450"/>
          <p14:tracePt t="152689" x="2108200" y="2273300"/>
          <p14:tracePt t="152712" x="1835150" y="2063750"/>
          <p14:tracePt t="152727" x="1746250" y="2000250"/>
          <p14:tracePt t="152772" x="1511300" y="1854200"/>
          <p14:tracePt t="152794" x="1384300" y="1790700"/>
          <p14:tracePt t="152829" x="1301750" y="1733550"/>
          <p14:tracePt t="152856" x="1282700" y="1720850"/>
          <p14:tracePt t="152942" x="1289050" y="1720850"/>
          <p14:tracePt t="152988" x="1301750" y="1752600"/>
          <p14:tracePt t="153010" x="1320800" y="1771650"/>
          <p14:tracePt t="153043" x="1422400" y="1835150"/>
          <p14:tracePt t="153087" x="1676400" y="1993900"/>
          <p14:tracePt t="153120" x="1930400" y="2165350"/>
          <p14:tracePt t="153143" x="2044700" y="2235200"/>
          <p14:tracePt t="153172" x="2190750" y="2317750"/>
          <p14:tracePt t="153204" x="2247900" y="2355850"/>
          <p14:tracePt t="153237" x="2247900" y="2368550"/>
          <p14:tracePt t="153270" x="2254250" y="2374900"/>
          <p14:tracePt t="153469" x="2254250" y="2368550"/>
          <p14:tracePt t="153554" x="2247900" y="2368550"/>
          <p14:tracePt t="153585" x="2241550" y="2368550"/>
          <p14:tracePt t="153619" x="2228850" y="2374900"/>
          <p14:tracePt t="153652" x="2209800" y="2381250"/>
          <p14:tracePt t="153706" x="2197100" y="2387600"/>
          <p14:tracePt t="153741" x="2184400" y="2393950"/>
          <p14:tracePt t="153770" x="2171700" y="2400300"/>
          <p14:tracePt t="153835" x="2159000" y="2406650"/>
          <p14:tracePt t="153869" x="2146300" y="2406650"/>
          <p14:tracePt t="153902" x="2120900" y="2413000"/>
          <p14:tracePt t="153934" x="2051050" y="2413000"/>
          <p14:tracePt t="153968" x="1917700" y="2419350"/>
          <p14:tracePt t="153986" x="1873250" y="2425700"/>
          <p14:tracePt t="154017" x="1758950" y="2425700"/>
          <p14:tracePt t="154037" x="1739900" y="2425700"/>
          <p14:tracePt t="154067" x="1676400" y="2425700"/>
          <p14:tracePt t="154101" x="1644650" y="2425700"/>
          <p14:tracePt t="154133" x="1631950" y="2432050"/>
          <p14:tracePt t="154183" x="1619250" y="2438400"/>
          <p14:tracePt t="154217" x="1619250" y="2444750"/>
          <p14:tracePt t="154250" x="1619250" y="2451100"/>
          <p14:tracePt t="154283" x="1631950" y="2457450"/>
          <p14:tracePt t="154316" x="1657350" y="2457450"/>
          <p14:tracePt t="154349" x="1733550" y="2457450"/>
          <p14:tracePt t="154383" x="1854200" y="2457450"/>
          <p14:tracePt t="154416" x="1993900" y="2457450"/>
          <p14:tracePt t="154449" x="2152650" y="2451100"/>
          <p14:tracePt t="154483" x="2216150" y="2451100"/>
          <p14:tracePt t="154517" x="2247900" y="2451100"/>
          <p14:tracePt t="154549" x="2254250" y="2451100"/>
          <p14:tracePt t="154584" x="2260600" y="2451100"/>
          <p14:tracePt t="154699" x="2260600" y="2444750"/>
          <p14:tracePt t="154748" x="2254250" y="2444750"/>
          <p14:tracePt t="155479" x="2311400" y="2559050"/>
          <p14:tracePt t="155501" x="2343150" y="2622550"/>
          <p14:tracePt t="155531" x="2368550" y="2711450"/>
          <p14:tracePt t="155562" x="2393950" y="2774950"/>
          <p14:tracePt t="155582" x="2400300" y="2800350"/>
          <p14:tracePt t="155617" x="2406650" y="2813050"/>
          <p14:tracePt t="155678" x="2406650" y="2825750"/>
          <p14:tracePt t="155749" x="2400300" y="2819400"/>
          <p14:tracePt t="155780" x="2393950" y="2813050"/>
          <p14:tracePt t="155815" x="2381250" y="2806700"/>
          <p14:tracePt t="155846" x="2349500" y="2794000"/>
          <p14:tracePt t="155878" x="2279650" y="2762250"/>
          <p14:tracePt t="155900" x="2203450" y="2730500"/>
          <p14:tracePt t="155933" x="2025650" y="2667000"/>
          <p14:tracePt t="155977" x="1892300" y="2628900"/>
          <p14:tracePt t="156002" x="1816100" y="2616200"/>
          <p14:tracePt t="156030" x="1771650" y="2616200"/>
          <p14:tracePt t="156078" x="1739900" y="2616200"/>
          <p14:tracePt t="156101" x="1727200" y="2616200"/>
          <p14:tracePt t="156130" x="1708150" y="2616200"/>
          <p14:tracePt t="156176" x="1670050" y="2622550"/>
          <p14:tracePt t="156210" x="1631950" y="2622550"/>
          <p14:tracePt t="156232" x="1606550" y="2628900"/>
          <p14:tracePt t="156261" x="1524000" y="2628900"/>
          <p14:tracePt t="156293" x="1454150" y="2628900"/>
          <p14:tracePt t="156326" x="1403350" y="2622550"/>
          <p14:tracePt t="156349" x="1377950" y="2609850"/>
          <p14:tracePt t="156392" x="1346200" y="2603500"/>
          <p14:tracePt t="156442" x="1333500" y="2597150"/>
          <p14:tracePt t="156542" x="1333500" y="2590800"/>
          <p14:tracePt t="156610" x="1339850" y="2584450"/>
          <p14:tracePt t="156641" x="1358900" y="2578100"/>
          <p14:tracePt t="156691" x="1377950" y="2571750"/>
          <p14:tracePt t="156725" x="1441450" y="2552700"/>
          <p14:tracePt t="156758" x="1543050" y="2514600"/>
          <p14:tracePt t="156791" x="1695450" y="2470150"/>
          <p14:tracePt t="156824" x="1898650" y="2425700"/>
          <p14:tracePt t="156858" x="2006600" y="2419350"/>
          <p14:tracePt t="156891" x="2101850" y="2406650"/>
          <p14:tracePt t="156924" x="2178050" y="2400300"/>
          <p14:tracePt t="156957" x="2209800" y="2400300"/>
          <p14:tracePt t="156991" x="2235200" y="2393950"/>
          <p14:tracePt t="157040" x="2247900" y="2393950"/>
          <p14:tracePt t="157073" x="2254250" y="2393950"/>
          <p14:tracePt t="157124" x="2260600" y="2393950"/>
          <p14:tracePt t="157156" x="2266950" y="2393950"/>
          <p14:tracePt t="157190" x="2273300" y="2393950"/>
          <p14:tracePt t="157223" x="2292350" y="2393950"/>
          <p14:tracePt t="157260" x="2298700" y="2393950"/>
          <p14:tracePt t="157292" x="2305050" y="2393950"/>
          <p14:tracePt t="157339" x="2311400" y="2400300"/>
          <p14:tracePt t="157406" x="2311400" y="2413000"/>
          <p14:tracePt t="157456" x="2298700" y="2413000"/>
          <p14:tracePt t="157489" x="2279650" y="2413000"/>
          <p14:tracePt t="157522" x="2266950" y="2419350"/>
          <p14:tracePt t="157555" x="2165350" y="2438400"/>
          <p14:tracePt t="157589" x="2044700" y="2463800"/>
          <p14:tracePt t="157623" x="1854200" y="2501900"/>
          <p14:tracePt t="157655" x="1771650" y="2514600"/>
          <p14:tracePt t="157693" x="1612900" y="2540000"/>
          <p14:tracePt t="157738" x="1530350" y="2540000"/>
          <p14:tracePt t="157760" x="1511300" y="2540000"/>
          <p14:tracePt t="157790" x="1485900" y="2533650"/>
          <p14:tracePt t="157821" x="1460500" y="2527300"/>
          <p14:tracePt t="157854" x="1441450" y="2514600"/>
          <p14:tracePt t="157891" x="1428750" y="2514600"/>
          <p14:tracePt t="157923" x="1416050" y="2514600"/>
          <p14:tracePt t="157954" x="1409700" y="2508250"/>
          <p14:tracePt t="157991" x="1409700" y="2501900"/>
          <p14:tracePt t="158022" x="1403350" y="2501900"/>
          <p14:tracePt t="158053" x="1397000" y="2501900"/>
          <p14:tracePt t="158091" x="1403350" y="2495550"/>
          <p14:tracePt t="158122" x="1416050" y="2495550"/>
          <p14:tracePt t="158153" x="1454150" y="2489200"/>
          <p14:tracePt t="158192" x="1600200" y="2489200"/>
          <p14:tracePt t="158221" x="1822450" y="2476500"/>
          <p14:tracePt t="158253" x="2025650" y="2476500"/>
          <p14:tracePt t="158275" x="2190750" y="2476500"/>
          <p14:tracePt t="158308" x="2260600" y="2476500"/>
          <p14:tracePt t="158337" x="2311400" y="2470150"/>
          <p14:tracePt t="158386" x="2336800" y="2470150"/>
          <p14:tracePt t="158408" x="2336800" y="2463800"/>
          <p14:tracePt t="158655" x="2343150" y="2463800"/>
          <p14:tracePt t="158701" x="2343150" y="2457450"/>
          <p14:tracePt t="158723" x="2349500" y="2457450"/>
          <p14:tracePt t="158784" x="2355850" y="2451100"/>
          <p14:tracePt t="158817" x="2362200" y="2444750"/>
          <p14:tracePt t="158854" x="2368550" y="2444750"/>
          <p14:tracePt t="158900" x="2362200" y="2432050"/>
          <p14:tracePt t="158950" x="2349500" y="2425700"/>
          <p14:tracePt t="159316" x="2279650" y="2425700"/>
          <p14:tracePt t="159349" x="2120900" y="2425700"/>
          <p14:tracePt t="159382" x="2025650" y="2419350"/>
          <p14:tracePt t="159400" x="1981200" y="2400300"/>
          <p14:tracePt t="159432" x="1955800" y="2400300"/>
          <p14:tracePt t="159465" x="1930400" y="2400300"/>
          <p14:tracePt t="159499" x="1917700" y="2400300"/>
          <p14:tracePt t="159581" x="1936750" y="2413000"/>
          <p14:tracePt t="159602" x="1949450" y="2413000"/>
          <p14:tracePt t="159633" x="1974850" y="2413000"/>
          <p14:tracePt t="159665" x="2095500" y="2419350"/>
          <p14:tracePt t="159698" x="2393950" y="2451100"/>
          <p14:tracePt t="159717" x="2470150" y="2463800"/>
          <p14:tracePt t="159748" x="2806700" y="2489200"/>
          <p14:tracePt t="159781" x="2908300" y="2501900"/>
          <p14:tracePt t="159814" x="3022600" y="2501900"/>
          <p14:tracePt t="159847" x="3048000" y="2489200"/>
          <p14:tracePt t="159881" x="3054350" y="2489200"/>
          <p14:tracePt t="159932" x="3048000" y="2482850"/>
          <p14:tracePt t="159980" x="3035300" y="2482850"/>
          <p14:tracePt t="160546" x="3092450" y="2482850"/>
          <p14:tracePt t="160570" x="3124200" y="2482850"/>
          <p14:tracePt t="160597" x="3143250" y="2482850"/>
          <p14:tracePt t="160631" x="3162300" y="2482850"/>
          <p14:tracePt t="160662" x="3168650" y="2482850"/>
          <p14:tracePt t="160702" x="3181350" y="2482850"/>
          <p14:tracePt t="160745" x="3187700" y="2482850"/>
          <p14:tracePt t="160793" x="3206750" y="2482850"/>
          <p14:tracePt t="160830" x="3219450" y="2476500"/>
          <p14:tracePt t="160878" x="3238500" y="2470150"/>
          <p14:tracePt t="160903" x="3251200" y="2463800"/>
          <p14:tracePt t="160930" x="3263900" y="2463800"/>
          <p14:tracePt t="160964" x="3270250" y="2457450"/>
          <p14:tracePt t="161001" x="3289300" y="2451100"/>
          <p14:tracePt t="161029" x="3302000" y="2451100"/>
          <p14:tracePt t="161060" x="3308350" y="2451100"/>
          <p14:tracePt t="161085" x="3346450" y="2438400"/>
          <p14:tracePt t="161118" x="3403600" y="2419350"/>
          <p14:tracePt t="161145" x="3479800" y="2400300"/>
          <p14:tracePt t="161193" x="3600450" y="2362200"/>
          <p14:tracePt t="161218" x="3663950" y="2343150"/>
          <p14:tracePt t="161246" x="3727450" y="2317750"/>
          <p14:tracePt t="161263" x="3740150" y="2317750"/>
          <p14:tracePt t="161302" x="3784600" y="2311400"/>
          <p14:tracePt t="161335" x="3797300" y="2305050"/>
          <p14:tracePt t="161362" x="3810000" y="2298700"/>
          <p14:tracePt t="161399" x="3822700" y="2292350"/>
          <p14:tracePt t="161434" x="3822700" y="2286000"/>
          <p14:tracePt t="161481" x="3829050" y="2286000"/>
          <p14:tracePt t="161512" x="3835400" y="2279650"/>
          <p14:tracePt t="161543" x="3841750" y="2279650"/>
          <p14:tracePt t="161626" x="3848100" y="2279650"/>
          <p14:tracePt t="161697" x="3848100" y="2286000"/>
          <p14:tracePt t="161727" x="3841750" y="2298700"/>
          <p14:tracePt t="161779" x="3841750" y="2311400"/>
          <p14:tracePt t="161810" x="3841750" y="2317750"/>
          <p14:tracePt t="161841" x="3848100" y="2330450"/>
          <p14:tracePt t="161879" x="3854450" y="2343150"/>
          <p14:tracePt t="161924" x="3860800" y="2355850"/>
          <p14:tracePt t="161957" x="3860800" y="2368550"/>
          <p14:tracePt t="161996" x="3860800" y="2381250"/>
          <p14:tracePt t="162040" x="3873500" y="2400300"/>
          <p14:tracePt t="163369" x="4013200" y="2432050"/>
          <p14:tracePt t="163402" x="4349750" y="2508250"/>
          <p14:tracePt t="163436" x="5340350" y="2711450"/>
          <p14:tracePt t="163454" x="5638800" y="2762250"/>
          <p14:tracePt t="163485" x="6496050" y="2838450"/>
          <p14:tracePt t="163518" x="7042150" y="2819400"/>
          <p14:tracePt t="163551" x="7340600" y="2711450"/>
          <p14:tracePt t="163585" x="7391400" y="2654300"/>
          <p14:tracePt t="163617" x="7397750" y="2628900"/>
          <p14:tracePt t="163651" x="7397750" y="2609850"/>
          <p14:tracePt t="163670" x="7397750" y="2597150"/>
          <p14:tracePt t="163701" x="7385050" y="2559050"/>
          <p14:tracePt t="163734" x="7359650" y="2520950"/>
          <p14:tracePt t="163767" x="7353300" y="2508250"/>
          <p14:tracePt t="163800" x="7340600" y="2508250"/>
          <p14:tracePt t="163850" x="7327900" y="2508250"/>
          <p14:tracePt t="163868" x="7321550" y="2514600"/>
          <p14:tracePt t="163900" x="7277100" y="2514600"/>
          <p14:tracePt t="163934" x="7219950" y="2520950"/>
          <p14:tracePt t="163966" x="7169150" y="2527300"/>
          <p14:tracePt t="164000" x="7131050" y="2540000"/>
          <p14:tracePt t="164033" x="7124700" y="2540000"/>
          <p14:tracePt t="164083" x="7118350" y="2540000"/>
          <p14:tracePt t="164149" x="7112000" y="2540000"/>
          <p14:tracePt t="164232" x="7092950" y="2540000"/>
          <p14:tracePt t="164265" x="7073900" y="2546350"/>
          <p14:tracePt t="164299" x="7035800" y="2559050"/>
          <p14:tracePt t="164317" x="7023100" y="2565400"/>
          <p14:tracePt t="164349" x="6991350" y="2571750"/>
          <p14:tracePt t="164385" x="6985000" y="2571750"/>
          <p14:tracePt t="164417" x="6978650" y="2559050"/>
          <p14:tracePt t="164448" x="6985000" y="2552700"/>
          <p14:tracePt t="164486" x="6997700" y="2520950"/>
          <p14:tracePt t="164517" x="7023100" y="2482850"/>
          <p14:tracePt t="164548" x="7061200" y="2425700"/>
          <p14:tracePt t="164585" x="7086600" y="2381250"/>
          <p14:tracePt t="164616" x="7092950" y="2374900"/>
          <p14:tracePt t="164718" x="7080250" y="2381250"/>
          <p14:tracePt t="164749" x="7073900" y="2393950"/>
          <p14:tracePt t="164784" x="7061200" y="2400300"/>
          <p14:tracePt t="164815" x="7054850" y="2419350"/>
          <p14:tracePt t="164847" x="7029450" y="2432050"/>
          <p14:tracePt t="164871" x="7016750" y="2451100"/>
          <p14:tracePt t="164899" x="7004050" y="2463800"/>
          <p14:tracePt t="164930" x="6997700" y="2470150"/>
          <p14:tracePt t="164968" x="6991350" y="2470150"/>
          <p14:tracePt t="165033" x="6997700" y="2463800"/>
          <p14:tracePt t="165065" x="7004050" y="2438400"/>
          <p14:tracePt t="165100" x="7029450" y="2413000"/>
          <p14:tracePt t="165131" x="7048500" y="2393950"/>
          <p14:tracePt t="165163" x="7061200" y="2374900"/>
          <p14:tracePt t="165262" x="7048500" y="2387600"/>
          <p14:tracePt t="165301" x="6997700" y="2451100"/>
          <p14:tracePt t="165331" x="6870700" y="2578100"/>
          <p14:tracePt t="165362" x="6813550" y="2628900"/>
          <p14:tracePt t="165387" x="6762750" y="2679700"/>
          <p14:tracePt t="165404" x="6743700" y="2698750"/>
          <p14:tracePt t="165450" x="6731000" y="2705100"/>
          <p14:tracePt t="165500" x="6756400" y="2698750"/>
          <p14:tracePt t="165531" x="6781800" y="2679700"/>
          <p14:tracePt t="165564" x="6845300" y="2635250"/>
          <p14:tracePt t="165601" x="6946900" y="2565400"/>
          <p14:tracePt t="165635" x="7067550" y="2501900"/>
          <p14:tracePt t="165663" x="7105650" y="2482850"/>
          <p14:tracePt t="165701" x="7137400" y="2476500"/>
          <p14:tracePt t="165950" x="7200900" y="2489200"/>
          <p14:tracePt t="165985" x="7334250" y="2514600"/>
          <p14:tracePt t="166019" x="7531100" y="2533650"/>
          <p14:tracePt t="166035" x="7575550" y="2533650"/>
          <p14:tracePt t="166066" x="7651750" y="2527300"/>
          <p14:tracePt t="166095" x="7677150" y="2508250"/>
          <p14:tracePt t="166126" x="7677150" y="2489200"/>
          <p14:tracePt t="166148" x="7664450" y="2489200"/>
          <p14:tracePt t="166191" x="7645400" y="2482850"/>
          <p14:tracePt t="166211" x="7632700" y="2482850"/>
          <p14:tracePt t="166243" x="7600950" y="2489200"/>
          <p14:tracePt t="166277" x="7575550" y="2495550"/>
          <p14:tracePt t="166308" x="7531100" y="2501900"/>
          <p14:tracePt t="166342" x="7505700" y="2508250"/>
          <p14:tracePt t="166364" x="7499350" y="2508250"/>
          <p14:tracePt t="166474" x="7512050" y="2508250"/>
          <p14:tracePt t="166507" x="7575550" y="2514600"/>
          <p14:tracePt t="166541" x="7658100" y="2508250"/>
          <p14:tracePt t="166574" x="7715250" y="2501900"/>
          <p14:tracePt t="166607" x="7734300" y="2489200"/>
          <p14:tracePt t="166640" x="7734300" y="2470150"/>
          <p14:tracePt t="166674" x="7715250" y="2457450"/>
          <p14:tracePt t="166707" x="7651750" y="2457450"/>
          <p14:tracePt t="166726" x="7626350" y="2457450"/>
          <p14:tracePt t="166757" x="7480300" y="2457450"/>
          <p14:tracePt t="166790" x="7410450" y="2470150"/>
          <p14:tracePt t="166823" x="7340600" y="2489200"/>
          <p14:tracePt t="166856" x="7327900" y="2495550"/>
          <p14:tracePt t="166906" x="7346950" y="2495550"/>
          <p14:tracePt t="166940" x="7372350" y="2489200"/>
          <p14:tracePt t="166972" x="7385050" y="2489200"/>
          <p14:tracePt t="167006" x="7397750" y="2482850"/>
          <p14:tracePt t="167039" x="7404100" y="2482850"/>
          <p14:tracePt t="167072" x="7410450" y="2476500"/>
          <p14:tracePt t="167105" x="7416800" y="2470150"/>
          <p14:tracePt t="167138" x="7423150" y="2470150"/>
          <p14:tracePt t="167172" x="7423150" y="2457450"/>
          <p14:tracePt t="167205" x="7410450" y="2451100"/>
          <p14:tracePt t="167225" x="7404100" y="2451100"/>
          <p14:tracePt t="167256" x="7340600" y="2444750"/>
          <p14:tracePt t="167288" x="7264400" y="2438400"/>
          <p14:tracePt t="167322" x="7175500" y="2438400"/>
          <p14:tracePt t="167355" x="7162800" y="2438400"/>
          <p14:tracePt t="167388" x="7188200" y="2438400"/>
          <p14:tracePt t="167422" x="7239000" y="2432050"/>
          <p14:tracePt t="167454" x="7346950" y="2425700"/>
          <p14:tracePt t="167488" x="7467600" y="2413000"/>
          <p14:tracePt t="167522" x="7556500" y="2400300"/>
          <p14:tracePt t="167554" x="7581900" y="2381250"/>
          <p14:tracePt t="167591" x="7588250" y="2368550"/>
          <p14:tracePt t="167623" x="7588250" y="2355850"/>
          <p14:tracePt t="167670" x="7588250" y="2349500"/>
          <p14:tracePt t="167703" x="7581900" y="2343150"/>
          <p14:tracePt t="167737" x="7569200" y="2343150"/>
          <p14:tracePt t="167770" x="7556500" y="2343150"/>
          <p14:tracePt t="167789" x="7537450" y="2349500"/>
          <p14:tracePt t="167820" x="7493000" y="2355850"/>
          <p14:tracePt t="167853" x="7207250" y="2400300"/>
          <p14:tracePt t="167890" x="6718300" y="2444750"/>
          <p14:tracePt t="167922" x="5645150" y="2533650"/>
          <p14:tracePt t="167953" x="5029200" y="2578100"/>
          <p14:tracePt t="167989" x="4635500" y="2597150"/>
          <p14:tracePt t="168021" x="4343400" y="2597150"/>
          <p14:tracePt t="168052" x="4260850" y="2578100"/>
          <p14:tracePt t="168075" x="4133850" y="2552700"/>
          <p14:tracePt t="168104" x="3956050" y="2552700"/>
          <p14:tracePt t="168136" x="3784600" y="2552700"/>
          <p14:tracePt t="168169" x="3708400" y="2552700"/>
          <p14:tracePt t="168206" x="3651250" y="2546350"/>
          <p14:tracePt t="168237" x="3619500" y="2540000"/>
          <p14:tracePt t="168270" x="3606800" y="2540000"/>
          <p14:tracePt t="168290" x="3594100" y="2533650"/>
          <p14:tracePt t="168320" x="3587750" y="2533650"/>
          <p14:tracePt t="168368" x="3600450" y="2527300"/>
          <p14:tracePt t="168405" x="3638550" y="2514600"/>
          <p14:tracePt t="168423" x="3670300" y="2514600"/>
          <p14:tracePt t="168453" x="3733800" y="2508250"/>
          <p14:tracePt t="168473" x="3810000" y="2495550"/>
          <p14:tracePt t="168506" x="4038600" y="2451100"/>
          <p14:tracePt t="168536" x="4140200" y="2432050"/>
          <p14:tracePt t="168567" x="4210050" y="2425700"/>
          <p14:tracePt t="168604" x="4318000" y="2425700"/>
          <p14:tracePt t="168635" x="4521200" y="2425700"/>
          <p14:tracePt t="168668" x="4794250" y="2419350"/>
          <p14:tracePt t="168705" x="5232400" y="2406650"/>
          <p14:tracePt t="168739" x="5530850" y="2374900"/>
          <p14:tracePt t="168768" x="5772150" y="2349500"/>
          <p14:tracePt t="168789" x="5905500" y="2336800"/>
          <p14:tracePt t="168822" x="6045200" y="2336800"/>
          <p14:tracePt t="168855" x="6159500" y="2336800"/>
          <p14:tracePt t="168899" x="6311900" y="2362200"/>
          <p14:tracePt t="168922" x="6394450" y="2381250"/>
          <p14:tracePt t="168955" x="6553200" y="2400300"/>
          <p14:tracePt t="168984" x="6635750" y="2413000"/>
          <p14:tracePt t="169016" x="6724650" y="2425700"/>
          <p14:tracePt t="169034" x="6750050" y="2425700"/>
          <p14:tracePt t="169054" x="6775450" y="2419350"/>
          <p14:tracePt t="169098" x="6781800" y="2413000"/>
          <p14:tracePt t="169121" x="6775450" y="2400300"/>
          <p14:tracePt t="169154" x="6743700" y="2387600"/>
          <p14:tracePt t="169198" x="6534150" y="2387600"/>
          <p14:tracePt t="169231" x="6203950" y="2419350"/>
          <p14:tracePt t="169251" x="5880100" y="2432050"/>
          <p14:tracePt t="169270" x="5543550" y="2432050"/>
          <p14:tracePt t="169300" x="5111750" y="2432050"/>
          <p14:tracePt t="169332" x="4705350" y="2451100"/>
          <p14:tracePt t="169350" x="4654550" y="2451100"/>
          <p14:tracePt t="169370" x="4597400" y="2457450"/>
          <p14:tracePt t="169414" x="4572000" y="2457450"/>
          <p14:tracePt t="169464" x="4565650" y="2463800"/>
          <p14:tracePt t="169497" x="4584700" y="2476500"/>
          <p14:tracePt t="169530" x="4629150" y="2476500"/>
          <p14:tracePt t="169564" x="4819650" y="2463800"/>
          <p14:tracePt t="169597" x="5054600" y="2463800"/>
          <p14:tracePt t="169630" x="5829300" y="2495550"/>
          <p14:tracePt t="169663" x="6305550" y="2520950"/>
          <p14:tracePt t="169697" x="6534150" y="2520950"/>
          <p14:tracePt t="169716" x="6559550" y="2520950"/>
          <p14:tracePt t="169747" x="6565900" y="2520950"/>
          <p14:tracePt t="169813" x="6546850" y="2520950"/>
          <p14:tracePt t="169846" x="6521450" y="2520950"/>
          <p14:tracePt t="170876" x="6604000" y="2527300"/>
          <p14:tracePt t="170909" x="6686550" y="2520950"/>
          <p14:tracePt t="170942" x="6781800" y="2514600"/>
          <p14:tracePt t="170975" x="6908800" y="2463800"/>
          <p14:tracePt t="171009" x="6965950" y="2438400"/>
          <p14:tracePt t="171042" x="7004050" y="2432050"/>
          <p14:tracePt t="171075" x="7016750" y="2432050"/>
          <p14:tracePt t="171108" x="7023100" y="2432050"/>
          <p14:tracePt t="171141" x="7029450" y="2432050"/>
          <p14:tracePt t="171241" x="7029450" y="2425700"/>
          <p14:tracePt t="171374" x="7029450" y="2432050"/>
          <p14:tracePt t="171411" x="7035800" y="2432050"/>
          <p14:tracePt t="171442" x="7048500" y="2438400"/>
          <p14:tracePt t="171474" x="7073900" y="2438400"/>
          <p14:tracePt t="171496" x="7105650" y="2425700"/>
          <p14:tracePt t="171526" x="7207250" y="2400300"/>
          <p14:tracePt t="171542" x="7226300" y="2393950"/>
          <p14:tracePt t="171574" x="7289800" y="2374900"/>
          <p14:tracePt t="171611" x="7315200" y="2368550"/>
          <p14:tracePt t="171642" x="7321550" y="2368550"/>
          <p14:tracePt t="171673" x="7327900" y="2368550"/>
          <p14:tracePt t="171695" x="7334250" y="2368550"/>
          <p14:tracePt t="171743" x="7340600" y="2368550"/>
          <p14:tracePt t="171775" x="7346950" y="2368550"/>
          <p14:tracePt t="171828" x="7353300" y="2368550"/>
          <p14:tracePt t="171858" x="7321550" y="2355850"/>
          <p14:tracePt t="171879" x="7232650" y="2362200"/>
          <p14:tracePt t="171911" x="6915150" y="2374900"/>
          <p14:tracePt t="171945" x="6375400" y="2406650"/>
          <p14:tracePt t="171974" x="5784850" y="2444750"/>
          <p14:tracePt t="172022" x="5187950" y="2501900"/>
          <p14:tracePt t="172044" x="5067300" y="2508250"/>
          <p14:tracePt t="172074" x="4946650" y="2514600"/>
          <p14:tracePt t="172121" x="4781550" y="2533650"/>
          <p14:tracePt t="172159" x="4635500" y="2546350"/>
          <p14:tracePt t="172190" x="4527550" y="2559050"/>
          <p14:tracePt t="172221" x="4381500" y="2552700"/>
          <p14:tracePt t="172243" x="4267200" y="2546350"/>
          <p14:tracePt t="172277" x="4057650" y="2527300"/>
          <p14:tracePt t="172306" x="3968750" y="2520950"/>
          <p14:tracePt t="172324" x="3937000" y="2520950"/>
          <p14:tracePt t="172343" x="3886200" y="2514600"/>
          <p14:tracePt t="172376" x="3816350" y="2495550"/>
          <p14:tracePt t="172786" x="3549650" y="2495550"/>
          <p14:tracePt t="172819" x="3270250" y="2495550"/>
          <p14:tracePt t="172838" x="3028950" y="2495550"/>
          <p14:tracePt t="172859" x="2914650" y="2495550"/>
          <p14:tracePt t="172887" x="2832100" y="2495550"/>
          <p14:tracePt t="172919" x="2749550" y="2508250"/>
          <p14:tracePt t="172952" x="2692400" y="2508250"/>
          <p14:tracePt t="172985" x="2679700" y="2514600"/>
          <p14:tracePt t="173018" x="2660650" y="2514600"/>
          <p14:tracePt t="173051" x="2647950" y="2514600"/>
          <p14:tracePt t="173085" x="2641600" y="2514600"/>
          <p14:tracePt t="173151" x="2647950" y="2514600"/>
          <p14:tracePt t="173184" x="2692400" y="2501900"/>
          <p14:tracePt t="173218" x="2717800" y="2489200"/>
          <p14:tracePt t="173251" x="2730500" y="2482850"/>
          <p14:tracePt t="173335" x="2730500" y="2470150"/>
          <p14:tracePt t="173368" x="2717800" y="2463800"/>
          <p14:tracePt t="173401" x="2686050" y="2463800"/>
          <p14:tracePt t="173434" x="2609850" y="2457450"/>
          <p14:tracePt t="173467" x="2438400" y="2457450"/>
          <p14:tracePt t="173500" x="2222500" y="2457450"/>
          <p14:tracePt t="173533" x="1962150" y="2470150"/>
          <p14:tracePt t="173566" x="1828800" y="2489200"/>
          <p14:tracePt t="173600" x="1778000" y="2495550"/>
          <p14:tracePt t="173633" x="1746250" y="2495550"/>
          <p14:tracePt t="173666" x="1733550" y="2495550"/>
          <p14:tracePt t="173699" x="1714500" y="2501900"/>
          <p14:tracePt t="174164" x="1847850" y="2508250"/>
          <p14:tracePt t="174201" x="2000250" y="2508250"/>
          <p14:tracePt t="174233" x="2171700" y="2508250"/>
          <p14:tracePt t="174265" x="2254250" y="2508250"/>
          <p14:tracePt t="174301" x="2413000" y="2508250"/>
          <p14:tracePt t="174320" x="2438400" y="2508250"/>
          <p14:tracePt t="174333" x="2457450" y="2501900"/>
          <p14:tracePt t="174366" x="2501900" y="2489200"/>
          <p14:tracePt t="174386" x="2508250" y="2489200"/>
          <p14:tracePt t="174450" x="2489200" y="2489200"/>
          <p14:tracePt t="174482" x="2470150" y="2482850"/>
          <p14:tracePt t="174517" x="2457450" y="2482850"/>
          <p14:tracePt t="174548" x="2451100" y="2482850"/>
          <p14:tracePt t="174580" x="2444750" y="2482850"/>
          <p14:tracePt t="174633" x="2432050" y="2476500"/>
          <p14:tracePt t="174717" x="2432050" y="2463800"/>
          <p14:tracePt t="174751" x="2444750" y="2451100"/>
          <p14:tracePt t="174795" x="2457450" y="2444750"/>
          <p14:tracePt t="174818" x="2470150" y="2444750"/>
          <p14:tracePt t="174836" x="2489200" y="2425700"/>
          <p14:tracePt t="174864" x="2559050" y="2393950"/>
          <p14:tracePt t="174912" x="2838450" y="2349500"/>
          <p14:tracePt t="174935" x="3016250" y="2343150"/>
          <p14:tracePt t="174964" x="3219450" y="2343150"/>
          <p14:tracePt t="175011" x="3803650" y="2355850"/>
          <p14:tracePt t="175034" x="3994150" y="2355850"/>
          <p14:tracePt t="175067" x="4286250" y="2355850"/>
          <p14:tracePt t="175096" x="4387850" y="2355850"/>
          <p14:tracePt t="175128" x="4413250" y="2349500"/>
          <p14:tracePt t="175182" x="4406900" y="2343150"/>
          <p14:tracePt t="175227" x="4375150" y="2343150"/>
          <p14:tracePt t="175246" x="4368800" y="2343150"/>
          <p14:tracePt t="175281" x="4349750" y="2343150"/>
          <p14:tracePt t="175626" x="4521200" y="2343150"/>
          <p14:tracePt t="175659" x="4813300" y="2336800"/>
          <p14:tracePt t="175692" x="5207000" y="2336800"/>
          <p14:tracePt t="175726" x="5575300" y="2336800"/>
          <p14:tracePt t="175759" x="5867400" y="2343150"/>
          <p14:tracePt t="175792" x="5975350" y="2343150"/>
          <p14:tracePt t="175825" x="6032500" y="2343150"/>
          <p14:tracePt t="175858" x="6064250" y="2343150"/>
          <p14:tracePt t="175878" x="6070600" y="2343150"/>
          <p14:tracePt t="175942" x="6038850" y="2317750"/>
          <p14:tracePt t="175975" x="5981700" y="2311400"/>
          <p14:tracePt t="176009" x="5867400" y="2311400"/>
          <p14:tracePt t="176042" x="5372100" y="2311400"/>
          <p14:tracePt t="176074" x="4908550" y="2330450"/>
          <p14:tracePt t="176108" x="4451350" y="2362200"/>
          <p14:tracePt t="176141" x="4292600" y="2368550"/>
          <p14:tracePt t="176174" x="4254500" y="2368550"/>
          <p14:tracePt t="176224" x="4273550" y="2368550"/>
          <p14:tracePt t="176257" x="4381500" y="2355850"/>
          <p14:tracePt t="176290" x="4552950" y="2336800"/>
          <p14:tracePt t="176309" x="4654550" y="2324100"/>
          <p14:tracePt t="176341" x="5295900" y="2279650"/>
          <p14:tracePt t="176373" x="5740400" y="2266950"/>
          <p14:tracePt t="176393" x="5918200" y="2266950"/>
          <p14:tracePt t="176425" x="6032500" y="2266950"/>
          <p14:tracePt t="176456" x="6045200" y="2260600"/>
          <p14:tracePt t="176490" x="6026150" y="2235200"/>
          <p14:tracePt t="176523" x="5988050" y="2235200"/>
          <p14:tracePt t="176556" x="5867400" y="2235200"/>
          <p14:tracePt t="176589" x="5543550" y="2286000"/>
          <p14:tracePt t="176623" x="4946650" y="2368550"/>
          <p14:tracePt t="176656" x="4629150" y="2406650"/>
          <p14:tracePt t="176689" x="4508500" y="2419350"/>
          <p14:tracePt t="176722" x="4483100" y="2425700"/>
          <p14:tracePt t="176755" x="4527550" y="2413000"/>
          <p14:tracePt t="176789" x="4711700" y="2387600"/>
          <p14:tracePt t="176822" x="5099050" y="2355850"/>
          <p14:tracePt t="176855" x="5715000" y="2330450"/>
          <p14:tracePt t="176888" x="6121400" y="2336800"/>
          <p14:tracePt t="176908" x="6413500" y="2330450"/>
          <p14:tracePt t="176924" x="6477000" y="2330450"/>
          <p14:tracePt t="176955" x="6559550" y="2324100"/>
          <p14:tracePt t="176988" x="6565900" y="2311400"/>
          <p14:tracePt t="177007" x="6565900" y="2292350"/>
          <p14:tracePt t="177038" x="6553200" y="2292350"/>
          <p14:tracePt t="177072" x="6445250" y="2286000"/>
          <p14:tracePt t="177110" x="6178550" y="2305050"/>
          <p14:tracePt t="177140" x="5619750" y="2381250"/>
          <p14:tracePt t="177171" x="5276850" y="2413000"/>
          <p14:tracePt t="177208" x="5029200" y="2444750"/>
          <p14:tracePt t="177240" x="4953000" y="2444750"/>
          <p14:tracePt t="177288" x="4997450" y="2444750"/>
          <p14:tracePt t="177325" x="5187950" y="2425700"/>
          <p14:tracePt t="177355" x="5492750" y="2406650"/>
          <p14:tracePt t="177387" x="5861050" y="2406650"/>
          <p14:tracePt t="177423" x="6127750" y="2406650"/>
          <p14:tracePt t="177455" x="6184900" y="2406650"/>
          <p14:tracePt t="177487" x="6184900" y="2393950"/>
          <p14:tracePt t="177523" x="6184900" y="2387600"/>
          <p14:tracePt t="177555" x="6153150" y="2368550"/>
          <p14:tracePt t="177586" x="6019800" y="2362200"/>
          <p14:tracePt t="177623" x="5454650" y="2419350"/>
          <p14:tracePt t="177642" x="5238750" y="2432050"/>
          <p14:tracePt t="177671" x="4572000" y="2476500"/>
          <p14:tracePt t="177692" x="4279900" y="2489200"/>
          <p14:tracePt t="177724" x="3962400" y="2495550"/>
          <p14:tracePt t="177758" x="3905250" y="2495550"/>
          <p14:tracePt t="177787" x="3892550" y="2495550"/>
          <p14:tracePt t="177856" x="3892550" y="2501900"/>
          <p14:tracePt t="178350" x="3733800" y="2495550"/>
          <p14:tracePt t="178372" x="3524250" y="2476500"/>
          <p14:tracePt t="178401" x="3219450" y="2444750"/>
          <p14:tracePt t="178433" x="2876550" y="2438400"/>
          <p14:tracePt t="178468" x="2730500" y="2451100"/>
          <p14:tracePt t="178489" x="2686050" y="2451100"/>
          <p14:tracePt t="178533" x="2654300" y="2451100"/>
          <p14:tracePt t="178566" x="2641600" y="2457450"/>
          <p14:tracePt t="178599" x="2628900" y="2457450"/>
          <p14:tracePt t="178682" x="2622550" y="2457450"/>
          <p14:tracePt t="178715" x="2597150" y="2451100"/>
          <p14:tracePt t="179181" x="2482850" y="2451100"/>
          <p14:tracePt t="179214" x="2324100" y="2457450"/>
          <p14:tracePt t="179232" x="2279650" y="2463800"/>
          <p14:tracePt t="179263" x="2032000" y="2470150"/>
          <p14:tracePt t="179296" x="1879600" y="2482850"/>
          <p14:tracePt t="179330" x="1797050" y="2495550"/>
          <p14:tracePt t="179364" x="1765300" y="2501900"/>
          <p14:tracePt t="179396" x="1758950" y="2501900"/>
          <p14:tracePt t="179429" x="1752600" y="2508250"/>
          <p14:tracePt t="179595" x="1758950" y="2514600"/>
          <p14:tracePt t="179662" x="1765300" y="2514600"/>
          <p14:tracePt t="179695" x="1778000" y="2514600"/>
          <p14:tracePt t="179714" x="1835150" y="2508250"/>
          <p14:tracePt t="179745" x="1911350" y="2508250"/>
          <p14:tracePt t="179778" x="2235200" y="2470150"/>
          <p14:tracePt t="179812" x="2470150" y="2451100"/>
          <p14:tracePt t="179845" x="2641600" y="2438400"/>
          <p14:tracePt t="179863" x="2654300" y="2438400"/>
          <p14:tracePt t="179894" x="2667000" y="2438400"/>
          <p14:tracePt t="180015" x="2660650" y="2438400"/>
          <p14:tracePt t="180061" x="2654300" y="2438400"/>
          <p14:tracePt t="180825" x="2603500" y="2419350"/>
          <p14:tracePt t="180847" x="2559050" y="2393950"/>
          <p14:tracePt t="180876" x="2489200" y="2374900"/>
          <p14:tracePt t="180907" x="2400300" y="2349500"/>
          <p14:tracePt t="180930" x="2254250" y="2311400"/>
          <p14:tracePt t="180963" x="2101850" y="2286000"/>
          <p14:tracePt t="180993" x="1949450" y="2273300"/>
          <p14:tracePt t="181041" x="1727200" y="2247900"/>
          <p14:tracePt t="181063" x="1663700" y="2235200"/>
          <p14:tracePt t="181096" x="1587500" y="2235200"/>
          <p14:tracePt t="181125" x="1517650" y="2235200"/>
          <p14:tracePt t="181146" x="1466850" y="2235200"/>
          <p14:tracePt t="181179" x="1384300" y="2235200"/>
          <p14:tracePt t="181223" x="1308100" y="2254250"/>
          <p14:tracePt t="181257" x="1270000" y="2266950"/>
          <p14:tracePt t="181280" x="1238250" y="2273300"/>
          <p14:tracePt t="181323" x="1174750" y="2279650"/>
          <p14:tracePt t="181356" x="1136650" y="2292350"/>
          <p14:tracePt t="181378" x="1111250" y="2298700"/>
          <p14:tracePt t="181408" x="1085850" y="2311400"/>
          <p14:tracePt t="181424" x="1079500" y="2311400"/>
          <p14:tracePt t="181456" x="1066800" y="2317750"/>
          <p14:tracePt t="181478" x="1041400" y="2330450"/>
          <p14:tracePt t="181495" x="1035050" y="2336800"/>
          <p14:tracePt t="181539" x="996950" y="2362200"/>
          <p14:tracePt t="181572" x="946150" y="2393950"/>
          <p14:tracePt t="181595" x="939800" y="2400300"/>
          <p14:tracePt t="181624" x="920750" y="2406650"/>
          <p14:tracePt t="181672" x="914400" y="2413000"/>
          <p14:tracePt t="181694" x="908050" y="2419350"/>
          <p14:tracePt t="181987" x="914400" y="2419350"/>
          <p14:tracePt t="182021" x="927100" y="2406650"/>
          <p14:tracePt t="182104" x="914400" y="2400300"/>
          <p14:tracePt t="182137" x="895350" y="2400300"/>
          <p14:tracePt t="182170" x="850900" y="2393950"/>
          <p14:tracePt t="182203" x="755650" y="2374900"/>
          <p14:tracePt t="182236" x="711200" y="2368550"/>
          <p14:tracePt t="182269" x="692150" y="2368550"/>
          <p14:tracePt t="182303" x="685800" y="2368550"/>
          <p14:tracePt t="182353" x="698500" y="2368550"/>
          <p14:tracePt t="182386" x="730250" y="2368550"/>
          <p14:tracePt t="182419" x="869950" y="2362200"/>
          <p14:tracePt t="182452" x="996950" y="2362200"/>
          <p14:tracePt t="182486" x="1263650" y="2362200"/>
          <p14:tracePt t="182519" x="1397000" y="2362200"/>
          <p14:tracePt t="182554" x="1447800" y="2355850"/>
          <p14:tracePt t="182585" x="1454150" y="2355850"/>
          <p14:tracePt t="182619" x="1435100" y="2355850"/>
          <p14:tracePt t="182652" x="1377950" y="2355850"/>
          <p14:tracePt t="182685" x="1282700" y="2355850"/>
          <p14:tracePt t="182718" x="1149350" y="2362200"/>
          <p14:tracePt t="182752" x="996950" y="2368550"/>
          <p14:tracePt t="182785" x="939800" y="2381250"/>
          <p14:tracePt t="182818" x="908050" y="2381250"/>
          <p14:tracePt t="182836" x="901700" y="2381250"/>
          <p14:tracePt t="182884" x="895350" y="2381250"/>
          <p14:tracePt t="183104" x="901700" y="2381250"/>
          <p14:tracePt t="183135" x="908050" y="2387600"/>
          <p14:tracePt t="183167" x="920750" y="2393950"/>
          <p14:tracePt t="183200" x="927100" y="2393950"/>
          <p14:tracePt t="183233" x="946150" y="2393950"/>
          <p14:tracePt t="183266" x="958850" y="2400300"/>
          <p14:tracePt t="183300" x="990600" y="2400300"/>
          <p14:tracePt t="183318" x="1035050" y="2406650"/>
          <p14:tracePt t="183350" x="1130300" y="2413000"/>
          <p14:tracePt t="183383" x="1289050" y="2419350"/>
          <p14:tracePt t="183420" x="1365250" y="2432050"/>
          <p14:tracePt t="183451" x="1409700" y="2438400"/>
          <p14:tracePt t="183482" x="1416050" y="2438400"/>
          <p14:tracePt t="183582" x="1409700" y="2438400"/>
          <p14:tracePt t="183652" x="1397000" y="2432050"/>
          <p14:tracePt t="183735" x="1390650" y="2432050"/>
          <p14:tracePt t="183814" x="1384300" y="2432050"/>
          <p14:tracePt t="184051" x="1377950" y="2432050"/>
          <p14:tracePt t="184246" x="1365250" y="2432050"/>
          <p14:tracePt t="185044" x="1371600" y="2432050"/>
          <p14:tracePt t="185077" x="1416050" y="2413000"/>
          <p14:tracePt t="185110" x="1447800" y="2406650"/>
          <p14:tracePt t="185143" x="1473200" y="2400300"/>
          <p14:tracePt t="185176" x="1485900" y="2393950"/>
          <p14:tracePt t="185209" x="1498600" y="2393950"/>
          <p14:tracePt t="185243" x="1504950" y="2393950"/>
          <p14:tracePt t="185293" x="1517650" y="2393950"/>
          <p14:tracePt t="185342" x="1530350" y="2393950"/>
          <p14:tracePt t="185392" x="1536700" y="2393950"/>
          <p14:tracePt t="185442" x="1543050" y="2393950"/>
          <p14:tracePt t="185491" x="1549400" y="2400300"/>
          <p14:tracePt t="185525" x="1568450" y="2406650"/>
          <p14:tracePt t="185544" x="1574800" y="2406650"/>
          <p14:tracePt t="185592" x="1581150" y="2413000"/>
          <p14:tracePt t="185625" x="1606550" y="2419350"/>
          <p14:tracePt t="185658" x="1663700" y="2425700"/>
          <p14:tracePt t="185691" x="1847850" y="2463800"/>
          <p14:tracePt t="185724" x="1981200" y="2495550"/>
          <p14:tracePt t="185758" x="2343150" y="2565400"/>
          <p14:tracePt t="185791" x="2635250" y="2571750"/>
          <p14:tracePt t="185824" x="3079750" y="2571750"/>
          <p14:tracePt t="185857" x="3397250" y="2571750"/>
          <p14:tracePt t="185891" x="3638550" y="2559050"/>
          <p14:tracePt t="185924" x="3803650" y="2552700"/>
          <p14:tracePt t="185957" x="3867150" y="2546350"/>
          <p14:tracePt t="185990" x="3905250" y="2527300"/>
          <p14:tracePt t="186027" x="3930650" y="2514600"/>
          <p14:tracePt t="186041" x="3949700" y="2508250"/>
          <p14:tracePt t="186058" x="3962400" y="2508250"/>
          <p14:tracePt t="186090" x="3975100" y="2495550"/>
          <p14:tracePt t="186127" x="4006850" y="2489200"/>
          <p14:tracePt t="186158" x="4025900" y="2476500"/>
          <p14:tracePt t="186190" x="4057650" y="2470150"/>
          <p14:tracePt t="186226" x="4083050" y="2463800"/>
          <p14:tracePt t="186258" x="4095750" y="2457450"/>
          <p14:tracePt t="186289" x="4102100" y="2451100"/>
          <p14:tracePt t="186326" x="4108450" y="2451100"/>
          <p14:tracePt t="186358" x="4114800" y="2451100"/>
          <p14:tracePt t="186425" x="4114800" y="2444750"/>
          <p14:tracePt t="186542" x="4108450" y="2444750"/>
          <p14:tracePt t="186642" x="4102100" y="2444750"/>
          <p14:tracePt t="186673" x="4095750" y="2444750"/>
          <p14:tracePt t="186741" x="4089400" y="2444750"/>
          <p14:tracePt t="186772" x="4083050" y="2444750"/>
          <p14:tracePt t="186841" x="4070350" y="2444750"/>
          <p14:tracePt t="186872" x="4051300" y="2444750"/>
          <p14:tracePt t="186904" x="4038600" y="2457450"/>
          <p14:tracePt t="186927" x="4032250" y="2457450"/>
          <p14:tracePt t="186959" x="4019550" y="2457450"/>
          <p14:tracePt t="186989" x="4013200" y="2463800"/>
          <p14:tracePt t="187020" x="4006850" y="2470150"/>
          <p14:tracePt t="187153" x="4032250" y="2463800"/>
          <p14:tracePt t="187175" x="4064000" y="2444750"/>
          <p14:tracePt t="187204" x="4114800" y="2406650"/>
          <p14:tracePt t="187236" x="4165600" y="2343150"/>
          <p14:tracePt t="187258" x="4191000" y="2324100"/>
          <p14:tracePt t="187292" x="4203700" y="2298700"/>
          <p14:tracePt t="187335" x="4210050" y="2286000"/>
          <p14:tracePt t="187358" x="4210050" y="2279650"/>
          <p14:tracePt t="187391" x="4216400" y="2266950"/>
          <p14:tracePt t="187435" x="4216400" y="2260600"/>
          <p14:tracePt t="187458" x="4222750" y="2254250"/>
          <p14:tracePt t="187491" x="4235450" y="2254250"/>
          <p14:tracePt t="187551" x="4273550" y="2254250"/>
          <p14:tracePt t="187574" x="4305300" y="2254250"/>
          <p14:tracePt t="187607" x="4400550" y="2254250"/>
          <p14:tracePt t="187651" x="4445000" y="2254250"/>
          <p14:tracePt t="187706" x="4438650" y="2254250"/>
          <p14:tracePt t="187736" x="4419600" y="2260600"/>
          <p14:tracePt t="187767" x="4343400" y="2298700"/>
          <p14:tracePt t="187790" x="4267200" y="2324100"/>
          <p14:tracePt t="187834" x="4089400" y="2381250"/>
          <p14:tracePt t="187867" x="3994150" y="2406650"/>
          <p14:tracePt t="187900" x="3981450" y="2406650"/>
          <p14:tracePt t="187933" x="4000500" y="2368550"/>
          <p14:tracePt t="187967" x="4076700" y="2324100"/>
          <p14:tracePt t="188000" x="4229100" y="2292350"/>
          <p14:tracePt t="188033" x="4337050" y="2286000"/>
          <p14:tracePt t="188066" x="4413250" y="2298700"/>
          <p14:tracePt t="188099" x="4425950" y="2305050"/>
          <p14:tracePt t="188133" x="4419600" y="2311400"/>
          <p14:tracePt t="188166" x="4400550" y="2324100"/>
          <p14:tracePt t="188184" x="4394200" y="2324100"/>
          <p14:tracePt t="188216" x="4362450" y="2343150"/>
          <p14:tracePt t="188249" x="4343400" y="2355850"/>
          <p14:tracePt t="188282" x="4318000" y="2362200"/>
          <p14:tracePt t="188349" x="4318000" y="2368550"/>
          <p14:tracePt t="188382" x="4343400" y="2368550"/>
          <p14:tracePt t="188415" x="4508500" y="2362200"/>
          <p14:tracePt t="188449" x="4940300" y="2374900"/>
          <p14:tracePt t="188482" x="5334000" y="2400300"/>
          <p14:tracePt t="188500" x="5588000" y="2419350"/>
          <p14:tracePt t="188532" x="5880100" y="2438400"/>
          <p14:tracePt t="188565" x="6051550" y="2438400"/>
          <p14:tracePt t="188584" x="6115050" y="2438400"/>
          <p14:tracePt t="188616" x="6178550" y="2438400"/>
          <p14:tracePt t="188648" x="6216650" y="2432050"/>
          <p14:tracePt t="188681" x="6248400" y="2400300"/>
          <p14:tracePt t="188714" x="6248400" y="2374900"/>
          <p14:tracePt t="188748" x="6248400" y="2343150"/>
          <p14:tracePt t="188766" x="6248400" y="2324100"/>
          <p14:tracePt t="188814" x="6248400" y="2311400"/>
          <p14:tracePt t="188863" x="6235700" y="2311400"/>
          <p14:tracePt t="188897" x="6223000" y="2311400"/>
          <p14:tracePt t="188930" x="6216650" y="2317750"/>
          <p14:tracePt t="188963" x="6216650" y="2336800"/>
          <p14:tracePt t="188996" x="6216650" y="2349500"/>
          <p14:tracePt t="189030" x="6223000" y="2355850"/>
          <p14:tracePt t="189063" x="6235700" y="2355850"/>
          <p14:tracePt t="189096" x="6242050" y="2355850"/>
          <p14:tracePt t="189134" x="6248400" y="2336800"/>
          <p14:tracePt t="189146" x="6248400" y="2330450"/>
          <p14:tracePt t="189179" x="6254750" y="2324100"/>
          <p14:tracePt t="189246" x="6248400" y="2317750"/>
          <p14:tracePt t="189296" x="6242050" y="2317750"/>
          <p14:tracePt t="189332" x="6223000" y="2324100"/>
          <p14:tracePt t="189378" x="6216650" y="2330450"/>
          <p14:tracePt t="189412" x="6210300" y="2343150"/>
          <p14:tracePt t="189445" x="6197600" y="2355850"/>
          <p14:tracePt t="189478" x="6191250" y="2355850"/>
          <p14:tracePt t="189810" x="6127750" y="2362200"/>
          <p14:tracePt t="189848" x="5949950" y="2393950"/>
          <p14:tracePt t="189878" x="5835650" y="2419350"/>
          <p14:tracePt t="189910" x="5784850" y="2425700"/>
          <p14:tracePt t="189933" x="5759450" y="2432050"/>
          <p14:tracePt t="189962" x="5753100" y="2438400"/>
          <p14:tracePt t="190047" x="5753100" y="2444750"/>
          <p14:tracePt t="190126" x="5759450" y="2451100"/>
          <p14:tracePt t="190148" x="5765800" y="2451100"/>
          <p14:tracePt t="190181" x="5784850" y="2451100"/>
          <p14:tracePt t="190211" x="5835650" y="2444750"/>
          <p14:tracePt t="190259" x="6096000" y="2413000"/>
          <p14:tracePt t="190281" x="6216650" y="2381250"/>
          <p14:tracePt t="190311" x="6356350" y="2343150"/>
          <p14:tracePt t="190342" x="6419850" y="2305050"/>
          <p14:tracePt t="190364" x="6426200" y="2266950"/>
          <p14:tracePt t="190398" x="6407150" y="2235200"/>
          <p14:tracePt t="190441" x="6388100" y="2216150"/>
          <p14:tracePt t="190464" x="6369050" y="2209800"/>
          <p14:tracePt t="190497" x="6356350" y="2209800"/>
          <p14:tracePt t="190541" x="6330950" y="2222500"/>
          <p14:tracePt t="190563" x="6324600" y="2235200"/>
          <p14:tracePt t="190597" x="6305550" y="2286000"/>
          <p14:tracePt t="190626" x="6286500" y="2330450"/>
          <p14:tracePt t="190643" x="6280150" y="2381250"/>
          <p14:tracePt t="190691" x="6318250" y="2463800"/>
          <p14:tracePt t="190740" x="6362700" y="2470150"/>
          <p14:tracePt t="190773" x="6400800" y="2457450"/>
          <p14:tracePt t="190797" x="6419850" y="2419350"/>
          <p14:tracePt t="190825" x="6426200" y="2374900"/>
          <p14:tracePt t="190857" x="6419850" y="2343150"/>
          <p14:tracePt t="190890" x="6400800" y="2317750"/>
          <p14:tracePt t="190912" x="6394450" y="2311400"/>
          <p14:tracePt t="190957" x="6362700" y="2305050"/>
          <p14:tracePt t="190989" x="6299200" y="2311400"/>
          <p14:tracePt t="191012" x="6242050" y="2324100"/>
          <p14:tracePt t="191056" x="6032500" y="2419350"/>
          <p14:tracePt t="191089" x="5975350" y="2476500"/>
          <p14:tracePt t="191112" x="5962650" y="2508250"/>
          <p14:tracePt t="191142" x="5962650" y="2527300"/>
          <p14:tracePt t="191174" x="5969000" y="2552700"/>
          <p14:tracePt t="191190" x="5981700" y="2559050"/>
          <p14:tracePt t="191222" x="6026150" y="2571750"/>
          <p14:tracePt t="191256" x="6076950" y="2578100"/>
          <p14:tracePt t="191288" x="6203950" y="2565400"/>
          <p14:tracePt t="191314" x="6273800" y="2527300"/>
          <p14:tracePt t="191340" x="6330950" y="2463800"/>
          <p14:tracePt t="191372" x="6343650" y="2413000"/>
          <p14:tracePt t="191405" x="6343650" y="2355850"/>
          <p14:tracePt t="191438" x="6318250" y="2311400"/>
          <p14:tracePt t="191471" x="6299200" y="2298700"/>
          <p14:tracePt t="191504" x="6280150" y="2286000"/>
          <p14:tracePt t="191538" x="6267450" y="2286000"/>
          <p14:tracePt t="191571" x="6242050" y="2286000"/>
          <p14:tracePt t="191604" x="6172200" y="2317750"/>
          <p14:tracePt t="191638" x="6108700" y="2362200"/>
          <p14:tracePt t="191670" x="6057900" y="2413000"/>
          <p14:tracePt t="191704" x="6032500" y="2463800"/>
          <p14:tracePt t="191737" x="6032500" y="2508250"/>
          <p14:tracePt t="191770" x="6045200" y="2527300"/>
          <p14:tracePt t="191788" x="6057900" y="2533650"/>
          <p14:tracePt t="191820" x="6096000" y="2533650"/>
          <p14:tracePt t="191854" x="6127750" y="2520950"/>
          <p14:tracePt t="191887" x="6172200" y="2457450"/>
          <p14:tracePt t="191920" x="6184900" y="2381250"/>
          <p14:tracePt t="191953" x="6184900" y="2317750"/>
          <p14:tracePt t="191986" x="6172200" y="2273300"/>
          <p14:tracePt t="192019" x="6146800" y="2228850"/>
          <p14:tracePt t="192053" x="6134100" y="2216150"/>
          <p14:tracePt t="192086" x="6102350" y="2216150"/>
          <p14:tracePt t="192119" x="6076950" y="2216150"/>
          <p14:tracePt t="192139" x="6064250" y="2222500"/>
          <p14:tracePt t="192170" x="6032500" y="2247900"/>
          <p14:tracePt t="192202" x="6007100" y="2286000"/>
          <p14:tracePt t="192235" x="5975350" y="2355850"/>
          <p14:tracePt t="192269" x="5975350" y="2413000"/>
          <p14:tracePt t="192302" x="5994400" y="2444750"/>
          <p14:tracePt t="192335" x="6013450" y="2463800"/>
          <p14:tracePt t="192368" x="6089650" y="2482850"/>
          <p14:tracePt t="192402" x="6178550" y="2482850"/>
          <p14:tracePt t="192439" x="6280150" y="2432050"/>
          <p14:tracePt t="192470" x="6305550" y="2387600"/>
          <p14:tracePt t="192501" x="6318250" y="2343150"/>
          <p14:tracePt t="192538" x="6318250" y="2305050"/>
          <p14:tracePt t="192569" x="6305550" y="2292350"/>
          <p14:tracePt t="192586" x="6299200" y="2279650"/>
          <p14:tracePt t="192617" x="6286500" y="2260600"/>
          <p14:tracePt t="192636" x="6286500" y="2254250"/>
          <p14:tracePt t="192668" x="6280150" y="2247900"/>
          <p14:tracePt t="192717" x="6261100" y="2247900"/>
          <p14:tracePt t="192751" x="6229350" y="2260600"/>
          <p14:tracePt t="192783" x="6159500" y="2298700"/>
          <p14:tracePt t="192817" x="6038850" y="2374900"/>
          <p14:tracePt t="192854" x="5981700" y="2419350"/>
          <p14:tracePt t="192885" x="5956300" y="2444750"/>
          <p14:tracePt t="192901" x="5956300" y="2463800"/>
          <p14:tracePt t="192937" x="5956300" y="2489200"/>
          <p14:tracePt t="192968" x="5962650" y="2495550"/>
          <p14:tracePt t="193000" x="5981700" y="2501900"/>
          <p14:tracePt t="193021" x="5988050" y="2501900"/>
          <p14:tracePt t="193051" x="5994400" y="2508250"/>
          <p14:tracePt t="193099" x="6013450" y="2501900"/>
          <p14:tracePt t="193136" x="6026150" y="2501900"/>
          <p14:tracePt t="193167" x="6038850" y="2495550"/>
          <p14:tracePt t="193199" x="6045200" y="2489200"/>
          <p14:tracePt t="193248" x="6070600" y="2476500"/>
          <p14:tracePt t="193298" x="6083300" y="2470150"/>
          <p14:tracePt t="193321" x="6089650" y="2470150"/>
          <p14:tracePt t="193354" x="6102350" y="2457450"/>
          <p14:tracePt t="193452" x="6115050" y="2451100"/>
          <p14:tracePt t="193483" x="6121400" y="2444750"/>
          <p14:tracePt t="193531" x="6121400" y="2438400"/>
          <p14:tracePt t="194311" x="5937250" y="2438400"/>
          <p14:tracePt t="194345" x="5721350" y="2438400"/>
          <p14:tracePt t="194378" x="5353050" y="2438400"/>
          <p14:tracePt t="194396" x="5238750" y="2444750"/>
          <p14:tracePt t="194428" x="4718050" y="2476500"/>
          <p14:tracePt t="194461" x="4330700" y="2501900"/>
          <p14:tracePt t="194494" x="3473450" y="2609850"/>
          <p14:tracePt t="194527" x="2724150" y="2743200"/>
          <p14:tracePt t="194561" x="1987550" y="2914650"/>
          <p14:tracePt t="194594" x="1536700" y="2946400"/>
          <p14:tracePt t="194627" x="1289050" y="2959100"/>
          <p14:tracePt t="194660" x="1079500" y="2959100"/>
          <p14:tracePt t="194679" x="1047750" y="2959100"/>
          <p14:tracePt t="194710" x="977900" y="2940050"/>
          <p14:tracePt t="194743" x="971550" y="2940050"/>
          <p14:tracePt t="194843" x="965200" y="2927350"/>
          <p14:tracePt t="194876" x="958850" y="2914650"/>
          <p14:tracePt t="194909" x="946150" y="2901950"/>
          <p14:tracePt t="194943" x="946150" y="2876550"/>
          <p14:tracePt t="194976" x="946150" y="2857500"/>
          <p14:tracePt t="195026" x="965200" y="2806700"/>
          <p14:tracePt t="195059" x="990600" y="2692400"/>
          <p14:tracePt t="195092" x="996950" y="2628900"/>
          <p14:tracePt t="195125" x="1009650" y="2476500"/>
          <p14:tracePt t="195159" x="1022350" y="2393950"/>
          <p14:tracePt t="195192" x="1022350" y="2355850"/>
          <p14:tracePt t="195226" x="1022350" y="2349500"/>
          <p14:tracePt t="195292" x="1009650" y="2368550"/>
          <p14:tracePt t="195324" x="1003300" y="2381250"/>
          <p14:tracePt t="195358" x="977900" y="2413000"/>
          <p14:tracePt t="195392" x="946150" y="2451100"/>
          <p14:tracePt t="195424" x="901700" y="2514600"/>
          <p14:tracePt t="195458" x="889000" y="2552700"/>
          <p14:tracePt t="195491" x="895350" y="2578100"/>
          <p14:tracePt t="195524" x="958850" y="2584450"/>
          <p14:tracePt t="195557" x="1047750" y="2565400"/>
          <p14:tracePt t="195590" x="1117600" y="2527300"/>
          <p14:tracePt t="195624" x="1174750" y="2451100"/>
          <p14:tracePt t="195657" x="1181100" y="2400300"/>
          <p14:tracePt t="195690" x="1162050" y="2336800"/>
          <p14:tracePt t="195723" x="1136650" y="2324100"/>
          <p14:tracePt t="195742" x="1111250" y="2317750"/>
          <p14:tracePt t="195773" x="1054100" y="2311400"/>
          <p14:tracePt t="195806" x="984250" y="2311400"/>
          <p14:tracePt t="195844" x="914400" y="2311400"/>
          <p14:tracePt t="195875" x="857250" y="2311400"/>
          <p14:tracePt t="195906" x="831850" y="2317750"/>
          <p14:tracePt t="195943" x="819150" y="2324100"/>
          <p14:tracePt t="195989" x="812800" y="2330450"/>
          <p14:tracePt t="196375" x="812800" y="2324100"/>
          <p14:tracePt t="196406" x="831850" y="2317750"/>
          <p14:tracePt t="196427" x="844550" y="2317750"/>
          <p14:tracePt t="196460" x="901700" y="2305050"/>
          <p14:tracePt t="196493" x="1022350" y="2286000"/>
          <p14:tracePt t="196522" x="1181100" y="2266950"/>
          <p14:tracePt t="196570" x="1333500" y="2247900"/>
          <p14:tracePt t="196593" x="1371600" y="2241550"/>
          <p14:tracePt t="196622" x="1384300" y="2241550"/>
          <p14:tracePt t="196670" x="1397000" y="2235200"/>
          <p14:tracePt t="196723" x="1403350" y="2235200"/>
          <p14:tracePt t="196790" x="1409700" y="2235200"/>
          <p14:tracePt t="196886" x="1435100" y="2235200"/>
          <p14:tracePt t="196925" x="1492250" y="2241550"/>
          <p14:tracePt t="196969" x="1581150" y="2260600"/>
          <p14:tracePt t="196991" x="1612900" y="2260600"/>
          <p14:tracePt t="197024" x="1676400" y="2266950"/>
          <p14:tracePt t="197069" x="1701800" y="2266950"/>
          <p14:tracePt t="197091" x="1714500" y="2266950"/>
          <p14:tracePt t="197135" x="1733550" y="2273300"/>
          <p14:tracePt t="197185" x="1752600" y="2279650"/>
          <p14:tracePt t="197236" x="1778000" y="2279650"/>
          <p14:tracePt t="197268" x="1790700" y="2279650"/>
          <p14:tracePt t="197301" x="1809750" y="2279650"/>
          <p14:tracePt t="197368" x="1841500" y="2292350"/>
          <p14:tracePt t="197401" x="1898650" y="2292350"/>
          <p14:tracePt t="197423" x="1968500" y="2311400"/>
          <p14:tracePt t="197452" x="2139950" y="2330450"/>
          <p14:tracePt t="197484" x="2317750" y="2343150"/>
          <p14:tracePt t="197517" x="2508250" y="2381250"/>
          <p14:tracePt t="197550" x="2559050" y="2387600"/>
          <p14:tracePt t="197600" x="2565400" y="2393950"/>
          <p14:tracePt t="197666" x="2552700" y="2393950"/>
          <p14:tracePt t="197700" x="2527300" y="2387600"/>
          <p14:tracePt t="197719" x="2514600" y="2387600"/>
          <p14:tracePt t="197750" x="2476500" y="2387600"/>
          <p14:tracePt t="197783" x="2349500" y="2387600"/>
          <p14:tracePt t="197816" x="2000250" y="2406650"/>
          <p14:tracePt t="197849" x="1797050" y="2406650"/>
          <p14:tracePt t="197882" x="1466850" y="2419350"/>
          <p14:tracePt t="197916" x="1320800" y="2425700"/>
          <p14:tracePt t="197949" x="1257300" y="2425700"/>
          <p14:tracePt t="197983" x="1244600" y="2425700"/>
          <p14:tracePt t="198032" x="1238250" y="2425700"/>
          <p14:tracePt t="198065" x="1231900" y="2425700"/>
          <p14:tracePt t="198114" x="1225550" y="2425700"/>
          <p14:tracePt t="198198" x="1225550" y="2419350"/>
          <p14:tracePt t="198231" x="1250950" y="2406650"/>
          <p14:tracePt t="198266" x="1270000" y="2406650"/>
          <p14:tracePt t="198298" x="1333500" y="2387600"/>
          <p14:tracePt t="198331" x="1454150" y="2362200"/>
          <p14:tracePt t="198364" x="1530350" y="2343150"/>
          <p14:tracePt t="198398" x="1619250" y="2324100"/>
          <p14:tracePt t="198430" x="1644650" y="2311400"/>
          <p14:tracePt t="198464" x="1663700" y="2311400"/>
          <p14:tracePt t="198497" x="1676400" y="2305050"/>
          <p14:tracePt t="198547" x="1689100" y="2305050"/>
          <p14:tracePt t="198581" x="1701800" y="2305050"/>
          <p14:tracePt t="198614" x="1714500" y="2305050"/>
          <p14:tracePt t="198663" x="1720850" y="2305050"/>
          <p14:tracePt t="198697" x="1727200" y="2305050"/>
          <p14:tracePt t="198729" x="1746250" y="2305050"/>
          <p14:tracePt t="198796" x="1752600" y="2305050"/>
          <p14:tracePt t="198829" x="1771650" y="2305050"/>
          <p14:tracePt t="198862" x="1828800" y="2298700"/>
          <p14:tracePt t="198896" x="1898650" y="2292350"/>
          <p14:tracePt t="198929" x="1968500" y="2286000"/>
          <p14:tracePt t="198947" x="2000250" y="2273300"/>
          <p14:tracePt t="198979" x="2057400" y="2254250"/>
          <p14:tracePt t="198998" x="2057400" y="2247900"/>
          <p14:tracePt t="199029" x="2063750" y="2241550"/>
          <p14:tracePt t="199132" x="2070100" y="2241550"/>
          <p14:tracePt t="199194" x="2076450" y="2241550"/>
          <p14:tracePt t="199228" x="2089150" y="2247900"/>
          <p14:tracePt t="199251" x="2095500" y="2254250"/>
          <p14:tracePt t="199311" x="2108200" y="2254250"/>
          <p14:tracePt t="199333" x="2120900" y="2254250"/>
          <p14:tracePt t="199366" x="2139950" y="2254250"/>
          <p14:tracePt t="199396" x="2184400" y="2260600"/>
          <p14:tracePt t="199428" x="2241550" y="2279650"/>
          <p14:tracePt t="199449" x="2279650" y="2279650"/>
          <p14:tracePt t="199483" x="2292350" y="2279650"/>
          <p14:tracePt t="199564" x="2286000" y="2279650"/>
          <p14:tracePt t="199599" x="2279650" y="2279650"/>
          <p14:tracePt t="199628" x="2273300" y="2279650"/>
          <p14:tracePt t="199680" x="2266950" y="2292350"/>
          <p14:tracePt t="199759" x="2286000" y="2286000"/>
          <p14:tracePt t="199796" x="2292350" y="2286000"/>
          <p14:tracePt t="199828" x="2305050" y="2286000"/>
          <p14:tracePt t="199844" x="2311400" y="2286000"/>
          <p14:tracePt t="199892" x="2336800" y="2286000"/>
          <p14:tracePt t="199930" x="2362200" y="2286000"/>
          <p14:tracePt t="199975" x="2419350" y="2286000"/>
          <p14:tracePt t="199997" x="2432050" y="2286000"/>
          <p14:tracePt t="200030" x="2444750" y="2286000"/>
          <p14:tracePt t="200407" x="2438400" y="2286000"/>
          <p14:tracePt t="200473" x="2425700" y="2286000"/>
          <p14:tracePt t="200506" x="2419350" y="2286000"/>
          <p14:tracePt t="200540" x="2413000" y="2286000"/>
          <p14:tracePt t="200573" x="2400300" y="2286000"/>
          <p14:tracePt t="200623" x="2387600" y="2286000"/>
          <p14:tracePt t="200656" x="2368550" y="2286000"/>
          <p14:tracePt t="200706" x="2362200" y="2286000"/>
          <p14:tracePt t="200739" x="2355850" y="2292350"/>
          <p14:tracePt t="200789" x="2381250" y="2292350"/>
          <p14:tracePt t="200822" x="2495550" y="2292350"/>
          <p14:tracePt t="200856" x="2800350" y="2292350"/>
          <p14:tracePt t="200889" x="3092450" y="2292350"/>
          <p14:tracePt t="200922" x="3460750" y="2292350"/>
          <p14:tracePt t="200955" x="3625850" y="2292350"/>
          <p14:tracePt t="200988" x="3994150" y="2305050"/>
          <p14:tracePt t="201022" x="4248150" y="2324100"/>
          <p14:tracePt t="201055" x="4483100" y="2324100"/>
          <p14:tracePt t="201073" x="4546600" y="2317750"/>
          <p14:tracePt t="201105" x="4724400" y="2305050"/>
          <p14:tracePt t="201138" x="4775200" y="2292350"/>
          <p14:tracePt t="201171" x="4806950" y="2286000"/>
          <p14:tracePt t="201204" x="4832350" y="2286000"/>
          <p14:tracePt t="201238" x="4851400" y="2286000"/>
          <p14:tracePt t="201271" x="4876800" y="2286000"/>
          <p14:tracePt t="201290" x="4895850" y="2286000"/>
          <p14:tracePt t="201322" x="4940300" y="2292350"/>
          <p14:tracePt t="201354" x="4972050" y="2292350"/>
          <p14:tracePt t="201388" x="5073650" y="2311400"/>
          <p14:tracePt t="201420" x="5168900" y="2324100"/>
          <p14:tracePt t="201453" x="5251450" y="2349500"/>
          <p14:tracePt t="201487" x="5346700" y="2362200"/>
          <p14:tracePt t="201520" x="5410200" y="2362200"/>
          <p14:tracePt t="201553" x="5454650" y="2362200"/>
          <p14:tracePt t="201586" x="5473700" y="2362200"/>
          <p14:tracePt t="201657" x="5473700" y="2343150"/>
          <p14:tracePt t="201703" x="5467350" y="2330450"/>
          <p14:tracePt t="201736" x="5454650" y="2330450"/>
          <p14:tracePt t="201769" x="5416550" y="2330450"/>
          <p14:tracePt t="201802" x="5194300" y="2343150"/>
          <p14:tracePt t="201856" x="4178300" y="2413000"/>
          <p14:tracePt t="201887" x="3524250" y="2425700"/>
          <p14:tracePt t="201919" x="2984500" y="2451100"/>
          <p14:tracePt t="201955" x="2463800" y="2495550"/>
          <p14:tracePt t="201987" x="2286000" y="2514600"/>
          <p14:tracePt t="202018" x="1974850" y="2540000"/>
          <p14:tracePt t="202041" x="1841500" y="2559050"/>
          <p14:tracePt t="202070" x="1701800" y="2571750"/>
          <p14:tracePt t="202101" x="1593850" y="2571750"/>
          <p14:tracePt t="202134" x="1530350" y="2552700"/>
          <p14:tracePt t="202173" x="1479550" y="2540000"/>
          <p14:tracePt t="202203" x="1447800" y="2527300"/>
          <p14:tracePt t="202234" x="1416050" y="2520950"/>
          <p14:tracePt t="202271" x="1352550" y="2514600"/>
          <p14:tracePt t="202302" x="1244600" y="2501900"/>
          <p14:tracePt t="202320" x="1187450" y="2482850"/>
          <p14:tracePt t="202799" x="1155700" y="2495550"/>
          <p14:tracePt t="202821" x="1130300" y="2514600"/>
          <p14:tracePt t="202839" x="1111250" y="2527300"/>
          <p14:tracePt t="202882" x="1066800" y="2552700"/>
          <p14:tracePt t="202904" x="1041400" y="2571750"/>
          <p14:tracePt t="202934" x="1003300" y="2584450"/>
          <p14:tracePt t="202981" x="958850" y="2584450"/>
          <p14:tracePt t="203004" x="946150" y="2584450"/>
          <p14:tracePt t="203037" x="920750" y="2578100"/>
          <p14:tracePt t="203081" x="895350" y="2559050"/>
          <p14:tracePt t="203104" x="889000" y="2559050"/>
          <p14:tracePt t="203164" x="882650" y="2546350"/>
          <p14:tracePt t="203197" x="869950" y="2540000"/>
          <p14:tracePt t="203235" x="869950" y="2533650"/>
          <p14:tracePt t="203266" x="863600" y="2520950"/>
          <p14:tracePt t="203313" x="863600" y="2514600"/>
          <p14:tracePt t="203336" x="876300" y="2501900"/>
          <p14:tracePt t="203366" x="889000" y="2495550"/>
          <p14:tracePt t="203398" x="946150" y="2463800"/>
          <p14:tracePt t="203415" x="958850" y="2457450"/>
          <p14:tracePt t="203436" x="1009650" y="2432050"/>
          <p14:tracePt t="203480" x="1073150" y="2419350"/>
          <p14:tracePt t="203513" x="1098550" y="2413000"/>
          <p14:tracePt t="203546" x="1117600" y="2413000"/>
          <p14:tracePt t="203579" x="1130300" y="2413000"/>
          <p14:tracePt t="203646" x="1136650" y="2413000"/>
          <p14:tracePt t="203679" x="1149350" y="2413000"/>
          <p14:tracePt t="203729" x="1168400" y="2413000"/>
          <p14:tracePt t="203778" x="1174750" y="2413000"/>
          <p14:tracePt t="203812" x="1174750" y="2406650"/>
          <p14:tracePt t="203845" x="1181100" y="2406650"/>
          <p14:tracePt t="203945" x="1162050" y="2406650"/>
          <p14:tracePt t="203978" x="1123950" y="2406650"/>
          <p14:tracePt t="204011" x="971550" y="2413000"/>
          <p14:tracePt t="204044" x="812800" y="2432050"/>
          <p14:tracePt t="204078" x="704850" y="2451100"/>
          <p14:tracePt t="204111" x="654050" y="2463800"/>
          <p14:tracePt t="204178" x="698500" y="2463800"/>
          <p14:tracePt t="204210" x="774700" y="2444750"/>
          <p14:tracePt t="204244" x="1003300" y="2387600"/>
          <p14:tracePt t="204278" x="1187450" y="2362200"/>
          <p14:tracePt t="204310" x="1352550" y="2324100"/>
          <p14:tracePt t="204329" x="1365250" y="2311400"/>
          <p14:tracePt t="204360" x="1390650" y="2305050"/>
          <p14:tracePt t="204410" x="1371600" y="2305050"/>
          <p14:tracePt t="204443" x="1352550" y="2305050"/>
          <p14:tracePt t="204477" x="1327150" y="2311400"/>
          <p14:tracePt t="204510" x="1301750" y="2317750"/>
          <p14:tracePt t="204543" x="1225550" y="2324100"/>
          <p14:tracePt t="204576" x="1054100" y="2387600"/>
          <p14:tracePt t="204595" x="1009650" y="2400300"/>
          <p14:tracePt t="204626" x="927100" y="2432050"/>
          <p14:tracePt t="204663" x="882650" y="2470150"/>
          <p14:tracePt t="204694" x="876300" y="2489200"/>
          <p14:tracePt t="204726" x="889000" y="2501900"/>
          <p14:tracePt t="204763" x="952500" y="2501900"/>
          <p14:tracePt t="204794" x="1022350" y="2482850"/>
          <p14:tracePt t="204825" x="1111250" y="2457450"/>
          <p14:tracePt t="204862" x="1225550" y="2387600"/>
          <p14:tracePt t="204876" x="1244600" y="2362200"/>
          <p14:tracePt t="204908" x="1263650" y="2311400"/>
          <p14:tracePt t="204942" x="1257300" y="2260600"/>
          <p14:tracePt t="204974" x="1219200" y="2235200"/>
          <p14:tracePt t="205008" x="1181100" y="2222500"/>
          <p14:tracePt t="205041" x="1092200" y="2222500"/>
          <p14:tracePt t="205078" x="977900" y="2235200"/>
          <p14:tracePt t="205109" x="850900" y="2279650"/>
          <p14:tracePt t="205126" x="831850" y="2286000"/>
          <p14:tracePt t="205161" x="755650" y="2355850"/>
          <p14:tracePt t="205192" x="736600" y="2400300"/>
          <p14:tracePt t="205224" x="730250" y="2470150"/>
          <p14:tracePt t="205246" x="749300" y="2501900"/>
          <p14:tracePt t="205276" x="831850" y="2546350"/>
          <p14:tracePt t="205307" x="984250" y="2590800"/>
          <p14:tracePt t="205340" x="1168400" y="2597150"/>
          <p14:tracePt t="205377" x="1377950" y="2559050"/>
          <p14:tracePt t="205397" x="1441450" y="2533650"/>
          <p14:tracePt t="205425" x="1485900" y="2495550"/>
          <p14:tracePt t="205446" x="1492250" y="2463800"/>
          <p14:tracePt t="205479" x="1492250" y="2432050"/>
          <p14:tracePt t="205508" x="1473200" y="2413000"/>
          <p14:tracePt t="205539" x="1460500" y="2400300"/>
          <p14:tracePt t="205576" x="1447800" y="2393950"/>
          <p14:tracePt t="205608" x="1435100" y="2387600"/>
          <p14:tracePt t="205639" x="1428750" y="2387600"/>
          <p14:tracePt t="205661" x="1422400" y="2387600"/>
          <p14:tracePt t="205772" x="1416050" y="2387600"/>
          <p14:tracePt t="205871" x="1409700" y="2387600"/>
          <p14:tracePt t="205942" x="1409700" y="2393950"/>
          <p14:tracePt t="206087" x="1409700" y="2406650"/>
          <p14:tracePt t="206141" x="1409700" y="2413000"/>
          <p14:tracePt t="206835" x="1428750" y="2482850"/>
          <p14:tracePt t="206868" x="1485900" y="2584450"/>
          <p14:tracePt t="206901" x="1568450" y="2717800"/>
          <p14:tracePt t="206934" x="1720850" y="2921000"/>
          <p14:tracePt t="206968" x="1847850" y="3060700"/>
          <p14:tracePt t="207001" x="1987550" y="3206750"/>
          <p14:tracePt t="207019" x="2012950" y="3232150"/>
          <p14:tracePt t="207051" x="2076450" y="3282950"/>
          <p14:tracePt t="207084" x="2127250" y="3314700"/>
          <p14:tracePt t="207117" x="2171700" y="3327400"/>
          <p14:tracePt t="207150" x="2203450" y="3327400"/>
          <p14:tracePt t="207184" x="2228850" y="3327400"/>
          <p14:tracePt t="207217" x="2254250" y="3333750"/>
          <p14:tracePt t="207250" x="2273300" y="3333750"/>
          <p14:tracePt t="207283" x="2305050" y="3333750"/>
          <p14:tracePt t="207317" x="2355850" y="3333750"/>
          <p14:tracePt t="207335" x="2374900" y="3333750"/>
          <p14:tracePt t="207367" x="2495550" y="3321050"/>
          <p14:tracePt t="207400" x="2584450" y="3295650"/>
          <p14:tracePt t="207419" x="2635250" y="3276600"/>
          <p14:tracePt t="207451" x="2679700" y="3213100"/>
          <p14:tracePt t="207483" x="2686050" y="3143250"/>
          <p14:tracePt t="207516" x="2641600" y="3054350"/>
          <p14:tracePt t="207549" x="2584450" y="3009900"/>
          <p14:tracePt t="207583" x="2476500" y="2940050"/>
          <p14:tracePt t="207601" x="2432050" y="2921000"/>
          <p14:tracePt t="207633" x="2190750" y="2838450"/>
          <p14:tracePt t="207665" x="2032000" y="2774950"/>
          <p14:tracePt t="207699" x="1809750" y="2686050"/>
          <p14:tracePt t="207732" x="1695450" y="2647950"/>
          <p14:tracePt t="207766" x="1612900" y="2635250"/>
          <p14:tracePt t="207784" x="1600200" y="2628900"/>
          <p14:tracePt t="207815" x="1568450" y="2628900"/>
          <p14:tracePt t="207847" x="1543050" y="2628900"/>
          <p14:tracePt t="207881" x="1524000" y="2622550"/>
          <p14:tracePt t="207915" x="1511300" y="2616200"/>
          <p14:tracePt t="207981" x="1498600" y="2616200"/>
          <p14:tracePt t="208014" x="1492250" y="2609850"/>
          <p14:tracePt t="208047" x="1479550" y="2603500"/>
          <p14:tracePt t="208097" x="1466850" y="2597150"/>
          <p14:tracePt t="208130" x="1447800" y="2590800"/>
          <p14:tracePt t="208153" x="1435100" y="2584450"/>
          <p14:tracePt t="208182" x="1403350" y="2578100"/>
          <p14:tracePt t="208213" x="1365250" y="2565400"/>
          <p14:tracePt t="208247" x="1314450" y="2559050"/>
          <p14:tracePt t="208283" x="1263650" y="2533650"/>
          <p14:tracePt t="208315" x="1244600" y="2527300"/>
          <p14:tracePt t="208346" x="1219200" y="2514600"/>
          <p14:tracePt t="208369" x="1193800" y="2514600"/>
          <p14:tracePt t="208385" x="1187450" y="2508250"/>
          <p14:tracePt t="208415" x="1155700" y="2489200"/>
          <p14:tracePt t="208432" x="1130300" y="2470150"/>
          <p14:tracePt t="208469" x="1092200" y="2438400"/>
          <p14:tracePt t="208502" x="1079500" y="2432050"/>
          <p14:tracePt t="208531" x="1079500" y="2425700"/>
          <p14:tracePt t="208551" x="1079500" y="2419350"/>
          <p14:tracePt t="208599" x="1079500" y="2413000"/>
          <p14:tracePt t="208630" x="1092200" y="2413000"/>
          <p14:tracePt t="208679" x="1111250" y="2406650"/>
          <p14:tracePt t="208716" x="1123950" y="2406650"/>
          <p14:tracePt t="208747" x="1162050" y="2400300"/>
          <p14:tracePt t="208795" x="1263650" y="2393950"/>
          <p14:tracePt t="208817" x="1314450" y="2393950"/>
          <p14:tracePt t="208833" x="1333500" y="2393950"/>
          <p14:tracePt t="208853" x="1358900" y="2387600"/>
          <p14:tracePt t="208883" x="1371600" y="2387600"/>
          <p14:tracePt t="208917" x="1377950" y="2387600"/>
          <p14:tracePt t="208946" x="1390650" y="2381250"/>
          <p14:tracePt t="209047" x="1397000" y="2381250"/>
          <p14:tracePt t="209131" x="1397000" y="2374900"/>
          <p14:tracePt t="209193" x="1403350" y="2374900"/>
          <p14:tracePt t="209247" x="1416050" y="2374900"/>
          <p14:tracePt t="209309" x="1428750" y="2374900"/>
          <p14:tracePt t="209376" x="1428750" y="2381250"/>
          <p14:tracePt t="209409" x="1454150" y="2381250"/>
          <p14:tracePt t="209431" x="1473200" y="2387600"/>
          <p14:tracePt t="209450" x="1530350" y="2400300"/>
          <p14:tracePt t="209492" x="1790700" y="2432050"/>
          <p14:tracePt t="209516" x="1968500" y="2432050"/>
          <p14:tracePt t="209548" x="2279650" y="2432050"/>
          <p14:tracePt t="209592" x="2387600" y="2406650"/>
          <p14:tracePt t="209625" x="2413000" y="2393950"/>
          <p14:tracePt t="209648" x="2419350" y="2387600"/>
          <p14:tracePt t="209691" x="2419350" y="2381250"/>
          <p14:tracePt t="209758" x="2419350" y="2374900"/>
          <p14:tracePt t="209824" x="2432050" y="2374900"/>
          <p14:tracePt t="209857" x="2444750" y="2374900"/>
          <p14:tracePt t="209891" x="2540000" y="2374900"/>
          <p14:tracePt t="209924" x="2705100" y="2374900"/>
          <p14:tracePt t="209957" x="2946400" y="2374900"/>
          <p14:tracePt t="209977" x="3098800" y="2374900"/>
          <p14:tracePt t="210007" x="3270250" y="2355850"/>
          <p14:tracePt t="210040" x="3378200" y="2355850"/>
          <p14:tracePt t="210074" x="3409950" y="2368550"/>
          <p14:tracePt t="210106" x="3416300" y="2368550"/>
          <p14:tracePt t="210190" x="3416300" y="2374900"/>
          <p14:tracePt t="210223" x="3409950" y="2374900"/>
          <p14:tracePt t="210256" x="3397250" y="2374900"/>
          <p14:tracePt t="210322" x="3390900" y="2374900"/>
          <p14:tracePt t="210356" x="3384550" y="2374900"/>
          <p14:tracePt t="210389" x="3371850" y="2374900"/>
          <p14:tracePt t="210424" x="3365500" y="2374900"/>
          <p14:tracePt t="210455" x="3359150" y="2374900"/>
          <p14:tracePt t="211107" x="3390900" y="2381250"/>
          <p14:tracePt t="211138" x="3429000" y="2387600"/>
          <p14:tracePt t="211174" x="3486150" y="2387600"/>
          <p14:tracePt t="211205" x="3524250" y="2393950"/>
          <p14:tracePt t="211222" x="3536950" y="2393950"/>
          <p14:tracePt t="211253" x="3549650" y="2400300"/>
          <p14:tracePt t="211275" x="3556000" y="2400300"/>
          <p14:tracePt t="211304" x="3556000" y="2406650"/>
          <p14:tracePt t="211390" x="3543300" y="2406650"/>
          <p14:tracePt t="211452" x="3530600" y="2406650"/>
          <p14:tracePt t="211475" x="3524250" y="2413000"/>
          <p14:tracePt t="211508" x="3505200" y="2413000"/>
          <p14:tracePt t="211552" x="3486150" y="2413000"/>
          <p14:tracePt t="211602" x="3473450" y="2419350"/>
          <p14:tracePt t="211621" x="3460750" y="2419350"/>
          <p14:tracePt t="211655" x="3448050" y="2419350"/>
          <p14:tracePt t="211691" x="3435350" y="2425700"/>
          <p14:tracePt t="211768" x="3435350" y="2432050"/>
          <p14:tracePt t="211854" x="3454400" y="2432050"/>
          <p14:tracePt t="211901" x="3511550" y="2432050"/>
          <p14:tracePt t="211924" x="3581400" y="2432050"/>
          <p14:tracePt t="211956" x="3651250" y="2432050"/>
          <p14:tracePt t="211985" x="3702050" y="2432050"/>
          <p14:tracePt t="212003" x="3714750" y="2432050"/>
          <p14:tracePt t="212023" x="3733800" y="2432050"/>
          <p14:tracePt t="212083" x="3752850" y="2432050"/>
          <p14:tracePt t="212133" x="3765550" y="2425700"/>
          <p14:tracePt t="212166" x="3771900" y="2425700"/>
          <p14:tracePt t="212233" x="3784600" y="2419350"/>
          <p14:tracePt t="212316" x="3797300" y="2419350"/>
          <p14:tracePt t="212366" x="3810000" y="2419350"/>
          <p14:tracePt t="212432" x="3822700" y="2419350"/>
          <p14:tracePt t="212465" x="3829050" y="2419350"/>
          <p14:tracePt t="212499" x="3835400" y="2419350"/>
          <p14:tracePt t="212518" x="3841750" y="2419350"/>
          <p14:tracePt t="212581" x="3848100" y="2419350"/>
          <p14:tracePt t="212615" x="3860800" y="2419350"/>
          <p14:tracePt t="212648" x="3873500" y="2419350"/>
          <p14:tracePt t="212714" x="3879850" y="2419350"/>
          <p14:tracePt t="212764" x="3892550" y="2419350"/>
          <p14:tracePt t="212814" x="3905250" y="2425700"/>
          <p14:tracePt t="212847" x="3911600" y="2425700"/>
          <p14:tracePt t="212881" x="3917950" y="2425700"/>
          <p14:tracePt t="212963" x="3924300" y="2425700"/>
          <p14:tracePt t="212997" x="3930650" y="2425700"/>
          <p14:tracePt t="213030" x="3937000" y="2425700"/>
          <p14:tracePt t="213063" x="3949700" y="2432050"/>
          <p14:tracePt t="213129" x="3956050" y="2438400"/>
          <p14:tracePt t="213163" x="3968750" y="2444750"/>
          <p14:tracePt t="213196" x="3975100" y="2444750"/>
          <p14:tracePt t="213229" x="3994150" y="2444750"/>
          <p14:tracePt t="213280" x="4025900" y="2444750"/>
          <p14:tracePt t="213313" x="4064000" y="2444750"/>
          <p14:tracePt t="213346" x="4133850" y="2444750"/>
          <p14:tracePt t="213379" x="4178300" y="2444750"/>
          <p14:tracePt t="213412" x="4216400" y="2438400"/>
          <p14:tracePt t="213445" x="4235450" y="2438400"/>
          <p14:tracePt t="213479" x="4254500" y="2438400"/>
          <p14:tracePt t="213512" x="4267200" y="2438400"/>
          <p14:tracePt t="213533" x="4279900" y="2438400"/>
          <p14:tracePt t="213594" x="4286250" y="2438400"/>
          <p14:tracePt t="213613" x="4292600" y="2438400"/>
          <p14:tracePt t="213645" x="4298950" y="2438400"/>
          <p14:tracePt t="213682" x="4318000" y="2432050"/>
          <p14:tracePt t="213714" x="4324350" y="2425700"/>
          <p14:tracePt t="213761" x="4337050" y="2413000"/>
          <p14:tracePt t="213794" x="4349750" y="2406650"/>
          <p14:tracePt t="213827" x="4349750" y="2393950"/>
          <p14:tracePt t="213860" x="4356100" y="2381250"/>
          <p14:tracePt t="213910" x="4356100" y="2368550"/>
          <p14:tracePt t="213944" x="4356100" y="2355850"/>
          <p14:tracePt t="213981" x="4356100" y="2336800"/>
          <p14:tracePt t="214012" x="4356100" y="2324100"/>
          <p14:tracePt t="214043" x="4356100" y="2311400"/>
          <p14:tracePt t="214080" x="4356100" y="2292350"/>
          <p14:tracePt t="214126" x="4343400" y="2266950"/>
          <p14:tracePt t="214160" x="4324350" y="2216150"/>
          <p14:tracePt t="214197" x="4305300" y="2184400"/>
          <p14:tracePt t="214228" x="4286250" y="2159000"/>
          <p14:tracePt t="214259" x="4286250" y="2146300"/>
          <p14:tracePt t="214329" x="4279900" y="2139950"/>
          <p14:tracePt t="214429" x="4279900" y="2152650"/>
          <p14:tracePt t="214746" x="4337050" y="2159000"/>
          <p14:tracePt t="214791" x="4622800" y="2178050"/>
          <p14:tracePt t="214813" x="4743450" y="2197100"/>
          <p14:tracePt t="214846" x="4933950" y="2216150"/>
          <p14:tracePt t="214875" x="5130800" y="2235200"/>
          <p14:tracePt t="214907" x="5327650" y="2273300"/>
          <p14:tracePt t="214930" x="5499100" y="2286000"/>
          <p14:tracePt t="214959" x="5619750" y="2298700"/>
          <p14:tracePt t="215007" x="5753100" y="2305050"/>
          <p14:tracePt t="215025" x="5778500" y="2305050"/>
          <p14:tracePt t="215045" x="5816600" y="2305050"/>
          <p14:tracePt t="215064" x="5848350" y="2305050"/>
          <p14:tracePt t="215091" x="5886450" y="2305050"/>
          <p14:tracePt t="215123" x="5918200" y="2292350"/>
          <p14:tracePt t="215145" x="5937250" y="2286000"/>
          <p14:tracePt t="215189" x="5956300" y="2273300"/>
          <p14:tracePt t="215239" x="5962650" y="2266950"/>
          <p14:tracePt t="215261" x="5969000" y="2260600"/>
          <p14:tracePt t="215920" x="5956300" y="2260600"/>
          <p14:tracePt t="215986" x="5943600" y="2266950"/>
          <p14:tracePt t="216036" x="5930900" y="2279650"/>
          <p14:tracePt t="216069" x="5905500" y="2317750"/>
          <p14:tracePt t="216103" x="5829300" y="2425700"/>
          <p14:tracePt t="216136" x="5759450" y="2527300"/>
          <p14:tracePt t="216169" x="5715000" y="2628900"/>
          <p14:tracePt t="216203" x="5695950" y="2698750"/>
          <p14:tracePt t="216236" x="5727700" y="2762250"/>
          <p14:tracePt t="216269" x="5778500" y="2794000"/>
          <p14:tracePt t="216302" x="5918200" y="2825750"/>
          <p14:tracePt t="216335" x="6140450" y="2857500"/>
          <p14:tracePt t="216369" x="6381750" y="2870200"/>
          <p14:tracePt t="216402" x="6527800" y="2857500"/>
          <p14:tracePt t="216436" x="6629400" y="2838450"/>
          <p14:tracePt t="216468" x="6750050" y="2794000"/>
          <p14:tracePt t="216502" x="6800850" y="2755900"/>
          <p14:tracePt t="216535" x="6845300" y="2717800"/>
          <p14:tracePt t="216568" x="6864350" y="2686050"/>
          <p14:tracePt t="216587" x="6870700" y="2667000"/>
          <p14:tracePt t="216635" x="6877050" y="2641600"/>
          <p14:tracePt t="216684" x="6883400" y="2622550"/>
          <p14:tracePt t="216703" x="6883400" y="2616200"/>
          <p14:tracePt t="216734" x="6889750" y="2609850"/>
          <p14:tracePt t="216784" x="6902450" y="2597150"/>
          <p14:tracePt t="216834" x="6908800" y="2590800"/>
          <p14:tracePt t="216871" x="6908800" y="2584450"/>
          <p14:tracePt t="216902" x="6921500" y="2571750"/>
          <p14:tracePt t="216950" x="6934200" y="2571750"/>
          <p14:tracePt t="216987" x="6940550" y="2565400"/>
          <p14:tracePt t="217033" x="6946900" y="2559050"/>
          <p14:tracePt t="217070" x="6953250" y="2552700"/>
          <p14:tracePt t="217101" x="6959600" y="2546350"/>
          <p14:tracePt t="217133" x="6972300" y="2546350"/>
          <p14:tracePt t="217186" x="6985000" y="2540000"/>
          <p14:tracePt t="217218" x="6991350" y="2533650"/>
          <p14:tracePt t="217249" x="6997700" y="2527300"/>
          <p14:tracePt t="217286" x="7010400" y="2527300"/>
          <p14:tracePt t="217332" x="7016750" y="2520950"/>
          <p14:tracePt t="217365" x="7029450" y="2514600"/>
          <p14:tracePt t="217448" x="7035800" y="2501900"/>
          <p14:tracePt t="217502" x="7042150" y="2495550"/>
          <p14:tracePt t="217533" x="7048500" y="2495550"/>
          <p14:tracePt t="217697" x="7023100" y="2508250"/>
          <p14:tracePt t="217734" x="6985000" y="2540000"/>
          <p14:tracePt t="217766" x="6883400" y="2616200"/>
          <p14:tracePt t="217813" x="6635750" y="2813050"/>
          <p14:tracePt t="217851" x="6286500" y="3041650"/>
          <p14:tracePt t="217886" x="5937250" y="3200400"/>
          <p14:tracePt t="217922" x="5638800" y="3308350"/>
          <p14:tracePt t="217948" x="5372100" y="3384550"/>
          <p14:tracePt t="218628" x="5321300" y="3403600"/>
          <p14:tracePt t="218646" x="5289550" y="3429000"/>
          <p14:tracePt t="218666" x="5207000" y="3460750"/>
          <p14:tracePt t="218710" x="4921250" y="3575050"/>
          <p14:tracePt t="218744" x="4540250" y="3689350"/>
          <p14:tracePt t="218777" x="4241800" y="3784600"/>
          <p14:tracePt t="218810" x="3987800" y="3867150"/>
          <p14:tracePt t="218843" x="3714750" y="3911600"/>
          <p14:tracePt t="218876" x="3530600" y="3937000"/>
          <p14:tracePt t="218910" x="3327400" y="3924300"/>
          <p14:tracePt t="218943" x="3244850" y="3917950"/>
          <p14:tracePt t="219275" x="3117850" y="3860800"/>
          <p14:tracePt t="219308" x="2838450" y="3702050"/>
          <p14:tracePt t="219341" x="2432050" y="3505200"/>
          <p14:tracePt t="219375" x="2063750" y="3371850"/>
          <p14:tracePt t="219408" x="1854200" y="3333750"/>
          <p14:tracePt t="219441" x="1733550" y="3314700"/>
          <p14:tracePt t="219474" x="1720850" y="3314700"/>
          <p14:tracePt t="219507" x="1714500" y="3314700"/>
          <p14:tracePt t="219557" x="1708150" y="3314700"/>
          <p14:tracePt t="219658" x="1727200" y="3314700"/>
          <p14:tracePt t="219691" x="1797050" y="3314700"/>
          <p14:tracePt t="219724" x="1987550" y="3314700"/>
          <p14:tracePt t="219757" x="2235200" y="3295650"/>
          <p14:tracePt t="219790" x="2501900" y="3276600"/>
          <p14:tracePt t="219823" x="2717800" y="3257550"/>
          <p14:tracePt t="219856" x="2762250" y="3257550"/>
          <p14:tracePt t="219890" x="2781300" y="3257550"/>
          <p14:tracePt t="220023" x="2787650" y="3263900"/>
          <p14:tracePt t="220055" x="2794000" y="3263900"/>
          <p14:tracePt t="220093" x="2813050" y="3270250"/>
          <p14:tracePt t="220105" x="2819400" y="3270250"/>
          <p14:tracePt t="220125" x="2825750" y="3270250"/>
          <p14:tracePt t="220157" x="2863850" y="3270250"/>
          <p14:tracePt t="220193" x="2940050" y="3282950"/>
          <p14:tracePt t="220224" x="3060700" y="3289300"/>
          <p14:tracePt t="220256" x="3213100" y="3289300"/>
          <p14:tracePt t="220292" x="3327400" y="3295650"/>
          <p14:tracePt t="220324" x="3384550" y="3295650"/>
          <p14:tracePt t="220355" x="3397250" y="3295650"/>
          <p14:tracePt t="220408" x="3378200" y="3295650"/>
          <p14:tracePt t="220439" x="3365500" y="3295650"/>
          <p14:tracePt t="220741" x="3238500" y="3378200"/>
          <p14:tracePt t="220772" x="3079750" y="3467100"/>
          <p14:tracePt t="220807" x="2959100" y="3549650"/>
          <p14:tracePt t="220838" x="2921000" y="3575050"/>
          <p14:tracePt t="220871" x="2908300" y="3587750"/>
          <p14:tracePt t="220906" x="2895600" y="3587750"/>
          <p14:tracePt t="220969" x="2895600" y="3594100"/>
          <p14:tracePt t="221023" x="2901950" y="3600450"/>
          <p14:tracePt t="221055" x="2921000" y="3600450"/>
          <p14:tracePt t="221102" x="3022600" y="3587750"/>
          <p14:tracePt t="221124" x="3143250" y="3568700"/>
          <p14:tracePt t="221142" x="3276600" y="3536950"/>
          <p14:tracePt t="221171" x="3460750" y="3498850"/>
          <p14:tracePt t="221202" x="3594100" y="3492500"/>
          <p14:tracePt t="221224" x="3632200" y="3492500"/>
          <p14:tracePt t="221257" x="3651250" y="3492500"/>
          <p14:tracePt t="221318" x="3638550" y="3492500"/>
          <p14:tracePt t="221340" x="3632200" y="3492500"/>
          <p14:tracePt t="221370" x="3619500" y="3492500"/>
          <p14:tracePt t="221417" x="3613150" y="3492500"/>
          <p14:tracePt t="221783" x="3644900" y="3517900"/>
          <p14:tracePt t="221816" x="3708400" y="3536950"/>
          <p14:tracePt t="221850" x="3810000" y="3568700"/>
          <p14:tracePt t="221872" x="3860800" y="3575050"/>
          <p14:tracePt t="221901" x="3924300" y="3581400"/>
          <p14:tracePt t="221932" x="3968750" y="3581400"/>
          <p14:tracePt t="221966" x="4025900" y="3581400"/>
          <p14:tracePt t="221999" x="4076700" y="3581400"/>
          <p14:tracePt t="222032" x="4140200" y="3587750"/>
          <p14:tracePt t="222065" x="4171950" y="3587750"/>
          <p14:tracePt t="222099" x="4229100" y="3587750"/>
          <p14:tracePt t="222132" x="4311650" y="3587750"/>
          <p14:tracePt t="222165" x="4394200" y="3587750"/>
          <p14:tracePt t="222200" x="4489450" y="3600450"/>
          <p14:tracePt t="222217" x="4521200" y="3600450"/>
          <p14:tracePt t="222248" x="4559300" y="3594100"/>
          <p14:tracePt t="222281" x="4616450" y="3594100"/>
          <p14:tracePt t="222314" x="4635500" y="3594100"/>
          <p14:tracePt t="222348" x="4641850" y="3594100"/>
          <p14:tracePt t="222381" x="4641850" y="3600450"/>
          <p14:tracePt t="222414" x="4610100" y="3613150"/>
          <p14:tracePt t="222447" x="4565650" y="3619500"/>
          <p14:tracePt t="222481" x="4305300" y="3708400"/>
          <p14:tracePt t="222500" x="4203700" y="3746500"/>
          <p14:tracePt t="222531" x="3714750" y="3930650"/>
          <p14:tracePt t="222564" x="3416300" y="4070350"/>
          <p14:tracePt t="222599" x="3244850" y="4165600"/>
          <p14:tracePt t="222630" x="3162300" y="4216400"/>
          <p14:tracePt t="222664" x="3149600" y="4222750"/>
          <p14:tracePt t="222697" x="3143250" y="4222750"/>
          <p14:tracePt t="222730" x="3130550" y="4216400"/>
          <p14:tracePt t="223046" x="3219450" y="4216400"/>
          <p14:tracePt t="223078" x="3359150" y="4203700"/>
          <p14:tracePt t="223112" x="3498850" y="4203700"/>
          <p14:tracePt t="223146" x="3581400" y="4197350"/>
          <p14:tracePt t="223165" x="3632200" y="4197350"/>
          <p14:tracePt t="223197" x="3695700" y="4197350"/>
          <p14:tracePt t="223228" x="3746500" y="4197350"/>
          <p14:tracePt t="223261" x="3790950" y="4197350"/>
          <p14:tracePt t="223298" x="3848100" y="4191000"/>
          <p14:tracePt t="223330" x="3886200" y="4184650"/>
          <p14:tracePt t="223361" x="3924300" y="4184650"/>
          <p14:tracePt t="223398" x="4000500" y="4178300"/>
          <p14:tracePt t="223429" x="4076700" y="4171950"/>
          <p14:tracePt t="223461" x="4235450" y="4159250"/>
          <p14:tracePt t="223498" x="4356100" y="4140200"/>
          <p14:tracePt t="223529" x="4445000" y="4133850"/>
          <p14:tracePt t="223560" x="4514850" y="4127500"/>
          <p14:tracePt t="223597" x="4572000" y="4140200"/>
          <p14:tracePt t="223628" x="4603750" y="4146550"/>
          <p14:tracePt t="223660" x="4629150" y="4152900"/>
          <p14:tracePt t="223679" x="4641850" y="4152900"/>
          <p14:tracePt t="223715" x="4660900" y="4159250"/>
          <p14:tracePt t="223745" x="4673600" y="4165600"/>
          <p14:tracePt t="223777" x="4686300" y="4165600"/>
          <p14:tracePt t="223813" x="4692650" y="4165600"/>
          <p14:tracePt t="223876" x="4705350" y="4165600"/>
          <p14:tracePt t="223913" x="4718050" y="4165600"/>
          <p14:tracePt t="223944" x="4730750" y="4171950"/>
          <p14:tracePt t="224045" x="4737100" y="4146550"/>
          <p14:tracePt t="224378" x="4902200" y="4146550"/>
          <p14:tracePt t="224409" x="5099050" y="4140200"/>
          <p14:tracePt t="224445" x="5378450" y="4127500"/>
          <p14:tracePt t="224480" x="5537200" y="4108450"/>
          <p14:tracePt t="224523" x="5651500" y="4114800"/>
          <p14:tracePt t="224546" x="5708650" y="4114800"/>
          <p14:tracePt t="224579" x="5829300" y="4114800"/>
          <p14:tracePt t="224608" x="5911850" y="4108450"/>
          <p14:tracePt t="224640" x="5981700" y="4114800"/>
          <p14:tracePt t="224662" x="6019800" y="4114800"/>
          <p14:tracePt t="224679" x="6070600" y="4114800"/>
          <p14:tracePt t="224723" x="6159500" y="4121150"/>
          <p14:tracePt t="224746" x="6210300" y="4127500"/>
          <p14:tracePt t="224779" x="6254750" y="4133850"/>
          <p14:tracePt t="224823" x="6311900" y="4133850"/>
          <p14:tracePt t="224856" x="6337300" y="4133850"/>
          <p14:tracePt t="224878" x="6362700" y="4140200"/>
          <p14:tracePt t="224907" x="6419850" y="4146550"/>
          <p14:tracePt t="224939" x="6483350" y="4152900"/>
          <p14:tracePt t="224972" x="6534150" y="4159250"/>
          <p14:tracePt t="225005" x="6572250" y="4159250"/>
          <p14:tracePt t="225038" x="6584950" y="4152900"/>
          <p14:tracePt t="225071" x="6584950" y="4146550"/>
          <p14:tracePt t="225121" x="6584950" y="4133850"/>
          <p14:tracePt t="225155" x="6584950" y="4121150"/>
          <p14:tracePt t="225204" x="6572250" y="4114800"/>
          <p14:tracePt t="225240" x="6489700" y="4114800"/>
          <p14:tracePt t="225272" x="6254750" y="4140200"/>
          <p14:tracePt t="225304" x="5861050" y="4178300"/>
          <p14:tracePt t="225337" x="5283200" y="4305300"/>
          <p14:tracePt t="225371" x="4908550" y="4400550"/>
          <p14:tracePt t="225404" x="4546600" y="4508500"/>
          <p14:tracePt t="225437" x="4197350" y="4616450"/>
          <p14:tracePt t="225470" x="3727450" y="4743450"/>
          <p14:tracePt t="225504" x="3429000" y="4813300"/>
          <p14:tracePt t="225536" x="3238500" y="4889500"/>
          <p14:tracePt t="225952" x="3219450" y="4889500"/>
          <p14:tracePt t="225985" x="3181350" y="4889500"/>
          <p14:tracePt t="226018" x="3162300" y="4895850"/>
          <p14:tracePt t="226052" x="3143250" y="4895850"/>
          <p14:tracePt t="226085" x="3124200" y="4902200"/>
          <p14:tracePt t="226118" x="3117850" y="4902200"/>
          <p14:tracePt t="226151" x="3098800" y="4902200"/>
          <p14:tracePt t="226185" x="3086100" y="4902200"/>
          <p14:tracePt t="226285" x="3086100" y="4895850"/>
          <p14:tracePt t="226318" x="3111500" y="4883150"/>
          <p14:tracePt t="226336" x="3124200" y="4883150"/>
          <p14:tracePt t="226367" x="3200400" y="4857750"/>
          <p14:tracePt t="226400" x="3352800" y="4819650"/>
          <p14:tracePt t="226434" x="3632200" y="4762500"/>
          <p14:tracePt t="226467" x="3803650" y="4743450"/>
          <p14:tracePt t="226505" x="3981450" y="4737100"/>
          <p14:tracePt t="226535" x="4102100" y="4730750"/>
          <p14:tracePt t="226566" x="4210050" y="4730750"/>
          <p14:tracePt t="226604" x="4324350" y="4730750"/>
          <p14:tracePt t="226635" x="4432300" y="4730750"/>
          <p14:tracePt t="226666" x="4552950" y="4737100"/>
          <p14:tracePt t="226704" x="4660900" y="4737100"/>
          <p14:tracePt t="226717" x="4679950" y="4737100"/>
          <p14:tracePt t="226751" x="4724400" y="4737100"/>
          <p14:tracePt t="226782" x="4762500" y="4730750"/>
          <p14:tracePt t="226820" x="4781550" y="4730750"/>
          <p14:tracePt t="226851" x="4787900" y="4730750"/>
          <p14:tracePt t="226882" x="4800600" y="4730750"/>
          <p14:tracePt t="226932" x="4806950" y="4730750"/>
          <p14:tracePt t="226965" x="4813300" y="4730750"/>
          <p14:tracePt t="227002" x="4826000" y="4730750"/>
          <p14:tracePt t="227034" x="4838700" y="4724400"/>
          <p14:tracePt t="227082" x="4857750" y="4724400"/>
          <p14:tracePt t="227104" x="4883150" y="4718050"/>
          <p14:tracePt t="227120" x="4889500" y="4718050"/>
          <p14:tracePt t="227150" x="4914900" y="4718050"/>
          <p14:tracePt t="227182" x="4921250" y="4705350"/>
          <p14:tracePt t="227236" x="4914900" y="4705350"/>
          <p14:tracePt t="227266" x="4895850" y="4705350"/>
          <p14:tracePt t="227287" x="4864100" y="4711700"/>
          <p14:tracePt t="227320" x="4718050" y="4743450"/>
          <p14:tracePt t="227350" x="4470400" y="4813300"/>
          <p14:tracePt t="227381" x="4191000" y="4914900"/>
          <p14:tracePt t="227417" x="3924300" y="5010150"/>
          <p14:tracePt t="227449" x="3803650" y="5073650"/>
          <p14:tracePt t="227480" x="3727450" y="5118100"/>
          <p14:tracePt t="227530" x="3619500" y="5168900"/>
          <p14:tracePt t="227552" x="3581400" y="5181600"/>
          <p14:tracePt t="227582" x="3498850" y="5238750"/>
          <p14:tracePt t="227629" x="3435350" y="5276850"/>
          <p14:tracePt t="227667" x="3365500" y="5314950"/>
          <p14:tracePt t="227712" x="3308350" y="5327650"/>
          <p14:tracePt t="227735" x="3282950" y="5334000"/>
          <p14:tracePt t="227751" x="3257550" y="5340350"/>
          <p14:tracePt t="227781" x="3194050" y="5346700"/>
          <p14:tracePt t="227812" x="3136900" y="5353050"/>
          <p14:tracePt t="227835" x="3035300" y="5359400"/>
          <p14:tracePt t="227868" x="2933700" y="5359400"/>
          <p14:tracePt t="227912" x="2813050" y="5321300"/>
          <p14:tracePt t="227934" x="2730500" y="5314950"/>
          <p14:tracePt t="227967" x="2673350" y="5308600"/>
          <p14:tracePt t="227984" x="2654300" y="5308600"/>
          <p14:tracePt t="228013" x="2628900" y="5308600"/>
          <p14:tracePt t="228045" x="2609850" y="5302250"/>
          <p14:tracePt t="228111" x="2603500" y="5302250"/>
          <p14:tracePt t="228279" x="2597150" y="5302250"/>
          <p14:tracePt t="228327" x="2590800" y="5289550"/>
          <p14:tracePt t="228377" x="2584450" y="5283200"/>
          <p14:tracePt t="228411" x="2578100" y="5276850"/>
          <p14:tracePt t="228443" x="2578100" y="5270500"/>
          <p14:tracePt t="228493" x="2571750" y="5257800"/>
          <p14:tracePt t="228543" x="2571750" y="5238750"/>
          <p14:tracePt t="228576" x="2565400" y="5232400"/>
          <p14:tracePt t="228626" x="2565400" y="5219700"/>
          <p14:tracePt t="228659" x="2565400" y="5207000"/>
          <p14:tracePt t="228692" x="2559050" y="5200650"/>
          <p14:tracePt t="228726" x="2552700" y="5187950"/>
          <p14:tracePt t="228792" x="2552700" y="5181600"/>
          <p14:tracePt t="228825" x="2546350" y="5168900"/>
          <p14:tracePt t="228859" x="2546350" y="5162550"/>
          <p14:tracePt t="228892" x="2552700" y="5162550"/>
          <p14:tracePt t="228926" x="2559050" y="5156200"/>
          <p14:tracePt t="228975" x="2565400" y="5156200"/>
          <p14:tracePt t="229042" x="2578100" y="5156200"/>
          <p14:tracePt t="229074" x="2590800" y="5156200"/>
          <p14:tracePt t="229108" x="2603500" y="5162550"/>
          <p14:tracePt t="229141" x="2616200" y="5168900"/>
          <p14:tracePt t="229191" x="2635250" y="5175250"/>
          <p14:tracePt t="229224" x="2667000" y="5175250"/>
          <p14:tracePt t="229244" x="2698750" y="5181600"/>
          <p14:tracePt t="229275" x="2781300" y="5187950"/>
          <p14:tracePt t="229307" x="2901950" y="5194300"/>
          <p14:tracePt t="229341" x="3105150" y="5219700"/>
          <p14:tracePt t="229373" x="3282950" y="5219700"/>
          <p14:tracePt t="229411" x="3517900" y="5232400"/>
          <p14:tracePt t="229443" x="3651250" y="5238750"/>
          <p14:tracePt t="229473" x="3771900" y="5238750"/>
          <p14:tracePt t="229510" x="3879850" y="5219700"/>
          <p14:tracePt t="229542" x="3981450" y="5207000"/>
          <p14:tracePt t="229573" x="4038600" y="5207000"/>
          <p14:tracePt t="229610" x="4095750" y="5207000"/>
          <p14:tracePt t="229657" x="4133850" y="5207000"/>
          <p14:tracePt t="229689" x="4165600" y="5200650"/>
          <p14:tracePt t="229726" x="4184650" y="5194300"/>
          <p14:tracePt t="229740" x="4191000" y="5194300"/>
          <p14:tracePt t="229772" x="4229100" y="5187950"/>
          <p14:tracePt t="229809" x="4286250" y="5175250"/>
          <p14:tracePt t="229841" x="4356100" y="5168900"/>
          <p14:tracePt t="229872" x="4451350" y="5156200"/>
          <p14:tracePt t="229909" x="4521200" y="5149850"/>
          <p14:tracePt t="229941" x="4635500" y="5130800"/>
          <p14:tracePt t="229971" x="4692650" y="5124450"/>
          <p14:tracePt t="229994" x="4730750" y="5111750"/>
          <p14:tracePt t="230023" x="4768850" y="5105400"/>
          <p14:tracePt t="230054" x="4794250" y="5092700"/>
          <p14:tracePt t="230088" x="4806950" y="5086350"/>
          <p14:tracePt t="230124" x="4806950" y="5080000"/>
          <p14:tracePt t="230171" x="4800600" y="5080000"/>
          <p14:tracePt t="230224" x="4794250" y="5080000"/>
          <p14:tracePt t="230590" x="4832350" y="5080000"/>
          <p14:tracePt t="230625" x="4933950" y="5080000"/>
          <p14:tracePt t="230659" x="5022850" y="5080000"/>
          <p14:tracePt t="230687" x="5099050" y="5080000"/>
          <p14:tracePt t="230719" x="5156200" y="5067300"/>
          <p14:tracePt t="230742" x="5194300" y="5060950"/>
          <p14:tracePt t="230774" x="5213350" y="5054600"/>
          <p14:tracePt t="230819" x="5238750" y="5048250"/>
          <p14:tracePt t="230918" x="5245100" y="5048250"/>
          <p14:tracePt t="230989" x="5251450" y="5048250"/>
          <p14:tracePt t="231051" x="5257800" y="5048250"/>
          <p14:tracePt t="231117" x="5270500" y="5048250"/>
          <p14:tracePt t="231151" x="5283200" y="5048250"/>
          <p14:tracePt t="231173" x="5295900" y="5048250"/>
          <p14:tracePt t="231202" x="5302250" y="5048250"/>
          <p14:tracePt t="231234" x="5321300" y="5041900"/>
          <p14:tracePt t="231284" x="5340350" y="5035550"/>
          <p14:tracePt t="231350" x="5353050" y="5035550"/>
          <p14:tracePt t="231383" x="5359400" y="5035550"/>
          <p14:tracePt t="231416" x="5365750" y="5035550"/>
          <p14:tracePt t="231449" x="5372100" y="5035550"/>
          <p14:tracePt t="231482" x="5378450" y="5035550"/>
          <p14:tracePt t="231765" x="5372100" y="5035550"/>
          <p14:tracePt t="231798" x="5359400" y="5035550"/>
          <p14:tracePt t="231832" x="5346700" y="5041900"/>
          <p14:tracePt t="231881" x="5334000" y="5041900"/>
          <p14:tracePt t="231915" x="5302250" y="5054600"/>
          <p14:tracePt t="231948" x="5270500" y="5067300"/>
          <p14:tracePt t="231981" x="5156200" y="5130800"/>
          <p14:tracePt t="232014" x="5010150" y="5207000"/>
          <p14:tracePt t="232048" x="4806950" y="5314950"/>
          <p14:tracePt t="232081" x="4679950" y="5384800"/>
          <p14:tracePt t="232114" x="4603750" y="5422900"/>
          <p14:tracePt t="232147" x="4552950" y="5435600"/>
          <p14:tracePt t="232181" x="4527550" y="5441950"/>
          <p14:tracePt t="232214" x="4508500" y="5448300"/>
          <p14:tracePt t="232247" x="4489450" y="5448300"/>
          <p14:tracePt t="232280" x="4457700" y="5454650"/>
          <p14:tracePt t="232313" x="4406900" y="5454650"/>
          <p14:tracePt t="232348" x="4286250" y="5454650"/>
          <p14:tracePt t="232380" x="4076700" y="5454650"/>
          <p14:tracePt t="232413" x="3937000" y="5441950"/>
          <p14:tracePt t="232446" x="3790950" y="5435600"/>
          <p14:tracePt t="232479" x="3625850" y="5429250"/>
          <p14:tracePt t="232513" x="3549650" y="5429250"/>
          <p14:tracePt t="232546" x="3460750" y="5422900"/>
          <p14:tracePt t="232579" x="3409950" y="5422900"/>
          <p14:tracePt t="232617" x="3346450" y="5410200"/>
          <p14:tracePt t="232662" x="3327400" y="5410200"/>
          <p14:tracePt t="232746" x="3340100" y="5410200"/>
          <p14:tracePt t="232779" x="3365500" y="5410200"/>
          <p14:tracePt t="232816" x="3429000" y="5410200"/>
          <p14:tracePt t="232847" x="3644900" y="5410200"/>
          <p14:tracePt t="232864" x="3721100" y="5410200"/>
          <p14:tracePt t="232895" x="3924300" y="5410200"/>
          <p14:tracePt t="232917" x="4083050" y="5397500"/>
          <p14:tracePt t="232934" x="4121150" y="5397500"/>
          <p14:tracePt t="232963" x="4191000" y="5391150"/>
          <p14:tracePt t="232995" x="4216400" y="5391150"/>
          <p14:tracePt t="233061" x="4197350" y="5391150"/>
          <p14:tracePt t="233095" x="4184650" y="5391150"/>
          <p14:tracePt t="233131" x="4152900" y="5391150"/>
          <p14:tracePt t="233162" x="4146550" y="5391150"/>
          <p14:tracePt t="233194" x="4127500" y="5391150"/>
          <p14:tracePt t="233231" x="4108450" y="5391150"/>
          <p14:tracePt t="233262" x="4076700" y="5391150"/>
          <p14:tracePt t="233294" x="4038600" y="5391150"/>
          <p14:tracePt t="233317" x="4013200" y="5391150"/>
          <p14:tracePt t="233349" x="3981450" y="5391150"/>
          <p14:tracePt t="233378" x="3975100" y="5391150"/>
          <p14:tracePt t="233443" x="3987800" y="5384800"/>
          <p14:tracePt t="233465" x="4013200" y="5372100"/>
          <p14:tracePt t="233495" x="4083050" y="5346700"/>
          <p14:tracePt t="233543" x="4368800" y="5207000"/>
          <p14:tracePt t="233579" x="4610100" y="5054600"/>
          <p14:tracePt t="233610" x="4895850" y="4832350"/>
          <p14:tracePt t="233632" x="5080000" y="4654550"/>
          <p14:tracePt t="233664" x="5226050" y="4451350"/>
          <p14:tracePt t="233694" x="5391150" y="4171950"/>
          <p14:tracePt t="233742" x="5670550" y="3467100"/>
          <p14:tracePt t="233764" x="5734050" y="3244850"/>
          <p14:tracePt t="233798" x="5784850" y="2971800"/>
          <p14:tracePt t="233827" x="5810250" y="2774950"/>
          <p14:tracePt t="233875" x="5810250" y="2616200"/>
          <p14:tracePt t="233924" x="5816600" y="2527300"/>
          <p14:tracePt t="233958" x="5816600" y="2476500"/>
          <p14:tracePt t="233982" x="5816600" y="2451100"/>
          <p14:tracePt t="234024" x="5822950" y="2406650"/>
          <p14:tracePt t="234057" x="5835650" y="2374900"/>
          <p14:tracePt t="234080" x="5842000" y="2362200"/>
          <p14:tracePt t="234109" x="5854700" y="2349500"/>
          <p14:tracePt t="234141" x="5867400" y="2349500"/>
          <p14:tracePt t="234190" x="5886450" y="2355850"/>
          <p14:tracePt t="234240" x="5905500" y="2374900"/>
          <p14:tracePt t="234274" x="5924550" y="2374900"/>
          <p14:tracePt t="234296" x="5937250" y="2374900"/>
          <p14:tracePt t="234325" x="5981700" y="2387600"/>
          <p14:tracePt t="234342" x="6026150" y="2387600"/>
          <p14:tracePt t="234358" x="6083300" y="2387600"/>
          <p14:tracePt t="234389" x="6153150" y="2387600"/>
          <p14:tracePt t="234423" x="6280150" y="2374900"/>
          <p14:tracePt t="234456" x="6362700" y="2368550"/>
          <p14:tracePt t="234489" x="6394450" y="2368550"/>
          <p14:tracePt t="234522" x="6419850" y="2362200"/>
          <p14:tracePt t="234556" x="6432550" y="2355850"/>
          <p14:tracePt t="234589" x="6438900" y="2355850"/>
          <p14:tracePt t="234622" x="6457950" y="2355850"/>
          <p14:tracePt t="234655" x="6457950" y="2349500"/>
          <p14:tracePt t="234690" x="6470650" y="2349500"/>
          <p14:tracePt t="234738" x="6477000" y="2349500"/>
          <p14:tracePt t="234838" x="6483350" y="2349500"/>
          <p14:tracePt t="235120" x="6477000" y="2349500"/>
          <p14:tracePt t="235154" x="6470650" y="2349500"/>
          <p14:tracePt t="235220" x="6464300" y="2349500"/>
          <p14:tracePt t="235303" x="6457950" y="2349500"/>
          <p14:tracePt t="235404" x="6451600" y="2349500"/>
          <p14:tracePt t="235506" x="6445250" y="2349500"/>
          <p14:tracePt t="235537" x="6438900" y="2349500"/>
          <p14:tracePt t="235569" x="6432550" y="2349500"/>
          <p14:tracePt t="235602" x="6426200" y="2349500"/>
          <p14:tracePt t="235636" x="6419850" y="2349500"/>
          <p14:tracePt t="235701" x="6413500" y="2349500"/>
          <p14:tracePt t="236399" x="6400800" y="2362200"/>
          <p14:tracePt t="236421" x="6343650" y="2438400"/>
          <p14:tracePt t="236455" x="6292850" y="2533650"/>
          <p14:tracePt t="236484" x="6223000" y="2654300"/>
          <p14:tracePt t="236506" x="6165850" y="2768600"/>
          <p14:tracePt t="236538" x="6064250" y="2997200"/>
          <p14:tracePt t="236571" x="5867400" y="3371850"/>
          <p14:tracePt t="236601" x="5740400" y="3568700"/>
          <p14:tracePt t="236648" x="5461000" y="4013200"/>
          <p14:tracePt t="236685" x="5334000" y="4279900"/>
          <p14:tracePt t="236732" x="5200650" y="4616450"/>
          <p14:tracePt t="236754" x="5143500" y="4730750"/>
          <p14:tracePt t="236788" x="5080000" y="4870450"/>
          <p14:tracePt t="236816" x="5041900" y="4978400"/>
          <p14:tracePt t="236848" x="4965700" y="5092700"/>
          <p14:tracePt t="236870" x="4933950" y="5130800"/>
          <p14:tracePt t="236903" x="4902200" y="5175250"/>
          <p14:tracePt t="236933" x="4870450" y="5219700"/>
          <p14:tracePt t="236964" x="4826000" y="5257800"/>
          <p14:tracePt t="236987" x="4794250" y="5295900"/>
          <p14:tracePt t="237015" x="4749800" y="5321300"/>
          <p14:tracePt t="237047" x="4711700" y="5346700"/>
          <p14:tracePt t="237082" x="4641850" y="5365750"/>
          <p14:tracePt t="237103" x="4572000" y="5372100"/>
          <p14:tracePt t="237147" x="4419600" y="5384800"/>
          <p14:tracePt t="237171" x="4305300" y="5384800"/>
          <p14:tracePt t="237203" x="4095750" y="5397500"/>
          <p14:tracePt t="237247" x="3771900" y="5416550"/>
          <p14:tracePt t="237271" x="3632200" y="5416550"/>
          <p14:tracePt t="237303" x="3429000" y="5416550"/>
          <p14:tracePt t="237346" x="3238500" y="5416550"/>
          <p14:tracePt t="237379" x="3162300" y="5416550"/>
          <p14:tracePt t="237397" x="3149600" y="5416550"/>
          <p14:tracePt t="237429" x="3098800" y="5435600"/>
          <p14:tracePt t="237464" x="3035300" y="5454650"/>
          <p14:tracePt t="237495" x="2959100" y="5461000"/>
          <p14:tracePt t="237529" x="2806700" y="5473700"/>
          <p14:tracePt t="237562" x="2673350" y="5492750"/>
          <p14:tracePt t="237595" x="2552700" y="5499100"/>
          <p14:tracePt t="237628" x="2457450" y="5518150"/>
          <p14:tracePt t="237662" x="2349500" y="5518150"/>
          <p14:tracePt t="237695" x="2279650" y="5518150"/>
          <p14:tracePt t="237728" x="2241550" y="5518150"/>
          <p14:tracePt t="237761" x="2228850" y="5518150"/>
          <p14:tracePt t="237794" x="2222500" y="5518150"/>
          <p14:tracePt t="237877" x="2228850" y="5518150"/>
          <p14:tracePt t="237910" x="2241550" y="5518150"/>
          <p14:tracePt t="237931" x="2266950" y="5518150"/>
          <p14:tracePt t="237960" x="2317750" y="5511800"/>
          <p14:tracePt t="237994" x="2584450" y="5511800"/>
          <p14:tracePt t="238027" x="2952750" y="5524500"/>
          <p14:tracePt t="238060" x="3473450" y="5568950"/>
          <p14:tracePt t="238093" x="3816350" y="5588000"/>
          <p14:tracePt t="238127" x="4044950" y="5594350"/>
          <p14:tracePt t="238160" x="4216400" y="5594350"/>
          <p14:tracePt t="238193" x="4311650" y="5588000"/>
          <p14:tracePt t="238211" x="4394200" y="5588000"/>
          <p14:tracePt t="238243" x="4502150" y="5588000"/>
          <p14:tracePt t="238276" x="4597400" y="5600700"/>
          <p14:tracePt t="238309" x="4718050" y="5613400"/>
          <p14:tracePt t="238343" x="4870450" y="5613400"/>
          <p14:tracePt t="238376" x="4972050" y="5619750"/>
          <p14:tracePt t="238409" x="5048250" y="5619750"/>
          <p14:tracePt t="238427" x="5099050" y="5619750"/>
          <p14:tracePt t="238445" x="5143500" y="5619750"/>
          <p14:tracePt t="238477" x="5200650" y="5607050"/>
          <p14:tracePt t="238508" x="5257800" y="5594350"/>
          <p14:tracePt t="238542" x="5302250" y="5588000"/>
          <p14:tracePt t="238575" x="5321300" y="5581650"/>
          <p14:tracePt t="238608" x="5334000" y="5581650"/>
          <p14:tracePt t="238658" x="5340350" y="5581650"/>
          <p14:tracePt t="239210" x="5340350" y="5556250"/>
          <p14:tracePt t="239241" x="5334000" y="5480050"/>
          <p14:tracePt t="239258" x="5334000" y="5461000"/>
          <p14:tracePt t="239289" x="5334000" y="5378450"/>
          <p14:tracePt t="239326" x="5359400" y="5264150"/>
          <p14:tracePt t="239357" x="5372100" y="5207000"/>
          <p14:tracePt t="239389" x="5384800" y="5143500"/>
          <p14:tracePt t="239411" x="5384800" y="5111750"/>
          <p14:tracePt t="239445" x="5391150" y="5060950"/>
          <p14:tracePt t="239461" x="5391150" y="5054600"/>
          <p14:tracePt t="239490" x="5391150" y="5041900"/>
          <p14:tracePt t="239538" x="5384800" y="5029200"/>
          <p14:tracePt t="239575" x="5378450" y="5029200"/>
          <p14:tracePt t="239607" x="5372100" y="5029200"/>
          <p14:tracePt t="239654" x="5359400" y="5029200"/>
          <p14:tracePt t="239677" x="5340350" y="5029200"/>
          <p14:tracePt t="239707" x="5245100" y="5048250"/>
          <p14:tracePt t="239754" x="4724400" y="5086350"/>
          <p14:tracePt t="239792" x="4286250" y="5099050"/>
          <p14:tracePt t="239837" x="3797300" y="5092700"/>
          <p14:tracePt t="239860" x="3575050" y="5073650"/>
          <p14:tracePt t="239893" x="3498850" y="5067300"/>
          <p14:tracePt t="239927" x="3473450" y="5067300"/>
          <p14:tracePt t="240007" x="3479800" y="5060950"/>
          <p14:tracePt t="240053" x="3530600" y="5041900"/>
          <p14:tracePt t="240075" x="3587750" y="5035550"/>
          <p14:tracePt t="240109" x="3835400" y="5010150"/>
          <p14:tracePt t="240153" x="4178300" y="4991100"/>
          <p14:tracePt t="240175" x="4432300" y="4991100"/>
          <p14:tracePt t="240208" x="4603750" y="4991100"/>
          <p14:tracePt t="240238" x="4711700" y="4991100"/>
          <p14:tracePt t="240254" x="4730750" y="4991100"/>
          <p14:tracePt t="240275" x="4768850" y="4991100"/>
          <p14:tracePt t="240309" x="4781550" y="4997450"/>
          <p14:tracePt t="240352" x="4794250" y="5003800"/>
          <p14:tracePt t="240634" x="4813300" y="5010150"/>
          <p14:tracePt t="240684" x="4838700" y="5016500"/>
          <p14:tracePt t="240718" x="4914900" y="5035550"/>
          <p14:tracePt t="240751" x="5029200" y="5054600"/>
          <p14:tracePt t="240784" x="5118100" y="5086350"/>
          <p14:tracePt t="240817" x="5207000" y="5111750"/>
          <p14:tracePt t="240851" x="5257800" y="5124450"/>
          <p14:tracePt t="240935" x="5226050" y="5124450"/>
          <p14:tracePt t="240967" x="5187950" y="5124450"/>
          <p14:tracePt t="241001" x="5041900" y="5162550"/>
          <p14:tracePt t="241019" x="4895850" y="5200650"/>
          <p14:tracePt t="241049" x="4711700" y="5257800"/>
          <p14:tracePt t="241083" x="4591050" y="5314950"/>
          <p14:tracePt t="241116" x="4540250" y="5346700"/>
          <p14:tracePt t="241149" x="4533900" y="5359400"/>
          <p14:tracePt t="241182" x="4533900" y="5365750"/>
          <p14:tracePt t="241216" x="4533900" y="5378450"/>
          <p14:tracePt t="241249" x="4565650" y="5384800"/>
          <p14:tracePt t="241282" x="4603750" y="5378450"/>
          <p14:tracePt t="241316" x="4686300" y="5340350"/>
          <p14:tracePt t="241349" x="4914900" y="5264150"/>
          <p14:tracePt t="241382" x="5067300" y="5232400"/>
          <p14:tracePt t="241415" x="5137150" y="5213350"/>
          <p14:tracePt t="241448" x="5181600" y="5207000"/>
          <p14:tracePt t="241498" x="5149850" y="5194300"/>
          <p14:tracePt t="241532" x="5029200" y="5213350"/>
          <p14:tracePt t="241566" x="4794250" y="5283200"/>
          <p14:tracePt t="241598" x="4527550" y="5353050"/>
          <p14:tracePt t="241631" x="4298950" y="5422900"/>
          <p14:tracePt t="241665" x="4235450" y="5441950"/>
          <p14:tracePt t="241698" x="4222750" y="5454650"/>
          <p14:tracePt t="241731" x="4248150" y="5461000"/>
          <p14:tracePt t="241764" x="4356100" y="5454650"/>
          <p14:tracePt t="241797" x="4470400" y="5429250"/>
          <p14:tracePt t="241831" x="4552950" y="5403850"/>
          <p14:tracePt t="241849" x="4597400" y="5378450"/>
          <p14:tracePt t="241880" x="4629150" y="5327650"/>
          <p14:tracePt t="241913" x="4622800" y="5270500"/>
          <p14:tracePt t="241947" x="4603750" y="5194300"/>
          <p14:tracePt t="241980" x="4578350" y="5118100"/>
          <p14:tracePt t="242014" x="4552950" y="5086350"/>
          <p14:tracePt t="242033" x="4540250" y="5080000"/>
          <p14:tracePt t="242063" x="4527550" y="5067300"/>
          <p14:tracePt t="242096" x="4514850" y="5054600"/>
          <p14:tracePt t="242133" x="4508500" y="5048250"/>
          <p14:tracePt t="242165" x="4502150" y="5048250"/>
          <p14:tracePt t="242233" x="4508500" y="5041900"/>
          <p14:tracePt t="242264" x="4514850" y="5035550"/>
          <p14:tracePt t="242332" x="4527550" y="5022850"/>
          <p14:tracePt t="242364" x="4533900" y="5016500"/>
          <p14:tracePt t="242395" x="4552950" y="4991100"/>
          <p14:tracePt t="242418" x="4578350" y="4953000"/>
          <p14:tracePt t="242451" x="4616450" y="4908550"/>
          <p14:tracePt t="242480" x="4673600" y="4851400"/>
          <p14:tracePt t="242512" x="4724400" y="4819650"/>
          <p14:tracePt t="242534" x="4737100" y="4819650"/>
          <p14:tracePt t="242581" x="4749800" y="4819650"/>
          <p14:tracePt t="242613" x="4756150" y="4851400"/>
          <p14:tracePt t="242648" x="4756150" y="4864100"/>
          <p14:tracePt t="242679" x="4768850" y="4908550"/>
          <p14:tracePt t="242711" x="4794250" y="4972050"/>
          <p14:tracePt t="242760" x="4876800" y="5048250"/>
          <p14:tracePt t="242783" x="4914900" y="5073650"/>
          <p14:tracePt t="242812" x="5003800" y="5080000"/>
          <p14:tracePt t="242833" x="5060950" y="5086350"/>
          <p14:tracePt t="242866" x="5162550" y="5086350"/>
          <p14:tracePt t="242895" x="5232400" y="5086350"/>
          <p14:tracePt t="242943" x="5308600" y="5073650"/>
          <p14:tracePt t="243043" x="5302250" y="5067300"/>
          <p14:tracePt t="243066" x="5289550" y="5060950"/>
          <p14:tracePt t="243099" x="5264150" y="5060950"/>
          <p14:tracePt t="243128" x="5232400" y="5060950"/>
          <p14:tracePt t="243159" x="5162550" y="5060950"/>
          <p14:tracePt t="243182" x="5105400" y="5073650"/>
          <p14:tracePt t="243215" x="4978400" y="5099050"/>
          <p14:tracePt t="243259" x="4845050" y="5130800"/>
          <p14:tracePt t="243281" x="4800600" y="5143500"/>
          <p14:tracePt t="243314" x="4743450" y="5143500"/>
          <p14:tracePt t="243358" x="4724400" y="5143500"/>
          <p14:tracePt t="243412" x="4718050" y="5143500"/>
          <p14:tracePt t="243458" x="4743450" y="5137150"/>
          <p14:tracePt t="243491" x="4768850" y="5130800"/>
          <p14:tracePt t="243514" x="4813300" y="5124450"/>
          <p14:tracePt t="243543" x="4889500" y="5111750"/>
          <p14:tracePt t="243576" x="4959350" y="5080000"/>
          <p14:tracePt t="243624" x="4978400" y="5067300"/>
          <p14:tracePt t="243674" x="4933950" y="5067300"/>
          <p14:tracePt t="243707" x="4711700" y="5060950"/>
          <p14:tracePt t="243741" x="4419600" y="5048250"/>
          <p14:tracePt t="243774" x="4140200" y="5048250"/>
          <p14:tracePt t="243807" x="3956050" y="5048250"/>
          <p14:tracePt t="243840" x="3917950" y="5054600"/>
          <p14:tracePt t="243873" x="3905250" y="5060950"/>
          <p14:tracePt t="243989" x="3905250" y="5067300"/>
          <p14:tracePt t="244106" x="3886200" y="5060950"/>
          <p14:tracePt t="244139" x="3879850" y="5060950"/>
          <p14:tracePt t="244787" x="3848100" y="5067300"/>
          <p14:tracePt t="244805" x="3835400" y="5073650"/>
          <p14:tracePt t="244837" x="3765550" y="5118100"/>
          <p14:tracePt t="244870" x="3714750" y="5137150"/>
          <p14:tracePt t="244903" x="3613150" y="5175250"/>
          <p14:tracePt t="244936" x="3581400" y="5187950"/>
          <p14:tracePt t="244970" x="3556000" y="5187950"/>
          <p14:tracePt t="245019" x="3549650" y="5187950"/>
          <p14:tracePt t="245070" x="3536950" y="5187950"/>
          <p14:tracePt t="245119" x="3524250" y="5181600"/>
          <p14:tracePt t="245169" x="3511550" y="5181600"/>
          <p14:tracePt t="245202" x="3505200" y="5175250"/>
          <p14:tracePt t="245239" x="3492500" y="5168900"/>
          <p14:tracePt t="245271" x="3486150" y="5162550"/>
          <p14:tracePt t="245302" x="3473450" y="5156200"/>
          <p14:tracePt t="245368" x="3467100" y="5149850"/>
          <p14:tracePt t="245418" x="3479800" y="5143500"/>
          <p14:tracePt t="245455" x="3524250" y="5137150"/>
          <p14:tracePt t="245486" x="3632200" y="5130800"/>
          <p14:tracePt t="245518" x="3917950" y="5118100"/>
          <p14:tracePt t="245555" x="4197350" y="5124450"/>
          <p14:tracePt t="245586" x="4464050" y="5130800"/>
          <p14:tracePt t="245604" x="4591050" y="5130800"/>
          <p14:tracePt t="245639" x="4749800" y="5149850"/>
          <p14:tracePt t="245669" x="4851400" y="5168900"/>
          <p14:tracePt t="245701" x="4927600" y="5168900"/>
          <p14:tracePt t="245737" x="4959350" y="5168900"/>
          <p14:tracePt t="245769" x="5003800" y="5168900"/>
          <p14:tracePt t="245800" x="5067300" y="5181600"/>
          <p14:tracePt t="245823" x="5099050" y="5181600"/>
          <p14:tracePt t="245855" x="5124450" y="5187950"/>
          <p14:tracePt t="245885" x="5143500" y="5187950"/>
          <p14:tracePt t="246053" x="5137150" y="5187950"/>
          <p14:tracePt t="246103" x="5130800" y="5187950"/>
          <p14:tracePt t="246664" x="5105400" y="5187950"/>
          <p14:tracePt t="246686" x="5086350" y="5187950"/>
          <p14:tracePt t="246719" x="5048250" y="5187950"/>
          <p14:tracePt t="246763" x="5010150" y="5181600"/>
          <p14:tracePt t="246797" x="4953000" y="5175250"/>
          <p14:tracePt t="246819" x="4908550" y="5175250"/>
          <p14:tracePt t="246863" x="4806950" y="5168900"/>
          <p14:tracePt t="246896" x="4711700" y="5149850"/>
          <p14:tracePt t="246919" x="4673600" y="5149850"/>
          <p14:tracePt t="246981" x="4584700" y="5130800"/>
          <p14:tracePt t="247029" x="4533900" y="5118100"/>
          <p14:tracePt t="247062" x="4508500" y="5111750"/>
          <p14:tracePt t="247112" x="4495800" y="5111750"/>
          <p14:tracePt t="247145" x="4489450" y="5111750"/>
          <p14:tracePt t="247195" x="4483100" y="5111750"/>
          <p14:tracePt t="247228" x="4476750" y="5111750"/>
          <p14:tracePt t="247361" x="4470400" y="5111750"/>
          <p14:tracePt t="247577" x="4457700" y="5124450"/>
          <p14:tracePt t="247610" x="4432300" y="5130800"/>
          <p14:tracePt t="247644" x="4368800" y="5143500"/>
          <p14:tracePt t="247677" x="4286250" y="5149850"/>
          <p14:tracePt t="247711" x="4019550" y="5149850"/>
          <p14:tracePt t="247744" x="3651250" y="5137150"/>
          <p14:tracePt t="247777" x="3390900" y="5099050"/>
          <p14:tracePt t="247795" x="3302000" y="5099050"/>
          <p14:tracePt t="247826" x="3016250" y="5067300"/>
          <p14:tracePt t="247859" x="2882900" y="5048250"/>
          <p14:tracePt t="247893" x="2819400" y="5048250"/>
          <p14:tracePt t="247926" x="2781300" y="5060950"/>
          <p14:tracePt t="247959" x="2768600" y="5073650"/>
          <p14:tracePt t="247978" x="2762250" y="5080000"/>
          <p14:tracePt t="248009" x="2749550" y="5086350"/>
          <p14:tracePt t="248042" x="2743200" y="5092700"/>
          <p14:tracePt t="248076" x="2730500" y="5105400"/>
          <p14:tracePt t="248109" x="2717800" y="5111750"/>
          <p14:tracePt t="248146" x="2705100" y="5118100"/>
          <p14:tracePt t="248208" x="2679700" y="5118100"/>
          <p14:tracePt t="248245" x="2641600" y="5130800"/>
          <p14:tracePt t="248277" x="2514600" y="5162550"/>
          <p14:tracePt t="248308" x="2413000" y="5194300"/>
          <p14:tracePt t="248345" x="2216150" y="5257800"/>
          <p14:tracePt t="248376" x="2108200" y="5283200"/>
          <p14:tracePt t="248408" x="2019300" y="5289550"/>
          <p14:tracePt t="248430" x="1955800" y="5289550"/>
          <p14:tracePt t="248460" x="1911350" y="5283200"/>
          <p14:tracePt t="248491" x="1873250" y="5276850"/>
          <p14:tracePt t="248524" x="1854200" y="5264150"/>
          <p14:tracePt t="248562" x="1835150" y="5264150"/>
          <p14:tracePt t="248607" x="1828800" y="5264150"/>
          <p14:tracePt t="248777" x="1847850" y="5264150"/>
          <p14:tracePt t="248808" x="1860550" y="5264150"/>
          <p14:tracePt t="248844" x="1885950" y="5264150"/>
          <p14:tracePt t="248879" x="1968500" y="5251450"/>
          <p14:tracePt t="248908" x="2190750" y="5232400"/>
          <p14:tracePt t="248930" x="2406650" y="5226050"/>
          <p14:tracePt t="248961" x="2774950" y="5200650"/>
          <p14:tracePt t="248995" x="3067050" y="5200650"/>
          <p14:tracePt t="249024" x="3321050" y="5213350"/>
          <p14:tracePt t="249072" x="3530600" y="5238750"/>
          <p14:tracePt t="249109" x="3549650" y="5238750"/>
          <p14:tracePt t="249140" x="3556000" y="5238750"/>
          <p14:tracePt t="249271" x="3562350" y="5238750"/>
          <p14:tracePt t="249325" x="3568700" y="5238750"/>
          <p14:tracePt t="249361" x="3581400" y="5238750"/>
          <p14:tracePt t="249393" x="3600450" y="5232400"/>
          <p14:tracePt t="249427" x="3619500" y="5226050"/>
          <p14:tracePt t="249471" x="3689350" y="5207000"/>
          <p14:tracePt t="249493" x="3746500" y="5200650"/>
          <p14:tracePt t="249526" x="3835400" y="5181600"/>
          <p14:tracePt t="249570" x="3981450" y="5175250"/>
          <p14:tracePt t="249593" x="4089400" y="5168900"/>
          <p14:tracePt t="249626" x="4197350" y="5162550"/>
          <p14:tracePt t="249655" x="4279900" y="5162550"/>
          <p14:tracePt t="249673" x="4343400" y="5149850"/>
          <p14:tracePt t="249720" x="4419600" y="5149850"/>
          <p14:tracePt t="249753" x="4489450" y="5143500"/>
          <p14:tracePt t="249786" x="4527550" y="5143500"/>
          <p14:tracePt t="249809" x="4546600" y="5137150"/>
          <p14:tracePt t="249853" x="4616450" y="5137150"/>
          <p14:tracePt t="249902" x="4743450" y="5143500"/>
          <p14:tracePt t="249952" x="4819650" y="5143500"/>
          <p14:tracePt t="249985" x="4851400" y="5143500"/>
          <p14:tracePt t="250019" x="4870450" y="5143500"/>
          <p14:tracePt t="250052" x="4883150" y="5137150"/>
          <p14:tracePt t="250085" x="4902200" y="5130800"/>
          <p14:tracePt t="250135" x="4914900" y="5130800"/>
          <p14:tracePt t="250168" x="4921250" y="5124450"/>
          <p14:tracePt t="250203" x="4940300" y="5124450"/>
          <p14:tracePt t="250235" x="4984750" y="5118100"/>
          <p14:tracePt t="250268" x="5035550" y="5105400"/>
          <p14:tracePt t="250301" x="5080000" y="5092700"/>
          <p14:tracePt t="250334" x="5143500" y="5067300"/>
          <p14:tracePt t="250368" x="5187950" y="5029200"/>
          <p14:tracePt t="250401" x="5238750" y="5010150"/>
          <p14:tracePt t="250434" x="5302250" y="4984750"/>
          <p14:tracePt t="250467" x="5334000" y="4965700"/>
          <p14:tracePt t="250501" x="5353050" y="4953000"/>
          <p14:tracePt t="250534" x="5359400" y="4940300"/>
          <p14:tracePt t="250600" x="5359400" y="4933950"/>
          <p14:tracePt t="250716" x="5359400" y="4940300"/>
          <p14:tracePt t="250750" x="5359400" y="4953000"/>
          <p14:tracePt t="250783" x="5372100" y="4959350"/>
          <p14:tracePt t="250816" x="5372100" y="4965700"/>
          <p14:tracePt t="250849" x="5384800" y="4972050"/>
          <p14:tracePt t="250899" x="5391150" y="4972050"/>
          <p14:tracePt t="250932" x="5403850" y="4978400"/>
          <p14:tracePt t="250966" x="5422900" y="4984750"/>
          <p14:tracePt t="250999" x="5467350" y="4984750"/>
          <p14:tracePt t="251032" x="5530850" y="4991100"/>
          <p14:tracePt t="251065" x="5619750" y="4997450"/>
          <p14:tracePt t="251099" x="5651500" y="4997450"/>
          <p14:tracePt t="251135" x="5657850" y="4997450"/>
          <p14:tracePt t="251200" x="5676900" y="4997450"/>
          <p14:tracePt t="251231" x="5689600" y="4997450"/>
          <p14:tracePt t="251264" x="5702300" y="4997450"/>
          <p14:tracePt t="251298" x="5765800" y="4997450"/>
          <p14:tracePt t="251331" x="5822950" y="4997450"/>
          <p14:tracePt t="251368" x="5880100" y="4991100"/>
          <p14:tracePt t="251399" x="5899150" y="4991100"/>
          <p14:tracePt t="251416" x="5905500" y="4984750"/>
          <p14:tracePt t="251452" x="5930900" y="4978400"/>
          <p14:tracePt t="251483" x="5943600" y="4978400"/>
          <p14:tracePt t="251514" x="5988050" y="4978400"/>
          <p14:tracePt t="251551" x="6115050" y="4984750"/>
          <p14:tracePt t="251582" x="6248400" y="4997450"/>
          <p14:tracePt t="251613" x="6381750" y="5003800"/>
          <p14:tracePt t="251636" x="6438900" y="5003800"/>
          <p14:tracePt t="251665" x="6508750" y="4997450"/>
          <p14:tracePt t="251696" x="6572250" y="4991100"/>
          <p14:tracePt t="251730" x="6597650" y="4991100"/>
          <p14:tracePt t="251767" x="6635750" y="4997450"/>
          <p14:tracePt t="251798" x="6654800" y="5003800"/>
          <p14:tracePt t="251830" x="6686550" y="5003800"/>
          <p14:tracePt t="251866" x="6705600" y="5003800"/>
          <p14:tracePt t="251898" x="6711950" y="5003800"/>
          <p14:tracePt t="251966" x="6699250" y="5003800"/>
          <p14:tracePt t="251997" x="6616700" y="5003800"/>
          <p14:tracePt t="252028" x="6521450" y="5016500"/>
          <p14:tracePt t="252051" x="6280150" y="5035550"/>
          <p14:tracePt t="252084" x="5988050" y="5048250"/>
          <p14:tracePt t="252114" x="5753100" y="5048250"/>
          <p14:tracePt t="252161" x="5537200" y="5048250"/>
          <p14:tracePt t="252185" x="5492750" y="5048250"/>
          <p14:tracePt t="252217" x="5448300" y="5048250"/>
          <p14:tracePt t="252261" x="5410200" y="5048250"/>
          <p14:tracePt t="252284" x="5403850" y="5048250"/>
          <p14:tracePt t="252331" x="5397500" y="5048250"/>
          <p14:tracePt t="252367" x="5403850" y="5048250"/>
          <p14:tracePt t="252399" x="5441950" y="5048250"/>
          <p14:tracePt t="252433" x="5537200" y="5048250"/>
          <p14:tracePt t="252477" x="5861050" y="5041900"/>
          <p14:tracePt t="252499" x="6038850" y="5041900"/>
          <p14:tracePt t="252534" x="6311900" y="5035550"/>
          <p14:tracePt t="252562" x="6369050" y="5022850"/>
          <p14:tracePt t="252593" x="6413500" y="4997450"/>
          <p14:tracePt t="252615" x="6413500" y="4978400"/>
          <p14:tracePt t="252660" x="6413500" y="4959350"/>
          <p14:tracePt t="252710" x="6407150" y="4959350"/>
          <p14:tracePt t="252759" x="6394450" y="4959350"/>
          <p14:tracePt t="252809" x="6388100" y="4959350"/>
          <p14:tracePt t="252876" x="6375400" y="4965700"/>
          <p14:tracePt t="252925" x="6362700" y="4965700"/>
          <p14:tracePt t="253374" x="6318250" y="4965700"/>
          <p14:tracePt t="253407" x="6197600" y="4965700"/>
          <p14:tracePt t="253440" x="5981700" y="4965700"/>
          <p14:tracePt t="253473" x="5784850" y="4933950"/>
          <p14:tracePt t="253507" x="5626100" y="4914900"/>
          <p14:tracePt t="253540" x="5499100" y="4895850"/>
          <p14:tracePt t="253574" x="5454650" y="4883150"/>
          <p14:tracePt t="253623" x="5429250" y="4883150"/>
          <p14:tracePt t="253673" x="5416550" y="4883150"/>
          <p14:tracePt t="253772" x="5410200" y="4883150"/>
          <p14:tracePt t="253806" x="5403850" y="4883150"/>
          <p14:tracePt t="253839" x="5397500" y="4883150"/>
          <p14:tracePt t="253905" x="5391150" y="4883150"/>
          <p14:tracePt t="254005" x="5384800" y="4883150"/>
          <p14:tracePt t="254071" x="5372100" y="4883150"/>
          <p14:tracePt t="254122" x="5359400" y="4883150"/>
          <p14:tracePt t="254158" x="5353050" y="4889500"/>
          <p14:tracePt t="254190" x="5334000" y="4889500"/>
          <p14:tracePt t="254221" x="5321300" y="4895850"/>
          <p14:tracePt t="254288" x="5302250" y="4902200"/>
          <p14:tracePt t="254357" x="5295900" y="4908550"/>
          <p14:tracePt t="254404" x="5283200" y="4914900"/>
          <p14:tracePt t="254457" x="5270500" y="4921250"/>
          <p14:tracePt t="254489" x="5264150" y="4927600"/>
          <p14:tracePt t="254520" x="5251450" y="4933950"/>
          <p14:tracePt t="254557" x="5238750" y="4933950"/>
          <p14:tracePt t="254589" x="5226050" y="4946650"/>
          <p14:tracePt t="254637" x="5213350" y="4959350"/>
          <p14:tracePt t="254673" x="5194300" y="4965700"/>
          <p14:tracePt t="254721" x="5181600" y="4972050"/>
          <p14:tracePt t="254742" x="5175250" y="4978400"/>
          <p14:tracePt t="254760" x="5168900" y="4984750"/>
          <p14:tracePt t="254802" x="5162550" y="4991100"/>
          <p14:tracePt t="254889" x="5156200" y="5003800"/>
          <p14:tracePt t="254921" x="5149850" y="5010150"/>
          <p14:tracePt t="254972" x="5143500" y="5022850"/>
          <p14:tracePt t="255004" x="5137150" y="5029200"/>
          <p14:tracePt t="255035" x="5137150" y="5035550"/>
          <p14:tracePt t="255089" x="5137150" y="5048250"/>
          <p14:tracePt t="255119" x="5162550" y="5048250"/>
          <p14:tracePt t="255172" x="5187950" y="5048250"/>
          <p14:tracePt t="255190" x="5187950" y="5041900"/>
          <p14:tracePt t="255219" x="5207000" y="5041900"/>
          <p14:tracePt t="255240" x="5232400" y="5041900"/>
          <p14:tracePt t="255273" x="5295900" y="5041900"/>
          <p14:tracePt t="255306" x="5346700" y="5041900"/>
          <p14:tracePt t="255336" x="5397500" y="5035550"/>
          <p14:tracePt t="255384" x="5467350" y="5022850"/>
          <p14:tracePt t="255420" x="5499100" y="5022850"/>
          <p14:tracePt t="255452" x="5511800" y="5016500"/>
          <p14:tracePt t="255472" x="5524500" y="5016500"/>
          <p14:tracePt t="255506" x="5543550" y="5010150"/>
          <p14:tracePt t="255566" x="5556250" y="5003800"/>
          <p14:tracePt t="255589" x="5562600" y="4997450"/>
          <p14:tracePt t="255637" x="5575300" y="4991100"/>
          <p14:tracePt t="255673" x="5588000" y="4978400"/>
          <p14:tracePt t="255736" x="5588000" y="4972050"/>
          <p14:tracePt t="255782" x="5594350" y="4972050"/>
          <p14:tracePt t="255805" x="5600700" y="4959350"/>
          <p14:tracePt t="255882" x="5600700" y="4953000"/>
          <p14:tracePt t="255936" x="5600700" y="4946650"/>
          <p14:tracePt t="255981" x="5594350" y="4946650"/>
          <p14:tracePt t="256015" x="5588000" y="4940300"/>
          <p14:tracePt t="256081" x="5575300" y="4933950"/>
          <p14:tracePt t="256114" x="5556250" y="4933950"/>
          <p14:tracePt t="256164" x="5454650" y="4953000"/>
          <p14:tracePt t="256198" x="5257800" y="4978400"/>
          <p14:tracePt t="256231" x="4959350" y="5016500"/>
          <p14:tracePt t="256264" x="4654550" y="5041900"/>
          <p14:tracePt t="256283" x="4489450" y="5048250"/>
          <p14:tracePt t="256315" x="4356100" y="5060950"/>
          <p14:tracePt t="256347" x="4292600" y="5073650"/>
          <p14:tracePt t="256380" x="4279900" y="5073650"/>
          <p14:tracePt t="256413" x="4273550" y="5073650"/>
          <p14:tracePt t="256446" x="4254500" y="5073650"/>
          <p14:tracePt t="256480" x="4235450" y="5073650"/>
          <p14:tracePt t="256513" x="4203700" y="5067300"/>
          <p14:tracePt t="256546" x="4165600" y="5060950"/>
          <p14:tracePt t="256579" x="4070350" y="5035550"/>
          <p14:tracePt t="256612" x="3987800" y="5010150"/>
          <p14:tracePt t="256646" x="3873500" y="4984750"/>
          <p14:tracePt t="256679" x="3790950" y="4978400"/>
          <p14:tracePt t="256713" x="3733800" y="4978400"/>
          <p14:tracePt t="256746" x="3676650" y="4978400"/>
          <p14:tracePt t="256779" x="3651250" y="4978400"/>
          <p14:tracePt t="256812" x="3638550" y="4978400"/>
          <p14:tracePt t="256895" x="3644900" y="4984750"/>
          <p14:tracePt t="256928" x="3683000" y="4991100"/>
          <p14:tracePt t="256962" x="3752850" y="4984750"/>
          <p14:tracePt t="256995" x="3867150" y="4984750"/>
          <p14:tracePt t="257028" x="4057650" y="4991100"/>
          <p14:tracePt t="257061" x="4133850" y="4997450"/>
          <p14:tracePt t="257095" x="4171950" y="5010150"/>
          <p14:tracePt t="257161" x="4165600" y="5016500"/>
          <p14:tracePt t="257211" x="4146550" y="5016500"/>
          <p14:tracePt t="257244" x="4127500" y="5016500"/>
          <p14:tracePt t="257277" x="4121150" y="5016500"/>
          <p14:tracePt t="257295" x="4108450" y="5016500"/>
          <p14:tracePt t="257327" x="4083050" y="5016500"/>
          <p14:tracePt t="257364" x="4038600" y="5022850"/>
          <p14:tracePt t="257396" x="3981450" y="5029200"/>
          <p14:tracePt t="257427" x="3873500" y="5048250"/>
          <p14:tracePt t="257449" x="3822700" y="5054600"/>
          <p14:tracePt t="257478" x="3778250" y="5060950"/>
          <p14:tracePt t="257510" x="3733800" y="5067300"/>
          <p14:tracePt t="257543" x="3714750" y="5073650"/>
          <p14:tracePt t="257580" x="3702050" y="5080000"/>
          <p14:tracePt t="257611" x="3695700" y="5080000"/>
          <p14:tracePt t="257709" x="3695700" y="5086350"/>
          <p14:tracePt t="257781" x="3702050" y="5086350"/>
          <p14:tracePt t="257811" x="3721100" y="5086350"/>
          <p14:tracePt t="257842" x="3740150" y="5086350"/>
          <p14:tracePt t="257879" x="3797300" y="5086350"/>
          <p14:tracePt t="257910" x="3917950" y="5073650"/>
          <p14:tracePt t="257942" x="4006850" y="5067300"/>
          <p14:tracePt t="257978" x="4076700" y="5067300"/>
          <p14:tracePt t="258010" x="4140200" y="5067300"/>
          <p14:tracePt t="258041" x="4152900" y="5073650"/>
          <p14:tracePt t="258078" x="4171950" y="5073650"/>
          <p14:tracePt t="258128" x="4184650" y="5073650"/>
          <p14:tracePt t="258195" x="4191000" y="5073650"/>
          <p14:tracePt t="258290" x="4197350" y="5073650"/>
          <p14:tracePt t="258344" x="4197350" y="5080000"/>
          <p14:tracePt t="258656" x="4191000" y="5073650"/>
          <p14:tracePt t="258689" x="4184650" y="5060950"/>
          <p14:tracePt t="259220" x="4102100" y="5086350"/>
          <p14:tracePt t="259253" x="3994150" y="5143500"/>
          <p14:tracePt t="259287" x="3822700" y="5226050"/>
          <p14:tracePt t="259320" x="3702050" y="5264150"/>
          <p14:tracePt t="259339" x="3651250" y="5276850"/>
          <p14:tracePt t="259371" x="3606800" y="5289550"/>
          <p14:tracePt t="259402" x="3587750" y="5295900"/>
          <p14:tracePt t="259436" x="3575050" y="5308600"/>
          <p14:tracePt t="259470" x="3568700" y="5321300"/>
          <p14:tracePt t="259503" x="3568700" y="5327650"/>
          <p14:tracePt t="259552" x="3575050" y="5334000"/>
          <p14:tracePt t="259587" x="3581400" y="5334000"/>
          <p14:tracePt t="259619" x="3689350" y="5334000"/>
          <p14:tracePt t="259652" x="3911600" y="5295900"/>
          <p14:tracePt t="259685" x="4254500" y="5232400"/>
          <p14:tracePt t="259704" x="4375150" y="5213350"/>
          <p14:tracePt t="259735" x="4718050" y="5162550"/>
          <p14:tracePt t="259768" x="4908550" y="5130800"/>
          <p14:tracePt t="259802" x="5105400" y="5111750"/>
          <p14:tracePt t="259835" x="5219700" y="5086350"/>
          <p14:tracePt t="259854" x="5264150" y="5080000"/>
          <p14:tracePt t="259885" x="5276850" y="5067300"/>
          <p14:tracePt t="259918" x="5302250" y="5067300"/>
          <p14:tracePt t="259943" x="5314950" y="5060950"/>
          <p14:tracePt t="259984" x="5321300" y="5054600"/>
          <p14:tracePt t="260034" x="5321300" y="5048250"/>
          <p14:tracePt t="260067" x="5340350" y="5041900"/>
          <p14:tracePt t="260117" x="5353050" y="5041900"/>
          <p14:tracePt t="260167" x="5359400" y="5041900"/>
          <p14:tracePt t="260200" x="5372100" y="5035550"/>
          <p14:tracePt t="260250" x="5397500" y="5029200"/>
          <p14:tracePt t="260284" x="5448300" y="5022850"/>
          <p14:tracePt t="260317" x="5505450" y="5010150"/>
          <p14:tracePt t="260335" x="5524500" y="5010150"/>
          <p14:tracePt t="260353" x="5543550" y="5010150"/>
          <p14:tracePt t="260385" x="5549900" y="5003800"/>
          <p14:tracePt t="260433" x="5537200" y="5003800"/>
          <p14:tracePt t="260470" x="5518150" y="5010150"/>
          <p14:tracePt t="260501" x="5499100" y="5010150"/>
          <p14:tracePt t="260533" x="5486400" y="5016500"/>
          <p14:tracePt t="260555" x="5480050" y="5022850"/>
          <p14:tracePt t="260615" x="5473700" y="5029200"/>
          <p14:tracePt t="260649" x="5473700" y="5035550"/>
          <p14:tracePt t="260716" x="5473700" y="5041900"/>
          <p14:tracePt t="260932" x="5480050" y="5041900"/>
          <p14:tracePt t="260985" x="5480050" y="5029200"/>
          <p14:tracePt t="261016" x="5480050" y="5016500"/>
          <p14:tracePt t="261064" x="5480050" y="5010150"/>
          <p14:tracePt t="261117" x="5480050" y="5003800"/>
          <p14:tracePt t="261149" x="5480050" y="4991100"/>
          <p14:tracePt t="261184" x="5492750" y="4972050"/>
          <p14:tracePt t="261215" x="5511800" y="4953000"/>
          <p14:tracePt t="261247" x="5556250" y="4832350"/>
          <p14:tracePt t="261296" x="5676900" y="4387850"/>
          <p14:tracePt t="261319" x="5734050" y="4121150"/>
          <p14:tracePt t="261348" x="5778500" y="3848100"/>
          <p14:tracePt t="261368" x="5829300" y="3575050"/>
          <p14:tracePt t="261402" x="5924550" y="3251200"/>
          <p14:tracePt t="261431" x="5975350" y="3105150"/>
          <p14:tracePt t="261479" x="6045200" y="2959100"/>
          <p14:tracePt t="261502" x="6051550" y="2959100"/>
          <p14:tracePt t="261535" x="6064250" y="2933700"/>
          <p14:tracePt t="261564" x="6070600" y="2921000"/>
          <p14:tracePt t="261595" x="6083300" y="2895600"/>
          <p14:tracePt t="261618" x="6096000" y="2870200"/>
          <p14:tracePt t="261651" x="6108700" y="2832100"/>
          <p14:tracePt t="261695" x="6121400" y="2762250"/>
          <p14:tracePt t="261717" x="6134100" y="2686050"/>
          <p14:tracePt t="261750" x="6140450" y="2571750"/>
          <p14:tracePt t="261780" x="6146800" y="2501900"/>
          <p14:tracePt t="261811" x="6159500" y="2425700"/>
          <p14:tracePt t="261834" x="6159500" y="2393950"/>
          <p14:tracePt t="261878" x="6159500" y="2362200"/>
          <p14:tracePt t="261911" x="6159500" y="2343150"/>
          <p14:tracePt t="262210" x="6140450" y="2400300"/>
          <p14:tracePt t="262243" x="6013450" y="2851150"/>
          <p14:tracePt t="262276" x="5784850" y="3587750"/>
          <p14:tracePt t="262310" x="5651500" y="4057650"/>
          <p14:tracePt t="262343" x="5556250" y="4413250"/>
          <p14:tracePt t="262376" x="5518150" y="4559300"/>
          <p14:tracePt t="262411" x="5492750" y="4660900"/>
          <p14:tracePt t="262442" x="5486400" y="4692650"/>
          <p14:tracePt t="262476" x="5480050" y="4730750"/>
          <p14:tracePt t="262509" x="5473700" y="4756150"/>
          <p14:tracePt t="262559" x="5467350" y="4794250"/>
          <p14:tracePt t="262592" x="5448300" y="4832350"/>
          <p14:tracePt t="262625" x="5422900" y="4883150"/>
          <p14:tracePt t="262651" x="5384800" y="4921250"/>
          <p14:tracePt t="262692" x="5302250" y="4991100"/>
          <p14:tracePt t="262725" x="5264150" y="5010150"/>
          <p14:tracePt t="262758" x="5232400" y="5022850"/>
          <p14:tracePt t="262792" x="5200650" y="5029200"/>
          <p14:tracePt t="262824" x="5130800" y="5060950"/>
          <p14:tracePt t="262858" x="5010150" y="5092700"/>
          <p14:tracePt t="262877" x="4876800" y="5124450"/>
          <p14:tracePt t="262908" x="4654550" y="5149850"/>
          <p14:tracePt t="262940" x="4349750" y="5194300"/>
          <p14:tracePt t="262974" x="3962400" y="5251450"/>
          <p14:tracePt t="263008" x="3740150" y="5289550"/>
          <p14:tracePt t="263040" x="3606800" y="5308600"/>
          <p14:tracePt t="263074" x="3587750" y="5308600"/>
          <p14:tracePt t="263107" x="3575050" y="5308600"/>
          <p14:tracePt t="263190" x="3587750" y="5295900"/>
          <p14:tracePt t="263223" x="3670300" y="5289550"/>
          <p14:tracePt t="263256" x="3746500" y="5283200"/>
          <p14:tracePt t="263290" x="4025900" y="5283200"/>
          <p14:tracePt t="263323" x="4375150" y="5321300"/>
          <p14:tracePt t="263356" x="4616450" y="5359400"/>
          <p14:tracePt t="263390" x="4711700" y="5378450"/>
          <p14:tracePt t="263424" x="4826000" y="5397500"/>
          <p14:tracePt t="263456" x="4908550" y="5422900"/>
          <p14:tracePt t="263490" x="4953000" y="5435600"/>
          <p14:tracePt t="263522" x="4972050" y="5435600"/>
          <p14:tracePt t="263555" x="4991100" y="5441950"/>
          <p14:tracePt t="263589" x="5010150" y="5448300"/>
          <p14:tracePt t="263623" x="5029200" y="5448300"/>
          <p14:tracePt t="263675" x="5048250" y="5454650"/>
          <p14:tracePt t="263721" x="5048250" y="5461000"/>
          <p14:tracePt t="263792" x="5035550" y="5461000"/>
          <p14:tracePt t="263838" x="5029200" y="5454650"/>
          <p14:tracePt t="263875" x="5022850" y="5454650"/>
          <p14:tracePt t="263894" x="5010150" y="5454650"/>
          <p14:tracePt t="263923" x="4984750" y="5454650"/>
          <p14:tracePt t="263954" x="4870450" y="5454650"/>
          <p14:tracePt t="263991" x="4686300" y="5480050"/>
          <p14:tracePt t="264022" x="4559300" y="5511800"/>
          <p14:tracePt t="264054" x="4445000" y="5537200"/>
          <p14:tracePt t="264091" x="4368800" y="5556250"/>
          <p14:tracePt t="264122" x="4349750" y="5562600"/>
          <p14:tracePt t="264153" x="4343400" y="5568950"/>
          <p14:tracePt t="264207" x="4330700" y="5562600"/>
          <p14:tracePt t="264238" x="4324350" y="5562600"/>
          <p14:tracePt t="264784" x="4254500" y="5467350"/>
          <p14:tracePt t="264807" x="4121150" y="5295900"/>
          <p14:tracePt t="264840" x="3905250" y="5010150"/>
          <p14:tracePt t="264857" x="3822700" y="4902200"/>
          <p14:tracePt t="264900" x="3244850" y="4083050"/>
          <p14:tracePt t="264920" x="3035300" y="3771900"/>
          <p14:tracePt t="264954" x="2743200" y="3371850"/>
          <p14:tracePt t="264985" x="2565400" y="3124200"/>
          <p14:tracePt t="265017" x="2406650" y="2901950"/>
          <p14:tracePt t="265040" x="2355850" y="2825750"/>
          <p14:tracePt t="265083" x="2279650" y="2673350"/>
          <p14:tracePt t="265117" x="2235200" y="2590800"/>
          <p14:tracePt t="265139" x="2209800" y="2552700"/>
          <p14:tracePt t="265168" x="2184400" y="2489200"/>
          <p14:tracePt t="265200" x="2165350" y="2444750"/>
          <p14:tracePt t="265233" x="2152650" y="2425700"/>
          <p14:tracePt t="265251" x="2146300" y="2419350"/>
          <p14:tracePt t="265299" x="2139950" y="2419350"/>
          <p14:tracePt t="265349" x="2133600" y="2419350"/>
          <p14:tracePt t="265450" x="2139950" y="2425700"/>
          <p14:tracePt t="265482" x="2152650" y="2425700"/>
          <p14:tracePt t="265515" x="2171700" y="2425700"/>
          <p14:tracePt t="265565" x="2222500" y="2425700"/>
          <p14:tracePt t="265598" x="2317750" y="2425700"/>
          <p14:tracePt t="265631" x="2374900" y="2419350"/>
          <p14:tracePt t="265665" x="2546350" y="2400300"/>
          <p14:tracePt t="265698" x="2667000" y="2393950"/>
          <p14:tracePt t="265731" x="2825750" y="2387600"/>
          <p14:tracePt t="265749" x="2851150" y="2381250"/>
          <p14:tracePt t="265782" x="2933700" y="2374900"/>
          <p14:tracePt t="265814" x="2959100" y="2374900"/>
          <p14:tracePt t="265847" x="2984500" y="2368550"/>
          <p14:tracePt t="265881" x="3003550" y="2362200"/>
          <p14:tracePt t="265914" x="3016250" y="2355850"/>
          <p14:tracePt t="265947" x="3035300" y="2349500"/>
          <p14:tracePt t="265980" x="3041650" y="2349500"/>
          <p14:tracePt t="266013" x="3048000" y="2349500"/>
          <p14:tracePt t="266063" x="3054350" y="2349500"/>
          <p14:tracePt t="266130" x="3054350" y="2343150"/>
          <p14:tracePt t="266429" x="3162300" y="2343150"/>
          <p14:tracePt t="266464" x="3448050" y="2343150"/>
          <p14:tracePt t="266495" x="3689350" y="2343150"/>
          <p14:tracePt t="266514" x="3778250" y="2343150"/>
          <p14:tracePt t="266546" x="3873500" y="2343150"/>
          <p14:tracePt t="266582" x="3962400" y="2343150"/>
          <p14:tracePt t="266613" x="3994150" y="2343150"/>
          <p14:tracePt t="266645" x="4025900" y="2336800"/>
          <p14:tracePt t="266667" x="4038600" y="2336800"/>
          <p14:tracePt t="266711" x="4044950" y="2330450"/>
          <p14:tracePt t="266811" x="4032250" y="2330450"/>
          <p14:tracePt t="267309" x="4229100" y="2279650"/>
          <p14:tracePt t="267346" x="4533900" y="2159000"/>
          <p14:tracePt t="267377" x="4724400" y="2070100"/>
          <p14:tracePt t="267413" x="4883150" y="2000250"/>
          <p14:tracePt t="267444" x="5010150" y="1962150"/>
          <p14:tracePt t="267462" x="5035550" y="1962150"/>
          <p14:tracePt t="267497" x="5099050" y="1962150"/>
          <p14:tracePt t="267530" x="5162550" y="1962150"/>
          <p14:tracePt t="267560" x="5251450" y="1974850"/>
          <p14:tracePt t="267591" x="5365750" y="1993900"/>
          <p14:tracePt t="267614" x="5454650" y="2000250"/>
          <p14:tracePt t="267647" x="5645150" y="2044700"/>
          <p14:tracePt t="267691" x="5803900" y="2095500"/>
          <p14:tracePt t="267713" x="5854700" y="2108200"/>
          <p14:tracePt t="267747" x="5949950" y="2165350"/>
          <p14:tracePt t="267791" x="6026150" y="2203450"/>
          <p14:tracePt t="267824" x="6064250" y="2216150"/>
          <p14:tracePt t="267848" x="6083300" y="2222500"/>
          <p14:tracePt t="267875" x="6102350" y="2228850"/>
          <p14:tracePt t="267907" x="6134100" y="2235200"/>
          <p14:tracePt t="267941" x="6203950" y="2247900"/>
          <p14:tracePt t="267962" x="6350000" y="2279650"/>
          <p14:tracePt t="267992" x="6572250" y="2305050"/>
          <p14:tracePt t="268023" x="6794500" y="2355850"/>
          <p14:tracePt t="268046" x="6940550" y="2387600"/>
          <p14:tracePt t="268075" x="7086600" y="2425700"/>
          <p14:tracePt t="268106" x="7112000" y="2444750"/>
          <p14:tracePt t="268139" x="7118350" y="2451100"/>
          <p14:tracePt t="268206" x="7099300" y="2451100"/>
          <p14:tracePt t="268240" x="7067550" y="2470150"/>
          <p14:tracePt t="268272" x="7016750" y="2508250"/>
          <p14:tracePt t="268322" x="6813550" y="2641600"/>
          <p14:tracePt t="268372" x="6242050" y="2965450"/>
          <p14:tracePt t="268405" x="6019800" y="3136900"/>
          <p14:tracePt t="268438" x="5854700" y="3333750"/>
          <p14:tracePt t="268472" x="5759450" y="3619500"/>
          <p14:tracePt t="268491" x="5740400" y="3759200"/>
          <p14:tracePt t="268523" x="5715000" y="4019550"/>
          <p14:tracePt t="268555" x="5651500" y="4267200"/>
          <p14:tracePt t="268588" x="5518150" y="4508500"/>
          <p14:tracePt t="268621" x="5384800" y="4686300"/>
          <p14:tracePt t="268654" x="5372100" y="4718050"/>
          <p14:tracePt t="269070" x="5111750" y="4737100"/>
          <p14:tracePt t="269103" x="4800600" y="4787900"/>
          <p14:tracePt t="269136" x="4584700" y="4819650"/>
          <p14:tracePt t="269169" x="3949700" y="4991100"/>
          <p14:tracePt t="269203" x="3225800" y="5372100"/>
          <p14:tracePt t="269236" x="2921000" y="5607050"/>
          <p14:tracePt t="269269" x="2774950" y="5721350"/>
          <p14:tracePt t="269303" x="2692400" y="5784850"/>
          <p14:tracePt t="269336" x="2660650" y="5835650"/>
          <p14:tracePt t="269368" x="2635250" y="5886450"/>
          <p14:tracePt t="269402" x="2616200" y="5975350"/>
          <p14:tracePt t="270066" x="2590800" y="6051550"/>
          <p14:tracePt t="270088" x="2578100" y="6076950"/>
          <p14:tracePt t="270118" x="2559050" y="6108700"/>
          <p14:tracePt t="270150" x="2546350" y="6121400"/>
          <p14:tracePt t="270186" x="2540000" y="6140450"/>
          <p14:tracePt t="270217" x="2540000" y="6146800"/>
          <p14:tracePt t="270266" x="2533650" y="6153150"/>
          <p14:tracePt t="270288" x="2527300" y="6153150"/>
          <p14:tracePt t="270337" x="2527300" y="6159500"/>
          <p14:tracePt t="270367" x="2520950" y="6159500"/>
          <p14:tracePt t="270415" x="2514600" y="6159500"/>
          <p14:tracePt t="270452" x="2508250" y="6165850"/>
          <p14:tracePt t="270551" x="2508250" y="6172200"/>
          <p14:tracePt t="270583" x="2501900" y="6178550"/>
          <p14:tracePt t="270631" x="2489200" y="6191250"/>
          <p14:tracePt t="270668" x="2482850" y="6191250"/>
          <p14:tracePt t="270703" x="2470150" y="6210300"/>
          <p14:tracePt t="270752" x="2457450" y="6223000"/>
          <p14:tracePt t="270782" x="2438400" y="6229350"/>
          <p14:tracePt t="270814" x="2387600" y="6254750"/>
          <p14:tracePt t="270836" x="2336800" y="6273800"/>
          <p14:tracePt t="270869" x="2279650" y="6292850"/>
          <p14:tracePt t="270913" x="2197100" y="6318250"/>
          <p14:tracePt t="270936" x="2184400" y="6318250"/>
          <p14:tracePt t="270979" x="2178050" y="6324600"/>
          <p14:tracePt t="271029" x="2165350" y="6330950"/>
          <p14:tracePt t="271052" x="2152650" y="6330950"/>
          <p14:tracePt t="271112" x="2146300" y="6330950"/>
          <p14:tracePt t="271428" x="2203450" y="6330950"/>
          <p14:tracePt t="271461" x="2451100" y="6356350"/>
          <p14:tracePt t="271494" x="2660650" y="6375400"/>
          <p14:tracePt t="271514" x="2914650" y="6375400"/>
          <p14:tracePt t="271546" x="3054350" y="6375400"/>
          <p14:tracePt t="271578" x="3213100" y="6375400"/>
          <p14:tracePt t="271610" x="3270250" y="6375400"/>
          <p14:tracePt t="271644" x="3295650" y="6375400"/>
          <p14:tracePt t="271677" x="3327400" y="6375400"/>
          <p14:tracePt t="271711" x="3333750" y="6375400"/>
          <p14:tracePt t="271744" x="3352800" y="6375400"/>
          <p14:tracePt t="271777" x="3371850" y="6375400"/>
          <p14:tracePt t="271810" x="3403600" y="6375400"/>
          <p14:tracePt t="271843" x="3422650" y="6375400"/>
          <p14:tracePt t="271876" x="3448050" y="6375400"/>
          <p14:tracePt t="271910" x="3498850" y="6375400"/>
          <p14:tracePt t="271943" x="3549650" y="6375400"/>
          <p14:tracePt t="271976" x="3619500" y="6375400"/>
          <p14:tracePt t="272009" x="3714750" y="6375400"/>
          <p14:tracePt t="272029" x="3765550" y="6375400"/>
          <p14:tracePt t="272059" x="3822700" y="6375400"/>
          <p14:tracePt t="272093" x="3917950" y="6375400"/>
          <p14:tracePt t="272126" x="3981450" y="6375400"/>
          <p14:tracePt t="272159" x="4070350" y="6375400"/>
          <p14:tracePt t="272177" x="4089400" y="6375400"/>
          <p14:tracePt t="272209" x="4171950" y="6362700"/>
          <p14:tracePt t="272242" x="4254500" y="6350000"/>
          <p14:tracePt t="272275" x="4330700" y="6337300"/>
          <p14:tracePt t="272309" x="4425950" y="6324600"/>
          <p14:tracePt t="272342" x="4476750" y="6318250"/>
          <p14:tracePt t="272375" x="4514850" y="6311900"/>
          <p14:tracePt t="272408" x="4552950" y="6299200"/>
          <p14:tracePt t="272442" x="4572000" y="6292850"/>
          <p14:tracePt t="272474" x="4584700" y="6286500"/>
          <p14:tracePt t="272541" x="4591050" y="6280150"/>
          <p14:tracePt t="272576" x="4597400" y="6273800"/>
          <p14:tracePt t="272611" x="4597400" y="6267450"/>
          <p14:tracePt t="273056" x="4654550" y="6267450"/>
          <p14:tracePt t="273094" x="4787900" y="6267450"/>
          <p14:tracePt t="273124" x="4883150" y="6267450"/>
          <p14:tracePt t="273156" x="5003800" y="6254750"/>
          <p14:tracePt t="273178" x="5073650" y="6248400"/>
          <p14:tracePt t="273211" x="5200650" y="6248400"/>
          <p14:tracePt t="273240" x="5238750" y="6248400"/>
          <p14:tracePt t="273272" x="5276850" y="6248400"/>
          <p14:tracePt t="273294" x="5289550" y="6254750"/>
          <p14:tracePt t="273342" x="5276850" y="6273800"/>
          <p14:tracePt t="273361" x="5276850" y="6280150"/>
          <p14:tracePt t="273394" x="5257800" y="6292850"/>
          <p14:tracePt t="273427" x="5238750" y="6299200"/>
          <p14:tracePt t="273456" x="5213350" y="6305550"/>
          <p14:tracePt t="273478" x="5156200" y="6318250"/>
          <p14:tracePt t="273510" x="4959350" y="6394450"/>
          <p14:tracePt t="273539" x="4629150" y="6527800"/>
          <p14:tracePt t="273571" x="4470400" y="6578600"/>
          <p14:tracePt t="273606" x="4273550" y="6648450"/>
          <p14:tracePt t="273637" x="4216400" y="6673850"/>
          <p14:tracePt t="273659" x="4210050" y="6680200"/>
          <p14:tracePt t="273692" x="4197350" y="6686550"/>
          <p14:tracePt t="273919" x="4235450" y="6673850"/>
          <p14:tracePt t="273943" x="4311650" y="6648450"/>
          <p14:tracePt t="273975" x="4521200" y="6565900"/>
          <p14:tracePt t="274019" x="4749800" y="6496050"/>
          <p14:tracePt t="274052" x="4908550" y="6451600"/>
          <p14:tracePt t="274075" x="4940300" y="6451600"/>
          <p14:tracePt t="274118" x="4978400" y="6445250"/>
          <p14:tracePt t="274152" x="4984750" y="6445250"/>
          <p14:tracePt t="274185" x="4997450" y="6445250"/>
          <p14:tracePt t="274218" x="5010150" y="6445250"/>
          <p14:tracePt t="274252" x="5022850" y="6451600"/>
          <p14:tracePt t="274285" x="5048250" y="6451600"/>
          <p14:tracePt t="274335" x="5073650" y="6451600"/>
          <p14:tracePt t="274368" x="5105400" y="6451600"/>
          <p14:tracePt t="274402" x="5149850" y="6451600"/>
          <p14:tracePt t="274419" x="5181600" y="6451600"/>
          <p14:tracePt t="274451" x="5226050" y="6451600"/>
          <p14:tracePt t="274484" x="5245100" y="6445250"/>
          <p14:tracePt t="274518" x="5264150" y="6438900"/>
          <p14:tracePt t="274551" x="5270500" y="6432550"/>
          <p14:tracePt t="282440" x="5207000" y="6388100"/>
          <p14:tracePt t="282459" x="5162550" y="6350000"/>
          <p14:tracePt t="282490" x="5010150" y="6248400"/>
          <p14:tracePt t="282523" x="4870450" y="6146800"/>
          <p14:tracePt t="282556" x="4679950" y="5994400"/>
          <p14:tracePt t="282589" x="4489450" y="5880100"/>
          <p14:tracePt t="282623" x="4318000" y="5759450"/>
          <p14:tracePt t="282656" x="4184650" y="5651500"/>
          <p14:tracePt t="282689" x="4006850" y="5505450"/>
          <p14:tracePt t="282708" x="3898900" y="5410200"/>
          <p14:tracePt t="282739" x="3759200" y="5302250"/>
          <p14:tracePt t="282773" x="3632200" y="5175250"/>
          <p14:tracePt t="282810" x="3524250" y="5048250"/>
          <p14:tracePt t="282840" x="3403600" y="4851400"/>
          <p14:tracePt t="282873" x="3276600" y="4622800"/>
          <p14:tracePt t="282910" x="3022600" y="4159250"/>
          <p14:tracePt t="282928" x="2940050" y="4013200"/>
          <p14:tracePt t="282957" x="2844800" y="3816350"/>
          <p14:tracePt t="282988" x="2679700" y="3435350"/>
          <p14:tracePt t="283025" x="2571750" y="3206750"/>
          <p14:tracePt t="283056" x="2501900" y="3060700"/>
          <p14:tracePt t="283088" x="2451100" y="2946400"/>
          <p14:tracePt t="283125" x="2425700" y="2908300"/>
          <p14:tracePt t="283156" x="2413000" y="2889250"/>
          <p14:tracePt t="283204" x="2406650" y="2889250"/>
          <p14:tracePt t="283226" x="2349500" y="2870200"/>
          <p14:tracePt t="283256" x="2343150" y="2870200"/>
          <p14:tracePt t="283835" x="2343150" y="2825750"/>
          <p14:tracePt t="283858" x="2343150" y="2806700"/>
          <p14:tracePt t="283891" x="2343150" y="2787650"/>
          <p14:tracePt t="283920" x="2343150" y="2774950"/>
          <p14:tracePt t="283968" x="2343150" y="2762250"/>
          <p14:tracePt t="284018" x="2343150" y="2743200"/>
          <p14:tracePt t="284051" x="2343150" y="2730500"/>
          <p14:tracePt t="284073" x="2349500" y="2724150"/>
          <p14:tracePt t="284117" x="2349500" y="2705100"/>
          <p14:tracePt t="284151" x="2355850" y="2673350"/>
          <p14:tracePt t="284173" x="2355850" y="2647950"/>
          <p14:tracePt t="284202" x="2362200" y="2603500"/>
          <p14:tracePt t="284234" x="2368550" y="2559050"/>
          <p14:tracePt t="284267" x="2374900" y="2520950"/>
          <p14:tracePt t="284286" x="2381250" y="2508250"/>
          <p14:tracePt t="284318" x="2381250" y="2489200"/>
          <p14:tracePt t="284367" x="2381250" y="2470150"/>
          <p14:tracePt t="284433" x="2381250" y="2463800"/>
          <p14:tracePt t="284466" x="2381250" y="2457450"/>
          <p14:tracePt t="284516" x="2381250" y="2451100"/>
          <p14:tracePt t="299133" x="2368550" y="2393950"/>
          <p14:tracePt t="299165" x="2355850" y="2349500"/>
          <p14:tracePt t="299198" x="2324100" y="2279650"/>
          <p14:tracePt t="299232" x="2298700" y="2197100"/>
          <p14:tracePt t="299265" x="2286000" y="2146300"/>
          <p14:tracePt t="299298" x="2279650" y="2114550"/>
          <p14:tracePt t="299332" x="2273300" y="2095500"/>
          <p14:tracePt t="299365" x="2273300" y="2070100"/>
          <p14:tracePt t="299398" x="2260600" y="2057400"/>
          <p14:tracePt t="299448" x="2247900" y="2038350"/>
          <p14:tracePt t="299481" x="2241550" y="2019300"/>
          <p14:tracePt t="299514" x="2235200" y="2006600"/>
          <p14:tracePt t="299548" x="2222500" y="1993900"/>
          <p14:tracePt t="299599" x="2216150" y="1993900"/>
          <p14:tracePt t="299631" x="2209800" y="2006600"/>
          <p14:tracePt t="299664" x="2209800" y="2025650"/>
          <p14:tracePt t="299683" x="2197100" y="2057400"/>
          <p14:tracePt t="299714" x="2178050" y="2146300"/>
          <p14:tracePt t="299732" x="2165350" y="2178050"/>
          <p14:tracePt t="299763" x="2139950" y="2228850"/>
          <p14:tracePt t="299797" x="2133600" y="2247900"/>
          <p14:tracePt t="299834" x="2127250" y="2254250"/>
          <p14:tracePt t="299880" x="2127250" y="2260600"/>
          <p14:tracePt t="299913" x="2120900" y="2273300"/>
          <p14:tracePt t="299946" x="2114550" y="2279650"/>
          <p14:tracePt t="299996" x="2101850" y="2279650"/>
          <p14:tracePt t="300033" x="2095500" y="2286000"/>
          <p14:tracePt t="300064" x="2089150" y="2292350"/>
          <p14:tracePt t="300095" x="2082800" y="2292350"/>
          <p14:tracePt t="300133" x="2070100" y="2298700"/>
          <p14:tracePt t="300179" x="2063750" y="2298700"/>
          <p14:tracePt t="300249" x="2063750" y="2305050"/>
          <p14:tracePt t="300280" x="2076450" y="2305050"/>
          <p14:tracePt t="300312" x="2101850" y="2305050"/>
          <p14:tracePt t="300349" x="2146300" y="2298700"/>
          <p14:tracePt t="300380" x="2222500" y="2292350"/>
          <p14:tracePt t="300396" x="2260600" y="2292350"/>
          <p14:tracePt t="300417" x="2317750" y="2292350"/>
          <p14:tracePt t="300446" x="2444750" y="2279650"/>
          <p14:tracePt t="300478" x="2565400" y="2273300"/>
          <p14:tracePt t="300511" x="2673350" y="2260600"/>
          <p14:tracePt t="300548" x="2724150" y="2260600"/>
          <p14:tracePt t="300568" x="2736850" y="2260600"/>
          <p14:tracePt t="300596" x="2743200" y="2260600"/>
          <p14:tracePt t="300616" x="2749550" y="2260600"/>
          <p14:tracePt t="300665" x="2743200" y="2260600"/>
          <p14:tracePt t="300695" x="2730500" y="2260600"/>
          <p14:tracePt t="300743" x="2711450" y="2260600"/>
          <p14:tracePt t="301142" x="2743200" y="2260600"/>
          <p14:tracePt t="301164" x="2800350" y="2260600"/>
          <p14:tracePt t="301197" x="2940050" y="2260600"/>
          <p14:tracePt t="301241" x="3105150" y="2254250"/>
          <p14:tracePt t="301264" x="3155950" y="2241550"/>
          <p14:tracePt t="301297" x="3187700" y="2241550"/>
          <p14:tracePt t="301326" x="3194050" y="2241550"/>
          <p14:tracePt t="301395" x="3187700" y="2241550"/>
          <p14:tracePt t="301441" x="3175000" y="2235200"/>
          <p14:tracePt t="301491" x="3168650" y="2228850"/>
          <p14:tracePt t="301557" x="3143250" y="2222500"/>
          <p14:tracePt t="301577" x="3117850" y="2222500"/>
          <p14:tracePt t="301596" x="3073400" y="2222500"/>
          <p14:tracePt t="301625" x="2914650" y="2241550"/>
          <p14:tracePt t="301657" x="2711450" y="2247900"/>
          <p14:tracePt t="301690" x="2527300" y="2266950"/>
          <p14:tracePt t="301714" x="2406650" y="2273300"/>
          <p14:tracePt t="301757" x="2324100" y="2286000"/>
          <p14:tracePt t="301790" x="2311400" y="2286000"/>
          <p14:tracePt t="301873" x="2311400" y="2292350"/>
          <p14:tracePt t="301906" x="2311400" y="2298700"/>
          <p14:tracePt t="301940" x="2324100" y="2298700"/>
          <p14:tracePt t="301973" x="2349500" y="2298700"/>
          <p14:tracePt t="301991" x="2355850" y="2298700"/>
          <p14:tracePt t="302022" x="2457450" y="2292350"/>
          <p14:tracePt t="302055" x="2609850" y="2286000"/>
          <p14:tracePt t="302075" x="2762250" y="2286000"/>
          <p14:tracePt t="302105" x="2914650" y="2286000"/>
          <p14:tracePt t="302139" x="3162300" y="2273300"/>
          <p14:tracePt t="302172" x="3257550" y="2273300"/>
          <p14:tracePt t="302205" x="3314700" y="2273300"/>
          <p14:tracePt t="302238" x="3340100" y="2273300"/>
          <p14:tracePt t="302271" x="3371850" y="2273300"/>
          <p14:tracePt t="302305" x="3429000" y="2279650"/>
          <p14:tracePt t="302338" x="3467100" y="2286000"/>
          <p14:tracePt t="302371" x="3517900" y="2292350"/>
          <p14:tracePt t="302404" x="3562350" y="2292350"/>
          <p14:tracePt t="302438" x="3587750" y="2298700"/>
          <p14:tracePt t="302471" x="3600450" y="2298700"/>
          <p14:tracePt t="303953" x="3587750" y="2311400"/>
          <p14:tracePt t="303988" x="3524250" y="2374900"/>
          <p14:tracePt t="304017" x="3467100" y="2425700"/>
          <p14:tracePt t="304038" x="3422650" y="2451100"/>
          <p14:tracePt t="304071" x="3371850" y="2489200"/>
          <p14:tracePt t="304100" x="3352800" y="2501900"/>
          <p14:tracePt t="304148" x="3321050" y="2520950"/>
          <p14:tracePt t="304171" x="3314700" y="2533650"/>
          <p14:tracePt t="304204" x="3289300" y="2546350"/>
          <p14:tracePt t="304233" x="3270250" y="2546350"/>
          <p14:tracePt t="304254" x="3251200" y="2559050"/>
          <p14:tracePt t="304287" x="3136900" y="2571750"/>
          <p14:tracePt t="304320" x="3041650" y="2584450"/>
          <p14:tracePt t="304364" x="2914650" y="2584450"/>
          <p14:tracePt t="304387" x="2889250" y="2584450"/>
          <p14:tracePt t="304420" x="2863850" y="2584450"/>
          <p14:tracePt t="304464" x="2838450" y="2578100"/>
          <p14:tracePt t="304486" x="2832100" y="2571750"/>
          <p14:tracePt t="304519" x="2819400" y="2565400"/>
          <p14:tracePt t="304563" x="2806700" y="2559050"/>
          <p14:tracePt t="304586" x="2800350" y="2559050"/>
          <p14:tracePt t="304647" x="2787650" y="2552700"/>
          <p14:tracePt t="304713" x="2774950" y="2552700"/>
          <p14:tracePt t="304731" x="2768600" y="2546350"/>
          <p14:tracePt t="304764" x="2730500" y="2546350"/>
          <p14:tracePt t="304796" x="2686050" y="2540000"/>
          <p14:tracePt t="304820" x="2609850" y="2520950"/>
          <p14:tracePt t="304862" x="2520950" y="2508250"/>
          <p14:tracePt t="304896" x="2470150" y="2501900"/>
          <p14:tracePt t="304918" x="2463800" y="2495550"/>
          <p14:tracePt t="304962" x="2463800" y="2489200"/>
          <p14:tracePt t="304995" x="2489200" y="2476500"/>
          <p14:tracePt t="305028" x="2514600" y="2457450"/>
          <p14:tracePt t="305062" x="2590800" y="2432050"/>
          <p14:tracePt t="305095" x="2641600" y="2400300"/>
          <p14:tracePt t="305128" x="2705100" y="2381250"/>
          <p14:tracePt t="305148" x="2711450" y="2381250"/>
          <p14:tracePt t="305179" x="2724150" y="2374900"/>
          <p14:tracePt t="305211" x="2730500" y="2368550"/>
          <p14:tracePt t="305245" x="2743200" y="2368550"/>
          <p14:tracePt t="305327" x="2762250" y="2368550"/>
          <p14:tracePt t="305410" x="2774950" y="2362200"/>
          <p14:tracePt t="305444" x="2781300" y="2355850"/>
          <p14:tracePt t="305477" x="2794000" y="2343150"/>
          <p14:tracePt t="305510" x="2813050" y="2324100"/>
          <p14:tracePt t="305544" x="2844800" y="2305050"/>
          <p14:tracePt t="305578" x="2914650" y="2266950"/>
          <p14:tracePt t="305610" x="2952750" y="2254250"/>
          <p14:tracePt t="305643" x="2971800" y="2235200"/>
          <p14:tracePt t="305693" x="2965450" y="2228850"/>
          <p14:tracePt t="305726" x="2952750" y="2228850"/>
          <p14:tracePt t="305760" x="2940050" y="2228850"/>
          <p14:tracePt t="305793" x="2882900" y="2241550"/>
          <p14:tracePt t="305826" x="2743200" y="2279650"/>
          <p14:tracePt t="305860" x="2457450" y="2349500"/>
          <p14:tracePt t="305892" x="2286000" y="2374900"/>
          <p14:tracePt t="305925" x="2190750" y="2400300"/>
          <p14:tracePt t="305945" x="2152650" y="2400300"/>
          <p14:tracePt t="305975" x="2127250" y="2400300"/>
          <p14:tracePt t="306009" x="2108200" y="2400300"/>
          <p14:tracePt t="306046" x="2095500" y="2400300"/>
          <p14:tracePt t="306092" x="2089150" y="2400300"/>
          <p14:tracePt t="306224" x="2108200" y="2400300"/>
          <p14:tracePt t="306262" x="2120900" y="2400300"/>
          <p14:tracePt t="306293" x="2146300" y="2393950"/>
          <p14:tracePt t="306309" x="2184400" y="2387600"/>
          <p14:tracePt t="306345" x="2266950" y="2368550"/>
          <p14:tracePt t="306376" x="2387600" y="2349500"/>
          <p14:tracePt t="306407" x="2520950" y="2330450"/>
          <p14:tracePt t="306429" x="2597150" y="2330450"/>
          <p14:tracePt t="306459" x="2698750" y="2324100"/>
          <p14:tracePt t="306490" x="2768600" y="2305050"/>
          <p14:tracePt t="306523" x="2787650" y="2305050"/>
          <p14:tracePt t="306606" x="2787650" y="2298700"/>
          <p14:tracePt t="306676" x="2781300" y="2292350"/>
          <p14:tracePt t="306708" x="2774950" y="2292350"/>
          <p14:tracePt t="306729" x="2774950" y="2279650"/>
          <p14:tracePt t="306776" x="2794000" y="2273300"/>
          <p14:tracePt t="306807" x="2813050" y="2273300"/>
          <p14:tracePt t="306856" x="2933700" y="2260600"/>
          <p14:tracePt t="306893" x="3098800" y="2247900"/>
          <p14:tracePt t="306925" x="3200400" y="2241550"/>
          <p14:tracePt t="306972" x="3282950" y="2241550"/>
          <p14:tracePt t="306994" x="3302000" y="2235200"/>
          <p14:tracePt t="307023" x="3314700" y="2235200"/>
          <p14:tracePt t="307071" x="3321050" y="2235200"/>
          <p14:tracePt t="307387" x="3333750" y="2228850"/>
          <p14:tracePt t="307409" x="3340100" y="2228850"/>
          <p14:tracePt t="307438" x="3352800" y="2228850"/>
          <p14:tracePt t="307470" x="3359150" y="2228850"/>
          <p14:tracePt t="307493" x="3371850" y="2222500"/>
          <p14:tracePt t="307526" x="3390900" y="2222500"/>
          <p14:tracePt t="307570" x="3397250" y="2222500"/>
          <p14:tracePt t="307603" x="3409950" y="2222500"/>
          <p14:tracePt t="307625" x="3422650" y="2222500"/>
          <p14:tracePt t="307655" x="3429000" y="2216150"/>
          <p14:tracePt t="307686" x="3435350" y="2209800"/>
          <p14:tracePt t="307719" x="3441700" y="2209800"/>
          <p14:tracePt t="307752" x="3441700" y="2203450"/>
          <p14:tracePt t="307786" x="3448050" y="2190750"/>
          <p14:tracePt t="307819" x="3454400" y="2184400"/>
          <p14:tracePt t="307869" x="3454400" y="2178050"/>
          <p14:tracePt t="307935" x="3448050" y="2165350"/>
          <p14:tracePt t="307985" x="3429000" y="2165350"/>
          <p14:tracePt t="308018" x="3416300" y="2165350"/>
          <p14:tracePt t="308052" x="3397250" y="2165350"/>
          <p14:tracePt t="308085" x="3276600" y="2171700"/>
          <p14:tracePt t="308118" x="3067050" y="2190750"/>
          <p14:tracePt t="308136" x="2889250" y="2190750"/>
          <p14:tracePt t="308168" x="2622550" y="2190750"/>
          <p14:tracePt t="308203" x="2286000" y="2171700"/>
          <p14:tracePt t="308219" x="2235200" y="2159000"/>
          <p14:tracePt t="308251" x="2133600" y="2146300"/>
          <p14:tracePt t="308284" x="2095500" y="2139950"/>
          <p14:tracePt t="308317" x="2076450" y="2133600"/>
          <p14:tracePt t="308367" x="2063750" y="2133600"/>
          <p14:tracePt t="308649" x="2070100" y="2133600"/>
          <p14:tracePt t="308669" x="2076450" y="2133600"/>
          <p14:tracePt t="308866" x="2076450" y="2139950"/>
          <p14:tracePt t="308965" x="2076450" y="2146300"/>
          <p14:tracePt t="308999" x="2063750" y="2152650"/>
          <p14:tracePt t="309052" x="2063750" y="2159000"/>
          <p14:tracePt t="309098" x="2057400" y="2165350"/>
          <p14:tracePt t="309131" x="2057400" y="2171700"/>
          <p14:tracePt t="309182" x="2051050" y="2184400"/>
          <p14:tracePt t="309231" x="2051050" y="2203450"/>
          <p14:tracePt t="309281" x="2051050" y="2216150"/>
          <p14:tracePt t="309314" x="2057400" y="2216150"/>
          <p14:tracePt t="309336" x="2057400" y="2222500"/>
          <p14:tracePt t="309365" x="2057400" y="2235200"/>
          <p14:tracePt t="309414" x="2063750" y="2247900"/>
          <p14:tracePt t="309451" x="2070100" y="2260600"/>
          <p14:tracePt t="309481" x="2076450" y="2266950"/>
          <p14:tracePt t="309513" x="2082800" y="2279650"/>
          <p14:tracePt t="309567" x="2089150" y="2292350"/>
          <p14:tracePt t="309598" x="2095500" y="2298700"/>
          <p14:tracePt t="309629" x="2101850" y="2305050"/>
          <p14:tracePt t="309666" x="2108200" y="2311400"/>
          <p14:tracePt t="309685" x="2114550" y="2317750"/>
          <p14:tracePt t="309729" x="2120900" y="2324100"/>
          <p14:tracePt t="309800" x="2133600" y="2336800"/>
          <p14:tracePt t="309862" x="2146300" y="2349500"/>
          <p14:tracePt t="309912" x="2159000" y="2355850"/>
          <p14:tracePt t="309961" x="2165350" y="2368550"/>
          <p14:tracePt t="310015" x="2171700" y="2368550"/>
          <p14:tracePt t="310050" x="2190750" y="2374900"/>
          <p14:tracePt t="310099" x="2197100" y="2381250"/>
          <p14:tracePt t="310144" x="2209800" y="2387600"/>
          <p14:tracePt t="310198" x="2222500" y="2400300"/>
          <p14:tracePt t="310229" x="2228850" y="2400300"/>
          <p14:tracePt t="310277" x="2235200" y="2406650"/>
          <p14:tracePt t="310376" x="2241550" y="2413000"/>
          <p14:tracePt t="310399" x="2247900" y="2413000"/>
          <p14:tracePt t="310460" x="2260600" y="2419350"/>
          <p14:tracePt t="310509" x="2266950" y="2419350"/>
          <p14:tracePt t="310630" x="2266950" y="2425700"/>
          <p14:tracePt t="310775" x="2273300" y="2432050"/>
          <p14:tracePt t="310875" x="2279650" y="2432050"/>
          <p14:tracePt t="311108" x="2279650" y="2438400"/>
          <p14:tracePt t="311157" x="2286000" y="2444750"/>
          <p14:tracePt t="311190" x="2292350" y="2444750"/>
          <p14:tracePt t="311257" x="2298700" y="2451100"/>
          <p14:tracePt t="311307" x="2305050" y="2457450"/>
          <p14:tracePt t="311373" x="2305050" y="2463800"/>
          <p14:tracePt t="311423" x="2305050" y="2470150"/>
          <p14:tracePt t="311457" x="2311400" y="2476500"/>
          <p14:tracePt t="311489" x="2311400" y="2482850"/>
          <p14:tracePt t="311523" x="2324100" y="2489200"/>
          <p14:tracePt t="311573" x="2336800" y="2501900"/>
          <p14:tracePt t="311622" x="2343150" y="2520950"/>
          <p14:tracePt t="311656" x="2368550" y="2546350"/>
          <p14:tracePt t="311689" x="2393950" y="2584450"/>
          <p14:tracePt t="311709" x="2419350" y="2622550"/>
          <p14:tracePt t="311738" x="2444750" y="2647950"/>
          <p14:tracePt t="311772" x="2476500" y="2679700"/>
          <p14:tracePt t="311806" x="2495550" y="2705100"/>
          <p14:tracePt t="311838" x="2495550" y="2717800"/>
          <p14:tracePt t="311905" x="2508250" y="2724150"/>
          <p14:tracePt t="312187" x="2514600" y="2724150"/>
          <p14:tracePt t="312255" x="2520950" y="2724150"/>
          <p14:tracePt t="312370" x="2527300" y="2711450"/>
          <p14:tracePt t="312403" x="2533650" y="2698750"/>
          <p14:tracePt t="312436" x="2533650" y="2686050"/>
          <p14:tracePt t="312486" x="2533650" y="2667000"/>
          <p14:tracePt t="312519" x="2533650" y="2641600"/>
          <p14:tracePt t="312542" x="2533650" y="2609850"/>
          <p14:tracePt t="312571" x="2520950" y="2565400"/>
          <p14:tracePt t="312602" x="2514600" y="2527300"/>
          <p14:tracePt t="312636" x="2508250" y="2501900"/>
          <p14:tracePt t="312672" x="2489200" y="2495550"/>
          <p14:tracePt t="312719" x="2470150" y="2495550"/>
          <p14:tracePt t="312772" x="2463800" y="2495550"/>
          <p14:tracePt t="312804" x="2451100" y="2495550"/>
          <p14:tracePt t="312835" x="2438400" y="2495550"/>
          <p14:tracePt t="312872" x="2432050" y="2501900"/>
          <p14:tracePt t="312903" x="2419350" y="2501900"/>
          <p14:tracePt t="312935" x="2400300" y="2508250"/>
          <p14:tracePt t="312972" x="2368550" y="2520950"/>
          <p14:tracePt t="313003" x="2311400" y="2527300"/>
          <p14:tracePt t="313034" x="2235200" y="2533650"/>
          <p14:tracePt t="313057" x="2197100" y="2533650"/>
          <p14:tracePt t="313090" x="2114550" y="2527300"/>
          <p14:tracePt t="313119" x="2076450" y="2520950"/>
          <p14:tracePt t="313167" x="2063750" y="2508250"/>
          <p14:tracePt t="313205" x="2063750" y="2501900"/>
          <p14:tracePt t="313237" x="2070100" y="2501900"/>
          <p14:tracePt t="313272" x="2082800" y="2495550"/>
          <p14:tracePt t="313306" x="2095500" y="2489200"/>
          <p14:tracePt t="313335" x="2127250" y="2482850"/>
          <p14:tracePt t="313383" x="2247900" y="2457450"/>
          <p14:tracePt t="313420" x="2413000" y="2438400"/>
          <p14:tracePt t="313466" x="2603500" y="2438400"/>
          <p14:tracePt t="313489" x="2806700" y="2438400"/>
          <p14:tracePt t="313521" x="2952750" y="2451100"/>
          <p14:tracePt t="313551" x="3276600" y="2495550"/>
          <p14:tracePt t="313588" x="3498850" y="2527300"/>
          <p14:tracePt t="313622" x="3746500" y="2533650"/>
          <p14:tracePt t="313665" x="3968750" y="2552700"/>
          <p14:tracePt t="313688" x="4083050" y="2552700"/>
          <p14:tracePt t="313721" x="4330700" y="2571750"/>
          <p14:tracePt t="313738" x="4394200" y="2571750"/>
          <p14:tracePt t="313756" x="4502150" y="2571750"/>
          <p14:tracePt t="313787" x="4603750" y="2578100"/>
          <p14:tracePt t="313821" x="4705350" y="2603500"/>
          <p14:tracePt t="313865" x="4768850" y="2609850"/>
          <p14:tracePt t="313888" x="4806950" y="2616200"/>
          <p14:tracePt t="313935" x="4826000" y="2616200"/>
          <p14:tracePt t="313966" x="4838700" y="2622550"/>
          <p14:tracePt t="314712" x="4826000" y="2679700"/>
          <p14:tracePt t="314745" x="4800600" y="2781300"/>
          <p14:tracePt t="314778" x="4787900" y="2851150"/>
          <p14:tracePt t="314811" x="4768850" y="3022600"/>
          <p14:tracePt t="314844" x="4775200" y="3194050"/>
          <p14:tracePt t="314879" x="4845050" y="3511550"/>
          <p14:tracePt t="314911" x="4914900" y="3759200"/>
          <p14:tracePt t="314944" x="4991100" y="3975100"/>
          <p14:tracePt t="314978" x="5060950" y="4210050"/>
          <p14:tracePt t="315011" x="5162550" y="4445000"/>
          <p14:tracePt t="315029" x="5187950" y="4483100"/>
          <p14:tracePt t="315061" x="5270500" y="4572000"/>
          <p14:tracePt t="315094" x="5340350" y="4629150"/>
          <p14:tracePt t="315127" x="5397500" y="4686300"/>
          <p14:tracePt t="315161" x="5486400" y="4787900"/>
          <p14:tracePt t="315194" x="5568950" y="4819650"/>
          <p14:tracePt t="315226" x="5657850" y="4819650"/>
          <p14:tracePt t="315246" x="5721350" y="4819650"/>
          <p14:tracePt t="315278" x="5886450" y="4794250"/>
          <p14:tracePt t="315311" x="6007100" y="4743450"/>
          <p14:tracePt t="315343" x="6159500" y="4667250"/>
          <p14:tracePt t="315376" x="6419850" y="4552950"/>
          <p14:tracePt t="315409" x="6508750" y="4508500"/>
          <p14:tracePt t="315443" x="6565900" y="4470400"/>
          <p14:tracePt t="315476" x="6565900" y="4451350"/>
          <p14:tracePt t="315509" x="6515100" y="4451350"/>
          <p14:tracePt t="315542" x="6470650" y="4451350"/>
          <p14:tracePt t="315575" x="6369050" y="4464050"/>
          <p14:tracePt t="315609" x="6223000" y="4483100"/>
          <p14:tracePt t="315642" x="6153150" y="4489450"/>
          <p14:tracePt t="315675" x="6108700" y="4495800"/>
          <p14:tracePt t="315709" x="6064250" y="4502150"/>
          <p14:tracePt t="315741" x="6051550" y="4514850"/>
          <p14:tracePt t="315775" x="6038850" y="4521200"/>
          <p14:tracePt t="315878" x="6064250" y="4508500"/>
          <p14:tracePt t="315910" x="6089650" y="4495800"/>
          <p14:tracePt t="315941" x="6178550" y="4483100"/>
          <p14:tracePt t="315978" x="6369050" y="4445000"/>
          <p14:tracePt t="316009" x="6591300" y="4419600"/>
          <p14:tracePt t="316040" x="6724650" y="4400550"/>
          <p14:tracePt t="316078" x="6781800" y="4394200"/>
          <p14:tracePt t="316109" x="6788150" y="4394200"/>
          <p14:tracePt t="316144" x="6769100" y="4394200"/>
          <p14:tracePt t="316179" x="6743700" y="4400550"/>
          <p14:tracePt t="316209" x="6724650" y="4400550"/>
          <p14:tracePt t="316226" x="6699250" y="4406900"/>
          <p14:tracePt t="316262" x="6597650" y="4406900"/>
          <p14:tracePt t="316291" x="6426200" y="4375150"/>
          <p14:tracePt t="316324" x="6242050" y="4337050"/>
          <p14:tracePt t="316373" x="5880100" y="4241800"/>
          <p14:tracePt t="316409" x="5645150" y="4171950"/>
          <p14:tracePt t="316441" x="5416550" y="4076700"/>
          <p14:tracePt t="316461" x="5232400" y="3981450"/>
          <p14:tracePt t="316495" x="4794250" y="3746500"/>
          <p14:tracePt t="316524" x="4572000" y="3594100"/>
          <p14:tracePt t="316572" x="3797300" y="3092450"/>
          <p14:tracePt t="316594" x="3435350" y="2851150"/>
          <p14:tracePt t="316624" x="3016250" y="2673350"/>
          <p14:tracePt t="316655" x="2774950" y="2571750"/>
          <p14:tracePt t="316677" x="2514600" y="2514600"/>
          <p14:tracePt t="316712" x="2247900" y="2432050"/>
          <p14:tracePt t="316728" x="2152650" y="2406650"/>
          <p14:tracePt t="316771" x="2082800" y="2387600"/>
          <p14:tracePt t="316794" x="2076450" y="2387600"/>
          <p14:tracePt t="316871" x="2076450" y="2393950"/>
          <p14:tracePt t="316893" x="2095500" y="2406650"/>
          <p14:tracePt t="316927" x="2108200" y="2419350"/>
          <p14:tracePt t="316956" x="2120900" y="2425700"/>
          <p14:tracePt t="316987" x="2139950" y="2425700"/>
          <p14:tracePt t="317009" x="2159000" y="2432050"/>
          <p14:tracePt t="317042" x="2273300" y="2438400"/>
          <p14:tracePt t="317087" x="2546350" y="2457450"/>
          <p14:tracePt t="317120" x="2876550" y="2457450"/>
          <p14:tracePt t="317143" x="3009900" y="2444750"/>
          <p14:tracePt t="317171" x="3079750" y="2438400"/>
          <p14:tracePt t="317203" x="3175000" y="2419350"/>
          <p14:tracePt t="317225" x="3200400" y="2406650"/>
          <p14:tracePt t="317269" x="3232150" y="2387600"/>
          <p14:tracePt t="317303" x="3251200" y="2374900"/>
          <p14:tracePt t="317336" x="3263900" y="2362200"/>
          <p14:tracePt t="317369" x="3282950" y="2362200"/>
          <p14:tracePt t="317388" x="3289300" y="2355850"/>
          <p14:tracePt t="317419" x="3314700" y="2355850"/>
          <p14:tracePt t="317443" x="3327400" y="2349500"/>
          <p14:tracePt t="317485" x="3352800" y="2349500"/>
          <p14:tracePt t="317519" x="3371850" y="2349500"/>
          <p14:tracePt t="317618" x="3359150" y="2349500"/>
          <p14:tracePt t="317652" x="3282950" y="2355850"/>
          <p14:tracePt t="317685" x="3124200" y="2362200"/>
          <p14:tracePt t="317718" x="2927350" y="2381250"/>
          <p14:tracePt t="317737" x="2800350" y="2381250"/>
          <p14:tracePt t="317768" x="2660650" y="2381250"/>
          <p14:tracePt t="317801" x="2603500" y="2387600"/>
          <p14:tracePt t="317834" x="2590800" y="2387600"/>
          <p14:tracePt t="317868" x="2635250" y="2393950"/>
          <p14:tracePt t="317901" x="2686050" y="2387600"/>
          <p14:tracePt t="317934" x="2946400" y="2349500"/>
          <p14:tracePt t="317968" x="3289300" y="2311400"/>
          <p14:tracePt t="318000" x="3670300" y="2298700"/>
          <p14:tracePt t="318033" x="4064000" y="2311400"/>
          <p14:tracePt t="318067" x="4343400" y="2355850"/>
          <p14:tracePt t="318100" x="4546600" y="2387600"/>
          <p14:tracePt t="318133" x="4584700" y="2387600"/>
          <p14:tracePt t="318167" x="4597400" y="2393950"/>
          <p14:tracePt t="318233" x="4584700" y="2400300"/>
          <p14:tracePt t="318252" x="4584700" y="2413000"/>
          <p14:tracePt t="318284" x="4591050" y="242570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So what is </a:t>
            </a:r>
            <a:r>
              <a:rPr lang="en-US" altLang="en-US" sz="4000" b="1" dirty="0" smtClean="0">
                <a:latin typeface="Lucida Console" panose="020B0609040504020204" pitchFamily="49" charset="0"/>
              </a:rPr>
              <a:t>property()</a:t>
            </a:r>
            <a:r>
              <a:rPr lang="en-US" altLang="en-US" sz="4400" dirty="0" smtClean="0">
                <a:latin typeface="Elephant" panose="02020904090505020303" pitchFamily="18" charset="0"/>
              </a:rPr>
              <a:t>?</a:t>
            </a:r>
            <a:endParaRPr lang="en-US" altLang="en-US" sz="4000" dirty="0">
              <a:latin typeface="Elephant" panose="02020904090505020303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838200"/>
            <a:ext cx="871728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3200" dirty="0" smtClean="0"/>
              <a:t>It is a built-in function that provides the client with the illusion of a public attribute.</a:t>
            </a:r>
          </a:p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3200" dirty="0" smtClean="0"/>
              <a:t>It can be called with 1, 2, 3, or 4 arguments.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</a:pPr>
            <a:r>
              <a:rPr lang="en-US" altLang="en-US" sz="3000" dirty="0" smtClean="0"/>
              <a:t>A default is assumed for the </a:t>
            </a:r>
            <a:r>
              <a:rPr lang="en-US" altLang="en-US" sz="3000" dirty="0" err="1" smtClean="0"/>
              <a:t>unprovided</a:t>
            </a:r>
            <a:r>
              <a:rPr lang="en-US" altLang="en-US" sz="3000" dirty="0" smtClean="0"/>
              <a:t> </a:t>
            </a:r>
            <a:r>
              <a:rPr lang="en-US" altLang="en-US" sz="3000" dirty="0" err="1" smtClean="0"/>
              <a:t>args</a:t>
            </a:r>
            <a:r>
              <a:rPr lang="en-US" altLang="en-US" sz="3000" dirty="0" smtClean="0"/>
              <a:t>.</a:t>
            </a: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1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st</a:t>
            </a:r>
            <a:r>
              <a:rPr lang="en-US" altLang="en-US" sz="2400" baseline="30000" dirty="0" smtClean="0">
                <a:solidFill>
                  <a:schemeClr val="accent2"/>
                </a:solidFill>
              </a:rPr>
              <a:t> </a:t>
            </a:r>
            <a:r>
              <a:rPr lang="en-US" altLang="en-US" sz="2400" dirty="0" smtClean="0"/>
              <a:t> </a:t>
            </a:r>
            <a:r>
              <a:rPr lang="en-US" altLang="en-US" sz="3000" dirty="0" smtClean="0"/>
              <a:t>argument indicates the 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read</a:t>
            </a:r>
            <a:r>
              <a:rPr lang="en-US" altLang="en-US" sz="3000" dirty="0" smtClean="0"/>
              <a:t> the alias.</a:t>
            </a: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2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nd</a:t>
            </a:r>
            <a:r>
              <a:rPr lang="en-US" altLang="en-US" sz="1600" dirty="0" smtClean="0"/>
              <a:t> </a:t>
            </a:r>
            <a:r>
              <a:rPr lang="en-US" altLang="en-US" sz="3000" dirty="0" smtClean="0"/>
              <a:t>argumen</a:t>
            </a:r>
            <a:r>
              <a:rPr lang="en-US" altLang="en-US" sz="3000" dirty="0"/>
              <a:t>t indicates t</a:t>
            </a:r>
            <a:r>
              <a:rPr lang="en-US" altLang="en-US" sz="3000" dirty="0" smtClean="0"/>
              <a:t>he </a:t>
            </a:r>
            <a:r>
              <a:rPr lang="en-US" altLang="en-US" sz="3000" dirty="0"/>
              <a:t>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write</a:t>
            </a:r>
            <a:r>
              <a:rPr lang="en-US" altLang="en-US" sz="3000" dirty="0" smtClean="0"/>
              <a:t> to </a:t>
            </a:r>
            <a:r>
              <a:rPr lang="en-US" altLang="en-US" sz="3000" dirty="0"/>
              <a:t>the alias</a:t>
            </a:r>
            <a:r>
              <a:rPr lang="en-US" altLang="en-US" sz="3000" dirty="0" smtClean="0"/>
              <a:t>.</a:t>
            </a:r>
          </a:p>
          <a:p>
            <a:pPr marL="1028700" lvl="2" indent="-342900" eaLnBrk="1" hangingPunct="1">
              <a:lnSpc>
                <a:spcPct val="95000"/>
              </a:lnSpc>
              <a:spcBef>
                <a:spcPts val="0"/>
              </a:spcBef>
            </a:pPr>
            <a:r>
              <a:rPr lang="en-US" altLang="en-US" sz="2800" dirty="0" smtClean="0">
                <a:solidFill>
                  <a:srgbClr val="FF0000"/>
                </a:solidFill>
              </a:rPr>
              <a:t>Default</a:t>
            </a:r>
            <a:r>
              <a:rPr lang="en-US" altLang="en-US" sz="2800" dirty="0" smtClean="0"/>
              <a:t> value: alias is </a:t>
            </a:r>
            <a:r>
              <a:rPr lang="en-US" altLang="en-US" sz="2800" dirty="0" smtClean="0">
                <a:solidFill>
                  <a:srgbClr val="FF0000"/>
                </a:solidFill>
              </a:rPr>
              <a:t>read-only</a:t>
            </a:r>
            <a:r>
              <a:rPr lang="en-US" altLang="en-US" sz="2800" dirty="0" smtClean="0"/>
              <a:t>.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3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rd</a:t>
            </a:r>
            <a:r>
              <a:rPr lang="en-US" altLang="en-US" sz="3000" dirty="0" smtClean="0"/>
              <a:t> argumen</a:t>
            </a:r>
            <a:r>
              <a:rPr lang="en-US" altLang="en-US" sz="3000" dirty="0"/>
              <a:t>t indicates t</a:t>
            </a:r>
            <a:r>
              <a:rPr lang="en-US" altLang="en-US" sz="3000" dirty="0" smtClean="0"/>
              <a:t>he </a:t>
            </a:r>
            <a:r>
              <a:rPr lang="en-US" altLang="en-US" sz="3000" dirty="0"/>
              <a:t>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delete</a:t>
            </a:r>
            <a:r>
              <a:rPr lang="en-US" altLang="en-US" sz="3000" dirty="0" smtClean="0"/>
              <a:t> </a:t>
            </a:r>
            <a:r>
              <a:rPr lang="en-US" altLang="en-US" sz="3000" dirty="0"/>
              <a:t>the alias</a:t>
            </a:r>
            <a:r>
              <a:rPr lang="en-US" altLang="en-US" sz="3000" dirty="0" smtClean="0"/>
              <a:t>.</a:t>
            </a:r>
          </a:p>
          <a:p>
            <a:pPr marL="457200" indent="-4572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4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th</a:t>
            </a:r>
            <a:r>
              <a:rPr lang="en-US" altLang="en-US" sz="3000" dirty="0" smtClean="0"/>
              <a:t> </a:t>
            </a:r>
            <a:r>
              <a:rPr lang="en-US" altLang="en-US" sz="3000" dirty="0"/>
              <a:t>argument </a:t>
            </a:r>
            <a:r>
              <a:rPr lang="en-US" altLang="en-US" sz="3000" dirty="0" smtClean="0"/>
              <a:t>is a mostly-</a:t>
            </a:r>
            <a:r>
              <a:rPr lang="en-US" altLang="en-US" sz="3000" dirty="0" smtClean="0">
                <a:solidFill>
                  <a:schemeClr val="accent2"/>
                </a:solidFill>
              </a:rPr>
              <a:t>useless</a:t>
            </a:r>
            <a:r>
              <a:rPr lang="en-US" altLang="en-US" sz="3000" dirty="0" smtClean="0"/>
              <a:t> string.</a:t>
            </a:r>
            <a:endParaRPr lang="en-US" altLang="en-US" sz="30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5246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656"/>
    </mc:Choice>
    <mc:Fallback>
      <p:transition spd="slow" advTm="11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760" x="4425950" y="2298700"/>
          <p14:tracePt t="6793" x="4095750" y="2051050"/>
          <p14:tracePt t="6826" x="3898900" y="1879600"/>
          <p14:tracePt t="6860" x="3632200" y="1701800"/>
          <p14:tracePt t="6878" x="3575050" y="1663700"/>
          <p14:tracePt t="6909" x="3448050" y="1612900"/>
          <p14:tracePt t="6946" x="3302000" y="1568450"/>
          <p14:tracePt t="6978" x="3251200" y="1562100"/>
          <p14:tracePt t="7009" x="3168650" y="1555750"/>
          <p14:tracePt t="7046" x="3092450" y="1549400"/>
          <p14:tracePt t="7078" x="2990850" y="1549400"/>
          <p14:tracePt t="7125" x="2927350" y="1543050"/>
          <p14:tracePt t="7162" x="2908300" y="1543050"/>
          <p14:tracePt t="7193" x="2895600" y="1555750"/>
          <p14:tracePt t="7245" x="2889250" y="1581150"/>
          <p14:tracePt t="7293" x="2882900" y="1587500"/>
          <p14:tracePt t="7325" x="2882900" y="1593850"/>
          <p14:tracePt t="7374" x="2882900" y="1600200"/>
          <p14:tracePt t="7408" x="2882900" y="1606550"/>
          <p14:tracePt t="7446" x="2908300" y="1612900"/>
          <p14:tracePt t="7476" x="2940050" y="1612900"/>
          <p14:tracePt t="7508" x="3149600" y="1638300"/>
          <p14:tracePt t="7531" x="3289300" y="1657350"/>
          <p14:tracePt t="7563" x="3575050" y="1689100"/>
          <p14:tracePt t="7592" x="3841750" y="1695450"/>
          <p14:tracePt t="7624" x="4025900" y="1708150"/>
          <p14:tracePt t="7661" x="4152900" y="1701800"/>
          <p14:tracePt t="7692" x="4178300" y="1695450"/>
          <p14:tracePt t="7723" x="4203700" y="1689100"/>
          <p14:tracePt t="7760" x="4210050" y="1689100"/>
          <p14:tracePt t="8421" x="4070350" y="1733550"/>
          <p14:tracePt t="8455" x="3854450" y="1822450"/>
          <p14:tracePt t="8477" x="3689350" y="1905000"/>
          <p14:tracePt t="8510" x="3587750" y="1974850"/>
          <p14:tracePt t="8539" x="3467100" y="2038350"/>
          <p14:tracePt t="8570" x="3409950" y="2076450"/>
          <p14:tracePt t="8603" x="3384550" y="2095500"/>
          <p14:tracePt t="8653" x="3371850" y="2120900"/>
          <p14:tracePt t="8686" x="3352800" y="2146300"/>
          <p14:tracePt t="8720" x="3327400" y="2159000"/>
          <p14:tracePt t="8753" x="3327400" y="2165350"/>
          <p14:tracePt t="8786" x="3321050" y="2178050"/>
          <p14:tracePt t="8852" x="3314700" y="2190750"/>
          <p14:tracePt t="8886" x="3308350" y="2197100"/>
          <p14:tracePt t="8919" x="3302000" y="2209800"/>
          <p14:tracePt t="8953" x="3302000" y="2216150"/>
          <p14:tracePt t="8987" x="3302000" y="2228850"/>
          <p14:tracePt t="9035" x="3302000" y="2241550"/>
          <p14:tracePt t="9068" x="3302000" y="2247900"/>
          <p14:tracePt t="9102" x="3308350" y="2266950"/>
          <p14:tracePt t="9135" x="3321050" y="2273300"/>
          <p14:tracePt t="9168" x="3346450" y="2279650"/>
          <p14:tracePt t="9201" x="3409950" y="2286000"/>
          <p14:tracePt t="9234" x="3517900" y="2298700"/>
          <p14:tracePt t="9267" x="3657600" y="2292350"/>
          <p14:tracePt t="9301" x="3803650" y="2286000"/>
          <p14:tracePt t="9334" x="3917950" y="2266950"/>
          <p14:tracePt t="9367" x="3937000" y="2260600"/>
          <p14:tracePt t="9400" x="3956050" y="2260600"/>
          <p14:tracePt t="9434" x="3968750" y="2260600"/>
          <p14:tracePt t="9453" x="3975100" y="2260600"/>
          <p14:tracePt t="9517" x="3981450" y="2260600"/>
          <p14:tracePt t="9551" x="3994150" y="2260600"/>
          <p14:tracePt t="9600" x="4006850" y="2260600"/>
          <p14:tracePt t="9633" x="4013200" y="2260600"/>
          <p14:tracePt t="9737" x="4019550" y="2254250"/>
          <p14:tracePt t="9783" x="4032250" y="2247900"/>
          <p14:tracePt t="9816" x="4044950" y="2247900"/>
          <p14:tracePt t="9866" x="4057650" y="2247900"/>
          <p14:tracePt t="9915" x="4064000" y="2247900"/>
          <p14:tracePt t="9984" x="4076700" y="2247900"/>
          <p14:tracePt t="10015" x="4083050" y="2247900"/>
          <p14:tracePt t="10052" x="4095750" y="2247900"/>
          <p14:tracePt t="10131" x="4102100" y="2247900"/>
          <p14:tracePt t="10165" x="4114800" y="2247900"/>
          <p14:tracePt t="10198" x="4127500" y="2241550"/>
          <p14:tracePt t="10232" x="4140200" y="2241550"/>
          <p14:tracePt t="10268" x="4171950" y="2235200"/>
          <p14:tracePt t="10299" x="4203700" y="2235200"/>
          <p14:tracePt t="10331" x="4311650" y="2228850"/>
          <p14:tracePt t="10368" x="4406900" y="2222500"/>
          <p14:tracePt t="10399" x="4495800" y="2216150"/>
          <p14:tracePt t="10431" x="4572000" y="2216150"/>
          <p14:tracePt t="10453" x="4603750" y="2209800"/>
          <p14:tracePt t="10482" x="4660900" y="2197100"/>
          <p14:tracePt t="10514" x="4692650" y="2197100"/>
          <p14:tracePt t="10551" x="4737100" y="2197100"/>
          <p14:tracePt t="10582" x="4775200" y="2190750"/>
          <p14:tracePt t="10599" x="4794250" y="2190750"/>
          <p14:tracePt t="10630" x="4838700" y="2190750"/>
          <p14:tracePt t="10667" x="4914900" y="2203450"/>
          <p14:tracePt t="10698" x="4959350" y="2203450"/>
          <p14:tracePt t="10730" x="4997450" y="2203450"/>
          <p14:tracePt t="10769" x="5029200" y="2203450"/>
          <p14:tracePt t="10797" x="5048250" y="2203450"/>
          <p14:tracePt t="10829" x="5080000" y="2197100"/>
          <p14:tracePt t="10879" x="5156200" y="2184400"/>
          <p14:tracePt t="10916" x="5245100" y="2184400"/>
          <p14:tracePt t="10947" x="5314950" y="2184400"/>
          <p14:tracePt t="10969" x="5365750" y="2184400"/>
          <p14:tracePt t="11001" x="5454650" y="2190750"/>
          <p14:tracePt t="11030" x="5511800" y="2190750"/>
          <p14:tracePt t="11078" x="5638800" y="2197100"/>
          <p14:tracePt t="11101" x="5676900" y="2197100"/>
          <p14:tracePt t="11130" x="5759450" y="2203450"/>
          <p14:tracePt t="11178" x="5810250" y="2209800"/>
          <p14:tracePt t="11200" x="5835650" y="2209800"/>
          <p14:tracePt t="11229" x="5854700" y="2209800"/>
          <p14:tracePt t="11261" x="5867400" y="2209800"/>
          <p14:tracePt t="12290" x="5816600" y="2241550"/>
          <p14:tracePt t="12324" x="5702300" y="2330450"/>
          <p14:tracePt t="12357" x="5543550" y="2432050"/>
          <p14:tracePt t="12390" x="5340350" y="2552700"/>
          <p14:tracePt t="12423" x="5111750" y="2660650"/>
          <p14:tracePt t="12457" x="4800600" y="2781300"/>
          <p14:tracePt t="12491" x="4622800" y="2863850"/>
          <p14:tracePt t="12510" x="4521200" y="2914650"/>
          <p14:tracePt t="12525" x="4476750" y="2940050"/>
          <p14:tracePt t="12557" x="4362450" y="2990850"/>
          <p14:tracePt t="12590" x="4267200" y="3022600"/>
          <p14:tracePt t="12623" x="4178300" y="3048000"/>
          <p14:tracePt t="12657" x="4121150" y="3067050"/>
          <p14:tracePt t="12690" x="4057650" y="3054350"/>
          <p14:tracePt t="13137" x="4000500" y="3054350"/>
          <p14:tracePt t="13156" x="3905250" y="3048000"/>
          <p14:tracePt t="13188" x="3752850" y="3048000"/>
          <p14:tracePt t="13221" x="3562350" y="3048000"/>
          <p14:tracePt t="13258" x="3371850" y="3048000"/>
          <p14:tracePt t="13290" x="3314700" y="3048000"/>
          <p14:tracePt t="13320" x="3295650" y="3048000"/>
          <p14:tracePt t="13387" x="3289300" y="3048000"/>
          <p14:tracePt t="13586" x="3302000" y="3048000"/>
          <p14:tracePt t="13619" x="3435350" y="3028950"/>
          <p14:tracePt t="13642" x="3594100" y="2997200"/>
          <p14:tracePt t="13671" x="3771900" y="2959100"/>
          <p14:tracePt t="13703" x="4146550" y="2882900"/>
          <p14:tracePt t="13736" x="4279900" y="2857500"/>
          <p14:tracePt t="13773" x="4419600" y="2832100"/>
          <p14:tracePt t="13819" x="4432300" y="2832100"/>
          <p14:tracePt t="13841" x="4438650" y="2832100"/>
          <p14:tracePt t="13874" x="4445000" y="2838450"/>
          <p14:tracePt t="13903" x="4457700" y="2844800"/>
          <p14:tracePt t="13935" x="4470400" y="2844800"/>
          <p14:tracePt t="13972" x="4502150" y="2851150"/>
          <p14:tracePt t="14003" x="4527550" y="2857500"/>
          <p14:tracePt t="14020" x="4546600" y="2857500"/>
          <p14:tracePt t="14037" x="4610100" y="2876550"/>
          <p14:tracePt t="14073" x="4705350" y="2889250"/>
          <p14:tracePt t="14092" x="4762500" y="2895600"/>
          <p14:tracePt t="14124" x="4851400" y="2901950"/>
          <p14:tracePt t="14156" x="4870450" y="2901950"/>
          <p14:tracePt t="14186" x="4883150" y="2908300"/>
          <p14:tracePt t="14250" x="4883150" y="2914650"/>
          <p14:tracePt t="14350" x="4883150" y="2921000"/>
          <p14:tracePt t="14404" x="4883150" y="2927350"/>
          <p14:tracePt t="14483" x="4895850" y="2940050"/>
          <p14:tracePt t="14506" x="4902200" y="2952750"/>
          <p14:tracePt t="14535" x="4921250" y="2978150"/>
          <p14:tracePt t="14583" x="4965700" y="3028950"/>
          <p14:tracePt t="14606" x="5016500" y="3086100"/>
          <p14:tracePt t="14638" x="5048250" y="3130550"/>
          <p14:tracePt t="14667" x="5060950" y="3162300"/>
          <p14:tracePt t="14688" x="5060950" y="3181350"/>
          <p14:tracePt t="14721" x="5073650" y="3219450"/>
          <p14:tracePt t="14765" x="5092700" y="3219450"/>
          <p14:tracePt t="20799" x="5067300" y="3251200"/>
          <p14:tracePt t="20830" x="5003800" y="3365500"/>
          <p14:tracePt t="20865" x="4946650" y="3486150"/>
          <p14:tracePt t="20896" x="4902200" y="3581400"/>
          <p14:tracePt t="20928" x="4857750" y="3670300"/>
          <p14:tracePt t="20946" x="4851400" y="3695700"/>
          <p14:tracePt t="20967" x="4845050" y="3733800"/>
          <p14:tracePt t="20999" x="4845050" y="3765550"/>
          <p14:tracePt t="21029" x="4857750" y="3784600"/>
          <p14:tracePt t="21077" x="4876800" y="3803650"/>
          <p14:tracePt t="21114" x="4883150" y="3816350"/>
          <p14:tracePt t="21145" x="4889500" y="3829050"/>
          <p14:tracePt t="21193" x="4902200" y="3848100"/>
          <p14:tracePt t="21216" x="4921250" y="3848100"/>
          <p14:tracePt t="21245" x="4933950" y="3867150"/>
          <p14:tracePt t="21266" x="4953000" y="3879850"/>
          <p14:tracePt t="21298" x="5010150" y="3905250"/>
          <p14:tracePt t="21332" x="5060950" y="3937000"/>
          <p14:tracePt t="21376" x="5092700" y="3943350"/>
          <p14:tracePt t="21398" x="5118100" y="3943350"/>
          <p14:tracePt t="40227" x="5588000" y="3924300"/>
          <p14:tracePt t="40246" x="5619750" y="3898900"/>
          <p14:tracePt t="40277" x="5295900" y="3651250"/>
          <p14:tracePt t="40310" x="4800600" y="3371850"/>
          <p14:tracePt t="40343" x="4648200" y="3276600"/>
          <p14:tracePt t="40377" x="4635500" y="3276600"/>
          <p14:tracePt t="40426" x="4629150" y="3270250"/>
          <p14:tracePt t="40460" x="4616450" y="3251200"/>
          <p14:tracePt t="40494" x="4591050" y="3219450"/>
          <p14:tracePt t="40526" x="4559300" y="3181350"/>
          <p14:tracePt t="40559" x="4521200" y="3130550"/>
          <p14:tracePt t="40593" x="4483100" y="3060700"/>
          <p14:tracePt t="40626" x="4457700" y="3041650"/>
          <p14:tracePt t="40659" x="4438650" y="3035300"/>
          <p14:tracePt t="40692" x="4419600" y="3022600"/>
          <p14:tracePt t="40726" x="4273550" y="2971800"/>
          <p14:tracePt t="40758" x="4146550" y="2933700"/>
          <p14:tracePt t="40792" x="3905250" y="2857500"/>
          <p14:tracePt t="40825" x="3829050" y="2844800"/>
          <p14:tracePt t="40859" x="3790950" y="2844800"/>
          <p14:tracePt t="40877" x="3778250" y="2844800"/>
          <p14:tracePt t="40908" x="3746500" y="2851150"/>
          <p14:tracePt t="40942" x="3727450" y="2870200"/>
          <p14:tracePt t="40975" x="3714750" y="2876550"/>
          <p14:tracePt t="40995" x="3695700" y="2882900"/>
          <p14:tracePt t="41026" x="3676650" y="2901950"/>
          <p14:tracePt t="41058" x="3587750" y="2965450"/>
          <p14:tracePt t="41080" x="3517900" y="3028950"/>
          <p14:tracePt t="41110" x="3422650" y="3111500"/>
          <p14:tracePt t="41141" x="3181350" y="3295650"/>
          <p14:tracePt t="41174" x="3003550" y="3454400"/>
          <p14:tracePt t="41211" x="2781300" y="3689350"/>
          <p14:tracePt t="41243" x="2698750" y="3765550"/>
          <p14:tracePt t="41274" x="2686050" y="3759200"/>
          <p14:tracePt t="52224" x="2736850" y="3613150"/>
          <p14:tracePt t="52255" x="2774950" y="3359150"/>
          <p14:tracePt t="52286" x="2755900" y="2901950"/>
          <p14:tracePt t="52323" x="2654300" y="2432050"/>
          <p14:tracePt t="52354" x="2482850" y="1981200"/>
          <p14:tracePt t="52385" x="2336800" y="1733550"/>
          <p14:tracePt t="52408" x="2286000" y="1593850"/>
          <p14:tracePt t="52437" x="2241550" y="1466850"/>
          <p14:tracePt t="52468" x="2209800" y="1403350"/>
          <p14:tracePt t="52505" x="2209800" y="1358900"/>
          <p14:tracePt t="52537" x="2203450" y="1314450"/>
          <p14:tracePt t="52569" x="2203450" y="1295400"/>
          <p14:tracePt t="52618" x="2203450" y="1282700"/>
          <p14:tracePt t="52640" x="2209800" y="1276350"/>
          <p14:tracePt t="52670" x="2222500" y="1289050"/>
          <p14:tracePt t="52687" x="2235200" y="1301750"/>
          <p14:tracePt t="52723" x="2254250" y="1320800"/>
          <p14:tracePt t="52752" x="2286000" y="1339850"/>
          <p14:tracePt t="52784" x="2374900" y="1365250"/>
          <p14:tracePt t="52822" x="2584450" y="1377950"/>
          <p14:tracePt t="52856" x="3162300" y="1384300"/>
          <p14:tracePt t="52892" x="3416300" y="1384300"/>
          <p14:tracePt t="52922" x="3784600" y="1416050"/>
          <p14:tracePt t="52955" x="4006850" y="1511300"/>
          <p14:tracePt t="52985" x="4292600" y="1720850"/>
          <p14:tracePt t="53033" x="4508500" y="2051050"/>
          <p14:tracePt t="53055" x="4572000" y="2419350"/>
          <p14:tracePt t="53085" x="4521200" y="2889250"/>
          <p14:tracePt t="53116" x="4514850" y="2965450"/>
          <p14:tracePt t="53930" x="4381500" y="3067050"/>
          <p14:tracePt t="53948" x="4324350" y="3105150"/>
          <p14:tracePt t="53980" x="4070350" y="3257550"/>
          <p14:tracePt t="54013" x="3860800" y="3397250"/>
          <p14:tracePt t="54046" x="3670300" y="3486150"/>
          <p14:tracePt t="54079" x="3517900" y="3549650"/>
          <p14:tracePt t="54113" x="3454400" y="3575050"/>
          <p14:tracePt t="54146" x="3403600" y="3594100"/>
          <p14:tracePt t="54179" x="3346450" y="3613150"/>
          <p14:tracePt t="54213" x="3276600" y="3619500"/>
          <p14:tracePt t="54245" x="3219450" y="3625850"/>
          <p14:tracePt t="54279" x="3155950" y="3632200"/>
          <p14:tracePt t="54312" x="3079750" y="3632200"/>
          <p14:tracePt t="64676" x="3155950" y="3511550"/>
          <p14:tracePt t="64709" x="3365500" y="3162300"/>
          <p14:tracePt t="64743" x="3479800" y="2844800"/>
          <p14:tracePt t="64776" x="3536950" y="2647950"/>
          <p14:tracePt t="64809" x="3549650" y="2546350"/>
          <p14:tracePt t="64842" x="3549650" y="2495550"/>
          <p14:tracePt t="64877" x="3530600" y="2438400"/>
          <p14:tracePt t="64908" x="3549650" y="2425700"/>
          <p14:tracePt t="65307" x="3498850" y="2432050"/>
          <p14:tracePt t="65340" x="3422650" y="2438400"/>
          <p14:tracePt t="65360" x="3314700" y="2444750"/>
          <p14:tracePt t="65390" x="3219450" y="2438400"/>
          <p14:tracePt t="65424" x="3067050" y="2393950"/>
          <p14:tracePt t="65457" x="2984500" y="2374900"/>
          <p14:tracePt t="65490" x="2914650" y="2349500"/>
          <p14:tracePt t="65528" x="2825750" y="2324100"/>
          <p14:tracePt t="65558" x="2724150" y="2292350"/>
          <p14:tracePt t="65590" x="2565400" y="2254250"/>
          <p14:tracePt t="65627" x="2444750" y="2184400"/>
          <p14:tracePt t="65658" x="2343150" y="2082800"/>
          <p14:tracePt t="65690" x="2273300" y="2012950"/>
          <p14:tracePt t="65727" x="2235200" y="1968500"/>
          <p14:tracePt t="65758" x="2228850" y="1955800"/>
          <p14:tracePt t="65806" x="2228850" y="1949450"/>
          <p14:tracePt t="65855" x="2235200" y="1968500"/>
          <p14:tracePt t="65875" x="2235200" y="1981200"/>
          <p14:tracePt t="65907" x="2247900" y="2000250"/>
          <p14:tracePt t="65942" x="2324100" y="2120900"/>
          <p14:tracePt t="65974" x="2387600" y="2209800"/>
          <p14:tracePt t="66005" x="2540000" y="2413000"/>
          <p14:tracePt t="66042" x="2673350" y="2578100"/>
          <p14:tracePt t="66074" x="2794000" y="2781300"/>
          <p14:tracePt t="66090" x="2819400" y="2825750"/>
          <p14:tracePt t="66110" x="2857500" y="2876550"/>
          <p14:tracePt t="66143" x="2882900" y="2908300"/>
          <p14:tracePt t="66160" x="2882900" y="2914650"/>
          <p14:tracePt t="66204" x="2895600" y="2914650"/>
          <p14:tracePt t="66258" x="2901950" y="2914650"/>
          <p14:tracePt t="66289" x="2908300" y="2895600"/>
          <p14:tracePt t="66310" x="2908300" y="2876550"/>
          <p14:tracePt t="66342" x="2895600" y="2730500"/>
          <p14:tracePt t="66361" x="2876550" y="2667000"/>
          <p14:tracePt t="66389" x="2768600" y="2438400"/>
          <p14:tracePt t="66436" x="2533650" y="2012950"/>
          <p14:tracePt t="66474" x="2413000" y="1822450"/>
          <p14:tracePt t="66505" x="2362200" y="1758950"/>
          <p14:tracePt t="66540" x="2330450" y="1733550"/>
          <p14:tracePt t="66576" x="2311400" y="1714500"/>
          <p14:tracePt t="66604" x="2298700" y="1714500"/>
          <p14:tracePt t="66653" x="2286000" y="1714500"/>
          <p14:tracePt t="66690" x="2273300" y="1708150"/>
          <p14:tracePt t="66736" x="2254250" y="1708150"/>
          <p14:tracePt t="66773" x="2247900" y="1708150"/>
          <p14:tracePt t="66818" x="2241550" y="1708150"/>
          <p14:tracePt t="66952" x="2260600" y="1708150"/>
          <p14:tracePt t="66974" x="2298700" y="1708150"/>
          <p14:tracePt t="67007" x="2400300" y="1708150"/>
          <p14:tracePt t="67051" x="2717800" y="1708150"/>
          <p14:tracePt t="67074" x="2908300" y="1701800"/>
          <p14:tracePt t="67107" x="3289300" y="1701800"/>
          <p14:tracePt t="67136" x="3524250" y="1695450"/>
          <p14:tracePt t="67167" x="3663950" y="1682750"/>
          <p14:tracePt t="67190" x="3860800" y="1670050"/>
          <p14:tracePt t="67234" x="4171950" y="1619250"/>
          <p14:tracePt t="67267" x="4387850" y="1562100"/>
          <p14:tracePt t="67290" x="4470400" y="1530350"/>
          <p14:tracePt t="67319" x="4578350" y="1492250"/>
          <p14:tracePt t="67350" x="4648200" y="1466850"/>
          <p14:tracePt t="67383" x="4724400" y="1460500"/>
          <p14:tracePt t="67406" x="4775200" y="1460500"/>
          <p14:tracePt t="67450" x="4902200" y="1441450"/>
          <p14:tracePt t="67483" x="4972050" y="1441450"/>
          <p14:tracePt t="67505" x="5060950" y="1441450"/>
          <p14:tracePt t="67549" x="5232400" y="1460500"/>
          <p14:tracePt t="67583" x="5378450" y="1473200"/>
          <p14:tracePt t="67616" x="5473700" y="1473200"/>
          <p14:tracePt t="67649" x="5581650" y="1485900"/>
          <p14:tracePt t="67682" x="5657850" y="1504950"/>
          <p14:tracePt t="67716" x="5759450" y="1511300"/>
          <p14:tracePt t="67749" x="5797550" y="1517650"/>
          <p14:tracePt t="67782" x="5829300" y="1524000"/>
          <p14:tracePt t="67815" x="5835650" y="1524000"/>
          <p14:tracePt t="67998" x="5835650" y="1517650"/>
          <p14:tracePt t="68048" x="5835650" y="1511300"/>
          <p14:tracePt t="68131" x="5835650" y="1504950"/>
          <p14:tracePt t="68164" x="5835650" y="1498600"/>
          <p14:tracePt t="68231" x="5829300" y="1498600"/>
          <p14:tracePt t="68297" x="5829300" y="1492250"/>
          <p14:tracePt t="68330" x="5810250" y="1492250"/>
          <p14:tracePt t="68363" x="5803900" y="1504950"/>
          <p14:tracePt t="68383" x="5765800" y="1524000"/>
          <p14:tracePt t="68413" x="5632450" y="1651000"/>
          <p14:tracePt t="68447" x="5181600" y="2152650"/>
          <p14:tracePt t="68480" x="4673600" y="2794000"/>
          <p14:tracePt t="68499" x="4502150" y="3035300"/>
          <p14:tracePt t="68534" x="3867150" y="3879850"/>
          <p14:tracePt t="68565" x="3422650" y="4559300"/>
          <p14:tracePt t="68596" x="3270250" y="4813300"/>
          <p14:tracePt t="68633" x="3086100" y="5118100"/>
          <p14:tracePt t="68664" x="3060700" y="5149850"/>
          <p14:tracePt t="69331" x="2978150" y="5054600"/>
          <p14:tracePt t="69362" x="2863850" y="4959350"/>
          <p14:tracePt t="69393" x="2609850" y="4781550"/>
          <p14:tracePt t="69412" x="2552700" y="4743450"/>
          <p14:tracePt t="69447" x="2355850" y="4603750"/>
          <p14:tracePt t="69478" x="2247900" y="4559300"/>
          <p14:tracePt t="69510" x="2190750" y="4540250"/>
          <p14:tracePt t="69532" x="2152650" y="4540250"/>
          <p14:tracePt t="69565" x="2120900" y="4533900"/>
          <p14:tracePt t="69594" x="2101850" y="4533900"/>
          <p14:tracePt t="69642" x="2076450" y="4521200"/>
          <p14:tracePt t="69680" x="2070100" y="4508500"/>
          <p14:tracePt t="69711" x="2082800" y="4502150"/>
          <p14:tracePt t="69731" x="2139950" y="4495800"/>
          <p14:tracePt t="69764" x="2286000" y="4476750"/>
          <p14:tracePt t="69794" x="2940050" y="4406900"/>
          <p14:tracePt t="69842" x="3816350" y="4305300"/>
          <p14:tracePt t="69860" x="3911600" y="4292600"/>
          <p14:tracePt t="69880" x="4006850" y="4279900"/>
          <p14:tracePt t="69910" x="4032250" y="4273550"/>
          <p14:tracePt t="69996" x="4013200" y="4279900"/>
          <p14:tracePt t="70026" x="3987800" y="4292600"/>
          <p14:tracePt t="70523" x="3911600" y="4445000"/>
          <p14:tracePt t="70556" x="3892550" y="4489450"/>
          <p14:tracePt t="70589" x="3860800" y="4527550"/>
          <p14:tracePt t="70622" x="3848100" y="4540250"/>
          <p14:tracePt t="70655" x="3841750" y="4546600"/>
          <p14:tracePt t="70722" x="3835400" y="4552950"/>
          <p14:tracePt t="70788" x="3829050" y="4552950"/>
          <p14:tracePt t="70821" x="3803650" y="4552950"/>
          <p14:tracePt t="70855" x="3771900" y="4552950"/>
          <p14:tracePt t="70888" x="3670300" y="4552950"/>
          <p14:tracePt t="70921" x="3568700" y="4546600"/>
          <p14:tracePt t="70941" x="3524250" y="4540250"/>
          <p14:tracePt t="70973" x="3492500" y="4533900"/>
          <p14:tracePt t="71004" x="3486150" y="4533900"/>
          <p14:tracePt t="71071" x="3498850" y="4540250"/>
          <p14:tracePt t="71121" x="3517900" y="4540250"/>
          <p14:tracePt t="71171" x="3536950" y="4533900"/>
          <p14:tracePt t="71203" x="3549650" y="4527550"/>
          <p14:tracePt t="71237" x="3568700" y="4508500"/>
          <p14:tracePt t="71270" x="3613150" y="4457700"/>
          <p14:tracePt t="71303" x="3657600" y="4400550"/>
          <p14:tracePt t="71337" x="3708400" y="4362450"/>
          <p14:tracePt t="71370" x="3721100" y="4349750"/>
          <p14:tracePt t="71403" x="3733800" y="4343400"/>
          <p14:tracePt t="71453" x="3740150" y="4343400"/>
          <p14:tracePt t="71486" x="3740150" y="4349750"/>
          <p14:tracePt t="71536" x="3740150" y="4356100"/>
          <p14:tracePt t="71619" x="3740150" y="4368800"/>
          <p14:tracePt t="71652" x="3740150" y="4381500"/>
          <p14:tracePt t="71718" x="3746500" y="4394200"/>
          <p14:tracePt t="71752" x="3759200" y="4394200"/>
          <p14:tracePt t="71785" x="3771900" y="4406900"/>
          <p14:tracePt t="71803" x="3778250" y="4406900"/>
          <p14:tracePt t="71839" x="3790950" y="4413250"/>
          <p14:tracePt t="71870" x="3810000" y="4425950"/>
          <p14:tracePt t="71917" x="3822700" y="4432300"/>
          <p14:tracePt t="71936" x="3835400" y="4432300"/>
          <p14:tracePt t="71968" x="3841750" y="4438650"/>
          <p14:tracePt t="72017" x="3848100" y="4438650"/>
          <p14:tracePt t="72068" x="3860800" y="4445000"/>
          <p14:tracePt t="72137" x="3886200" y="4445000"/>
          <p14:tracePt t="72482" x="3892550" y="4476750"/>
          <p14:tracePt t="72516" x="3924300" y="4546600"/>
          <p14:tracePt t="72553" x="4032250" y="4660900"/>
          <p14:tracePt t="72585" x="4089400" y="4718050"/>
          <p14:tracePt t="72615" x="4140200" y="4768850"/>
          <p14:tracePt t="72653" x="4178300" y="4832350"/>
          <p14:tracePt t="72684" x="4184650" y="4870450"/>
          <p14:tracePt t="72715" x="4159250" y="4895850"/>
          <p14:tracePt t="72738" x="4127500" y="4933950"/>
          <p14:tracePt t="72771" x="3962400" y="5010150"/>
          <p14:tracePt t="72800" x="3867150" y="5048250"/>
          <p14:tracePt t="72848" x="3568700" y="5111750"/>
          <p14:tracePt t="72885" x="3346450" y="5143500"/>
          <p14:tracePt t="72916" x="3238500" y="5143500"/>
          <p14:tracePt t="72937" x="3168650" y="5143500"/>
          <p14:tracePt t="72970" x="3098800" y="5162550"/>
          <p14:tracePt t="73003" x="3060700" y="5162550"/>
          <p14:tracePt t="73101" x="3079750" y="5156200"/>
          <p14:tracePt t="73133" x="3213100" y="5137150"/>
          <p14:tracePt t="73180" x="3498850" y="5080000"/>
          <p14:tracePt t="73202" x="3657600" y="5054600"/>
          <p14:tracePt t="73246" x="4019550" y="5003800"/>
          <p14:tracePt t="73269" x="4178300" y="4984750"/>
          <p14:tracePt t="73302" x="4413250" y="4965700"/>
          <p14:tracePt t="73346" x="4495800" y="4959350"/>
          <p14:tracePt t="73379" x="4546600" y="4959350"/>
          <p14:tracePt t="73402" x="4578350" y="4959350"/>
          <p14:tracePt t="73431" x="4641850" y="4959350"/>
          <p14:tracePt t="73463" x="4730750" y="4959350"/>
          <p14:tracePt t="73495" x="4781550" y="4965700"/>
          <p14:tracePt t="73518" x="4806950" y="4965700"/>
          <p14:tracePt t="73562" x="4826000" y="4978400"/>
          <p14:tracePt t="73612" x="4826000" y="4984750"/>
          <p14:tracePt t="73645" x="4832350" y="4984750"/>
          <p14:tracePt t="73695" x="4838700" y="4991100"/>
          <p14:tracePt t="73717" x="4845050" y="4997450"/>
          <p14:tracePt t="73811" x="4838700" y="4997450"/>
          <p14:tracePt t="73844" x="4832350" y="4997450"/>
          <p14:tracePt t="74708" x="4832350" y="5003800"/>
          <p14:tracePt t="74775" x="4832350" y="5010150"/>
          <p14:tracePt t="74807" x="4832350" y="5016500"/>
          <p14:tracePt t="74874" x="4845050" y="5016500"/>
          <p14:tracePt t="74907" x="4864100" y="5016500"/>
          <p14:tracePt t="74940" x="4870450" y="5010150"/>
          <p14:tracePt t="74974" x="4883150" y="5010150"/>
          <p14:tracePt t="75007" x="4902200" y="5010150"/>
          <p14:tracePt t="75040" x="4908550" y="5010150"/>
          <p14:tracePt t="75075" x="4921250" y="5003800"/>
          <p14:tracePt t="75107" x="4940300" y="4997450"/>
          <p14:tracePt t="75157" x="4946650" y="4997450"/>
          <p14:tracePt t="75190" x="4965700" y="4997450"/>
          <p14:tracePt t="75243" x="4978400" y="4991100"/>
          <p14:tracePt t="75275" x="4991100" y="4991100"/>
          <p14:tracePt t="75327" x="5003800" y="4984750"/>
          <p14:tracePt t="75358" x="5016500" y="4984750"/>
          <p14:tracePt t="75406" x="5035550" y="4984750"/>
          <p14:tracePt t="75459" x="5041900" y="4984750"/>
          <p14:tracePt t="75506" x="5054600" y="4984750"/>
          <p14:tracePt t="75572" x="5067300" y="4984750"/>
          <p14:tracePt t="75621" x="5080000" y="4978400"/>
          <p14:tracePt t="75721" x="5092700" y="4978400"/>
          <p14:tracePt t="75758" x="5099050" y="4972050"/>
          <p14:tracePt t="75805" x="5118100" y="4972050"/>
          <p14:tracePt t="75874" x="5124450" y="4972050"/>
          <p14:tracePt t="77101" x="5060950" y="4864100"/>
          <p14:tracePt t="77133" x="4965700" y="4775200"/>
          <p14:tracePt t="77166" x="4927600" y="4749800"/>
          <p14:tracePt t="77199" x="4914900" y="4737100"/>
          <p14:tracePt t="77232" x="4908550" y="4737100"/>
          <p14:tracePt t="77299" x="4908550" y="4756150"/>
          <p14:tracePt t="77332" x="4914900" y="4762500"/>
          <p14:tracePt t="77366" x="4914900" y="4781550"/>
          <p14:tracePt t="77399" x="4933950" y="4800600"/>
          <p14:tracePt t="77432" x="5003800" y="4857750"/>
          <p14:tracePt t="77450" x="5029200" y="4876800"/>
          <p14:tracePt t="77482" x="5168900" y="4965700"/>
          <p14:tracePt t="77515" x="5295900" y="5022850"/>
          <p14:tracePt t="77549" x="5391150" y="5073650"/>
          <p14:tracePt t="77582" x="5499100" y="5130800"/>
          <p14:tracePt t="77615" x="5556250" y="5175250"/>
          <p14:tracePt t="77633" x="5568950" y="5181600"/>
          <p14:tracePt t="77665" x="5594350" y="5213350"/>
          <p14:tracePt t="77714" x="5600700" y="5219700"/>
          <p14:tracePt t="77781" x="5594350" y="5219700"/>
          <p14:tracePt t="77814" x="5588000" y="5219700"/>
          <p14:tracePt t="78733" x="5562600" y="5219700"/>
          <p14:tracePt t="78767" x="5391150" y="5213350"/>
          <p14:tracePt t="78796" x="5251450" y="5213350"/>
          <p14:tracePt t="78827" x="5168900" y="5213350"/>
          <p14:tracePt t="78865" x="4959350" y="5213350"/>
          <p14:tracePt t="78895" x="4889500" y="5200650"/>
          <p14:tracePt t="78927" x="4768850" y="5175250"/>
          <p14:tracePt t="78964" x="4711700" y="5162550"/>
          <p14:tracePt t="78995" x="4654550" y="5143500"/>
          <p14:tracePt t="79027" x="4584700" y="5124450"/>
          <p14:tracePt t="79049" x="4552950" y="5124450"/>
          <p14:tracePt t="79082" x="4489450" y="5105400"/>
          <p14:tracePt t="79100" x="4419600" y="5080000"/>
          <p14:tracePt t="79128" x="4324350" y="5054600"/>
          <p14:tracePt t="79176" x="4057650" y="4959350"/>
          <p14:tracePt t="79198" x="3962400" y="4927600"/>
          <p14:tracePt t="79228" x="3829050" y="4876800"/>
          <p14:tracePt t="79244" x="3810000" y="4870450"/>
          <p14:tracePt t="79265" x="3765550" y="4857750"/>
          <p14:tracePt t="79298" x="3695700" y="4832350"/>
          <p14:tracePt t="79315" x="3683000" y="4826000"/>
          <p14:tracePt t="79358" x="3657600" y="4813300"/>
          <p14:tracePt t="79413" x="3651250" y="4813300"/>
          <p14:tracePt t="79443" x="3657600" y="4813300"/>
          <p14:tracePt t="79475" x="3670300" y="4819650"/>
          <p14:tracePt t="79498" x="3689350" y="4826000"/>
          <p14:tracePt t="79530" x="3746500" y="4832350"/>
          <p14:tracePt t="79574" x="3962400" y="4876800"/>
          <p14:tracePt t="79597" x="4083050" y="4914900"/>
          <p14:tracePt t="79615" x="4229100" y="4940300"/>
          <p14:tracePt t="79658" x="4508500" y="4984750"/>
          <p14:tracePt t="79691" x="4578350" y="4997450"/>
          <p14:tracePt t="79709" x="4584700" y="4997450"/>
          <p14:tracePt t="79791" x="4559300" y="4991100"/>
          <p14:tracePt t="79813" x="4552950" y="4984750"/>
          <p14:tracePt t="79857" x="4508500" y="4972050"/>
          <p14:tracePt t="79890" x="4419600" y="4959350"/>
          <p14:tracePt t="79923" x="4298950" y="4953000"/>
          <p14:tracePt t="79956" x="4152900" y="4933950"/>
          <p14:tracePt t="79990" x="3867150" y="4895850"/>
          <p14:tracePt t="80023" x="3644900" y="4864100"/>
          <p14:tracePt t="80056" x="3371850" y="4819650"/>
          <p14:tracePt t="80089" x="3238500" y="4787900"/>
          <p14:tracePt t="80123" x="2946400" y="4724400"/>
          <p14:tracePt t="80157" x="2717800" y="4610100"/>
          <p14:tracePt t="80189" x="2406650" y="4451350"/>
          <p14:tracePt t="80207" x="2324100" y="4413250"/>
          <p14:tracePt t="80239" x="1924050" y="4089400"/>
          <p14:tracePt t="80272" x="1733550" y="3790950"/>
          <p14:tracePt t="80305" x="1638300" y="3587750"/>
          <p14:tracePt t="80339" x="1612900" y="3460750"/>
          <p14:tracePt t="80372" x="1606550" y="3435350"/>
          <p14:tracePt t="80405" x="1606550" y="3416300"/>
          <p14:tracePt t="80455" x="1619250" y="3409950"/>
          <p14:tracePt t="80504" x="1625600" y="3416300"/>
          <p14:tracePt t="80538" x="1631950" y="3435350"/>
          <p14:tracePt t="80571" x="1644650" y="3454400"/>
          <p14:tracePt t="80604" x="1651000" y="3460750"/>
          <p14:tracePt t="80638" x="1657350" y="3467100"/>
          <p14:tracePt t="80737" x="1663700" y="3448050"/>
          <p14:tracePt t="80803" x="1663700" y="3441700"/>
          <p14:tracePt t="80837" x="1670050" y="3435350"/>
          <p14:tracePt t="80887" x="1682750" y="3422650"/>
          <p14:tracePt t="80920" x="1720850" y="3403600"/>
          <p14:tracePt t="80953" x="1803400" y="3365500"/>
          <p14:tracePt t="80986" x="2273300" y="3200400"/>
          <p14:tracePt t="81019" x="2927350" y="3003550"/>
          <p14:tracePt t="81053" x="3841750" y="2711450"/>
          <p14:tracePt t="81086" x="4343400" y="2559050"/>
          <p14:tracePt t="81119" x="4629150" y="2463800"/>
          <p14:tracePt t="81139" x="4705350" y="2413000"/>
          <p14:tracePt t="81171" x="4705350" y="2381250"/>
          <p14:tracePt t="81638" x="4705350" y="2387600"/>
          <p14:tracePt t="81669" x="4705350" y="2470150"/>
          <p14:tracePt t="81701" x="4705350" y="2698750"/>
          <p14:tracePt t="81734" x="4699000" y="2978150"/>
          <p14:tracePt t="81771" x="4591050" y="3556000"/>
          <p14:tracePt t="81789" x="4559300" y="3644900"/>
          <p14:tracePt t="81819" x="4445000" y="3975100"/>
          <p14:tracePt t="81854" x="4279900" y="4311650"/>
          <p14:tracePt t="81885" x="4235450" y="4413250"/>
          <p14:tracePt t="81916" x="4210050" y="4451350"/>
          <p14:tracePt t="82282" x="4057650" y="4502150"/>
          <p14:tracePt t="82304" x="3886200" y="4597400"/>
          <p14:tracePt t="82334" x="3606800" y="4724400"/>
          <p14:tracePt t="82381" x="3143250" y="4908550"/>
          <p14:tracePt t="82404" x="3028950" y="4984750"/>
          <p14:tracePt t="82433" x="2901950" y="5054600"/>
          <p14:tracePt t="82464" x="2895600" y="5060950"/>
          <p14:tracePt t="82487" x="2889250" y="5073650"/>
          <p14:tracePt t="82536" x="2889250" y="5080000"/>
          <p14:tracePt t="82614" x="2914650" y="5067300"/>
          <p14:tracePt t="82637" x="3086100" y="5041900"/>
          <p14:tracePt t="82647" x="3181350" y="5029200"/>
          <p14:tracePt t="82681" x="3587750" y="5010150"/>
          <p14:tracePt t="82703" x="3962400" y="4997450"/>
          <p14:tracePt t="82736" x="4756150" y="5010150"/>
          <p14:tracePt t="82780" x="5187950" y="5035550"/>
          <p14:tracePt t="82813" x="5334000" y="5048250"/>
          <p14:tracePt t="82836" x="5378450" y="5048250"/>
          <p14:tracePt t="82879" x="5384800" y="5048250"/>
          <p14:tracePt t="82913" x="5391150" y="5054600"/>
          <p14:tracePt t="82979" x="5397500" y="5054600"/>
          <p14:tracePt t="83062" x="5378450" y="5054600"/>
          <p14:tracePt t="83096" x="5340350" y="5054600"/>
          <p14:tracePt t="83129" x="5111750" y="5054600"/>
          <p14:tracePt t="83162" x="4756150" y="5041900"/>
          <p14:tracePt t="83195" x="4298950" y="5029200"/>
          <p14:tracePt t="83229" x="3536950" y="4965700"/>
          <p14:tracePt t="83262" x="3086100" y="4921250"/>
          <p14:tracePt t="83295" x="2800350" y="4921250"/>
          <p14:tracePt t="83328" x="2628900" y="4933950"/>
          <p14:tracePt t="83361" x="2597150" y="4940300"/>
          <p14:tracePt t="83395" x="2597150" y="4946650"/>
          <p14:tracePt t="83511" x="2622550" y="4946650"/>
          <p14:tracePt t="83544" x="2692400" y="4927600"/>
          <p14:tracePt t="83578" x="3124200" y="4921250"/>
          <p14:tracePt t="83611" x="3600450" y="4921250"/>
          <p14:tracePt t="83644" x="3968750" y="4953000"/>
          <p14:tracePt t="83677" x="4165600" y="4972050"/>
          <p14:tracePt t="83697" x="4184650" y="4972050"/>
          <p14:tracePt t="83760" x="4159250" y="4965700"/>
          <p14:tracePt t="83793" x="4114800" y="4959350"/>
          <p14:tracePt t="83826" x="4025900" y="4933950"/>
          <p14:tracePt t="83860" x="3822700" y="4902200"/>
          <p14:tracePt t="83893" x="3676650" y="4876800"/>
          <p14:tracePt t="83926" x="3600450" y="4857750"/>
          <p14:tracePt t="83959" x="3600450" y="4845050"/>
          <p14:tracePt t="83993" x="3695700" y="4819650"/>
          <p14:tracePt t="84026" x="3956050" y="4756150"/>
          <p14:tracePt t="84059" x="4279900" y="4660900"/>
          <p14:tracePt t="84092" x="4527550" y="4552950"/>
          <p14:tracePt t="84125" x="4572000" y="4502150"/>
          <p14:tracePt t="84159" x="4572000" y="4457700"/>
          <p14:tracePt t="84192" x="4572000" y="4381500"/>
          <p14:tracePt t="84211" x="4578350" y="4349750"/>
          <p14:tracePt t="84242" x="4597400" y="4292600"/>
          <p14:tracePt t="84275" x="4610100" y="4260850"/>
          <p14:tracePt t="84308" x="4616450" y="4260850"/>
          <p14:tracePt t="84362" x="4603750" y="4267200"/>
          <p14:tracePt t="84393" x="4584700" y="4298950"/>
          <p14:tracePt t="84424" x="4502150" y="4387850"/>
          <p14:tracePt t="84462" x="4241800" y="4572000"/>
          <p14:tracePt t="84493" x="4076700" y="4679950"/>
          <p14:tracePt t="84524" x="3975100" y="4724400"/>
          <p14:tracePt t="84561" x="3949700" y="4737100"/>
          <p14:tracePt t="84607" x="3994150" y="4711700"/>
          <p14:tracePt t="84641" x="4114800" y="4660900"/>
          <p14:tracePt t="84659" x="4311650" y="4603750"/>
          <p14:tracePt t="84690" x="4457700" y="4565650"/>
          <p14:tracePt t="84710" x="4616450" y="4527550"/>
          <p14:tracePt t="84742" x="4806950" y="4508500"/>
          <p14:tracePt t="84762" x="4826000" y="4508500"/>
          <p14:tracePt t="84792" x="4851400" y="4508500"/>
          <p14:tracePt t="84840" x="4851400" y="4502150"/>
          <p14:tracePt t="84877" x="4838700" y="4502150"/>
          <p14:tracePt t="84908" x="4832350" y="4502150"/>
          <p14:tracePt t="84940" x="4813300" y="4502150"/>
          <p14:tracePt t="85023" x="4813300" y="4514850"/>
          <p14:tracePt t="85077" x="4813300" y="4521200"/>
          <p14:tracePt t="85122" x="4813300" y="4533900"/>
          <p14:tracePt t="85172" x="4806950" y="4597400"/>
          <p14:tracePt t="85209" x="4806950" y="4686300"/>
          <p14:tracePt t="85225" x="4806950" y="4730750"/>
          <p14:tracePt t="85261" x="4838700" y="4819650"/>
          <p14:tracePt t="85278" x="4870450" y="4832350"/>
          <p14:tracePt t="85307" x="5016500" y="4838700"/>
          <p14:tracePt t="85338" x="5213350" y="4851400"/>
          <p14:tracePt t="85361" x="5391150" y="4870450"/>
          <p14:tracePt t="85393" x="5511800" y="4876800"/>
          <p14:tracePt t="85423" x="5626100" y="4883150"/>
          <p14:tracePt t="85471" x="5676900" y="4889500"/>
          <p14:tracePt t="85494" x="5702300" y="4895850"/>
          <p14:tracePt t="85527" x="5721350" y="4902200"/>
          <p14:tracePt t="85555" x="5746750" y="4914900"/>
          <p14:tracePt t="85576" x="5784850" y="4921250"/>
          <p14:tracePt t="85609" x="5848350" y="4933950"/>
          <p14:tracePt t="85639" x="5949950" y="4959350"/>
          <p14:tracePt t="85687" x="6127750" y="4991100"/>
          <p14:tracePt t="85724" x="6223000" y="5003800"/>
          <p14:tracePt t="85770" x="6280150" y="5016500"/>
          <p14:tracePt t="85803" x="6299200" y="5016500"/>
          <p14:tracePt t="85840" x="6305550" y="5016500"/>
          <p14:tracePt t="88929" x="6229350" y="5048250"/>
          <p14:tracePt t="88961" x="5956300" y="5175250"/>
          <p14:tracePt t="89009" x="5454650" y="5397500"/>
          <p14:tracePt t="89046" x="5118100" y="5524500"/>
          <p14:tracePt t="89081" x="4838700" y="5607050"/>
          <p14:tracePt t="89114" x="4699000" y="5619750"/>
          <p14:tracePt t="89144" x="4654550" y="5619750"/>
          <p14:tracePt t="89191" x="4629150" y="5619750"/>
          <p14:tracePt t="89324" x="4629150" y="5613400"/>
          <p14:tracePt t="89374" x="4629150" y="5600700"/>
          <p14:tracePt t="89507" x="4629150" y="5594350"/>
          <p14:tracePt t="89574" x="4648200" y="5594350"/>
          <p14:tracePt t="89607" x="4686300" y="5600700"/>
          <p14:tracePt t="89640" x="4864100" y="5626100"/>
          <p14:tracePt t="89658" x="4927600" y="5632450"/>
          <p14:tracePt t="89689" x="5187950" y="5664200"/>
          <p14:tracePt t="89723" x="5295900" y="5676900"/>
          <p14:tracePt t="89745" x="5384800" y="5695950"/>
          <p14:tracePt t="89774" x="5422900" y="5708650"/>
          <p14:tracePt t="89807" x="5441950" y="5708650"/>
          <p14:tracePt t="109276" x="5372100" y="5778500"/>
          <p14:tracePt t="109307" x="5289550" y="5848350"/>
          <p14:tracePt t="109327" x="5226050" y="5899150"/>
          <p14:tracePt t="109361" x="5022850" y="5975350"/>
          <p14:tracePt t="109404" x="4781550" y="6045200"/>
          <p14:tracePt t="109427" x="4635500" y="6064250"/>
          <p14:tracePt t="109460" x="4260850" y="6070600"/>
          <p14:tracePt t="109504" x="3797300" y="6051550"/>
          <p14:tracePt t="109524" x="3543300" y="6019800"/>
          <p14:tracePt t="109543" x="3257550" y="6007100"/>
          <p14:tracePt t="109576" x="3219450" y="6000750"/>
          <p14:tracePt t="110003" x="3251200" y="6007100"/>
          <p14:tracePt t="110022" x="3289300" y="6032500"/>
          <p14:tracePt t="110054" x="3416300" y="6070600"/>
          <p14:tracePt t="110075" x="3530600" y="6096000"/>
          <p14:tracePt t="110119" x="3797300" y="6140450"/>
          <p14:tracePt t="110152" x="4006850" y="6140450"/>
          <p14:tracePt t="110185" x="4165600" y="6153150"/>
          <p14:tracePt t="110219" x="4337050" y="6172200"/>
          <p14:tracePt t="110252" x="4527550" y="6184900"/>
          <p14:tracePt t="110285" x="4673600" y="6191250"/>
          <p14:tracePt t="110318" x="4781550" y="6203950"/>
          <p14:tracePt t="110351" x="4864100" y="6229350"/>
          <p14:tracePt t="110385" x="4984750" y="6267450"/>
          <p14:tracePt t="110418" x="5073650" y="6286500"/>
          <p14:tracePt t="110451" x="5124450" y="6299200"/>
          <p14:tracePt t="110484" x="5175250" y="6305550"/>
          <p14:tracePt t="110518" x="5194300" y="6311900"/>
          <p14:tracePt t="110567" x="5207000" y="6311900"/>
          <p14:tracePt t="110982" x="5295900" y="6311900"/>
          <p14:tracePt t="111016" x="5568950" y="6324600"/>
          <p14:tracePt t="111035" x="5746750" y="6330950"/>
          <p14:tracePt t="111067" x="5969000" y="6381750"/>
          <p14:tracePt t="111099" x="6096000" y="6413500"/>
          <p14:tracePt t="111132" x="6172200" y="6432550"/>
          <p14:tracePt t="111165" x="6178550" y="6438900"/>
          <p14:tracePt t="111215" x="6184900" y="6445250"/>
          <p14:tracePt t="111265" x="6172200" y="6438900"/>
          <p14:tracePt t="111298" x="6159500" y="6432550"/>
          <p14:tracePt t="111332" x="6153150" y="6419850"/>
          <p14:tracePt t="111847" x="6019800" y="6432550"/>
          <p14:tracePt t="111880" x="5829300" y="6457950"/>
          <p14:tracePt t="111916" x="5518150" y="6483350"/>
          <p14:tracePt t="111948" x="5264150" y="6483350"/>
          <p14:tracePt t="111979" x="4991100" y="6470650"/>
          <p14:tracePt t="112016" x="4660900" y="6432550"/>
          <p14:tracePt t="112048" x="4489450" y="6413500"/>
          <p14:tracePt t="112064" x="4438650" y="6413500"/>
          <p14:tracePt t="112101" x="4419600" y="6419850"/>
          <p14:tracePt t="112130" x="4413250" y="6419850"/>
          <p14:tracePt t="112162" x="4394200" y="641350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spc="-94" dirty="0" smtClean="0">
                <a:solidFill>
                  <a:srgbClr val="CCEC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867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5028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7192"/>
    </mc:Choice>
    <mc:Fallback>
      <p:transition advTm="71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36" x="4775200" y="6394450"/>
          <p14:tracePt t="4142" x="4889500" y="6388100"/>
          <p14:tracePt t="4186" x="5530850" y="6292850"/>
          <p14:tracePt t="4218" x="5835650" y="6235700"/>
          <p14:tracePt t="4234" x="5994400" y="6210300"/>
          <p14:tracePt t="4242" x="6057900" y="6197600"/>
          <p14:tracePt t="4285" x="6286500" y="6140450"/>
          <p14:tracePt t="4292" x="6305550" y="6134100"/>
          <p14:tracePt t="4334" x="6394450" y="6115050"/>
          <p14:tracePt t="4351" x="6432550" y="6102350"/>
          <p14:tracePt t="4358" x="6451600" y="6096000"/>
          <p14:tracePt t="4401" x="6553200" y="6076950"/>
          <p14:tracePt t="4408" x="6578600" y="6070600"/>
          <p14:tracePt t="4451" x="6629400" y="6064250"/>
          <p14:tracePt t="4458" x="6648450" y="6057900"/>
          <p14:tracePt t="4501" x="6718300" y="6057900"/>
          <p14:tracePt t="4508" x="6731000" y="6057900"/>
          <p14:tracePt t="4551" x="6826250" y="6076950"/>
          <p14:tracePt t="4584" x="6896100" y="6083300"/>
          <p14:tracePt t="4591" x="6934200" y="6089650"/>
          <p14:tracePt t="4638" x="7061200" y="6102350"/>
          <p14:tracePt t="4666" x="7131050" y="6115050"/>
          <p14:tracePt t="4673" x="7143750" y="6121400"/>
          <p14:tracePt t="4716" x="7232650" y="6134100"/>
          <p14:tracePt t="4733" x="7258050" y="6140450"/>
          <p14:tracePt t="4749" x="7277100" y="6140450"/>
          <p14:tracePt t="4766" x="7289800" y="6153150"/>
          <p14:tracePt t="4799" x="7302500" y="6165850"/>
          <p14:tracePt t="4807" x="7308850" y="6165850"/>
          <p14:tracePt t="4838" x="7321550" y="6165850"/>
          <p14:tracePt t="4936" x="7321550" y="6172200"/>
          <p14:tracePt t="5000" x="7321550" y="6184900"/>
          <p14:tracePt t="6576" x="7289800" y="6261100"/>
          <p14:tracePt t="6581" x="7277100" y="6273800"/>
          <p14:tracePt t="6626" x="7207250" y="6375400"/>
          <p14:tracePt t="6634" x="7194550" y="6388100"/>
          <p14:tracePt t="6677" x="7124700" y="6457950"/>
          <p14:tracePt t="6709" x="7105650" y="6483350"/>
          <p14:tracePt t="6742" x="7092950" y="6489700"/>
          <p14:tracePt t="6776" x="7086600" y="6508750"/>
          <p14:tracePt t="6809" x="7073900" y="6540500"/>
          <p14:tracePt t="6859" x="7073900" y="6565900"/>
          <p14:tracePt t="6892" x="7073900" y="6610350"/>
          <p14:tracePt t="6899" x="7080250" y="6616700"/>
          <p14:tracePt t="6925" x="7086600" y="6648450"/>
          <p14:tracePt t="6942" x="7092950" y="6661150"/>
          <p14:tracePt t="6975" x="7099300" y="6680200"/>
          <p14:tracePt t="7025" x="7105650" y="6699250"/>
          <p14:tracePt t="7059" x="7118350" y="6705600"/>
          <p14:tracePt t="7125" x="7131050" y="6711950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2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2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spc="-94" dirty="0" smtClean="0">
                <a:solidFill>
                  <a:srgbClr val="CCEC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838200" y="5181600"/>
            <a:ext cx="8001000" cy="381000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28600" y="5486400"/>
            <a:ext cx="8763000" cy="685800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813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  <p:extLst>
    <p:ext uri="{3A86A75C-4F4B-4683-9AE1-C65F6400EC91}">
      <p14:laserTraceLst xmlns:p14="http://schemas.microsoft.com/office/powerpoint/2010/main">
        <p14:tracePtLst>
          <p14:tracePt t="46" x="7137400" y="6711950"/>
          <p14:tracePt t="429" x="7143750" y="6711950"/>
          <p14:tracePt t="462" x="7150100" y="6711950"/>
          <p14:tracePt t="495" x="7169150" y="6705600"/>
          <p14:tracePt t="528" x="7175500" y="6705600"/>
          <p14:tracePt t="562" x="7194550" y="6705600"/>
          <p14:tracePt t="580" x="7207250" y="6705600"/>
          <p14:tracePt t="611" x="7264400" y="6692900"/>
          <p14:tracePt t="645" x="7346950" y="6686550"/>
          <p14:tracePt t="678" x="7486650" y="6654800"/>
          <p14:tracePt t="711" x="7632700" y="6623050"/>
          <p14:tracePt t="744" x="7727950" y="6623050"/>
          <p14:tracePt t="763" x="7759700" y="6623050"/>
          <p14:tracePt t="795" x="7874000" y="6623050"/>
          <p14:tracePt t="827" x="7924800" y="6623050"/>
          <p14:tracePt t="847" x="7956550" y="6623050"/>
          <p14:tracePt t="879" x="7994650" y="6623050"/>
          <p14:tracePt t="910" x="8039100" y="6623050"/>
          <p14:tracePt t="944" x="8140700" y="6616700"/>
          <p14:tracePt t="977" x="8223250" y="6616700"/>
          <p14:tracePt t="1011" x="8286750" y="6616700"/>
          <p14:tracePt t="1029" x="8337550" y="6629400"/>
          <p14:tracePt t="1060" x="8394700" y="6635750"/>
          <p14:tracePt t="1094" x="8439150" y="6642100"/>
          <p14:tracePt t="1126" x="8509000" y="6648450"/>
          <p14:tracePt t="1160" x="8578850" y="6648450"/>
          <p14:tracePt t="1193" x="8636000" y="6648450"/>
          <p14:tracePt t="1226" x="8674100" y="6648450"/>
          <p14:tracePt t="1259" x="8718550" y="6648450"/>
          <p14:tracePt t="1297" x="8750300" y="6648450"/>
          <p14:tracePt t="1343" x="8769350" y="6648450"/>
          <p14:tracePt t="1376" x="8782050" y="6648450"/>
          <p14:tracePt t="1409" x="8794750" y="6648450"/>
          <p14:tracePt t="1442" x="8801100" y="6648450"/>
          <p14:tracePt t="1475" x="8813800" y="6648450"/>
          <p14:tracePt t="1509" x="8820150" y="6648450"/>
          <p14:tracePt t="1542" x="8832850" y="6648450"/>
          <p14:tracePt t="1575" x="8851900" y="6648450"/>
          <p14:tracePt t="1608" x="8858250" y="6648450"/>
          <p14:tracePt t="1642" x="8870950" y="6648450"/>
          <p14:tracePt t="1678" x="8883650" y="6648450"/>
          <p14:tracePt t="1709" x="8890000" y="6648450"/>
          <p14:tracePt t="1741" x="8896350" y="6654800"/>
          <p14:tracePt t="1774" x="8902700" y="6654800"/>
          <p14:tracePt t="1811" x="8915400" y="6654800"/>
          <p14:tracePt t="1844" x="8921750" y="6654800"/>
          <p14:tracePt t="1875" x="8934450" y="6654800"/>
          <p14:tracePt t="1911" x="8947150" y="6654800"/>
          <p14:tracePt t="1942" x="8959850" y="6654800"/>
          <p14:tracePt t="1973" x="8972550" y="6654800"/>
          <p14:tracePt t="2027" x="8985250" y="6654800"/>
          <p14:tracePt t="2058" x="8997950" y="6654800"/>
          <p14:tracePt t="2079" x="9004300" y="6648450"/>
          <p14:tracePt t="2112" x="9010650" y="6648450"/>
          <p14:tracePt t="2142" x="9029700" y="6642100"/>
          <p14:tracePt t="2173" x="9042400" y="6642100"/>
        </p14:tracePtLst>
      </p14:laserTrace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5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4431"/>
    </mc:Choice>
    <mc:Fallback>
      <p:transition advTm="24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67" x="8801100" y="6642100"/>
          <p14:tracePt t="1213" x="8483600" y="6597650"/>
          <p14:tracePt t="1244" x="8388350" y="6578600"/>
          <p14:tracePt t="1261" x="8343900" y="6572250"/>
          <p14:tracePt t="1296" x="8299450" y="6572250"/>
          <p14:tracePt t="1327" x="8267700" y="6546850"/>
          <p14:tracePt t="1332" x="8261350" y="6534150"/>
          <p14:tracePt t="1382" x="8216900" y="6489700"/>
          <p14:tracePt t="1429" x="8210550" y="6464300"/>
          <p14:tracePt t="1460" x="8210550" y="6451600"/>
          <p14:tracePt t="1511" x="8242300" y="6419850"/>
          <p14:tracePt t="1560" x="8293100" y="6400800"/>
          <p14:tracePt t="1593" x="8312150" y="6381750"/>
          <p14:tracePt t="1676" x="8305800" y="6375400"/>
          <p14:tracePt t="1683" x="8299450" y="6375400"/>
          <p14:tracePt t="1745" x="8248650" y="6381750"/>
          <p14:tracePt t="1776" x="8191500" y="6388100"/>
          <p14:tracePt t="1783" x="8159750" y="6388100"/>
          <p14:tracePt t="1827" x="8064500" y="6400800"/>
          <p14:tracePt t="1876" x="7937500" y="6400800"/>
          <p14:tracePt t="1883" x="7905750" y="6400800"/>
          <p14:tracePt t="1926" x="7848600" y="6400800"/>
          <p14:tracePt t="1959" x="7816850" y="6400800"/>
          <p14:tracePt t="2009" x="7804150" y="6394450"/>
          <p14:tracePt t="2075" x="7829550" y="6394450"/>
          <p14:tracePt t="2082" x="7842250" y="6394450"/>
          <p14:tracePt t="2125" x="7956550" y="6388100"/>
          <p14:tracePt t="2158" x="8178800" y="6369050"/>
          <p14:tracePt t="2191" x="8445500" y="6362700"/>
          <p14:tracePt t="2199" x="8591550" y="6350000"/>
          <p14:tracePt t="2243" x="8743950" y="6343650"/>
          <p14:tracePt t="2274" x="8769350" y="6337300"/>
          <p14:tracePt t="2375" x="8775700" y="6337300"/>
          <p14:tracePt t="2490" x="8788400" y="6337300"/>
          <p14:tracePt t="2523" x="8813800" y="6337300"/>
          <p14:tracePt t="2573" x="8864600" y="6324600"/>
          <p14:tracePt t="2590" x="8890000" y="6324600"/>
          <p14:tracePt t="2597" x="8909050" y="6324600"/>
          <p14:tracePt t="2640" x="8991600" y="6305550"/>
          <p14:tracePt t="2647" x="9017000" y="6299200"/>
          <p14:tracePt t="2673" x="9048750" y="6299200"/>
          <p14:tracePt t="2706" x="9080500" y="6299200"/>
          <p14:tracePt t="2714" x="9086850" y="6299200"/>
          <p14:tracePt t="2756" x="9099550" y="6292850"/>
          <p14:tracePt t="2823" x="9105900" y="6292850"/>
          <p14:tracePt t="2923" x="9118600" y="6292850"/>
          <p14:tracePt t="3006" x="9131300" y="6292850"/>
          <p14:tracePt t="3038" x="9137650" y="6292850"/>
          <p14:tracePt t="3337" x="9124950" y="6292850"/>
          <p14:tracePt t="3408" x="9118600" y="6292850"/>
          <p14:tracePt t="3471" x="9112250" y="6292850"/>
          <p14:tracePt t="3658" x="9105900" y="6311900"/>
          <p14:tracePt t="3702" x="9099550" y="6318250"/>
        </p14:tracePtLst>
      </p14:laserTrace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End of class!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Try out the examples.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Remember there is a Homework due this week.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“See</a:t>
            </a:r>
            <a:r>
              <a:rPr lang="en-US" dirty="0"/>
              <a:t>”</a:t>
            </a:r>
            <a:r>
              <a:rPr lang="en-US" dirty="0" smtClean="0"/>
              <a:t> you next week!</a:t>
            </a:r>
            <a:endParaRPr lang="en-US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59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953"/>
    </mc:Choice>
    <mc:Fallback>
      <p:transition spd="slow" advTm="112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19" x="1257300" y="1104900"/>
          <p14:tracePt t="1326" x="1327150" y="1136650"/>
          <p14:tracePt t="1338" x="1384300" y="1155700"/>
          <p14:tracePt t="1355" x="1619250" y="1231900"/>
          <p14:tracePt t="1371" x="1803400" y="1282700"/>
          <p14:tracePt t="1389" x="2000250" y="1327150"/>
          <p14:tracePt t="1405" x="2292350" y="1365250"/>
          <p14:tracePt t="1422" x="2476500" y="1390650"/>
          <p14:tracePt t="1439" x="2927350" y="1416050"/>
          <p14:tracePt t="1455" x="3289300" y="1454150"/>
          <p14:tracePt t="1471" x="3511550" y="1498600"/>
          <p14:tracePt t="1488" x="3822700" y="1498600"/>
          <p14:tracePt t="1505" x="4076700" y="1492250"/>
          <p14:tracePt t="1521" x="4235450" y="1498600"/>
          <p14:tracePt t="1538" x="4521200" y="1479550"/>
          <p14:tracePt t="1554" x="4711700" y="1454150"/>
          <p14:tracePt t="1572" x="4813300" y="1454150"/>
          <p14:tracePt t="1587" x="4991100" y="1454150"/>
          <p14:tracePt t="1604" x="5054600" y="1454150"/>
          <p14:tracePt t="1621" x="5200650" y="1460500"/>
          <p14:tracePt t="1637" x="5232400" y="1460500"/>
          <p14:tracePt t="1654" x="5257800" y="1460500"/>
          <p14:tracePt t="1671" x="5314950" y="1460500"/>
          <p14:tracePt t="1687" x="5359400" y="1466850"/>
          <p14:tracePt t="1704" x="5384800" y="1466850"/>
          <p14:tracePt t="1707" x="5416550" y="1485900"/>
          <p14:tracePt t="1721" x="5461000" y="1504950"/>
          <p14:tracePt t="1737" x="5499100" y="1517650"/>
          <p14:tracePt t="1755" x="5556250" y="1524000"/>
          <p14:tracePt t="1770" x="5581650" y="1530350"/>
          <p14:tracePt t="1787" x="5619750" y="1536700"/>
          <p14:tracePt t="1804" x="5670550" y="1536700"/>
          <p14:tracePt t="1820" x="5689600" y="1536700"/>
          <p14:tracePt t="1837" x="5727700" y="1536700"/>
          <p14:tracePt t="1854" x="5772150" y="1536700"/>
          <p14:tracePt t="1870" x="5791200" y="1536700"/>
          <p14:tracePt t="1887" x="5810250" y="1530350"/>
          <p14:tracePt t="1903" x="5867400" y="1517650"/>
          <p14:tracePt t="1920" x="5880100" y="1511300"/>
          <p14:tracePt t="1937" x="5892800" y="1504950"/>
          <p14:tracePt t="1953" x="5892800" y="1498600"/>
          <p14:tracePt t="1970" x="5905500" y="1498600"/>
          <p14:tracePt t="1987" x="5924550" y="1498600"/>
          <p14:tracePt t="2003" x="5930900" y="1498600"/>
          <p14:tracePt t="2020" x="5956300" y="1504950"/>
          <p14:tracePt t="2036" x="5994400" y="1511300"/>
          <p14:tracePt t="2053" x="6070600" y="1511300"/>
          <p14:tracePt t="2069" x="6121400" y="1511300"/>
          <p14:tracePt t="99678" x="6178550" y="1549400"/>
          <p14:tracePt t="99685" x="6248400" y="1600200"/>
          <p14:tracePt t="99699" x="6324600" y="1657350"/>
          <p14:tracePt t="99716" x="6559550" y="1854200"/>
          <p14:tracePt t="99732" x="6699250" y="1974850"/>
          <p14:tracePt t="99749" x="6877050" y="2133600"/>
          <p14:tracePt t="99766" x="7010400" y="2279650"/>
          <p14:tracePt t="99785" x="7169150" y="2489200"/>
          <p14:tracePt t="99799" x="7239000" y="2565400"/>
          <p14:tracePt t="99815" x="7302500" y="2635250"/>
          <p14:tracePt t="99833" x="7410450" y="2736850"/>
          <p14:tracePt t="99849" x="7448550" y="2781300"/>
          <p14:tracePt t="99865" x="7493000" y="2838450"/>
          <p14:tracePt t="99883" x="7531100" y="2971800"/>
          <p14:tracePt t="99898" x="7556500" y="3048000"/>
          <p14:tracePt t="99915" x="7562850" y="3079750"/>
          <p14:tracePt t="99918" x="7562850" y="3092450"/>
          <p14:tracePt t="99932" x="7569200" y="3111500"/>
          <p14:tracePt t="99949" x="7569200" y="3124200"/>
          <p14:tracePt t="99966" x="7569200" y="3136900"/>
          <p14:tracePt t="99982" x="7569200" y="3143250"/>
          <p14:tracePt t="99998" x="7556500" y="3149600"/>
          <p14:tracePt t="100015" x="7531100" y="3162300"/>
          <p14:tracePt t="100031" x="7499350" y="3168650"/>
          <p14:tracePt t="100048" x="7448550" y="3168650"/>
          <p14:tracePt t="100065" x="7340600" y="3168650"/>
          <p14:tracePt t="100081" x="7232650" y="3181350"/>
          <p14:tracePt t="100100" x="7023100" y="3225800"/>
          <p14:tracePt t="100114" x="6743700" y="3295650"/>
          <p14:tracePt t="100131" x="6502400" y="3359150"/>
          <p14:tracePt t="100148" x="6242050" y="3435350"/>
          <p14:tracePt t="100165" x="5905500" y="3530600"/>
          <p14:tracePt t="100181" x="5746750" y="3587750"/>
          <p14:tracePt t="100198" x="5594350" y="3638550"/>
          <p14:tracePt t="100200" x="5543550" y="3644900"/>
          <p14:tracePt t="100214" x="5448300" y="3663950"/>
          <p14:tracePt t="100231" x="5391150" y="3689350"/>
          <p14:tracePt t="100248" x="5314950" y="3708400"/>
          <p14:tracePt t="100264" x="5283200" y="3708400"/>
          <p14:tracePt t="100281" x="5276850" y="3708400"/>
          <p14:tracePt t="100300" x="5257800" y="3708400"/>
          <p14:tracePt t="100315" x="5238750" y="3708400"/>
          <p14:tracePt t="100331" x="5232400" y="3708400"/>
          <p14:tracePt t="100348" x="5232400" y="3714750"/>
          <p14:tracePt t="100368" x="5232400" y="3721100"/>
          <p14:tracePt t="100400" x="5238750" y="3721100"/>
          <p14:tracePt t="100408" x="5245100" y="3721100"/>
          <p14:tracePt t="100423" x="5245100" y="3714750"/>
          <p14:tracePt t="100432" x="5257800" y="3708400"/>
          <p14:tracePt t="100447" x="5264150" y="3702050"/>
          <p14:tracePt t="100466" x="5302250" y="3702050"/>
          <p14:tracePt t="100481" x="5340350" y="3708400"/>
          <p14:tracePt t="100497" x="5410200" y="3708400"/>
          <p14:tracePt t="100514" x="5549900" y="3708400"/>
          <p14:tracePt t="100530" x="5676900" y="3708400"/>
          <p14:tracePt t="100547" x="5848350" y="3695700"/>
          <p14:tracePt t="100563" x="6064250" y="3676650"/>
          <p14:tracePt t="100579" x="6210300" y="3670300"/>
          <p14:tracePt t="100598" x="6451600" y="3657600"/>
          <p14:tracePt t="100613" x="6553200" y="3657600"/>
          <p14:tracePt t="100629" x="6699250" y="3670300"/>
          <p14:tracePt t="100646" x="6756400" y="3676650"/>
          <p14:tracePt t="100663" x="6794500" y="3676650"/>
          <p14:tracePt t="100679" x="6800850" y="3683000"/>
          <p14:tracePt t="100712" x="6807200" y="3689350"/>
          <p14:tracePt t="100730" x="6807200" y="3695700"/>
          <p14:tracePt t="100772" x="6807200" y="3689350"/>
          <p14:tracePt t="100786" x="6800850" y="3689350"/>
          <p14:tracePt t="100793" x="6788150" y="3689350"/>
          <p14:tracePt t="100800" x="6781800" y="3683000"/>
          <p14:tracePt t="100812" x="6769100" y="3676650"/>
          <p14:tracePt t="100829" x="6750050" y="3663950"/>
          <p14:tracePt t="100846" x="6737350" y="3657600"/>
          <p14:tracePt t="100862" x="6718300" y="3651250"/>
          <p14:tracePt t="100879" x="6699250" y="3638550"/>
          <p14:tracePt t="100895" x="6680200" y="3625850"/>
          <p14:tracePt t="100912" x="6623050" y="3613150"/>
          <p14:tracePt t="100929" x="6572250" y="3594100"/>
          <p14:tracePt t="100945" x="6508750" y="3575050"/>
          <p14:tracePt t="100948" x="6451600" y="3556000"/>
          <p14:tracePt t="100963" x="6356350" y="3530600"/>
          <p14:tracePt t="100978" x="6229350" y="3530600"/>
          <p14:tracePt t="100995" x="6076950" y="3530600"/>
          <p14:tracePt t="101013" x="5708650" y="3536950"/>
          <p14:tracePt t="101029" x="5480050" y="3536950"/>
          <p14:tracePt t="101046" x="5226050" y="3536950"/>
          <p14:tracePt t="101061" x="4889500" y="3530600"/>
          <p14:tracePt t="101078" x="4654550" y="3511550"/>
          <p14:tracePt t="101096" x="4387850" y="3492500"/>
          <p14:tracePt t="101111" x="4248150" y="3479800"/>
          <p14:tracePt t="101128" x="4146550" y="3479800"/>
          <p14:tracePt t="101144" x="4064000" y="3467100"/>
          <p14:tracePt t="101161" x="4025900" y="3467100"/>
          <p14:tracePt t="101178" x="4006850" y="3467100"/>
          <p14:tracePt t="101194" x="4000500" y="3460750"/>
          <p14:tracePt t="101229" x="4006850" y="3460750"/>
          <p14:tracePt t="101234" x="4013200" y="3460750"/>
          <p14:tracePt t="101244" x="4019550" y="3467100"/>
          <p14:tracePt t="101260" x="4032250" y="3473450"/>
          <p14:tracePt t="101278" x="4038600" y="3473450"/>
          <p14:tracePt t="101879" x="4038600" y="3479800"/>
          <p14:tracePt t="101886" x="4038600" y="3486150"/>
          <p14:tracePt t="101894" x="4025900" y="3492500"/>
          <p14:tracePt t="101908" x="4000500" y="3505200"/>
          <p14:tracePt t="101925" x="3956050" y="3536950"/>
          <p14:tracePt t="101942" x="3886200" y="3594100"/>
          <p14:tracePt t="101958" x="3816350" y="3644900"/>
          <p14:tracePt t="101975" x="3752850" y="3702050"/>
          <p14:tracePt t="101992" x="3638550" y="3797300"/>
          <p14:tracePt t="102008" x="3581400" y="3854450"/>
          <p14:tracePt t="102024" x="3511550" y="3905250"/>
          <p14:tracePt t="102041" x="3422650" y="3975100"/>
          <p14:tracePt t="102057" x="3378200" y="4019550"/>
          <p14:tracePt t="102073" x="3333750" y="4064000"/>
          <p14:tracePt t="102091" x="3289300" y="4133850"/>
          <p14:tracePt t="102107" x="3251200" y="4165600"/>
          <p14:tracePt t="102123" x="3225800" y="4191000"/>
          <p14:tracePt t="102141" x="3200400" y="4222750"/>
          <p14:tracePt t="102157" x="3187700" y="4235450"/>
          <p14:tracePt t="102174" x="3162300" y="4248150"/>
          <p14:tracePt t="102190" x="3149600" y="4260850"/>
          <p14:tracePt t="102206" x="3143250" y="4273550"/>
          <p14:tracePt t="102223" x="3124200" y="4286250"/>
          <p14:tracePt t="102239" x="3117850" y="4292600"/>
          <p14:tracePt t="102256" x="3105150" y="4305300"/>
          <p14:tracePt t="102273" x="3098800" y="4311650"/>
          <p14:tracePt t="102290" x="3086100" y="4318000"/>
          <p14:tracePt t="102328" x="3086100" y="4324350"/>
          <p14:tracePt t="102384" x="3086100" y="4330700"/>
          <p14:tracePt t="102433" x="3086100" y="4337050"/>
          <p14:tracePt t="102447" x="3086100" y="4343400"/>
          <p14:tracePt t="102454" x="3092450" y="4349750"/>
          <p14:tracePt t="102468" x="3092450" y="4356100"/>
          <p14:tracePt t="102476" x="3098800" y="4362450"/>
          <p14:tracePt t="102490" x="3111500" y="4368800"/>
          <p14:tracePt t="102506" x="3117850" y="4387850"/>
          <p14:tracePt t="102523" x="3149600" y="4406900"/>
          <p14:tracePt t="102539" x="3187700" y="4432300"/>
          <p14:tracePt t="102556" x="3213100" y="4445000"/>
          <p14:tracePt t="102573" x="3251200" y="4470400"/>
          <p14:tracePt t="102589" x="3282950" y="4476750"/>
          <p14:tracePt t="102606" x="3302000" y="4476750"/>
          <p14:tracePt t="102622" x="3321050" y="4476750"/>
          <p14:tracePt t="102639" x="3333750" y="4476750"/>
          <p14:tracePt t="102655" x="3340100" y="4476750"/>
          <p14:tracePt t="102672" x="3346450" y="4476750"/>
          <p14:tracePt t="102689" x="3365500" y="4470400"/>
          <p14:tracePt t="102706" x="3371850" y="4470400"/>
          <p14:tracePt t="102722" x="3384550" y="4464050"/>
          <p14:tracePt t="102738" x="3397250" y="4464050"/>
          <p14:tracePt t="102755" x="3409950" y="4464050"/>
          <p14:tracePt t="102771" x="3441700" y="4464050"/>
          <p14:tracePt t="102787" x="3460750" y="4464050"/>
          <p14:tracePt t="102805" x="3479800" y="4464050"/>
          <p14:tracePt t="102821" x="3511550" y="4464050"/>
          <p14:tracePt t="102837" x="3530600" y="4464050"/>
          <p14:tracePt t="102854" x="3543300" y="4457700"/>
          <p14:tracePt t="102871" x="3568700" y="4457700"/>
          <p14:tracePt t="102887" x="3587750" y="4457700"/>
          <p14:tracePt t="102905" x="3594100" y="4457700"/>
          <p14:tracePt t="102945" x="3600450" y="4457700"/>
          <p14:tracePt t="102966" x="3606800" y="4457700"/>
          <p14:tracePt t="102988" x="3613150" y="4457700"/>
          <p14:tracePt t="102994" x="3619500" y="4457700"/>
          <p14:tracePt t="103015" x="3625850" y="4457700"/>
          <p14:tracePt t="103029" x="3632200" y="4464050"/>
          <p14:tracePt t="103057" x="3644900" y="4464050"/>
          <p14:tracePt t="103064" x="3651250" y="4464050"/>
          <p14:tracePt t="103073" x="3657600" y="4464050"/>
          <p14:tracePt t="103087" x="3676650" y="4464050"/>
          <p14:tracePt t="103103" x="3689350" y="4464050"/>
          <p14:tracePt t="103120" x="3708400" y="4464050"/>
          <p14:tracePt t="103136" x="3733800" y="4464050"/>
          <p14:tracePt t="103153" x="3752850" y="4464050"/>
          <p14:tracePt t="103170" x="3771900" y="4457700"/>
          <p14:tracePt t="103186" x="3784600" y="4457700"/>
          <p14:tracePt t="103203" x="3797300" y="4457700"/>
          <p14:tracePt t="103220" x="3816350" y="4464050"/>
          <p14:tracePt t="103240" x="3822700" y="4464050"/>
          <p14:tracePt t="103275" x="3822700" y="4470400"/>
          <p14:tracePt t="103338" x="3816350" y="4470400"/>
          <p14:tracePt t="103345" x="3803650" y="4470400"/>
          <p14:tracePt t="103359" x="3797300" y="4470400"/>
          <p14:tracePt t="103369" x="3784600" y="4470400"/>
          <p14:tracePt t="103386" x="3771900" y="4470400"/>
          <p14:tracePt t="103403" x="3727450" y="4470400"/>
          <p14:tracePt t="103419" x="3657600" y="4483100"/>
          <p14:tracePt t="103436" x="3625850" y="4489450"/>
          <p14:tracePt t="103453" x="3556000" y="4514850"/>
          <p14:tracePt t="103469" x="3524250" y="4533900"/>
          <p14:tracePt t="103486" x="3467100" y="4565650"/>
          <p14:tracePt t="103502" x="3460750" y="4572000"/>
          <p14:tracePt t="103519" x="3454400" y="4578350"/>
          <p14:tracePt t="103535" x="3448050" y="4591050"/>
          <p14:tracePt t="103568" x="3454400" y="4591050"/>
          <p14:tracePt t="103585" x="3460750" y="4597400"/>
          <p14:tracePt t="103619" x="3467100" y="4597400"/>
          <p14:tracePt t="103625" x="3473450" y="4597400"/>
          <p14:tracePt t="103689" x="3479800" y="4597400"/>
          <p14:tracePt t="103696" x="3486150" y="4597400"/>
          <p14:tracePt t="103719" x="3492500" y="4597400"/>
          <p14:tracePt t="103738" x="3498850" y="4597400"/>
          <p14:tracePt t="103759" x="3505200" y="4597400"/>
          <p14:tracePt t="103766" x="3505200" y="4603750"/>
          <p14:tracePt t="103787" x="3505200" y="4610100"/>
          <p14:tracePt t="103808" x="3511550" y="4616450"/>
          <p14:tracePt t="103822" x="3511550" y="4622800"/>
          <p14:tracePt t="103829" x="3517900" y="4635500"/>
          <p14:tracePt t="103837" x="3517900" y="46418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1|6.5|14.5|6.8|5.6|7.8|18.1|31.9|4.9|1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9|23.8|3.4|3.4|9.6|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|4.1|9.4|7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3|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6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5.5|33|19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14643</TotalTime>
  <Words>2468</Words>
  <Application>Microsoft Office PowerPoint</Application>
  <PresentationFormat>On-screen Show (4:3)</PresentationFormat>
  <Paragraphs>519</Paragraphs>
  <Slides>37</Slides>
  <Notes>25</Notes>
  <HiddenSlides>0</HiddenSlides>
  <MMClips>34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Arial Unicode MS</vt:lpstr>
      <vt:lpstr>ＭＳ Ｐゴシック</vt:lpstr>
      <vt:lpstr>ＭＳ Ｐゴシック</vt:lpstr>
      <vt:lpstr>新細明體</vt:lpstr>
      <vt:lpstr>Arial</vt:lpstr>
      <vt:lpstr>Arial Narrow</vt:lpstr>
      <vt:lpstr>Consolas</vt:lpstr>
      <vt:lpstr>Courier New</vt:lpstr>
      <vt:lpstr>Elephant</vt:lpstr>
      <vt:lpstr>Lucida Console</vt:lpstr>
      <vt:lpstr>Lucida Sans Unicode</vt:lpstr>
      <vt:lpstr>Times New Roman</vt:lpstr>
      <vt:lpstr>Wingdings</vt:lpstr>
      <vt:lpstr>Default Design</vt:lpstr>
      <vt:lpstr>Fundamental Concepts of OOP</vt:lpstr>
      <vt:lpstr>Understanding Encapsulation</vt:lpstr>
      <vt:lpstr>Programming style for large projects: Respecting Privacy</vt:lpstr>
      <vt:lpstr>Private vs Public</vt:lpstr>
      <vt:lpstr>Creating Private Attributes</vt:lpstr>
      <vt:lpstr>Accessing Private Attributes</vt:lpstr>
      <vt:lpstr>Creating Private Methods</vt:lpstr>
      <vt:lpstr>Accessing Private Methods</vt:lpstr>
      <vt:lpstr>Controlling Attribute Access</vt:lpstr>
      <vt:lpstr>Controlling Attribute Access</vt:lpstr>
      <vt:lpstr>Using Get Methods</vt:lpstr>
      <vt:lpstr>Using Set Methods</vt:lpstr>
      <vt:lpstr>Builtin Class Functions</vt:lpstr>
      <vt:lpstr>Builtin Class Functions</vt:lpstr>
      <vt:lpstr>Built-ins dealing with attributes </vt:lpstr>
      <vt:lpstr>Built-ins dealing with attributes </vt:lpstr>
      <vt:lpstr>Built-ins dealing with attributes </vt:lpstr>
      <vt:lpstr>Built-ins dealing with attributes </vt:lpstr>
      <vt:lpstr>Built-ins dealing with attributes </vt:lpstr>
      <vt:lpstr>Built-ins dealing with attributes </vt:lpstr>
      <vt:lpstr>PowerPoint Presentation</vt:lpstr>
      <vt:lpstr>PowerPoint Presentation</vt:lpstr>
      <vt:lpstr>PowerPoint Presentation</vt:lpstr>
      <vt:lpstr>Builtin Class Functions</vt:lpstr>
      <vt:lpstr>Builtin Class Functions</vt:lpstr>
      <vt:lpstr>Builtin Class Functions</vt:lpstr>
      <vt:lpstr>Builtin Class Functions</vt:lpstr>
      <vt:lpstr>Builtin Class Functions</vt:lpstr>
      <vt:lpstr>Controlling Attribute Access</vt:lpstr>
      <vt:lpstr>Using Get Methods</vt:lpstr>
      <vt:lpstr>Using Set Methods</vt:lpstr>
      <vt:lpstr>Using property() to hide the getter and setter from the client</vt:lpstr>
      <vt:lpstr>So what is property()?</vt:lpstr>
      <vt:lpstr>Builtin Class Functions</vt:lpstr>
      <vt:lpstr>Builtin Class Functions</vt:lpstr>
      <vt:lpstr>Builtin Class Functions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719</cp:revision>
  <dcterms:created xsi:type="dcterms:W3CDTF">2009-03-01T03:18:16Z</dcterms:created>
  <dcterms:modified xsi:type="dcterms:W3CDTF">2021-05-25T07:39:32Z</dcterms:modified>
</cp:coreProperties>
</file>